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tags/tag192.xml" ContentType="application/vnd.openxmlformats-officedocument.presentationml.tags+xml"/>
  <Override PartName="/ppt/tags/tag193.xml" ContentType="application/vnd.openxmlformats-officedocument.presentationml.tags+xml"/>
  <Override PartName="/ppt/tags/tag194.xml" ContentType="application/vnd.openxmlformats-officedocument.presentationml.tags+xml"/>
  <Override PartName="/ppt/tags/tag195.xml" ContentType="application/vnd.openxmlformats-officedocument.presentationml.tags+xml"/>
  <Override PartName="/ppt/tags/tag196.xml" ContentType="application/vnd.openxmlformats-officedocument.presentationml.tags+xml"/>
  <Override PartName="/ppt/tags/tag197.xml" ContentType="application/vnd.openxmlformats-officedocument.presentationml.tags+xml"/>
  <Override PartName="/ppt/tags/tag198.xml" ContentType="application/vnd.openxmlformats-officedocument.presentationml.tags+xml"/>
  <Override PartName="/ppt/tags/tag199.xml" ContentType="application/vnd.openxmlformats-officedocument.presentationml.tags+xml"/>
  <Override PartName="/ppt/tags/tag200.xml" ContentType="application/vnd.openxmlformats-officedocument.presentationml.tags+xml"/>
  <Override PartName="/ppt/tags/tag201.xml" ContentType="application/vnd.openxmlformats-officedocument.presentationml.tags+xml"/>
  <Override PartName="/ppt/tags/tag202.xml" ContentType="application/vnd.openxmlformats-officedocument.presentationml.tags+xml"/>
  <Override PartName="/ppt/tags/tag203.xml" ContentType="application/vnd.openxmlformats-officedocument.presentationml.tags+xml"/>
  <Override PartName="/ppt/tags/tag204.xml" ContentType="application/vnd.openxmlformats-officedocument.presentationml.tags+xml"/>
  <Override PartName="/ppt/tags/tag205.xml" ContentType="application/vnd.openxmlformats-officedocument.presentationml.tags+xml"/>
  <Override PartName="/ppt/tags/tag206.xml" ContentType="application/vnd.openxmlformats-officedocument.presentationml.tags+xml"/>
  <Override PartName="/ppt/tags/tag207.xml" ContentType="application/vnd.openxmlformats-officedocument.presentationml.tags+xml"/>
  <Override PartName="/ppt/tags/tag208.xml" ContentType="application/vnd.openxmlformats-officedocument.presentationml.tags+xml"/>
  <Override PartName="/ppt/tags/tag209.xml" ContentType="application/vnd.openxmlformats-officedocument.presentationml.tags+xml"/>
  <Override PartName="/ppt/tags/tag210.xml" ContentType="application/vnd.openxmlformats-officedocument.presentationml.tags+xml"/>
  <Override PartName="/ppt/tags/tag211.xml" ContentType="application/vnd.openxmlformats-officedocument.presentationml.tags+xml"/>
  <Override PartName="/ppt/tags/tag212.xml" ContentType="application/vnd.openxmlformats-officedocument.presentationml.tags+xml"/>
  <Override PartName="/ppt/tags/tag213.xml" ContentType="application/vnd.openxmlformats-officedocument.presentationml.tags+xml"/>
  <Override PartName="/ppt/tags/tag214.xml" ContentType="application/vnd.openxmlformats-officedocument.presentationml.tags+xml"/>
  <Override PartName="/ppt/tags/tag215.xml" ContentType="application/vnd.openxmlformats-officedocument.presentationml.tags+xml"/>
  <Override PartName="/ppt/tags/tag216.xml" ContentType="application/vnd.openxmlformats-officedocument.presentationml.tags+xml"/>
  <Override PartName="/ppt/tags/tag217.xml" ContentType="application/vnd.openxmlformats-officedocument.presentationml.tags+xml"/>
  <Override PartName="/ppt/tags/tag218.xml" ContentType="application/vnd.openxmlformats-officedocument.presentationml.tags+xml"/>
  <Override PartName="/ppt/tags/tag219.xml" ContentType="application/vnd.openxmlformats-officedocument.presentationml.tags+xml"/>
  <Override PartName="/ppt/tags/tag220.xml" ContentType="application/vnd.openxmlformats-officedocument.presentationml.tags+xml"/>
  <Override PartName="/ppt/tags/tag221.xml" ContentType="application/vnd.openxmlformats-officedocument.presentationml.tags+xml"/>
  <Override PartName="/ppt/tags/tag222.xml" ContentType="application/vnd.openxmlformats-officedocument.presentationml.tags+xml"/>
  <Override PartName="/ppt/tags/tag223.xml" ContentType="application/vnd.openxmlformats-officedocument.presentationml.tags+xml"/>
  <Override PartName="/ppt/tags/tag224.xml" ContentType="application/vnd.openxmlformats-officedocument.presentationml.tags+xml"/>
  <Override PartName="/ppt/tags/tag225.xml" ContentType="application/vnd.openxmlformats-officedocument.presentationml.tags+xml"/>
  <Override PartName="/ppt/tags/tag226.xml" ContentType="application/vnd.openxmlformats-officedocument.presentationml.tags+xml"/>
  <Override PartName="/ppt/tags/tag227.xml" ContentType="application/vnd.openxmlformats-officedocument.presentationml.tags+xml"/>
  <Override PartName="/ppt/tags/tag228.xml" ContentType="application/vnd.openxmlformats-officedocument.presentationml.tags+xml"/>
  <Override PartName="/ppt/tags/tag229.xml" ContentType="application/vnd.openxmlformats-officedocument.presentationml.tags+xml"/>
  <Override PartName="/ppt/tags/tag230.xml" ContentType="application/vnd.openxmlformats-officedocument.presentationml.tags+xml"/>
  <Override PartName="/ppt/tags/tag231.xml" ContentType="application/vnd.openxmlformats-officedocument.presentationml.tags+xml"/>
  <Override PartName="/ppt/tags/tag232.xml" ContentType="application/vnd.openxmlformats-officedocument.presentationml.tags+xml"/>
  <Override PartName="/ppt/tags/tag233.xml" ContentType="application/vnd.openxmlformats-officedocument.presentationml.tags+xml"/>
  <Override PartName="/ppt/tags/tag234.xml" ContentType="application/vnd.openxmlformats-officedocument.presentationml.tags+xml"/>
  <Override PartName="/ppt/tags/tag235.xml" ContentType="application/vnd.openxmlformats-officedocument.presentationml.tags+xml"/>
  <Override PartName="/ppt/tags/tag236.xml" ContentType="application/vnd.openxmlformats-officedocument.presentationml.tags+xml"/>
  <Override PartName="/ppt/tags/tag237.xml" ContentType="application/vnd.openxmlformats-officedocument.presentationml.tags+xml"/>
  <Override PartName="/ppt/tags/tag238.xml" ContentType="application/vnd.openxmlformats-officedocument.presentationml.tags+xml"/>
  <Override PartName="/ppt/tags/tag239.xml" ContentType="application/vnd.openxmlformats-officedocument.presentationml.tags+xml"/>
  <Override PartName="/ppt/tags/tag240.xml" ContentType="application/vnd.openxmlformats-officedocument.presentationml.tags+xml"/>
  <Override PartName="/ppt/tags/tag241.xml" ContentType="application/vnd.openxmlformats-officedocument.presentationml.tags+xml"/>
  <Override PartName="/ppt/tags/tag242.xml" ContentType="application/vnd.openxmlformats-officedocument.presentationml.tags+xml"/>
  <Override PartName="/ppt/tags/tag243.xml" ContentType="application/vnd.openxmlformats-officedocument.presentationml.tags+xml"/>
  <Override PartName="/ppt/tags/tag244.xml" ContentType="application/vnd.openxmlformats-officedocument.presentationml.tags+xml"/>
  <Override PartName="/ppt/tags/tag245.xml" ContentType="application/vnd.openxmlformats-officedocument.presentationml.tags+xml"/>
  <Override PartName="/ppt/tags/tag246.xml" ContentType="application/vnd.openxmlformats-officedocument.presentationml.tags+xml"/>
  <Override PartName="/ppt/tags/tag247.xml" ContentType="application/vnd.openxmlformats-officedocument.presentationml.tags+xml"/>
  <Override PartName="/ppt/tags/tag248.xml" ContentType="application/vnd.openxmlformats-officedocument.presentationml.tags+xml"/>
  <Override PartName="/ppt/tags/tag249.xml" ContentType="application/vnd.openxmlformats-officedocument.presentationml.tags+xml"/>
  <Override PartName="/ppt/tags/tag250.xml" ContentType="application/vnd.openxmlformats-officedocument.presentationml.tags+xml"/>
  <Override PartName="/ppt/tags/tag251.xml" ContentType="application/vnd.openxmlformats-officedocument.presentationml.tags+xml"/>
  <Override PartName="/ppt/tags/tag252.xml" ContentType="application/vnd.openxmlformats-officedocument.presentationml.tags+xml"/>
  <Override PartName="/ppt/tags/tag253.xml" ContentType="application/vnd.openxmlformats-officedocument.presentationml.tags+xml"/>
  <Override PartName="/ppt/tags/tag254.xml" ContentType="application/vnd.openxmlformats-officedocument.presentationml.tags+xml"/>
  <Override PartName="/ppt/tags/tag255.xml" ContentType="application/vnd.openxmlformats-officedocument.presentationml.tags+xml"/>
  <Override PartName="/ppt/tags/tag256.xml" ContentType="application/vnd.openxmlformats-officedocument.presentationml.tags+xml"/>
  <Override PartName="/ppt/tags/tag257.xml" ContentType="application/vnd.openxmlformats-officedocument.presentationml.tags+xml"/>
  <Override PartName="/ppt/tags/tag258.xml" ContentType="application/vnd.openxmlformats-officedocument.presentationml.tags+xml"/>
  <Override PartName="/ppt/tags/tag259.xml" ContentType="application/vnd.openxmlformats-officedocument.presentationml.tags+xml"/>
  <Override PartName="/ppt/tags/tag260.xml" ContentType="application/vnd.openxmlformats-officedocument.presentationml.tags+xml"/>
  <Override PartName="/ppt/tags/tag261.xml" ContentType="application/vnd.openxmlformats-officedocument.presentationml.tags+xml"/>
  <Override PartName="/ppt/tags/tag262.xml" ContentType="application/vnd.openxmlformats-officedocument.presentationml.tags+xml"/>
  <Override PartName="/ppt/tags/tag263.xml" ContentType="application/vnd.openxmlformats-officedocument.presentationml.tags+xml"/>
  <Override PartName="/ppt/tags/tag264.xml" ContentType="application/vnd.openxmlformats-officedocument.presentationml.tags+xml"/>
  <Override PartName="/ppt/tags/tag265.xml" ContentType="application/vnd.openxmlformats-officedocument.presentationml.tags+xml"/>
  <Override PartName="/ppt/tags/tag266.xml" ContentType="application/vnd.openxmlformats-officedocument.presentationml.tags+xml"/>
  <Override PartName="/ppt/tags/tag267.xml" ContentType="application/vnd.openxmlformats-officedocument.presentationml.tags+xml"/>
  <Override PartName="/ppt/tags/tag268.xml" ContentType="application/vnd.openxmlformats-officedocument.presentationml.tags+xml"/>
  <Override PartName="/ppt/tags/tag269.xml" ContentType="application/vnd.openxmlformats-officedocument.presentationml.tags+xml"/>
  <Override PartName="/ppt/tags/tag270.xml" ContentType="application/vnd.openxmlformats-officedocument.presentationml.tags+xml"/>
  <Override PartName="/ppt/tags/tag271.xml" ContentType="application/vnd.openxmlformats-officedocument.presentationml.tags+xml"/>
  <Override PartName="/ppt/tags/tag272.xml" ContentType="application/vnd.openxmlformats-officedocument.presentationml.tags+xml"/>
  <Override PartName="/ppt/tags/tag273.xml" ContentType="application/vnd.openxmlformats-officedocument.presentationml.tags+xml"/>
  <Override PartName="/ppt/tags/tag274.xml" ContentType="application/vnd.openxmlformats-officedocument.presentationml.tags+xml"/>
  <Override PartName="/ppt/tags/tag275.xml" ContentType="application/vnd.openxmlformats-officedocument.presentationml.tags+xml"/>
  <Override PartName="/ppt/tags/tag276.xml" ContentType="application/vnd.openxmlformats-officedocument.presentationml.tags+xml"/>
  <Override PartName="/ppt/tags/tag277.xml" ContentType="application/vnd.openxmlformats-officedocument.presentationml.tags+xml"/>
  <Override PartName="/ppt/tags/tag278.xml" ContentType="application/vnd.openxmlformats-officedocument.presentationml.tags+xml"/>
  <Override PartName="/ppt/tags/tag279.xml" ContentType="application/vnd.openxmlformats-officedocument.presentationml.tags+xml"/>
  <Override PartName="/ppt/tags/tag280.xml" ContentType="application/vnd.openxmlformats-officedocument.presentationml.tags+xml"/>
  <Override PartName="/ppt/tags/tag281.xml" ContentType="application/vnd.openxmlformats-officedocument.presentationml.tags+xml"/>
  <Override PartName="/ppt/tags/tag282.xml" ContentType="application/vnd.openxmlformats-officedocument.presentationml.tags+xml"/>
  <Override PartName="/ppt/tags/tag283.xml" ContentType="application/vnd.openxmlformats-officedocument.presentationml.tags+xml"/>
  <Override PartName="/ppt/tags/tag284.xml" ContentType="application/vnd.openxmlformats-officedocument.presentationml.tags+xml"/>
  <Override PartName="/ppt/tags/tag285.xml" ContentType="application/vnd.openxmlformats-officedocument.presentationml.tags+xml"/>
  <Override PartName="/ppt/tags/tag286.xml" ContentType="application/vnd.openxmlformats-officedocument.presentationml.tags+xml"/>
  <Override PartName="/ppt/tags/tag287.xml" ContentType="application/vnd.openxmlformats-officedocument.presentationml.tags+xml"/>
  <Override PartName="/ppt/tags/tag288.xml" ContentType="application/vnd.openxmlformats-officedocument.presentationml.tags+xml"/>
  <Override PartName="/ppt/tags/tag289.xml" ContentType="application/vnd.openxmlformats-officedocument.presentationml.tags+xml"/>
  <Override PartName="/ppt/tags/tag290.xml" ContentType="application/vnd.openxmlformats-officedocument.presentationml.tags+xml"/>
  <Override PartName="/ppt/tags/tag291.xml" ContentType="application/vnd.openxmlformats-officedocument.presentationml.tags+xml"/>
  <Override PartName="/ppt/tags/tag292.xml" ContentType="application/vnd.openxmlformats-officedocument.presentationml.tags+xml"/>
  <Override PartName="/ppt/tags/tag293.xml" ContentType="application/vnd.openxmlformats-officedocument.presentationml.tags+xml"/>
  <Override PartName="/ppt/tags/tag294.xml" ContentType="application/vnd.openxmlformats-officedocument.presentationml.tags+xml"/>
  <Override PartName="/ppt/tags/tag295.xml" ContentType="application/vnd.openxmlformats-officedocument.presentationml.tags+xml"/>
  <Override PartName="/ppt/tags/tag296.xml" ContentType="application/vnd.openxmlformats-officedocument.presentationml.tags+xml"/>
  <Override PartName="/ppt/tags/tag297.xml" ContentType="application/vnd.openxmlformats-officedocument.presentationml.tags+xml"/>
  <Override PartName="/ppt/tags/tag298.xml" ContentType="application/vnd.openxmlformats-officedocument.presentationml.tags+xml"/>
  <Override PartName="/ppt/tags/tag299.xml" ContentType="application/vnd.openxmlformats-officedocument.presentationml.tags+xml"/>
  <Override PartName="/ppt/tags/tag300.xml" ContentType="application/vnd.openxmlformats-officedocument.presentationml.tags+xml"/>
  <Override PartName="/ppt/tags/tag301.xml" ContentType="application/vnd.openxmlformats-officedocument.presentationml.tags+xml"/>
  <Override PartName="/ppt/tags/tag302.xml" ContentType="application/vnd.openxmlformats-officedocument.presentationml.tags+xml"/>
  <Override PartName="/ppt/tags/tag303.xml" ContentType="application/vnd.openxmlformats-officedocument.presentationml.tags+xml"/>
  <Override PartName="/ppt/tags/tag304.xml" ContentType="application/vnd.openxmlformats-officedocument.presentationml.tags+xml"/>
  <Override PartName="/ppt/tags/tag305.xml" ContentType="application/vnd.openxmlformats-officedocument.presentationml.tags+xml"/>
  <Override PartName="/ppt/tags/tag306.xml" ContentType="application/vnd.openxmlformats-officedocument.presentationml.tags+xml"/>
  <Override PartName="/ppt/tags/tag307.xml" ContentType="application/vnd.openxmlformats-officedocument.presentationml.tags+xml"/>
  <Override PartName="/ppt/tags/tag308.xml" ContentType="application/vnd.openxmlformats-officedocument.presentationml.tags+xml"/>
  <Override PartName="/ppt/tags/tag309.xml" ContentType="application/vnd.openxmlformats-officedocument.presentationml.tags+xml"/>
  <Override PartName="/ppt/tags/tag310.xml" ContentType="application/vnd.openxmlformats-officedocument.presentationml.tags+xml"/>
  <Override PartName="/ppt/tags/tag311.xml" ContentType="application/vnd.openxmlformats-officedocument.presentationml.tags+xml"/>
  <Override PartName="/ppt/tags/tag312.xml" ContentType="application/vnd.openxmlformats-officedocument.presentationml.tags+xml"/>
  <Override PartName="/ppt/tags/tag313.xml" ContentType="application/vnd.openxmlformats-officedocument.presentationml.tags+xml"/>
  <Override PartName="/ppt/notesSlides/notesSlide13.xml" ContentType="application/vnd.openxmlformats-officedocument.presentationml.notesSlide+xml"/>
  <Override PartName="/ppt/tags/tag314.xml" ContentType="application/vnd.openxmlformats-officedocument.presentationml.tags+xml"/>
  <Override PartName="/ppt/tags/tag315.xml" ContentType="application/vnd.openxmlformats-officedocument.presentationml.tags+xml"/>
  <Override PartName="/ppt/tags/tag316.xml" ContentType="application/vnd.openxmlformats-officedocument.presentationml.tags+xml"/>
  <Override PartName="/ppt/tags/tag317.xml" ContentType="application/vnd.openxmlformats-officedocument.presentationml.tags+xml"/>
  <Override PartName="/ppt/tags/tag318.xml" ContentType="application/vnd.openxmlformats-officedocument.presentationml.tags+xml"/>
  <Override PartName="/ppt/tags/tag319.xml" ContentType="application/vnd.openxmlformats-officedocument.presentationml.tags+xml"/>
  <Override PartName="/ppt/tags/tag320.xml" ContentType="application/vnd.openxmlformats-officedocument.presentationml.tags+xml"/>
  <Override PartName="/ppt/tags/tag321.xml" ContentType="application/vnd.openxmlformats-officedocument.presentationml.tags+xml"/>
  <Override PartName="/ppt/tags/tag322.xml" ContentType="application/vnd.openxmlformats-officedocument.presentationml.tags+xml"/>
  <Override PartName="/ppt/tags/tag323.xml" ContentType="application/vnd.openxmlformats-officedocument.presentationml.tags+xml"/>
  <Override PartName="/ppt/tags/tag324.xml" ContentType="application/vnd.openxmlformats-officedocument.presentationml.tags+xml"/>
  <Override PartName="/ppt/tags/tag325.xml" ContentType="application/vnd.openxmlformats-officedocument.presentationml.tags+xml"/>
  <Override PartName="/ppt/tags/tag326.xml" ContentType="application/vnd.openxmlformats-officedocument.presentationml.tags+xml"/>
  <Override PartName="/ppt/tags/tag327.xml" ContentType="application/vnd.openxmlformats-officedocument.presentationml.tags+xml"/>
  <Override PartName="/ppt/tags/tag328.xml" ContentType="application/vnd.openxmlformats-officedocument.presentationml.tags+xml"/>
  <Override PartName="/ppt/tags/tag329.xml" ContentType="application/vnd.openxmlformats-officedocument.presentationml.tags+xml"/>
  <Override PartName="/ppt/tags/tag330.xml" ContentType="application/vnd.openxmlformats-officedocument.presentationml.tags+xml"/>
  <Override PartName="/ppt/tags/tag331.xml" ContentType="application/vnd.openxmlformats-officedocument.presentationml.tags+xml"/>
  <Override PartName="/ppt/tags/tag332.xml" ContentType="application/vnd.openxmlformats-officedocument.presentationml.tags+xml"/>
  <Override PartName="/ppt/tags/tag333.xml" ContentType="application/vnd.openxmlformats-officedocument.presentationml.tags+xml"/>
  <Override PartName="/ppt/tags/tag334.xml" ContentType="application/vnd.openxmlformats-officedocument.presentationml.tags+xml"/>
  <Override PartName="/ppt/tags/tag335.xml" ContentType="application/vnd.openxmlformats-officedocument.presentationml.tags+xml"/>
  <Override PartName="/ppt/tags/tag336.xml" ContentType="application/vnd.openxmlformats-officedocument.presentationml.tags+xml"/>
  <Override PartName="/ppt/tags/tag337.xml" ContentType="application/vnd.openxmlformats-officedocument.presentationml.tags+xml"/>
  <Override PartName="/ppt/tags/tag338.xml" ContentType="application/vnd.openxmlformats-officedocument.presentationml.tags+xml"/>
  <Override PartName="/ppt/tags/tag339.xml" ContentType="application/vnd.openxmlformats-officedocument.presentationml.tags+xml"/>
  <Override PartName="/ppt/tags/tag340.xml" ContentType="application/vnd.openxmlformats-officedocument.presentationml.tags+xml"/>
  <Override PartName="/ppt/tags/tag341.xml" ContentType="application/vnd.openxmlformats-officedocument.presentationml.tags+xml"/>
  <Override PartName="/ppt/tags/tag342.xml" ContentType="application/vnd.openxmlformats-officedocument.presentationml.tags+xml"/>
  <Override PartName="/ppt/tags/tag343.xml" ContentType="application/vnd.openxmlformats-officedocument.presentationml.tags+xml"/>
  <Override PartName="/ppt/tags/tag344.xml" ContentType="application/vnd.openxmlformats-officedocument.presentationml.tags+xml"/>
  <Override PartName="/ppt/tags/tag345.xml" ContentType="application/vnd.openxmlformats-officedocument.presentationml.tags+xml"/>
  <Override PartName="/ppt/tags/tag346.xml" ContentType="application/vnd.openxmlformats-officedocument.presentationml.tags+xml"/>
  <Override PartName="/ppt/tags/tag347.xml" ContentType="application/vnd.openxmlformats-officedocument.presentationml.tags+xml"/>
  <Override PartName="/ppt/tags/tag348.xml" ContentType="application/vnd.openxmlformats-officedocument.presentationml.tags+xml"/>
  <Override PartName="/ppt/tags/tag349.xml" ContentType="application/vnd.openxmlformats-officedocument.presentationml.tags+xml"/>
  <Override PartName="/ppt/tags/tag350.xml" ContentType="application/vnd.openxmlformats-officedocument.presentationml.tags+xml"/>
  <Override PartName="/ppt/tags/tag351.xml" ContentType="application/vnd.openxmlformats-officedocument.presentationml.tags+xml"/>
  <Override PartName="/ppt/tags/tag352.xml" ContentType="application/vnd.openxmlformats-officedocument.presentationml.tags+xml"/>
  <Override PartName="/ppt/tags/tag353.xml" ContentType="application/vnd.openxmlformats-officedocument.presentationml.tags+xml"/>
  <Override PartName="/ppt/tags/tag354.xml" ContentType="application/vnd.openxmlformats-officedocument.presentationml.tags+xml"/>
  <Override PartName="/ppt/tags/tag355.xml" ContentType="application/vnd.openxmlformats-officedocument.presentationml.tags+xml"/>
  <Override PartName="/ppt/tags/tag356.xml" ContentType="application/vnd.openxmlformats-officedocument.presentationml.tags+xml"/>
  <Override PartName="/ppt/tags/tag357.xml" ContentType="application/vnd.openxmlformats-officedocument.presentationml.tags+xml"/>
  <Override PartName="/ppt/tags/tag358.xml" ContentType="application/vnd.openxmlformats-officedocument.presentationml.tags+xml"/>
  <Override PartName="/ppt/tags/tag359.xml" ContentType="application/vnd.openxmlformats-officedocument.presentationml.tags+xml"/>
  <Override PartName="/ppt/tags/tag360.xml" ContentType="application/vnd.openxmlformats-officedocument.presentationml.tags+xml"/>
  <Override PartName="/ppt/tags/tag361.xml" ContentType="application/vnd.openxmlformats-officedocument.presentationml.tags+xml"/>
  <Override PartName="/ppt/tags/tag362.xml" ContentType="application/vnd.openxmlformats-officedocument.presentationml.tags+xml"/>
  <Override PartName="/ppt/tags/tag363.xml" ContentType="application/vnd.openxmlformats-officedocument.presentationml.tags+xml"/>
  <Override PartName="/ppt/tags/tag364.xml" ContentType="application/vnd.openxmlformats-officedocument.presentationml.tags+xml"/>
  <Override PartName="/ppt/tags/tag365.xml" ContentType="application/vnd.openxmlformats-officedocument.presentationml.tags+xml"/>
  <Override PartName="/ppt/tags/tag366.xml" ContentType="application/vnd.openxmlformats-officedocument.presentationml.tags+xml"/>
  <Override PartName="/ppt/tags/tag367.xml" ContentType="application/vnd.openxmlformats-officedocument.presentationml.tags+xml"/>
  <Override PartName="/ppt/tags/tag368.xml" ContentType="application/vnd.openxmlformats-officedocument.presentationml.tags+xml"/>
  <Override PartName="/ppt/tags/tag369.xml" ContentType="application/vnd.openxmlformats-officedocument.presentationml.tags+xml"/>
  <Override PartName="/ppt/tags/tag370.xml" ContentType="application/vnd.openxmlformats-officedocument.presentationml.tags+xml"/>
  <Override PartName="/ppt/tags/tag371.xml" ContentType="application/vnd.openxmlformats-officedocument.presentationml.tags+xml"/>
  <Override PartName="/ppt/tags/tag372.xml" ContentType="application/vnd.openxmlformats-officedocument.presentationml.tags+xml"/>
  <Override PartName="/ppt/tags/tag373.xml" ContentType="application/vnd.openxmlformats-officedocument.presentationml.tags+xml"/>
  <Override PartName="/ppt/tags/tag374.xml" ContentType="application/vnd.openxmlformats-officedocument.presentationml.tags+xml"/>
  <Override PartName="/ppt/tags/tag375.xml" ContentType="application/vnd.openxmlformats-officedocument.presentationml.tags+xml"/>
  <Override PartName="/ppt/tags/tag376.xml" ContentType="application/vnd.openxmlformats-officedocument.presentationml.tags+xml"/>
  <Override PartName="/ppt/tags/tag377.xml" ContentType="application/vnd.openxmlformats-officedocument.presentationml.tags+xml"/>
  <Override PartName="/ppt/tags/tag378.xml" ContentType="application/vnd.openxmlformats-officedocument.presentationml.tags+xml"/>
  <Override PartName="/ppt/tags/tag379.xml" ContentType="application/vnd.openxmlformats-officedocument.presentationml.tags+xml"/>
  <Override PartName="/ppt/tags/tag380.xml" ContentType="application/vnd.openxmlformats-officedocument.presentationml.tags+xml"/>
  <Override PartName="/ppt/tags/tag381.xml" ContentType="application/vnd.openxmlformats-officedocument.presentationml.tags+xml"/>
  <Override PartName="/ppt/tags/tag382.xml" ContentType="application/vnd.openxmlformats-officedocument.presentationml.tags+xml"/>
  <Override PartName="/ppt/tags/tag383.xml" ContentType="application/vnd.openxmlformats-officedocument.presentationml.tags+xml"/>
  <Override PartName="/ppt/tags/tag384.xml" ContentType="application/vnd.openxmlformats-officedocument.presentationml.tags+xml"/>
  <Override PartName="/ppt/tags/tag385.xml" ContentType="application/vnd.openxmlformats-officedocument.presentationml.tags+xml"/>
  <Override PartName="/ppt/tags/tag386.xml" ContentType="application/vnd.openxmlformats-officedocument.presentationml.tags+xml"/>
  <Override PartName="/ppt/tags/tag387.xml" ContentType="application/vnd.openxmlformats-officedocument.presentationml.tags+xml"/>
  <Override PartName="/ppt/tags/tag388.xml" ContentType="application/vnd.openxmlformats-officedocument.presentationml.tags+xml"/>
  <Override PartName="/ppt/tags/tag389.xml" ContentType="application/vnd.openxmlformats-officedocument.presentationml.tags+xml"/>
  <Override PartName="/ppt/tags/tag390.xml" ContentType="application/vnd.openxmlformats-officedocument.presentationml.tags+xml"/>
  <Override PartName="/ppt/tags/tag391.xml" ContentType="application/vnd.openxmlformats-officedocument.presentationml.tags+xml"/>
  <Override PartName="/ppt/tags/tag392.xml" ContentType="application/vnd.openxmlformats-officedocument.presentationml.tags+xml"/>
  <Override PartName="/ppt/tags/tag393.xml" ContentType="application/vnd.openxmlformats-officedocument.presentationml.tags+xml"/>
  <Override PartName="/ppt/tags/tag394.xml" ContentType="application/vnd.openxmlformats-officedocument.presentationml.tags+xml"/>
  <Override PartName="/ppt/tags/tag395.xml" ContentType="application/vnd.openxmlformats-officedocument.presentationml.tags+xml"/>
  <Override PartName="/ppt/tags/tag396.xml" ContentType="application/vnd.openxmlformats-officedocument.presentationml.tags+xml"/>
  <Override PartName="/ppt/tags/tag397.xml" ContentType="application/vnd.openxmlformats-officedocument.presentationml.tags+xml"/>
  <Override PartName="/ppt/tags/tag398.xml" ContentType="application/vnd.openxmlformats-officedocument.presentationml.tags+xml"/>
  <Override PartName="/ppt/tags/tag399.xml" ContentType="application/vnd.openxmlformats-officedocument.presentationml.tags+xml"/>
  <Override PartName="/ppt/tags/tag400.xml" ContentType="application/vnd.openxmlformats-officedocument.presentationml.tags+xml"/>
  <Override PartName="/ppt/tags/tag401.xml" ContentType="application/vnd.openxmlformats-officedocument.presentationml.tags+xml"/>
  <Override PartName="/ppt/tags/tag402.xml" ContentType="application/vnd.openxmlformats-officedocument.presentationml.tags+xml"/>
  <Override PartName="/ppt/tags/tag403.xml" ContentType="application/vnd.openxmlformats-officedocument.presentationml.tags+xml"/>
  <Override PartName="/ppt/tags/tag404.xml" ContentType="application/vnd.openxmlformats-officedocument.presentationml.tags+xml"/>
  <Override PartName="/ppt/tags/tag405.xml" ContentType="application/vnd.openxmlformats-officedocument.presentationml.tags+xml"/>
  <Override PartName="/ppt/tags/tag406.xml" ContentType="application/vnd.openxmlformats-officedocument.presentationml.tags+xml"/>
  <Override PartName="/ppt/tags/tag407.xml" ContentType="application/vnd.openxmlformats-officedocument.presentationml.tags+xml"/>
  <Override PartName="/ppt/tags/tag408.xml" ContentType="application/vnd.openxmlformats-officedocument.presentationml.tags+xml"/>
  <Override PartName="/ppt/tags/tag409.xml" ContentType="application/vnd.openxmlformats-officedocument.presentationml.tags+xml"/>
  <Override PartName="/ppt/tags/tag410.xml" ContentType="application/vnd.openxmlformats-officedocument.presentationml.tags+xml"/>
  <Override PartName="/ppt/tags/tag411.xml" ContentType="application/vnd.openxmlformats-officedocument.presentationml.tags+xml"/>
  <Override PartName="/ppt/tags/tag412.xml" ContentType="application/vnd.openxmlformats-officedocument.presentationml.tags+xml"/>
  <Override PartName="/ppt/tags/tag413.xml" ContentType="application/vnd.openxmlformats-officedocument.presentationml.tags+xml"/>
  <Override PartName="/ppt/tags/tag414.xml" ContentType="application/vnd.openxmlformats-officedocument.presentationml.tags+xml"/>
  <Override PartName="/ppt/tags/tag415.xml" ContentType="application/vnd.openxmlformats-officedocument.presentationml.tags+xml"/>
  <Override PartName="/ppt/tags/tag416.xml" ContentType="application/vnd.openxmlformats-officedocument.presentationml.tags+xml"/>
  <Override PartName="/ppt/tags/tag417.xml" ContentType="application/vnd.openxmlformats-officedocument.presentationml.tags+xml"/>
  <Override PartName="/ppt/tags/tag418.xml" ContentType="application/vnd.openxmlformats-officedocument.presentationml.tags+xml"/>
  <Override PartName="/ppt/tags/tag419.xml" ContentType="application/vnd.openxmlformats-officedocument.presentationml.tags+xml"/>
  <Override PartName="/ppt/tags/tag420.xml" ContentType="application/vnd.openxmlformats-officedocument.presentationml.tags+xml"/>
  <Override PartName="/ppt/tags/tag421.xml" ContentType="application/vnd.openxmlformats-officedocument.presentationml.tags+xml"/>
  <Override PartName="/ppt/tags/tag422.xml" ContentType="application/vnd.openxmlformats-officedocument.presentationml.tags+xml"/>
  <Override PartName="/ppt/tags/tag423.xml" ContentType="application/vnd.openxmlformats-officedocument.presentationml.tags+xml"/>
  <Override PartName="/ppt/tags/tag424.xml" ContentType="application/vnd.openxmlformats-officedocument.presentationml.tags+xml"/>
  <Override PartName="/ppt/tags/tag425.xml" ContentType="application/vnd.openxmlformats-officedocument.presentationml.tags+xml"/>
  <Override PartName="/ppt/tags/tag426.xml" ContentType="application/vnd.openxmlformats-officedocument.presentationml.tags+xml"/>
  <Override PartName="/ppt/tags/tag427.xml" ContentType="application/vnd.openxmlformats-officedocument.presentationml.tags+xml"/>
  <Override PartName="/ppt/tags/tag428.xml" ContentType="application/vnd.openxmlformats-officedocument.presentationml.tags+xml"/>
  <Override PartName="/ppt/tags/tag429.xml" ContentType="application/vnd.openxmlformats-officedocument.presentationml.tags+xml"/>
  <Override PartName="/ppt/tags/tag430.xml" ContentType="application/vnd.openxmlformats-officedocument.presentationml.tags+xml"/>
  <Override PartName="/ppt/tags/tag431.xml" ContentType="application/vnd.openxmlformats-officedocument.presentationml.tags+xml"/>
  <Override PartName="/ppt/tags/tag432.xml" ContentType="application/vnd.openxmlformats-officedocument.presentationml.tags+xml"/>
  <Override PartName="/ppt/tags/tag433.xml" ContentType="application/vnd.openxmlformats-officedocument.presentationml.tags+xml"/>
  <Override PartName="/ppt/tags/tag434.xml" ContentType="application/vnd.openxmlformats-officedocument.presentationml.tags+xml"/>
  <Override PartName="/ppt/tags/tag435.xml" ContentType="application/vnd.openxmlformats-officedocument.presentationml.tags+xml"/>
  <Override PartName="/ppt/tags/tag436.xml" ContentType="application/vnd.openxmlformats-officedocument.presentationml.tags+xml"/>
  <Override PartName="/ppt/tags/tag437.xml" ContentType="application/vnd.openxmlformats-officedocument.presentationml.tags+xml"/>
  <Override PartName="/ppt/tags/tag438.xml" ContentType="application/vnd.openxmlformats-officedocument.presentationml.tags+xml"/>
  <Override PartName="/ppt/tags/tag439.xml" ContentType="application/vnd.openxmlformats-officedocument.presentationml.tags+xml"/>
  <Override PartName="/ppt/tags/tag440.xml" ContentType="application/vnd.openxmlformats-officedocument.presentationml.tags+xml"/>
  <Override PartName="/ppt/tags/tag441.xml" ContentType="application/vnd.openxmlformats-officedocument.presentationml.tags+xml"/>
  <Override PartName="/ppt/tags/tag442.xml" ContentType="application/vnd.openxmlformats-officedocument.presentationml.tags+xml"/>
  <Override PartName="/ppt/tags/tag443.xml" ContentType="application/vnd.openxmlformats-officedocument.presentationml.tags+xml"/>
  <Override PartName="/ppt/tags/tag444.xml" ContentType="application/vnd.openxmlformats-officedocument.presentationml.tags+xml"/>
  <Override PartName="/ppt/tags/tag445.xml" ContentType="application/vnd.openxmlformats-officedocument.presentationml.tags+xml"/>
  <Override PartName="/ppt/tags/tag446.xml" ContentType="application/vnd.openxmlformats-officedocument.presentationml.tags+xml"/>
  <Override PartName="/ppt/tags/tag447.xml" ContentType="application/vnd.openxmlformats-officedocument.presentationml.tags+xml"/>
  <Override PartName="/ppt/tags/tag448.xml" ContentType="application/vnd.openxmlformats-officedocument.presentationml.tags+xml"/>
  <Override PartName="/ppt/tags/tag449.xml" ContentType="application/vnd.openxmlformats-officedocument.presentationml.tags+xml"/>
  <Override PartName="/ppt/tags/tag450.xml" ContentType="application/vnd.openxmlformats-officedocument.presentationml.tags+xml"/>
  <Override PartName="/ppt/tags/tag451.xml" ContentType="application/vnd.openxmlformats-officedocument.presentationml.tags+xml"/>
  <Override PartName="/ppt/tags/tag452.xml" ContentType="application/vnd.openxmlformats-officedocument.presentationml.tags+xml"/>
  <Override PartName="/ppt/tags/tag453.xml" ContentType="application/vnd.openxmlformats-officedocument.presentationml.tags+xml"/>
  <Override PartName="/ppt/tags/tag454.xml" ContentType="application/vnd.openxmlformats-officedocument.presentationml.tags+xml"/>
  <Override PartName="/ppt/tags/tag455.xml" ContentType="application/vnd.openxmlformats-officedocument.presentationml.tags+xml"/>
  <Override PartName="/ppt/tags/tag456.xml" ContentType="application/vnd.openxmlformats-officedocument.presentationml.tags+xml"/>
  <Override PartName="/ppt/tags/tag457.xml" ContentType="application/vnd.openxmlformats-officedocument.presentationml.tags+xml"/>
  <Override PartName="/ppt/tags/tag458.xml" ContentType="application/vnd.openxmlformats-officedocument.presentationml.tags+xml"/>
  <Override PartName="/ppt/tags/tag459.xml" ContentType="application/vnd.openxmlformats-officedocument.presentationml.tags+xml"/>
  <Override PartName="/ppt/tags/tag460.xml" ContentType="application/vnd.openxmlformats-officedocument.presentationml.tags+xml"/>
  <Override PartName="/ppt/tags/tag461.xml" ContentType="application/vnd.openxmlformats-officedocument.presentationml.tags+xml"/>
  <Override PartName="/ppt/tags/tag462.xml" ContentType="application/vnd.openxmlformats-officedocument.presentationml.tags+xml"/>
  <Override PartName="/ppt/tags/tag463.xml" ContentType="application/vnd.openxmlformats-officedocument.presentationml.tags+xml"/>
  <Override PartName="/ppt/tags/tag464.xml" ContentType="application/vnd.openxmlformats-officedocument.presentationml.tags+xml"/>
  <Override PartName="/ppt/tags/tag465.xml" ContentType="application/vnd.openxmlformats-officedocument.presentationml.tags+xml"/>
  <Override PartName="/ppt/tags/tag466.xml" ContentType="application/vnd.openxmlformats-officedocument.presentationml.tags+xml"/>
  <Override PartName="/ppt/tags/tag467.xml" ContentType="application/vnd.openxmlformats-officedocument.presentationml.tags+xml"/>
  <Override PartName="/ppt/tags/tag468.xml" ContentType="application/vnd.openxmlformats-officedocument.presentationml.tags+xml"/>
  <Override PartName="/ppt/tags/tag469.xml" ContentType="application/vnd.openxmlformats-officedocument.presentationml.tags+xml"/>
  <Override PartName="/ppt/tags/tag470.xml" ContentType="application/vnd.openxmlformats-officedocument.presentationml.tags+xml"/>
  <Override PartName="/ppt/tags/tag471.xml" ContentType="application/vnd.openxmlformats-officedocument.presentationml.tags+xml"/>
  <Override PartName="/ppt/tags/tag472.xml" ContentType="application/vnd.openxmlformats-officedocument.presentationml.tags+xml"/>
  <Override PartName="/ppt/tags/tag473.xml" ContentType="application/vnd.openxmlformats-officedocument.presentationml.tags+xml"/>
  <Override PartName="/ppt/tags/tag474.xml" ContentType="application/vnd.openxmlformats-officedocument.presentationml.tags+xml"/>
  <Override PartName="/ppt/tags/tag475.xml" ContentType="application/vnd.openxmlformats-officedocument.presentationml.tags+xml"/>
  <Override PartName="/ppt/tags/tag476.xml" ContentType="application/vnd.openxmlformats-officedocument.presentationml.tags+xml"/>
  <Override PartName="/ppt/tags/tag477.xml" ContentType="application/vnd.openxmlformats-officedocument.presentationml.tags+xml"/>
  <Override PartName="/ppt/tags/tag478.xml" ContentType="application/vnd.openxmlformats-officedocument.presentationml.tags+xml"/>
  <Override PartName="/ppt/tags/tag479.xml" ContentType="application/vnd.openxmlformats-officedocument.presentationml.tags+xml"/>
  <Override PartName="/ppt/tags/tag480.xml" ContentType="application/vnd.openxmlformats-officedocument.presentationml.tags+xml"/>
  <Override PartName="/ppt/tags/tag481.xml" ContentType="application/vnd.openxmlformats-officedocument.presentationml.tags+xml"/>
  <Override PartName="/ppt/tags/tag482.xml" ContentType="application/vnd.openxmlformats-officedocument.presentationml.tags+xml"/>
  <Override PartName="/ppt/tags/tag483.xml" ContentType="application/vnd.openxmlformats-officedocument.presentationml.tags+xml"/>
  <Override PartName="/ppt/tags/tag484.xml" ContentType="application/vnd.openxmlformats-officedocument.presentationml.tags+xml"/>
  <Override PartName="/ppt/tags/tag485.xml" ContentType="application/vnd.openxmlformats-officedocument.presentationml.tags+xml"/>
  <Override PartName="/ppt/tags/tag486.xml" ContentType="application/vnd.openxmlformats-officedocument.presentationml.tags+xml"/>
  <Override PartName="/ppt/tags/tag487.xml" ContentType="application/vnd.openxmlformats-officedocument.presentationml.tags+xml"/>
  <Override PartName="/ppt/tags/tag488.xml" ContentType="application/vnd.openxmlformats-officedocument.presentationml.tags+xml"/>
  <Override PartName="/ppt/tags/tag489.xml" ContentType="application/vnd.openxmlformats-officedocument.presentationml.tags+xml"/>
  <Override PartName="/ppt/tags/tag490.xml" ContentType="application/vnd.openxmlformats-officedocument.presentationml.tags+xml"/>
  <Override PartName="/ppt/tags/tag491.xml" ContentType="application/vnd.openxmlformats-officedocument.presentationml.tags+xml"/>
  <Override PartName="/ppt/tags/tag492.xml" ContentType="application/vnd.openxmlformats-officedocument.presentationml.tags+xml"/>
  <Override PartName="/ppt/tags/tag493.xml" ContentType="application/vnd.openxmlformats-officedocument.presentationml.tags+xml"/>
  <Override PartName="/ppt/tags/tag494.xml" ContentType="application/vnd.openxmlformats-officedocument.presentationml.tags+xml"/>
  <Override PartName="/ppt/tags/tag495.xml" ContentType="application/vnd.openxmlformats-officedocument.presentationml.tags+xml"/>
  <Override PartName="/ppt/tags/tag496.xml" ContentType="application/vnd.openxmlformats-officedocument.presentationml.tags+xml"/>
  <Override PartName="/ppt/tags/tag497.xml" ContentType="application/vnd.openxmlformats-officedocument.presentationml.tags+xml"/>
  <Override PartName="/ppt/tags/tag498.xml" ContentType="application/vnd.openxmlformats-officedocument.presentationml.tags+xml"/>
  <Override PartName="/ppt/tags/tag499.xml" ContentType="application/vnd.openxmlformats-officedocument.presentationml.tags+xml"/>
  <Override PartName="/ppt/tags/tag500.xml" ContentType="application/vnd.openxmlformats-officedocument.presentationml.tags+xml"/>
  <Override PartName="/ppt/tags/tag501.xml" ContentType="application/vnd.openxmlformats-officedocument.presentationml.tags+xml"/>
  <Override PartName="/ppt/tags/tag502.xml" ContentType="application/vnd.openxmlformats-officedocument.presentationml.tags+xml"/>
  <Override PartName="/ppt/tags/tag503.xml" ContentType="application/vnd.openxmlformats-officedocument.presentationml.tags+xml"/>
  <Override PartName="/ppt/tags/tag504.xml" ContentType="application/vnd.openxmlformats-officedocument.presentationml.tags+xml"/>
  <Override PartName="/ppt/tags/tag505.xml" ContentType="application/vnd.openxmlformats-officedocument.presentationml.tags+xml"/>
  <Override PartName="/ppt/tags/tag506.xml" ContentType="application/vnd.openxmlformats-officedocument.presentationml.tags+xml"/>
  <Override PartName="/ppt/tags/tag507.xml" ContentType="application/vnd.openxmlformats-officedocument.presentationml.tags+xml"/>
  <Override PartName="/ppt/tags/tag508.xml" ContentType="application/vnd.openxmlformats-officedocument.presentationml.tags+xml"/>
  <Override PartName="/ppt/tags/tag509.xml" ContentType="application/vnd.openxmlformats-officedocument.presentationml.tags+xml"/>
  <Override PartName="/ppt/tags/tag510.xml" ContentType="application/vnd.openxmlformats-officedocument.presentationml.tags+xml"/>
  <Override PartName="/ppt/tags/tag511.xml" ContentType="application/vnd.openxmlformats-officedocument.presentationml.tags+xml"/>
  <Override PartName="/ppt/tags/tag512.xml" ContentType="application/vnd.openxmlformats-officedocument.presentationml.tags+xml"/>
  <Override PartName="/ppt/tags/tag513.xml" ContentType="application/vnd.openxmlformats-officedocument.presentationml.tags+xml"/>
  <Override PartName="/ppt/tags/tag514.xml" ContentType="application/vnd.openxmlformats-officedocument.presentationml.tags+xml"/>
  <Override PartName="/ppt/tags/tag515.xml" ContentType="application/vnd.openxmlformats-officedocument.presentationml.tags+xml"/>
  <Override PartName="/ppt/tags/tag516.xml" ContentType="application/vnd.openxmlformats-officedocument.presentationml.tags+xml"/>
  <Override PartName="/ppt/tags/tag517.xml" ContentType="application/vnd.openxmlformats-officedocument.presentationml.tags+xml"/>
  <Override PartName="/ppt/tags/tag518.xml" ContentType="application/vnd.openxmlformats-officedocument.presentationml.tags+xml"/>
  <Override PartName="/ppt/tags/tag519.xml" ContentType="application/vnd.openxmlformats-officedocument.presentationml.tags+xml"/>
  <Override PartName="/ppt/tags/tag520.xml" ContentType="application/vnd.openxmlformats-officedocument.presentationml.tags+xml"/>
  <Override PartName="/ppt/tags/tag521.xml" ContentType="application/vnd.openxmlformats-officedocument.presentationml.tags+xml"/>
  <Override PartName="/ppt/tags/tag522.xml" ContentType="application/vnd.openxmlformats-officedocument.presentationml.tags+xml"/>
  <Override PartName="/ppt/tags/tag523.xml" ContentType="application/vnd.openxmlformats-officedocument.presentationml.tags+xml"/>
  <Override PartName="/ppt/tags/tag524.xml" ContentType="application/vnd.openxmlformats-officedocument.presentationml.tags+xml"/>
  <Override PartName="/ppt/tags/tag525.xml" ContentType="application/vnd.openxmlformats-officedocument.presentationml.tags+xml"/>
  <Override PartName="/ppt/tags/tag526.xml" ContentType="application/vnd.openxmlformats-officedocument.presentationml.tags+xml"/>
  <Override PartName="/ppt/tags/tag527.xml" ContentType="application/vnd.openxmlformats-officedocument.presentationml.tags+xml"/>
  <Override PartName="/ppt/tags/tag528.xml" ContentType="application/vnd.openxmlformats-officedocument.presentationml.tags+xml"/>
  <Override PartName="/ppt/tags/tag529.xml" ContentType="application/vnd.openxmlformats-officedocument.presentationml.tags+xml"/>
  <Override PartName="/ppt/tags/tag530.xml" ContentType="application/vnd.openxmlformats-officedocument.presentationml.tags+xml"/>
  <Override PartName="/ppt/tags/tag531.xml" ContentType="application/vnd.openxmlformats-officedocument.presentationml.tags+xml"/>
  <Override PartName="/ppt/tags/tag532.xml" ContentType="application/vnd.openxmlformats-officedocument.presentationml.tags+xml"/>
  <Override PartName="/ppt/tags/tag533.xml" ContentType="application/vnd.openxmlformats-officedocument.presentationml.tags+xml"/>
  <Override PartName="/ppt/tags/tag534.xml" ContentType="application/vnd.openxmlformats-officedocument.presentationml.tags+xml"/>
  <Override PartName="/ppt/tags/tag535.xml" ContentType="application/vnd.openxmlformats-officedocument.presentationml.tags+xml"/>
  <Override PartName="/ppt/tags/tag536.xml" ContentType="application/vnd.openxmlformats-officedocument.presentationml.tags+xml"/>
  <Override PartName="/ppt/tags/tag537.xml" ContentType="application/vnd.openxmlformats-officedocument.presentationml.tags+xml"/>
  <Override PartName="/ppt/tags/tag538.xml" ContentType="application/vnd.openxmlformats-officedocument.presentationml.tags+xml"/>
  <Override PartName="/ppt/tags/tag539.xml" ContentType="application/vnd.openxmlformats-officedocument.presentationml.tags+xml"/>
  <Override PartName="/ppt/tags/tag540.xml" ContentType="application/vnd.openxmlformats-officedocument.presentationml.tags+xml"/>
  <Override PartName="/ppt/tags/tag541.xml" ContentType="application/vnd.openxmlformats-officedocument.presentationml.tags+xml"/>
  <Override PartName="/ppt/tags/tag542.xml" ContentType="application/vnd.openxmlformats-officedocument.presentationml.tags+xml"/>
  <Override PartName="/ppt/tags/tag543.xml" ContentType="application/vnd.openxmlformats-officedocument.presentationml.tags+xml"/>
  <Override PartName="/ppt/tags/tag544.xml" ContentType="application/vnd.openxmlformats-officedocument.presentationml.tags+xml"/>
  <Override PartName="/ppt/tags/tag545.xml" ContentType="application/vnd.openxmlformats-officedocument.presentationml.tags+xml"/>
  <Override PartName="/ppt/tags/tag546.xml" ContentType="application/vnd.openxmlformats-officedocument.presentationml.tags+xml"/>
  <Override PartName="/ppt/tags/tag547.xml" ContentType="application/vnd.openxmlformats-officedocument.presentationml.tags+xml"/>
  <Override PartName="/ppt/tags/tag548.xml" ContentType="application/vnd.openxmlformats-officedocument.presentationml.tags+xml"/>
  <Override PartName="/ppt/tags/tag549.xml" ContentType="application/vnd.openxmlformats-officedocument.presentationml.tags+xml"/>
  <Override PartName="/ppt/tags/tag550.xml" ContentType="application/vnd.openxmlformats-officedocument.presentationml.tags+xml"/>
  <Override PartName="/ppt/tags/tag551.xml" ContentType="application/vnd.openxmlformats-officedocument.presentationml.tags+xml"/>
  <Override PartName="/ppt/tags/tag552.xml" ContentType="application/vnd.openxmlformats-officedocument.presentationml.tags+xml"/>
  <Override PartName="/ppt/tags/tag553.xml" ContentType="application/vnd.openxmlformats-officedocument.presentationml.tags+xml"/>
  <Override PartName="/ppt/tags/tag554.xml" ContentType="application/vnd.openxmlformats-officedocument.presentationml.tags+xml"/>
  <Override PartName="/ppt/tags/tag555.xml" ContentType="application/vnd.openxmlformats-officedocument.presentationml.tags+xml"/>
  <Override PartName="/ppt/tags/tag556.xml" ContentType="application/vnd.openxmlformats-officedocument.presentationml.tags+xml"/>
  <Override PartName="/ppt/tags/tag557.xml" ContentType="application/vnd.openxmlformats-officedocument.presentationml.tags+xml"/>
  <Override PartName="/ppt/tags/tag558.xml" ContentType="application/vnd.openxmlformats-officedocument.presentationml.tags+xml"/>
  <Override PartName="/ppt/tags/tag559.xml" ContentType="application/vnd.openxmlformats-officedocument.presentationml.tags+xml"/>
  <Override PartName="/ppt/tags/tag560.xml" ContentType="application/vnd.openxmlformats-officedocument.presentationml.tags+xml"/>
  <Override PartName="/ppt/tags/tag561.xml" ContentType="application/vnd.openxmlformats-officedocument.presentationml.tags+xml"/>
  <Override PartName="/ppt/tags/tag562.xml" ContentType="application/vnd.openxmlformats-officedocument.presentationml.tags+xml"/>
  <Override PartName="/ppt/tags/tag563.xml" ContentType="application/vnd.openxmlformats-officedocument.presentationml.tags+xml"/>
  <Override PartName="/ppt/tags/tag564.xml" ContentType="application/vnd.openxmlformats-officedocument.presentationml.tags+xml"/>
  <Override PartName="/ppt/tags/tag565.xml" ContentType="application/vnd.openxmlformats-officedocument.presentationml.tags+xml"/>
  <Override PartName="/ppt/tags/tag566.xml" ContentType="application/vnd.openxmlformats-officedocument.presentationml.tags+xml"/>
  <Override PartName="/ppt/tags/tag567.xml" ContentType="application/vnd.openxmlformats-officedocument.presentationml.tags+xml"/>
  <Override PartName="/ppt/tags/tag568.xml" ContentType="application/vnd.openxmlformats-officedocument.presentationml.tags+xml"/>
  <Override PartName="/ppt/tags/tag569.xml" ContentType="application/vnd.openxmlformats-officedocument.presentationml.tags+xml"/>
  <Override PartName="/ppt/tags/tag570.xml" ContentType="application/vnd.openxmlformats-officedocument.presentationml.tags+xml"/>
  <Override PartName="/ppt/tags/tag571.xml" ContentType="application/vnd.openxmlformats-officedocument.presentationml.tags+xml"/>
  <Override PartName="/ppt/tags/tag572.xml" ContentType="application/vnd.openxmlformats-officedocument.presentationml.tags+xml"/>
  <Override PartName="/ppt/tags/tag573.xml" ContentType="application/vnd.openxmlformats-officedocument.presentationml.tags+xml"/>
  <Override PartName="/ppt/tags/tag574.xml" ContentType="application/vnd.openxmlformats-officedocument.presentationml.tags+xml"/>
  <Override PartName="/ppt/tags/tag575.xml" ContentType="application/vnd.openxmlformats-officedocument.presentationml.tags+xml"/>
  <Override PartName="/ppt/tags/tag576.xml" ContentType="application/vnd.openxmlformats-officedocument.presentationml.tags+xml"/>
  <Override PartName="/ppt/tags/tag577.xml" ContentType="application/vnd.openxmlformats-officedocument.presentationml.tags+xml"/>
  <Override PartName="/ppt/tags/tag578.xml" ContentType="application/vnd.openxmlformats-officedocument.presentationml.tags+xml"/>
  <Override PartName="/ppt/tags/tag579.xml" ContentType="application/vnd.openxmlformats-officedocument.presentationml.tags+xml"/>
  <Override PartName="/ppt/tags/tag580.xml" ContentType="application/vnd.openxmlformats-officedocument.presentationml.tags+xml"/>
  <Override PartName="/ppt/tags/tag581.xml" ContentType="application/vnd.openxmlformats-officedocument.presentationml.tags+xml"/>
  <Override PartName="/ppt/tags/tag582.xml" ContentType="application/vnd.openxmlformats-officedocument.presentationml.tags+xml"/>
  <Override PartName="/ppt/tags/tag583.xml" ContentType="application/vnd.openxmlformats-officedocument.presentationml.tags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tags/tag584.xml" ContentType="application/vnd.openxmlformats-officedocument.presentationml.tags+xml"/>
  <Override PartName="/ppt/tags/tag585.xml" ContentType="application/vnd.openxmlformats-officedocument.presentationml.tags+xml"/>
  <Override PartName="/ppt/tags/tag586.xml" ContentType="application/vnd.openxmlformats-officedocument.presentationml.tags+xml"/>
  <Override PartName="/ppt/tags/tag587.xml" ContentType="application/vnd.openxmlformats-officedocument.presentationml.tags+xml"/>
  <Override PartName="/ppt/tags/tag588.xml" ContentType="application/vnd.openxmlformats-officedocument.presentationml.tags+xml"/>
  <Override PartName="/ppt/tags/tag589.xml" ContentType="application/vnd.openxmlformats-officedocument.presentationml.tags+xml"/>
  <Override PartName="/ppt/tags/tag590.xml" ContentType="application/vnd.openxmlformats-officedocument.presentationml.tags+xml"/>
  <Override PartName="/ppt/tags/tag591.xml" ContentType="application/vnd.openxmlformats-officedocument.presentationml.tags+xml"/>
  <Override PartName="/ppt/tags/tag592.xml" ContentType="application/vnd.openxmlformats-officedocument.presentationml.tags+xml"/>
  <Override PartName="/ppt/tags/tag593.xml" ContentType="application/vnd.openxmlformats-officedocument.presentationml.tags+xml"/>
  <Override PartName="/ppt/tags/tag594.xml" ContentType="application/vnd.openxmlformats-officedocument.presentationml.tags+xml"/>
  <Override PartName="/ppt/tags/tag595.xml" ContentType="application/vnd.openxmlformats-officedocument.presentationml.tags+xml"/>
  <Override PartName="/ppt/tags/tag596.xml" ContentType="application/vnd.openxmlformats-officedocument.presentationml.tags+xml"/>
  <Override PartName="/ppt/tags/tag597.xml" ContentType="application/vnd.openxmlformats-officedocument.presentationml.tags+xml"/>
  <Override PartName="/ppt/tags/tag598.xml" ContentType="application/vnd.openxmlformats-officedocument.presentationml.tags+xml"/>
  <Override PartName="/ppt/tags/tag599.xml" ContentType="application/vnd.openxmlformats-officedocument.presentationml.tags+xml"/>
  <Override PartName="/ppt/tags/tag600.xml" ContentType="application/vnd.openxmlformats-officedocument.presentationml.tags+xml"/>
  <Override PartName="/ppt/tags/tag601.xml" ContentType="application/vnd.openxmlformats-officedocument.presentationml.tags+xml"/>
  <Override PartName="/ppt/tags/tag602.xml" ContentType="application/vnd.openxmlformats-officedocument.presentationml.tags+xml"/>
  <Override PartName="/ppt/tags/tag603.xml" ContentType="application/vnd.openxmlformats-officedocument.presentationml.tags+xml"/>
  <Override PartName="/ppt/tags/tag604.xml" ContentType="application/vnd.openxmlformats-officedocument.presentationml.tags+xml"/>
  <Override PartName="/ppt/tags/tag605.xml" ContentType="application/vnd.openxmlformats-officedocument.presentationml.tags+xml"/>
  <Override PartName="/ppt/tags/tag606.xml" ContentType="application/vnd.openxmlformats-officedocument.presentationml.tags+xml"/>
  <Override PartName="/ppt/tags/tag607.xml" ContentType="application/vnd.openxmlformats-officedocument.presentationml.tags+xml"/>
  <Override PartName="/ppt/tags/tag608.xml" ContentType="application/vnd.openxmlformats-officedocument.presentationml.tags+xml"/>
  <Override PartName="/ppt/tags/tag609.xml" ContentType="application/vnd.openxmlformats-officedocument.presentationml.tags+xml"/>
  <Override PartName="/ppt/tags/tag610.xml" ContentType="application/vnd.openxmlformats-officedocument.presentationml.tags+xml"/>
  <Override PartName="/ppt/tags/tag611.xml" ContentType="application/vnd.openxmlformats-officedocument.presentationml.tags+xml"/>
  <Override PartName="/ppt/tags/tag612.xml" ContentType="application/vnd.openxmlformats-officedocument.presentationml.tags+xml"/>
  <Override PartName="/ppt/tags/tag613.xml" ContentType="application/vnd.openxmlformats-officedocument.presentationml.tags+xml"/>
  <Override PartName="/ppt/tags/tag614.xml" ContentType="application/vnd.openxmlformats-officedocument.presentationml.tags+xml"/>
  <Override PartName="/ppt/tags/tag615.xml" ContentType="application/vnd.openxmlformats-officedocument.presentationml.tags+xml"/>
  <Override PartName="/ppt/tags/tag616.xml" ContentType="application/vnd.openxmlformats-officedocument.presentationml.tags+xml"/>
  <Override PartName="/ppt/tags/tag617.xml" ContentType="application/vnd.openxmlformats-officedocument.presentationml.tags+xml"/>
  <Override PartName="/ppt/tags/tag618.xml" ContentType="application/vnd.openxmlformats-officedocument.presentationml.tags+xml"/>
  <Override PartName="/ppt/tags/tag619.xml" ContentType="application/vnd.openxmlformats-officedocument.presentationml.tags+xml"/>
  <Override PartName="/ppt/tags/tag620.xml" ContentType="application/vnd.openxmlformats-officedocument.presentationml.tags+xml"/>
  <Override PartName="/ppt/tags/tag621.xml" ContentType="application/vnd.openxmlformats-officedocument.presentationml.tags+xml"/>
  <Override PartName="/ppt/tags/tag622.xml" ContentType="application/vnd.openxmlformats-officedocument.presentationml.tags+xml"/>
  <Override PartName="/ppt/tags/tag623.xml" ContentType="application/vnd.openxmlformats-officedocument.presentationml.tags+xml"/>
  <Override PartName="/ppt/tags/tag624.xml" ContentType="application/vnd.openxmlformats-officedocument.presentationml.tags+xml"/>
  <Override PartName="/ppt/tags/tag625.xml" ContentType="application/vnd.openxmlformats-officedocument.presentationml.tags+xml"/>
  <Override PartName="/ppt/tags/tag626.xml" ContentType="application/vnd.openxmlformats-officedocument.presentationml.tags+xml"/>
  <Override PartName="/ppt/tags/tag627.xml" ContentType="application/vnd.openxmlformats-officedocument.presentationml.tags+xml"/>
  <Override PartName="/ppt/tags/tag628.xml" ContentType="application/vnd.openxmlformats-officedocument.presentationml.tags+xml"/>
  <Override PartName="/ppt/tags/tag629.xml" ContentType="application/vnd.openxmlformats-officedocument.presentationml.tags+xml"/>
  <Override PartName="/ppt/tags/tag630.xml" ContentType="application/vnd.openxmlformats-officedocument.presentationml.tags+xml"/>
  <Override PartName="/ppt/tags/tag631.xml" ContentType="application/vnd.openxmlformats-officedocument.presentationml.tags+xml"/>
  <Override PartName="/ppt/tags/tag632.xml" ContentType="application/vnd.openxmlformats-officedocument.presentationml.tags+xml"/>
  <Override PartName="/ppt/tags/tag633.xml" ContentType="application/vnd.openxmlformats-officedocument.presentationml.tags+xml"/>
  <Override PartName="/ppt/tags/tag634.xml" ContentType="application/vnd.openxmlformats-officedocument.presentationml.tags+xml"/>
  <Override PartName="/ppt/tags/tag635.xml" ContentType="application/vnd.openxmlformats-officedocument.presentationml.tags+xml"/>
  <Override PartName="/ppt/tags/tag636.xml" ContentType="application/vnd.openxmlformats-officedocument.presentationml.tags+xml"/>
  <Override PartName="/ppt/tags/tag637.xml" ContentType="application/vnd.openxmlformats-officedocument.presentationml.tags+xml"/>
  <Override PartName="/ppt/tags/tag638.xml" ContentType="application/vnd.openxmlformats-officedocument.presentationml.tags+xml"/>
  <Override PartName="/ppt/tags/tag639.xml" ContentType="application/vnd.openxmlformats-officedocument.presentationml.tags+xml"/>
  <Override PartName="/ppt/tags/tag640.xml" ContentType="application/vnd.openxmlformats-officedocument.presentationml.tags+xml"/>
  <Override PartName="/ppt/tags/tag641.xml" ContentType="application/vnd.openxmlformats-officedocument.presentationml.tags+xml"/>
  <Override PartName="/ppt/tags/tag642.xml" ContentType="application/vnd.openxmlformats-officedocument.presentationml.tags+xml"/>
  <Override PartName="/ppt/tags/tag643.xml" ContentType="application/vnd.openxmlformats-officedocument.presentationml.tags+xml"/>
  <Override PartName="/ppt/tags/tag644.xml" ContentType="application/vnd.openxmlformats-officedocument.presentationml.tags+xml"/>
  <Override PartName="/ppt/tags/tag645.xml" ContentType="application/vnd.openxmlformats-officedocument.presentationml.tags+xml"/>
  <Override PartName="/ppt/tags/tag646.xml" ContentType="application/vnd.openxmlformats-officedocument.presentationml.tags+xml"/>
  <Override PartName="/ppt/tags/tag647.xml" ContentType="application/vnd.openxmlformats-officedocument.presentationml.tags+xml"/>
  <Override PartName="/ppt/tags/tag648.xml" ContentType="application/vnd.openxmlformats-officedocument.presentationml.tags+xml"/>
  <Override PartName="/ppt/tags/tag649.xml" ContentType="application/vnd.openxmlformats-officedocument.presentationml.tags+xml"/>
  <Override PartName="/ppt/tags/tag650.xml" ContentType="application/vnd.openxmlformats-officedocument.presentationml.tags+xml"/>
  <Override PartName="/ppt/tags/tag651.xml" ContentType="application/vnd.openxmlformats-officedocument.presentationml.tags+xml"/>
  <Override PartName="/ppt/tags/tag652.xml" ContentType="application/vnd.openxmlformats-officedocument.presentationml.tags+xml"/>
  <Override PartName="/ppt/tags/tag653.xml" ContentType="application/vnd.openxmlformats-officedocument.presentationml.tags+xml"/>
  <Override PartName="/ppt/tags/tag654.xml" ContentType="application/vnd.openxmlformats-officedocument.presentationml.tags+xml"/>
  <Override PartName="/ppt/tags/tag655.xml" ContentType="application/vnd.openxmlformats-officedocument.presentationml.tags+xml"/>
  <Override PartName="/ppt/tags/tag656.xml" ContentType="application/vnd.openxmlformats-officedocument.presentationml.tags+xml"/>
  <Override PartName="/ppt/tags/tag657.xml" ContentType="application/vnd.openxmlformats-officedocument.presentationml.tags+xml"/>
  <Override PartName="/ppt/tags/tag658.xml" ContentType="application/vnd.openxmlformats-officedocument.presentationml.tags+xml"/>
  <Override PartName="/ppt/tags/tag659.xml" ContentType="application/vnd.openxmlformats-officedocument.presentationml.tags+xml"/>
  <Override PartName="/ppt/tags/tag660.xml" ContentType="application/vnd.openxmlformats-officedocument.presentationml.tags+xml"/>
  <Override PartName="/ppt/tags/tag661.xml" ContentType="application/vnd.openxmlformats-officedocument.presentationml.tags+xml"/>
  <Override PartName="/ppt/tags/tag662.xml" ContentType="application/vnd.openxmlformats-officedocument.presentationml.tags+xml"/>
  <Override PartName="/ppt/tags/tag663.xml" ContentType="application/vnd.openxmlformats-officedocument.presentationml.tags+xml"/>
  <Override PartName="/ppt/tags/tag664.xml" ContentType="application/vnd.openxmlformats-officedocument.presentationml.tags+xml"/>
  <Override PartName="/ppt/tags/tag665.xml" ContentType="application/vnd.openxmlformats-officedocument.presentationml.tags+xml"/>
  <Override PartName="/ppt/tags/tag666.xml" ContentType="application/vnd.openxmlformats-officedocument.presentationml.tags+xml"/>
  <Override PartName="/ppt/tags/tag667.xml" ContentType="application/vnd.openxmlformats-officedocument.presentationml.tags+xml"/>
  <Override PartName="/ppt/tags/tag668.xml" ContentType="application/vnd.openxmlformats-officedocument.presentationml.tags+xml"/>
  <Override PartName="/ppt/tags/tag669.xml" ContentType="application/vnd.openxmlformats-officedocument.presentationml.tags+xml"/>
  <Override PartName="/ppt/tags/tag670.xml" ContentType="application/vnd.openxmlformats-officedocument.presentationml.tags+xml"/>
  <Override PartName="/ppt/tags/tag671.xml" ContentType="application/vnd.openxmlformats-officedocument.presentationml.tags+xml"/>
  <Override PartName="/ppt/tags/tag672.xml" ContentType="application/vnd.openxmlformats-officedocument.presentationml.tags+xml"/>
  <Override PartName="/ppt/tags/tag673.xml" ContentType="application/vnd.openxmlformats-officedocument.presentationml.tags+xml"/>
  <Override PartName="/ppt/tags/tag674.xml" ContentType="application/vnd.openxmlformats-officedocument.presentationml.tags+xml"/>
  <Override PartName="/ppt/tags/tag675.xml" ContentType="application/vnd.openxmlformats-officedocument.presentationml.tags+xml"/>
  <Override PartName="/ppt/tags/tag676.xml" ContentType="application/vnd.openxmlformats-officedocument.presentationml.tags+xml"/>
  <Override PartName="/ppt/tags/tag677.xml" ContentType="application/vnd.openxmlformats-officedocument.presentationml.tags+xml"/>
  <Override PartName="/ppt/tags/tag678.xml" ContentType="application/vnd.openxmlformats-officedocument.presentationml.tags+xml"/>
  <Override PartName="/ppt/tags/tag679.xml" ContentType="application/vnd.openxmlformats-officedocument.presentationml.tags+xml"/>
  <Override PartName="/ppt/tags/tag680.xml" ContentType="application/vnd.openxmlformats-officedocument.presentationml.tags+xml"/>
  <Override PartName="/ppt/tags/tag681.xml" ContentType="application/vnd.openxmlformats-officedocument.presentationml.tags+xml"/>
  <Override PartName="/ppt/tags/tag682.xml" ContentType="application/vnd.openxmlformats-officedocument.presentationml.tags+xml"/>
  <Override PartName="/ppt/tags/tag683.xml" ContentType="application/vnd.openxmlformats-officedocument.presentationml.tags+xml"/>
  <Override PartName="/ppt/tags/tag684.xml" ContentType="application/vnd.openxmlformats-officedocument.presentationml.tags+xml"/>
  <Override PartName="/ppt/tags/tag685.xml" ContentType="application/vnd.openxmlformats-officedocument.presentationml.tags+xml"/>
  <Override PartName="/ppt/tags/tag686.xml" ContentType="application/vnd.openxmlformats-officedocument.presentationml.tags+xml"/>
  <Override PartName="/ppt/tags/tag687.xml" ContentType="application/vnd.openxmlformats-officedocument.presentationml.tags+xml"/>
  <Override PartName="/ppt/tags/tag688.xml" ContentType="application/vnd.openxmlformats-officedocument.presentationml.tags+xml"/>
  <Override PartName="/ppt/tags/tag689.xml" ContentType="application/vnd.openxmlformats-officedocument.presentationml.tags+xml"/>
  <Override PartName="/ppt/tags/tag690.xml" ContentType="application/vnd.openxmlformats-officedocument.presentationml.tags+xml"/>
  <Override PartName="/ppt/tags/tag691.xml" ContentType="application/vnd.openxmlformats-officedocument.presentationml.tags+xml"/>
  <Override PartName="/ppt/tags/tag692.xml" ContentType="application/vnd.openxmlformats-officedocument.presentationml.tags+xml"/>
  <Override PartName="/ppt/tags/tag693.xml" ContentType="application/vnd.openxmlformats-officedocument.presentationml.tags+xml"/>
  <Override PartName="/ppt/tags/tag694.xml" ContentType="application/vnd.openxmlformats-officedocument.presentationml.tags+xml"/>
  <Override PartName="/ppt/tags/tag695.xml" ContentType="application/vnd.openxmlformats-officedocument.presentationml.tags+xml"/>
  <Override PartName="/ppt/tags/tag696.xml" ContentType="application/vnd.openxmlformats-officedocument.presentationml.tags+xml"/>
  <Override PartName="/ppt/tags/tag697.xml" ContentType="application/vnd.openxmlformats-officedocument.presentationml.tags+xml"/>
  <Override PartName="/ppt/tags/tag698.xml" ContentType="application/vnd.openxmlformats-officedocument.presentationml.tags+xml"/>
  <Override PartName="/ppt/tags/tag699.xml" ContentType="application/vnd.openxmlformats-officedocument.presentationml.tags+xml"/>
  <Override PartName="/ppt/tags/tag700.xml" ContentType="application/vnd.openxmlformats-officedocument.presentationml.tags+xml"/>
  <Override PartName="/ppt/tags/tag701.xml" ContentType="application/vnd.openxmlformats-officedocument.presentationml.tags+xml"/>
  <Override PartName="/ppt/tags/tag702.xml" ContentType="application/vnd.openxmlformats-officedocument.presentationml.tags+xml"/>
  <Override PartName="/ppt/tags/tag703.xml" ContentType="application/vnd.openxmlformats-officedocument.presentationml.tags+xml"/>
  <Override PartName="/ppt/tags/tag704.xml" ContentType="application/vnd.openxmlformats-officedocument.presentationml.tags+xml"/>
  <Override PartName="/ppt/tags/tag705.xml" ContentType="application/vnd.openxmlformats-officedocument.presentationml.tags+xml"/>
  <Override PartName="/ppt/tags/tag706.xml" ContentType="application/vnd.openxmlformats-officedocument.presentationml.tags+xml"/>
  <Override PartName="/ppt/tags/tag707.xml" ContentType="application/vnd.openxmlformats-officedocument.presentationml.tags+xml"/>
  <Override PartName="/ppt/tags/tag708.xml" ContentType="application/vnd.openxmlformats-officedocument.presentationml.tags+xml"/>
  <Override PartName="/ppt/tags/tag709.xml" ContentType="application/vnd.openxmlformats-officedocument.presentationml.tags+xml"/>
  <Override PartName="/ppt/tags/tag710.xml" ContentType="application/vnd.openxmlformats-officedocument.presentationml.tags+xml"/>
  <Override PartName="/ppt/tags/tag711.xml" ContentType="application/vnd.openxmlformats-officedocument.presentationml.tags+xml"/>
  <Override PartName="/ppt/tags/tag712.xml" ContentType="application/vnd.openxmlformats-officedocument.presentationml.tags+xml"/>
  <Override PartName="/ppt/tags/tag713.xml" ContentType="application/vnd.openxmlformats-officedocument.presentationml.tags+xml"/>
  <Override PartName="/ppt/tags/tag714.xml" ContentType="application/vnd.openxmlformats-officedocument.presentationml.tags+xml"/>
  <Override PartName="/ppt/tags/tag715.xml" ContentType="application/vnd.openxmlformats-officedocument.presentationml.tags+xml"/>
  <Override PartName="/ppt/tags/tag716.xml" ContentType="application/vnd.openxmlformats-officedocument.presentationml.tags+xml"/>
  <Override PartName="/ppt/tags/tag717.xml" ContentType="application/vnd.openxmlformats-officedocument.presentationml.tags+xml"/>
  <Override PartName="/ppt/tags/tag718.xml" ContentType="application/vnd.openxmlformats-officedocument.presentationml.tags+xml"/>
  <Override PartName="/ppt/tags/tag719.xml" ContentType="application/vnd.openxmlformats-officedocument.presentationml.tags+xml"/>
  <Override PartName="/ppt/tags/tag720.xml" ContentType="application/vnd.openxmlformats-officedocument.presentationml.tags+xml"/>
  <Override PartName="/ppt/tags/tag721.xml" ContentType="application/vnd.openxmlformats-officedocument.presentationml.tags+xml"/>
  <Override PartName="/ppt/tags/tag722.xml" ContentType="application/vnd.openxmlformats-officedocument.presentationml.tags+xml"/>
  <Override PartName="/ppt/tags/tag723.xml" ContentType="application/vnd.openxmlformats-officedocument.presentationml.tags+xml"/>
  <Override PartName="/ppt/tags/tag724.xml" ContentType="application/vnd.openxmlformats-officedocument.presentationml.tags+xml"/>
  <Override PartName="/ppt/tags/tag725.xml" ContentType="application/vnd.openxmlformats-officedocument.presentationml.tags+xml"/>
  <Override PartName="/ppt/tags/tag726.xml" ContentType="application/vnd.openxmlformats-officedocument.presentationml.tags+xml"/>
  <Override PartName="/ppt/tags/tag727.xml" ContentType="application/vnd.openxmlformats-officedocument.presentationml.tags+xml"/>
  <Override PartName="/ppt/tags/tag728.xml" ContentType="application/vnd.openxmlformats-officedocument.presentationml.tags+xml"/>
  <Override PartName="/ppt/tags/tag729.xml" ContentType="application/vnd.openxmlformats-officedocument.presentationml.tags+xml"/>
  <Override PartName="/ppt/tags/tag730.xml" ContentType="application/vnd.openxmlformats-officedocument.presentationml.tags+xml"/>
  <Override PartName="/ppt/tags/tag731.xml" ContentType="application/vnd.openxmlformats-officedocument.presentationml.tags+xml"/>
  <Override PartName="/ppt/tags/tag732.xml" ContentType="application/vnd.openxmlformats-officedocument.presentationml.tags+xml"/>
  <Override PartName="/ppt/tags/tag733.xml" ContentType="application/vnd.openxmlformats-officedocument.presentationml.tags+xml"/>
  <Override PartName="/ppt/tags/tag734.xml" ContentType="application/vnd.openxmlformats-officedocument.presentationml.tags+xml"/>
  <Override PartName="/ppt/tags/tag735.xml" ContentType="application/vnd.openxmlformats-officedocument.presentationml.tags+xml"/>
  <Override PartName="/ppt/tags/tag736.xml" ContentType="application/vnd.openxmlformats-officedocument.presentationml.tags+xml"/>
  <Override PartName="/ppt/tags/tag737.xml" ContentType="application/vnd.openxmlformats-officedocument.presentationml.tags+xml"/>
  <Override PartName="/ppt/tags/tag738.xml" ContentType="application/vnd.openxmlformats-officedocument.presentationml.tags+xml"/>
  <Override PartName="/ppt/tags/tag739.xml" ContentType="application/vnd.openxmlformats-officedocument.presentationml.tags+xml"/>
  <Override PartName="/ppt/tags/tag740.xml" ContentType="application/vnd.openxmlformats-officedocument.presentationml.tags+xml"/>
  <Override PartName="/ppt/tags/tag741.xml" ContentType="application/vnd.openxmlformats-officedocument.presentationml.tags+xml"/>
  <Override PartName="/ppt/tags/tag742.xml" ContentType="application/vnd.openxmlformats-officedocument.presentationml.tags+xml"/>
  <Override PartName="/ppt/tags/tag743.xml" ContentType="application/vnd.openxmlformats-officedocument.presentationml.tags+xml"/>
  <Override PartName="/ppt/tags/tag744.xml" ContentType="application/vnd.openxmlformats-officedocument.presentationml.tags+xml"/>
  <Override PartName="/ppt/tags/tag745.xml" ContentType="application/vnd.openxmlformats-officedocument.presentationml.tags+xml"/>
  <Override PartName="/ppt/tags/tag746.xml" ContentType="application/vnd.openxmlformats-officedocument.presentationml.tags+xml"/>
  <Override PartName="/ppt/tags/tag747.xml" ContentType="application/vnd.openxmlformats-officedocument.presentationml.tags+xml"/>
  <Override PartName="/ppt/tags/tag748.xml" ContentType="application/vnd.openxmlformats-officedocument.presentationml.tags+xml"/>
  <Override PartName="/ppt/tags/tag749.xml" ContentType="application/vnd.openxmlformats-officedocument.presentationml.tags+xml"/>
  <Override PartName="/ppt/tags/tag750.xml" ContentType="application/vnd.openxmlformats-officedocument.presentationml.tags+xml"/>
  <Override PartName="/ppt/tags/tag751.xml" ContentType="application/vnd.openxmlformats-officedocument.presentationml.tags+xml"/>
  <Override PartName="/ppt/tags/tag752.xml" ContentType="application/vnd.openxmlformats-officedocument.presentationml.tags+xml"/>
  <Override PartName="/ppt/tags/tag753.xml" ContentType="application/vnd.openxmlformats-officedocument.presentationml.tags+xml"/>
  <Override PartName="/ppt/tags/tag754.xml" ContentType="application/vnd.openxmlformats-officedocument.presentationml.tags+xml"/>
  <Override PartName="/ppt/tags/tag755.xml" ContentType="application/vnd.openxmlformats-officedocument.presentationml.tags+xml"/>
  <Override PartName="/ppt/tags/tag756.xml" ContentType="application/vnd.openxmlformats-officedocument.presentationml.tags+xml"/>
  <Override PartName="/ppt/tags/tag757.xml" ContentType="application/vnd.openxmlformats-officedocument.presentationml.tags+xml"/>
  <Override PartName="/ppt/tags/tag758.xml" ContentType="application/vnd.openxmlformats-officedocument.presentationml.tags+xml"/>
  <Override PartName="/ppt/tags/tag759.xml" ContentType="application/vnd.openxmlformats-officedocument.presentationml.tags+xml"/>
  <Override PartName="/ppt/tags/tag760.xml" ContentType="application/vnd.openxmlformats-officedocument.presentationml.tags+xml"/>
  <Override PartName="/ppt/tags/tag761.xml" ContentType="application/vnd.openxmlformats-officedocument.presentationml.tags+xml"/>
  <Override PartName="/ppt/tags/tag762.xml" ContentType="application/vnd.openxmlformats-officedocument.presentationml.tags+xml"/>
  <Override PartName="/ppt/tags/tag763.xml" ContentType="application/vnd.openxmlformats-officedocument.presentationml.tags+xml"/>
  <Override PartName="/ppt/tags/tag764.xml" ContentType="application/vnd.openxmlformats-officedocument.presentationml.tags+xml"/>
  <Override PartName="/ppt/tags/tag765.xml" ContentType="application/vnd.openxmlformats-officedocument.presentationml.tags+xml"/>
  <Override PartName="/ppt/tags/tag766.xml" ContentType="application/vnd.openxmlformats-officedocument.presentationml.tags+xml"/>
  <Override PartName="/ppt/tags/tag767.xml" ContentType="application/vnd.openxmlformats-officedocument.presentationml.tags+xml"/>
  <Override PartName="/ppt/tags/tag768.xml" ContentType="application/vnd.openxmlformats-officedocument.presentationml.tags+xml"/>
  <Override PartName="/ppt/tags/tag769.xml" ContentType="application/vnd.openxmlformats-officedocument.presentationml.tags+xml"/>
  <Override PartName="/ppt/tags/tag770.xml" ContentType="application/vnd.openxmlformats-officedocument.presentationml.tags+xml"/>
  <Override PartName="/ppt/tags/tag771.xml" ContentType="application/vnd.openxmlformats-officedocument.presentationml.tags+xml"/>
  <Override PartName="/ppt/tags/tag772.xml" ContentType="application/vnd.openxmlformats-officedocument.presentationml.tags+xml"/>
  <Override PartName="/ppt/tags/tag773.xml" ContentType="application/vnd.openxmlformats-officedocument.presentationml.tags+xml"/>
  <Override PartName="/ppt/tags/tag774.xml" ContentType="application/vnd.openxmlformats-officedocument.presentationml.tags+xml"/>
  <Override PartName="/ppt/tags/tag775.xml" ContentType="application/vnd.openxmlformats-officedocument.presentationml.tags+xml"/>
  <Override PartName="/ppt/tags/tag776.xml" ContentType="application/vnd.openxmlformats-officedocument.presentationml.tags+xml"/>
  <Override PartName="/ppt/tags/tag777.xml" ContentType="application/vnd.openxmlformats-officedocument.presentationml.tags+xml"/>
  <Override PartName="/ppt/tags/tag778.xml" ContentType="application/vnd.openxmlformats-officedocument.presentationml.tags+xml"/>
  <Override PartName="/ppt/tags/tag779.xml" ContentType="application/vnd.openxmlformats-officedocument.presentationml.tags+xml"/>
  <Override PartName="/ppt/tags/tag780.xml" ContentType="application/vnd.openxmlformats-officedocument.presentationml.tags+xml"/>
  <Override PartName="/ppt/tags/tag781.xml" ContentType="application/vnd.openxmlformats-officedocument.presentationml.tags+xml"/>
  <Override PartName="/ppt/tags/tag782.xml" ContentType="application/vnd.openxmlformats-officedocument.presentationml.tags+xml"/>
  <Override PartName="/ppt/tags/tag783.xml" ContentType="application/vnd.openxmlformats-officedocument.presentationml.tags+xml"/>
  <Override PartName="/ppt/tags/tag784.xml" ContentType="application/vnd.openxmlformats-officedocument.presentationml.tags+xml"/>
  <Override PartName="/ppt/tags/tag785.xml" ContentType="application/vnd.openxmlformats-officedocument.presentationml.tags+xml"/>
  <Override PartName="/ppt/tags/tag786.xml" ContentType="application/vnd.openxmlformats-officedocument.presentationml.tags+xml"/>
  <Override PartName="/ppt/tags/tag787.xml" ContentType="application/vnd.openxmlformats-officedocument.presentationml.tags+xml"/>
  <Override PartName="/ppt/tags/tag788.xml" ContentType="application/vnd.openxmlformats-officedocument.presentationml.tags+xml"/>
  <Override PartName="/ppt/tags/tag789.xml" ContentType="application/vnd.openxmlformats-officedocument.presentationml.tags+xml"/>
  <Override PartName="/ppt/tags/tag790.xml" ContentType="application/vnd.openxmlformats-officedocument.presentationml.tags+xml"/>
  <Override PartName="/ppt/tags/tag791.xml" ContentType="application/vnd.openxmlformats-officedocument.presentationml.tags+xml"/>
  <Override PartName="/ppt/tags/tag792.xml" ContentType="application/vnd.openxmlformats-officedocument.presentationml.tags+xml"/>
  <Override PartName="/ppt/tags/tag793.xml" ContentType="application/vnd.openxmlformats-officedocument.presentationml.tags+xml"/>
  <Override PartName="/ppt/tags/tag794.xml" ContentType="application/vnd.openxmlformats-officedocument.presentationml.tags+xml"/>
  <Override PartName="/ppt/tags/tag795.xml" ContentType="application/vnd.openxmlformats-officedocument.presentationml.tags+xml"/>
  <Override PartName="/ppt/tags/tag796.xml" ContentType="application/vnd.openxmlformats-officedocument.presentationml.tags+xml"/>
  <Override PartName="/ppt/tags/tag797.xml" ContentType="application/vnd.openxmlformats-officedocument.presentationml.tags+xml"/>
  <Override PartName="/ppt/tags/tag798.xml" ContentType="application/vnd.openxmlformats-officedocument.presentationml.tags+xml"/>
  <Override PartName="/ppt/tags/tag799.xml" ContentType="application/vnd.openxmlformats-officedocument.presentationml.tags+xml"/>
  <Override PartName="/ppt/tags/tag800.xml" ContentType="application/vnd.openxmlformats-officedocument.presentationml.tags+xml"/>
  <Override PartName="/ppt/tags/tag801.xml" ContentType="application/vnd.openxmlformats-officedocument.presentationml.tags+xml"/>
  <Override PartName="/ppt/tags/tag802.xml" ContentType="application/vnd.openxmlformats-officedocument.presentationml.tags+xml"/>
  <Override PartName="/ppt/tags/tag803.xml" ContentType="application/vnd.openxmlformats-officedocument.presentationml.tags+xml"/>
  <Override PartName="/ppt/tags/tag804.xml" ContentType="application/vnd.openxmlformats-officedocument.presentationml.tags+xml"/>
  <Override PartName="/ppt/tags/tag805.xml" ContentType="application/vnd.openxmlformats-officedocument.presentationml.tags+xml"/>
  <Override PartName="/ppt/tags/tag806.xml" ContentType="application/vnd.openxmlformats-officedocument.presentationml.tags+xml"/>
  <Override PartName="/ppt/tags/tag807.xml" ContentType="application/vnd.openxmlformats-officedocument.presentationml.tags+xml"/>
  <Override PartName="/ppt/tags/tag808.xml" ContentType="application/vnd.openxmlformats-officedocument.presentationml.tags+xml"/>
  <Override PartName="/ppt/tags/tag809.xml" ContentType="application/vnd.openxmlformats-officedocument.presentationml.tags+xml"/>
  <Override PartName="/ppt/tags/tag810.xml" ContentType="application/vnd.openxmlformats-officedocument.presentationml.tags+xml"/>
  <Override PartName="/ppt/tags/tag811.xml" ContentType="application/vnd.openxmlformats-officedocument.presentationml.tags+xml"/>
  <Override PartName="/ppt/tags/tag812.xml" ContentType="application/vnd.openxmlformats-officedocument.presentationml.tags+xml"/>
  <Override PartName="/ppt/tags/tag813.xml" ContentType="application/vnd.openxmlformats-officedocument.presentationml.tags+xml"/>
  <Override PartName="/ppt/tags/tag814.xml" ContentType="application/vnd.openxmlformats-officedocument.presentationml.tags+xml"/>
  <Override PartName="/ppt/tags/tag815.xml" ContentType="application/vnd.openxmlformats-officedocument.presentationml.tags+xml"/>
  <Override PartName="/ppt/tags/tag816.xml" ContentType="application/vnd.openxmlformats-officedocument.presentationml.tags+xml"/>
  <Override PartName="/ppt/tags/tag817.xml" ContentType="application/vnd.openxmlformats-officedocument.presentationml.tags+xml"/>
  <Override PartName="/ppt/tags/tag818.xml" ContentType="application/vnd.openxmlformats-officedocument.presentationml.tags+xml"/>
  <Override PartName="/ppt/tags/tag819.xml" ContentType="application/vnd.openxmlformats-officedocument.presentationml.tags+xml"/>
  <Override PartName="/ppt/tags/tag820.xml" ContentType="application/vnd.openxmlformats-officedocument.presentationml.tags+xml"/>
  <Override PartName="/ppt/tags/tag821.xml" ContentType="application/vnd.openxmlformats-officedocument.presentationml.tags+xml"/>
  <Override PartName="/ppt/tags/tag822.xml" ContentType="application/vnd.openxmlformats-officedocument.presentationml.tags+xml"/>
  <Override PartName="/ppt/tags/tag823.xml" ContentType="application/vnd.openxmlformats-officedocument.presentationml.tags+xml"/>
  <Override PartName="/ppt/tags/tag824.xml" ContentType="application/vnd.openxmlformats-officedocument.presentationml.tags+xml"/>
  <Override PartName="/ppt/tags/tag825.xml" ContentType="application/vnd.openxmlformats-officedocument.presentationml.tags+xml"/>
  <Override PartName="/ppt/tags/tag826.xml" ContentType="application/vnd.openxmlformats-officedocument.presentationml.tags+xml"/>
  <Override PartName="/ppt/tags/tag827.xml" ContentType="application/vnd.openxmlformats-officedocument.presentationml.tags+xml"/>
  <Override PartName="/ppt/tags/tag828.xml" ContentType="application/vnd.openxmlformats-officedocument.presentationml.tags+xml"/>
  <Override PartName="/ppt/tags/tag829.xml" ContentType="application/vnd.openxmlformats-officedocument.presentationml.tags+xml"/>
  <Override PartName="/ppt/tags/tag830.xml" ContentType="application/vnd.openxmlformats-officedocument.presentationml.tags+xml"/>
  <Override PartName="/ppt/tags/tag831.xml" ContentType="application/vnd.openxmlformats-officedocument.presentationml.tags+xml"/>
  <Override PartName="/ppt/tags/tag832.xml" ContentType="application/vnd.openxmlformats-officedocument.presentationml.tags+xml"/>
  <Override PartName="/ppt/tags/tag833.xml" ContentType="application/vnd.openxmlformats-officedocument.presentationml.tags+xml"/>
  <Override PartName="/ppt/tags/tag834.xml" ContentType="application/vnd.openxmlformats-officedocument.presentationml.tags+xml"/>
  <Override PartName="/ppt/tags/tag835.xml" ContentType="application/vnd.openxmlformats-officedocument.presentationml.tags+xml"/>
  <Override PartName="/ppt/tags/tag836.xml" ContentType="application/vnd.openxmlformats-officedocument.presentationml.tags+xml"/>
  <Override PartName="/ppt/tags/tag837.xml" ContentType="application/vnd.openxmlformats-officedocument.presentationml.tags+xml"/>
  <Override PartName="/ppt/tags/tag838.xml" ContentType="application/vnd.openxmlformats-officedocument.presentationml.tags+xml"/>
  <Override PartName="/ppt/tags/tag839.xml" ContentType="application/vnd.openxmlformats-officedocument.presentationml.tags+xml"/>
  <Override PartName="/ppt/tags/tag840.xml" ContentType="application/vnd.openxmlformats-officedocument.presentationml.tags+xml"/>
  <Override PartName="/ppt/tags/tag841.xml" ContentType="application/vnd.openxmlformats-officedocument.presentationml.tags+xml"/>
  <Override PartName="/ppt/tags/tag842.xml" ContentType="application/vnd.openxmlformats-officedocument.presentationml.tags+xml"/>
  <Override PartName="/ppt/tags/tag843.xml" ContentType="application/vnd.openxmlformats-officedocument.presentationml.tags+xml"/>
  <Override PartName="/ppt/tags/tag844.xml" ContentType="application/vnd.openxmlformats-officedocument.presentationml.tags+xml"/>
  <Override PartName="/ppt/tags/tag845.xml" ContentType="application/vnd.openxmlformats-officedocument.presentationml.tags+xml"/>
  <Override PartName="/ppt/tags/tag846.xml" ContentType="application/vnd.openxmlformats-officedocument.presentationml.tags+xml"/>
  <Override PartName="/ppt/tags/tag847.xml" ContentType="application/vnd.openxmlformats-officedocument.presentationml.tags+xml"/>
  <Override PartName="/ppt/tags/tag848.xml" ContentType="application/vnd.openxmlformats-officedocument.presentationml.tags+xml"/>
  <Override PartName="/ppt/tags/tag849.xml" ContentType="application/vnd.openxmlformats-officedocument.presentationml.tags+xml"/>
  <Override PartName="/ppt/tags/tag850.xml" ContentType="application/vnd.openxmlformats-officedocument.presentationml.tags+xml"/>
  <Override PartName="/ppt/tags/tag851.xml" ContentType="application/vnd.openxmlformats-officedocument.presentationml.tags+xml"/>
  <Override PartName="/ppt/tags/tag852.xml" ContentType="application/vnd.openxmlformats-officedocument.presentationml.tags+xml"/>
  <Override PartName="/ppt/tags/tag853.xml" ContentType="application/vnd.openxmlformats-officedocument.presentationml.tags+xml"/>
  <Override PartName="/ppt/tags/tag854.xml" ContentType="application/vnd.openxmlformats-officedocument.presentationml.tags+xml"/>
  <Override PartName="/ppt/tags/tag855.xml" ContentType="application/vnd.openxmlformats-officedocument.presentationml.tags+xml"/>
  <Override PartName="/ppt/tags/tag856.xml" ContentType="application/vnd.openxmlformats-officedocument.presentationml.tags+xml"/>
  <Override PartName="/ppt/tags/tag857.xml" ContentType="application/vnd.openxmlformats-officedocument.presentationml.tags+xml"/>
  <Override PartName="/ppt/tags/tag858.xml" ContentType="application/vnd.openxmlformats-officedocument.presentationml.tags+xml"/>
  <Override PartName="/ppt/tags/tag859.xml" ContentType="application/vnd.openxmlformats-officedocument.presentationml.tags+xml"/>
  <Override PartName="/ppt/tags/tag860.xml" ContentType="application/vnd.openxmlformats-officedocument.presentationml.tags+xml"/>
  <Override PartName="/ppt/tags/tag861.xml" ContentType="application/vnd.openxmlformats-officedocument.presentationml.tags+xml"/>
  <Override PartName="/ppt/tags/tag862.xml" ContentType="application/vnd.openxmlformats-officedocument.presentationml.tags+xml"/>
  <Override PartName="/ppt/tags/tag863.xml" ContentType="application/vnd.openxmlformats-officedocument.presentationml.tags+xml"/>
  <Override PartName="/ppt/tags/tag864.xml" ContentType="application/vnd.openxmlformats-officedocument.presentationml.tags+xml"/>
  <Override PartName="/ppt/tags/tag865.xml" ContentType="application/vnd.openxmlformats-officedocument.presentationml.tags+xml"/>
  <Override PartName="/ppt/tags/tag866.xml" ContentType="application/vnd.openxmlformats-officedocument.presentationml.tags+xml"/>
  <Override PartName="/ppt/tags/tag867.xml" ContentType="application/vnd.openxmlformats-officedocument.presentationml.tags+xml"/>
  <Override PartName="/ppt/tags/tag868.xml" ContentType="application/vnd.openxmlformats-officedocument.presentationml.tags+xml"/>
  <Override PartName="/ppt/tags/tag869.xml" ContentType="application/vnd.openxmlformats-officedocument.presentationml.tags+xml"/>
  <Override PartName="/ppt/tags/tag870.xml" ContentType="application/vnd.openxmlformats-officedocument.presentationml.tags+xml"/>
  <Override PartName="/ppt/tags/tag871.xml" ContentType="application/vnd.openxmlformats-officedocument.presentationml.tags+xml"/>
  <Override PartName="/ppt/tags/tag872.xml" ContentType="application/vnd.openxmlformats-officedocument.presentationml.tags+xml"/>
  <Override PartName="/ppt/tags/tag873.xml" ContentType="application/vnd.openxmlformats-officedocument.presentationml.tags+xml"/>
  <Override PartName="/ppt/tags/tag874.xml" ContentType="application/vnd.openxmlformats-officedocument.presentationml.tags+xml"/>
  <Override PartName="/ppt/tags/tag875.xml" ContentType="application/vnd.openxmlformats-officedocument.presentationml.tags+xml"/>
  <Override PartName="/ppt/tags/tag876.xml" ContentType="application/vnd.openxmlformats-officedocument.presentationml.tags+xml"/>
  <Override PartName="/ppt/tags/tag877.xml" ContentType="application/vnd.openxmlformats-officedocument.presentationml.tags+xml"/>
  <Override PartName="/ppt/tags/tag878.xml" ContentType="application/vnd.openxmlformats-officedocument.presentationml.tags+xml"/>
  <Override PartName="/ppt/tags/tag879.xml" ContentType="application/vnd.openxmlformats-officedocument.presentationml.tags+xml"/>
  <Override PartName="/ppt/tags/tag880.xml" ContentType="application/vnd.openxmlformats-officedocument.presentationml.tags+xml"/>
  <Override PartName="/ppt/tags/tag881.xml" ContentType="application/vnd.openxmlformats-officedocument.presentationml.tags+xml"/>
  <Override PartName="/ppt/tags/tag882.xml" ContentType="application/vnd.openxmlformats-officedocument.presentationml.tags+xml"/>
  <Override PartName="/ppt/tags/tag883.xml" ContentType="application/vnd.openxmlformats-officedocument.presentationml.tags+xml"/>
  <Override PartName="/ppt/tags/tag884.xml" ContentType="application/vnd.openxmlformats-officedocument.presentationml.tags+xml"/>
  <Override PartName="/ppt/tags/tag885.xml" ContentType="application/vnd.openxmlformats-officedocument.presentationml.tags+xml"/>
  <Override PartName="/ppt/tags/tag886.xml" ContentType="application/vnd.openxmlformats-officedocument.presentationml.tags+xml"/>
  <Override PartName="/ppt/tags/tag887.xml" ContentType="application/vnd.openxmlformats-officedocument.presentationml.tags+xml"/>
  <Override PartName="/ppt/tags/tag888.xml" ContentType="application/vnd.openxmlformats-officedocument.presentationml.tags+xml"/>
  <Override PartName="/ppt/tags/tag889.xml" ContentType="application/vnd.openxmlformats-officedocument.presentationml.tags+xml"/>
  <Override PartName="/ppt/tags/tag890.xml" ContentType="application/vnd.openxmlformats-officedocument.presentationml.tags+xml"/>
  <Override PartName="/ppt/tags/tag891.xml" ContentType="application/vnd.openxmlformats-officedocument.presentationml.tags+xml"/>
  <Override PartName="/ppt/tags/tag892.xml" ContentType="application/vnd.openxmlformats-officedocument.presentationml.tags+xml"/>
  <Override PartName="/ppt/tags/tag893.xml" ContentType="application/vnd.openxmlformats-officedocument.presentationml.tags+xml"/>
  <Override PartName="/ppt/tags/tag894.xml" ContentType="application/vnd.openxmlformats-officedocument.presentationml.tags+xml"/>
  <Override PartName="/ppt/tags/tag895.xml" ContentType="application/vnd.openxmlformats-officedocument.presentationml.tags+xml"/>
  <Override PartName="/ppt/tags/tag896.xml" ContentType="application/vnd.openxmlformats-officedocument.presentationml.tags+xml"/>
  <Override PartName="/ppt/tags/tag897.xml" ContentType="application/vnd.openxmlformats-officedocument.presentationml.tags+xml"/>
  <Override PartName="/ppt/tags/tag898.xml" ContentType="application/vnd.openxmlformats-officedocument.presentationml.tags+xml"/>
  <Override PartName="/ppt/tags/tag899.xml" ContentType="application/vnd.openxmlformats-officedocument.presentationml.tags+xml"/>
  <Override PartName="/ppt/tags/tag900.xml" ContentType="application/vnd.openxmlformats-officedocument.presentationml.tags+xml"/>
  <Override PartName="/ppt/tags/tag901.xml" ContentType="application/vnd.openxmlformats-officedocument.presentationml.tags+xml"/>
  <Override PartName="/ppt/tags/tag902.xml" ContentType="application/vnd.openxmlformats-officedocument.presentationml.tags+xml"/>
  <Override PartName="/ppt/tags/tag903.xml" ContentType="application/vnd.openxmlformats-officedocument.presentationml.tags+xml"/>
  <Override PartName="/ppt/tags/tag904.xml" ContentType="application/vnd.openxmlformats-officedocument.presentationml.tags+xml"/>
  <Override PartName="/ppt/tags/tag905.xml" ContentType="application/vnd.openxmlformats-officedocument.presentationml.tags+xml"/>
  <Override PartName="/ppt/tags/tag906.xml" ContentType="application/vnd.openxmlformats-officedocument.presentationml.tags+xml"/>
  <Override PartName="/ppt/tags/tag907.xml" ContentType="application/vnd.openxmlformats-officedocument.presentationml.tags+xml"/>
  <Override PartName="/ppt/tags/tag908.xml" ContentType="application/vnd.openxmlformats-officedocument.presentationml.tags+xml"/>
  <Override PartName="/ppt/tags/tag909.xml" ContentType="application/vnd.openxmlformats-officedocument.presentationml.tags+xml"/>
  <Override PartName="/ppt/tags/tag910.xml" ContentType="application/vnd.openxmlformats-officedocument.presentationml.tags+xml"/>
  <Override PartName="/ppt/tags/tag911.xml" ContentType="application/vnd.openxmlformats-officedocument.presentationml.tags+xml"/>
  <Override PartName="/ppt/tags/tag912.xml" ContentType="application/vnd.openxmlformats-officedocument.presentationml.tags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22"/>
  </p:notesMasterIdLst>
  <p:handoutMasterIdLst>
    <p:handoutMasterId r:id="rId23"/>
  </p:handoutMasterIdLst>
  <p:sldIdLst>
    <p:sldId id="256" r:id="rId2"/>
    <p:sldId id="257" r:id="rId3"/>
    <p:sldId id="259" r:id="rId4"/>
    <p:sldId id="260" r:id="rId5"/>
    <p:sldId id="261" r:id="rId6"/>
    <p:sldId id="263" r:id="rId7"/>
    <p:sldId id="264" r:id="rId8"/>
    <p:sldId id="265" r:id="rId9"/>
    <p:sldId id="266" r:id="rId10"/>
    <p:sldId id="267" r:id="rId11"/>
    <p:sldId id="274" r:id="rId12"/>
    <p:sldId id="258" r:id="rId13"/>
    <p:sldId id="275" r:id="rId14"/>
    <p:sldId id="268" r:id="rId15"/>
    <p:sldId id="262" r:id="rId16"/>
    <p:sldId id="269" r:id="rId17"/>
    <p:sldId id="270" r:id="rId18"/>
    <p:sldId id="271" r:id="rId19"/>
    <p:sldId id="272" r:id="rId20"/>
    <p:sldId id="273" r:id="rId21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默认节" id="{CC309A46-3FAD-1040-9D57-A2860F727BC3}">
          <p14:sldIdLst>
            <p14:sldId id="256"/>
            <p14:sldId id="257"/>
            <p14:sldId id="259"/>
            <p14:sldId id="260"/>
            <p14:sldId id="261"/>
            <p14:sldId id="263"/>
            <p14:sldId id="264"/>
            <p14:sldId id="265"/>
            <p14:sldId id="266"/>
            <p14:sldId id="267"/>
            <p14:sldId id="274"/>
            <p14:sldId id="258"/>
            <p14:sldId id="275"/>
            <p14:sldId id="268"/>
          </p14:sldIdLst>
        </p14:section>
        <p14:section name="archive" id="{023AECB7-0FE1-6541-A07D-7A353CCC0A54}">
          <p14:sldIdLst>
            <p14:sldId id="262"/>
            <p14:sldId id="269"/>
            <p14:sldId id="270"/>
            <p14:sldId id="271"/>
            <p14:sldId id="272"/>
            <p14:sldId id="273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268AB"/>
    <a:srgbClr val="01205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16DA210-FB5B-4158-B5E0-FEB733F419BA}" styleName="浅色样式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6167"/>
    <p:restoredTop sz="66835"/>
  </p:normalViewPr>
  <p:slideViewPr>
    <p:cSldViewPr snapToGrid="0">
      <p:cViewPr>
        <p:scale>
          <a:sx n="78" d="100"/>
          <a:sy n="78" d="100"/>
        </p:scale>
        <p:origin x="2400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>
            <a:extLst>
              <a:ext uri="{FF2B5EF4-FFF2-40B4-BE49-F238E27FC236}">
                <a16:creationId xmlns:a16="http://schemas.microsoft.com/office/drawing/2014/main" id="{83BE5525-7419-EB54-66CF-F0261A68DF5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3CE4DCC8-ECC2-97BD-1238-714149E7E6C6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888A1C6-472B-2444-959C-69C313C1EFED}" type="datetimeFigureOut">
              <a:rPr kumimoji="1" lang="zh-CN" altLang="en-US" smtClean="0"/>
              <a:t>2026/5/7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A210DF90-9D22-7CE8-4720-6D6D40F4DC75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9B152C2A-79C7-6FA8-7577-44BD302B09EC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9B4FB0E-9776-7D45-A7A4-C57025DA93A6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871530549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4ECC4CB-789F-3A49-ADDF-4A0EEF3F1B72}" type="datetimeFigureOut">
              <a:rPr kumimoji="1" lang="zh-CN" altLang="en-US" smtClean="0"/>
              <a:t>2026/5/7</a:t>
            </a:fld>
            <a:endParaRPr kumimoji="1"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20C396B-3EC3-D548-AED1-2F10EEE24062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442505480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zh-CN" dirty="0"/>
              <a:t>Today I will present my current research progress.</a:t>
            </a:r>
          </a:p>
          <a:p>
            <a:endParaRPr kumimoji="1" lang="en-US" altLang="zh-CN" dirty="0"/>
          </a:p>
          <a:p>
            <a:r>
              <a:rPr kumimoji="1" lang="en-US" altLang="zh-CN" dirty="0"/>
              <a:t>The title is “Relation-Level Structural Analysis of Predictive Multiplicity in Knowledge Graph Embedding for Link Prediction.”</a:t>
            </a:r>
          </a:p>
          <a:p>
            <a:endParaRPr kumimoji="1" lang="en-US" altLang="zh-CN" dirty="0"/>
          </a:p>
          <a:p>
            <a:r>
              <a:rPr kumimoji="1" lang="en-US" altLang="zh-CN" dirty="0"/>
              <a:t>The main goal of this work is to understand whether predictive multiplicity in KGE link prediction is related to relation-level structural factors.</a:t>
            </a:r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20C396B-3EC3-D548-AED1-2F10EEE24062}" type="slidenum">
              <a:rPr kumimoji="1" lang="zh-CN" altLang="en-US" smtClean="0"/>
              <a:t>1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9554525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Before introducing predictive multiplicity, I will first briefly explain the basic task of KGE link prediction.</a:t>
            </a:r>
          </a:p>
          <a:p>
            <a:endParaRPr lang="en-US" altLang="zh-CN" dirty="0"/>
          </a:p>
          <a:p>
            <a:r>
              <a:rPr lang="en-US" altLang="zh-CN" dirty="0"/>
              <a:t>A knowledge graph represents facts as triples. Each triple consists of a head entity, a relation, and a tail entity. Since different triples can share entities, many triples together form a knowledge graph.</a:t>
            </a:r>
          </a:p>
          <a:p>
            <a:endParaRPr lang="en-US" altLang="zh-CN" dirty="0"/>
          </a:p>
          <a:p>
            <a:r>
              <a:rPr lang="en-US" altLang="zh-CN" dirty="0"/>
              <a:t>In link prediction, the input is usually an incomplete query, such as (h, r, ?) or (?, r, t).</a:t>
            </a:r>
          </a:p>
          <a:p>
            <a:endParaRPr lang="en-US" altLang="zh-CN" dirty="0"/>
          </a:p>
          <a:p>
            <a:r>
              <a:rPr lang="en-US" altLang="zh-CN" dirty="0"/>
              <a:t>KGE models learn embeddings for entities and relations. Based on these embeddings, the model scores candidate triples and ranks all candidate entities.</a:t>
            </a:r>
          </a:p>
          <a:p>
            <a:endParaRPr lang="en-US" altLang="zh-CN" dirty="0"/>
          </a:p>
          <a:p>
            <a:r>
              <a:rPr lang="en-US" altLang="zh-CN" dirty="0"/>
              <a:t>For example, for the query (Paris, </a:t>
            </a:r>
            <a:r>
              <a:rPr lang="en-US" altLang="zh-CN" dirty="0" err="1"/>
              <a:t>capital_of</a:t>
            </a:r>
            <a:r>
              <a:rPr lang="en-US" altLang="zh-CN" dirty="0"/>
              <a:t>, ?), the model scores all candidate tail entities and produces a ranking.</a:t>
            </a:r>
          </a:p>
          <a:p>
            <a:endParaRPr lang="en-US" altLang="zh-CN" dirty="0"/>
          </a:p>
          <a:p>
            <a:r>
              <a:rPr lang="en-US" altLang="zh-CN" dirty="0"/>
              <a:t>If the correct answer appears in the top 10, we count this query as a Hit@10. If the correct answer is ranked outside the top 10, we count it as a Miss@10.</a:t>
            </a:r>
          </a:p>
          <a:p>
            <a:endParaRPr lang="en-US" altLang="zh-CN" dirty="0"/>
          </a:p>
          <a:p>
            <a:r>
              <a:rPr lang="en-US" altLang="zh-CN" dirty="0"/>
              <a:t>Hits@10 is the proportion of test queries where this top-10 success condition is satisfied.</a:t>
            </a:r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在开始讲 </a:t>
            </a:r>
            <a:r>
              <a:rPr lang="en-US" altLang="zh-CN" dirty="0"/>
              <a:t>predictive multiplicity </a:t>
            </a:r>
            <a:r>
              <a:rPr lang="zh-CN" altLang="en-US" dirty="0"/>
              <a:t>之前，我先简单说明一下 </a:t>
            </a:r>
            <a:r>
              <a:rPr lang="en-US" altLang="zh-CN" dirty="0"/>
              <a:t>KGE link prediction </a:t>
            </a:r>
            <a:r>
              <a:rPr lang="zh-CN" altLang="en-US" dirty="0"/>
              <a:t>的基本任务。</a:t>
            </a:r>
            <a:br>
              <a:rPr lang="zh-CN" altLang="en-US" dirty="0"/>
            </a:br>
            <a:r>
              <a:rPr lang="zh-CN" altLang="en-US" dirty="0"/>
              <a:t>知识图谱把事实表示为三元组，也就是 </a:t>
            </a:r>
            <a:r>
              <a:rPr lang="en-US" altLang="zh-CN" b="1" dirty="0"/>
              <a:t>head</a:t>
            </a:r>
            <a:r>
              <a:rPr lang="zh-CN" altLang="en-US" b="1" dirty="0"/>
              <a:t>、</a:t>
            </a:r>
            <a:r>
              <a:rPr lang="en-US" altLang="zh-CN" b="1" dirty="0"/>
              <a:t>relation</a:t>
            </a:r>
            <a:r>
              <a:rPr lang="zh-CN" altLang="en-US" b="1" dirty="0"/>
              <a:t>、</a:t>
            </a:r>
            <a:r>
              <a:rPr lang="en-US" altLang="zh-CN" b="1" dirty="0"/>
              <a:t>tail</a:t>
            </a:r>
            <a:r>
              <a:rPr lang="zh-CN" altLang="en-US" dirty="0"/>
              <a:t>。由于不同三元组之间会共享实体，许多三元组连接起来之后，就构成了一个知识图谱。</a:t>
            </a:r>
          </a:p>
          <a:p>
            <a:r>
              <a:rPr lang="zh-CN" altLang="en-US" dirty="0"/>
              <a:t>在 </a:t>
            </a:r>
            <a:r>
              <a:rPr lang="en-US" altLang="zh-CN" dirty="0"/>
              <a:t>link prediction </a:t>
            </a:r>
            <a:r>
              <a:rPr lang="zh-CN" altLang="en-US" dirty="0"/>
              <a:t>任务中，我们通常输入一个不完整的 </a:t>
            </a:r>
            <a:r>
              <a:rPr lang="en-US" altLang="zh-CN" dirty="0"/>
              <a:t>query</a:t>
            </a:r>
            <a:r>
              <a:rPr lang="zh-CN" altLang="en-US" dirty="0"/>
              <a:t>，例如 </a:t>
            </a:r>
            <a:r>
              <a:rPr lang="en-US" altLang="zh-CN" b="1" dirty="0"/>
              <a:t>(h, r, ?)</a:t>
            </a:r>
            <a:r>
              <a:rPr lang="en-US" altLang="zh-CN" dirty="0"/>
              <a:t> </a:t>
            </a:r>
            <a:r>
              <a:rPr lang="zh-CN" altLang="en-US" dirty="0"/>
              <a:t>或者 </a:t>
            </a:r>
            <a:r>
              <a:rPr lang="en-US" altLang="zh-CN" b="1" dirty="0"/>
              <a:t>(?, r, t)</a:t>
            </a:r>
            <a:r>
              <a:rPr lang="zh-CN" altLang="en-US" dirty="0"/>
              <a:t>。</a:t>
            </a:r>
            <a:br>
              <a:rPr lang="zh-CN" altLang="en-US" dirty="0"/>
            </a:br>
            <a:r>
              <a:rPr lang="en-US" altLang="zh-CN" dirty="0"/>
              <a:t>KGE </a:t>
            </a:r>
            <a:r>
              <a:rPr lang="zh-CN" altLang="en-US" dirty="0"/>
              <a:t>的做法是为实体和关系学习 </a:t>
            </a:r>
            <a:r>
              <a:rPr lang="en-US" altLang="zh-CN" dirty="0"/>
              <a:t>embedding</a:t>
            </a:r>
            <a:r>
              <a:rPr lang="zh-CN" altLang="en-US" dirty="0"/>
              <a:t>，并据此对候选三元组进行打分。然后，模型会对所有候选实体进行排序。</a:t>
            </a:r>
          </a:p>
          <a:p>
            <a:r>
              <a:rPr lang="zh-CN" altLang="en-US" dirty="0"/>
              <a:t>例如，对于 </a:t>
            </a:r>
            <a:r>
              <a:rPr lang="en-US" altLang="zh-CN" b="1" dirty="0"/>
              <a:t>(Paris, </a:t>
            </a:r>
            <a:r>
              <a:rPr lang="en-US" altLang="zh-CN" b="1" dirty="0" err="1"/>
              <a:t>capital_of</a:t>
            </a:r>
            <a:r>
              <a:rPr lang="en-US" altLang="zh-CN" b="1" dirty="0"/>
              <a:t>, ?)</a:t>
            </a:r>
            <a:r>
              <a:rPr lang="en-US" altLang="zh-CN" dirty="0"/>
              <a:t> </a:t>
            </a:r>
            <a:r>
              <a:rPr lang="zh-CN" altLang="en-US" dirty="0"/>
              <a:t>这样的 </a:t>
            </a:r>
            <a:r>
              <a:rPr lang="en-US" altLang="zh-CN" dirty="0"/>
              <a:t>query</a:t>
            </a:r>
            <a:r>
              <a:rPr lang="zh-CN" altLang="en-US" dirty="0"/>
              <a:t>，模型会对所有候选 </a:t>
            </a:r>
            <a:r>
              <a:rPr lang="en-US" altLang="zh-CN" dirty="0"/>
              <a:t>tail entity </a:t>
            </a:r>
            <a:r>
              <a:rPr lang="zh-CN" altLang="en-US" dirty="0"/>
              <a:t>打分并生成一个排序结果。</a:t>
            </a:r>
            <a:br>
              <a:rPr lang="zh-CN" altLang="en-US" dirty="0"/>
            </a:br>
            <a:r>
              <a:rPr lang="zh-CN" altLang="en-US" dirty="0"/>
              <a:t>如果正确答案出现在前 </a:t>
            </a:r>
            <a:r>
              <a:rPr lang="en-US" altLang="zh-CN" dirty="0"/>
              <a:t>10 </a:t>
            </a:r>
            <a:r>
              <a:rPr lang="zh-CN" altLang="en-US" dirty="0"/>
              <a:t>个候选里，我们就记这个 </a:t>
            </a:r>
            <a:r>
              <a:rPr lang="en-US" altLang="zh-CN" dirty="0"/>
              <a:t>query </a:t>
            </a:r>
            <a:r>
              <a:rPr lang="zh-CN" altLang="en-US" dirty="0"/>
              <a:t>为一个 </a:t>
            </a:r>
            <a:r>
              <a:rPr lang="en-US" altLang="zh-CN" b="1" dirty="0"/>
              <a:t>hit@10</a:t>
            </a:r>
            <a:r>
              <a:rPr lang="zh-CN" altLang="en-US" dirty="0"/>
              <a:t>；如果正确答案排在第 </a:t>
            </a:r>
            <a:r>
              <a:rPr lang="en-US" altLang="zh-CN" dirty="0"/>
              <a:t>10 </a:t>
            </a:r>
            <a:r>
              <a:rPr lang="zh-CN" altLang="en-US" dirty="0"/>
              <a:t>名之外，就记为 </a:t>
            </a:r>
            <a:r>
              <a:rPr lang="en-US" altLang="zh-CN" b="1" dirty="0"/>
              <a:t>miss@10</a:t>
            </a:r>
            <a:r>
              <a:rPr lang="zh-CN" altLang="en-US" dirty="0"/>
              <a:t>。</a:t>
            </a:r>
            <a:br>
              <a:rPr lang="zh-CN" altLang="en-US" dirty="0"/>
            </a:br>
            <a:r>
              <a:rPr lang="zh-CN" altLang="en-US" dirty="0"/>
              <a:t>而 </a:t>
            </a:r>
            <a:r>
              <a:rPr lang="en-US" altLang="zh-CN" b="1" dirty="0"/>
              <a:t>Hits@10</a:t>
            </a:r>
            <a:r>
              <a:rPr lang="en-US" altLang="zh-CN" dirty="0"/>
              <a:t> </a:t>
            </a:r>
            <a:r>
              <a:rPr lang="zh-CN" altLang="en-US" dirty="0"/>
              <a:t>指的就是：在所有测试 </a:t>
            </a:r>
            <a:r>
              <a:rPr lang="en-US" altLang="zh-CN" dirty="0"/>
              <a:t>query </a:t>
            </a:r>
            <a:r>
              <a:rPr lang="zh-CN" altLang="en-US" dirty="0"/>
              <a:t>中，</a:t>
            </a:r>
            <a:r>
              <a:rPr lang="en-US" altLang="zh-CN" dirty="0"/>
              <a:t>hit@10 </a:t>
            </a:r>
            <a:r>
              <a:rPr lang="zh-CN" altLang="en-US" dirty="0"/>
              <a:t>所占的比例。</a:t>
            </a:r>
          </a:p>
          <a:p>
            <a:r>
              <a:rPr lang="zh-CN" altLang="en-US" dirty="0"/>
              <a:t>我这里先特别说明 </a:t>
            </a:r>
            <a:r>
              <a:rPr lang="en-US" altLang="zh-CN" dirty="0"/>
              <a:t>Hits@10</a:t>
            </a:r>
            <a:r>
              <a:rPr lang="zh-CN" altLang="en-US" dirty="0"/>
              <a:t>，是因为后面要讲的 </a:t>
            </a:r>
            <a:r>
              <a:rPr lang="en-US" altLang="zh-CN" dirty="0"/>
              <a:t>predictive multiplicity</a:t>
            </a:r>
            <a:r>
              <a:rPr lang="zh-CN" altLang="en-US" dirty="0"/>
              <a:t>，本质上关注的是：</a:t>
            </a:r>
            <a:r>
              <a:rPr lang="zh-CN" altLang="en-US" b="1" dirty="0"/>
              <a:t>对于同一个 </a:t>
            </a:r>
            <a:r>
              <a:rPr lang="en-US" altLang="zh-CN" b="1" dirty="0"/>
              <a:t>query</a:t>
            </a:r>
            <a:r>
              <a:rPr lang="zh-CN" altLang="en-US" b="1" dirty="0"/>
              <a:t>，在不同 </a:t>
            </a:r>
            <a:r>
              <a:rPr lang="en-US" altLang="zh-CN" b="1" dirty="0"/>
              <a:t>repeated runs </a:t>
            </a:r>
            <a:r>
              <a:rPr lang="zh-CN" altLang="en-US" b="1" dirty="0"/>
              <a:t>下，它的 </a:t>
            </a:r>
            <a:r>
              <a:rPr lang="en-US" altLang="zh-CN" b="1" dirty="0"/>
              <a:t>top-10 hit / miss </a:t>
            </a:r>
            <a:r>
              <a:rPr lang="zh-CN" altLang="en-US" b="1" dirty="0"/>
              <a:t>判定是否会发生变化。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20C396B-3EC3-D548-AED1-2F10EEE24062}" type="slidenum">
              <a:rPr kumimoji="1" lang="zh-CN" altLang="en-US" smtClean="0"/>
              <a:t>2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4615893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Based on that, we can ask the following question: if we train the same KGE model family multiple times with different random seeds, will these models always give the same top-K hit or miss decision for the same test query?</a:t>
            </a:r>
          </a:p>
          <a:p>
            <a:endParaRPr lang="en-US" altLang="zh-CN" dirty="0"/>
          </a:p>
          <a:p>
            <a:r>
              <a:rPr lang="en-US" altLang="zh-CN" dirty="0"/>
              <a:t>Predictive multiplicity refers to this kind of query-level instability.</a:t>
            </a:r>
          </a:p>
          <a:p>
            <a:endParaRPr lang="en-US" altLang="zh-CN" dirty="0"/>
          </a:p>
          <a:p>
            <a:r>
              <a:rPr lang="en-US" altLang="zh-CN" dirty="0"/>
              <a:t>In other words, even when several models have very similar overall performance, they may still disagree on the top-K hit or miss decision for a specific query.</a:t>
            </a:r>
          </a:p>
          <a:p>
            <a:endParaRPr lang="en-US" altLang="zh-CN" dirty="0"/>
          </a:p>
          <a:p>
            <a:r>
              <a:rPr lang="en-US" altLang="zh-CN" dirty="0"/>
              <a:t>The important point here is not that the overall accuracy is very different. The important point is that similar overall performance does not necessarily mean identical query-level decisions.</a:t>
            </a:r>
          </a:p>
          <a:p>
            <a:endParaRPr lang="en-US" altLang="zh-CN" dirty="0"/>
          </a:p>
          <a:p>
            <a:r>
              <a:rPr lang="en-US" altLang="zh-CN" dirty="0"/>
              <a:t>To make this more concrete, I show a toy example here.</a:t>
            </a:r>
          </a:p>
          <a:p>
            <a:endParaRPr lang="en-US" altLang="zh-CN" dirty="0"/>
          </a:p>
          <a:p>
            <a:r>
              <a:rPr lang="en-US" altLang="zh-CN" dirty="0"/>
              <a:t>Suppose we have three repeated runs: Model A, Model B, and Model C. They use the same model setting, but different random seeds.</a:t>
            </a:r>
          </a:p>
          <a:p>
            <a:endParaRPr lang="en-US" altLang="zh-CN" dirty="0"/>
          </a:p>
          <a:p>
            <a:r>
              <a:rPr lang="en-US" altLang="zh-CN" dirty="0"/>
              <a:t>At the bottom of the table, we can see that all three models have the same overall </a:t>
            </a:r>
            <a:r>
              <a:rPr lang="en-US" altLang="zh-CN" dirty="0" err="1"/>
              <a:t>accuriccy</a:t>
            </a:r>
            <a:r>
              <a:rPr lang="en-US" altLang="zh-CN" dirty="0"/>
              <a:t> which is 75%.</a:t>
            </a:r>
          </a:p>
          <a:p>
            <a:endParaRPr lang="en-US" altLang="zh-CN" dirty="0"/>
          </a:p>
          <a:p>
            <a:r>
              <a:rPr lang="en-US" altLang="zh-CN" dirty="0"/>
              <a:t>So, if we only look at the aggregate evaluation metric, their performance is exactly the same.</a:t>
            </a:r>
          </a:p>
          <a:p>
            <a:endParaRPr lang="en-US" altLang="zh-CN" dirty="0"/>
          </a:p>
          <a:p>
            <a:r>
              <a:rPr lang="en-US" altLang="zh-CN" dirty="0"/>
              <a:t>However, if we look at the hit or miss decision for each test query, we can see that they are not always consistent.</a:t>
            </a:r>
          </a:p>
          <a:p>
            <a:endParaRPr lang="en-US" altLang="zh-CN" dirty="0"/>
          </a:p>
          <a:p>
            <a:r>
              <a:rPr lang="en-US" altLang="zh-CN" dirty="0"/>
              <a:t>For example, in the first query, Model A and Model B give Hit, but Model C gives Miss.</a:t>
            </a:r>
            <a:br>
              <a:rPr lang="en-US" altLang="zh-CN" dirty="0"/>
            </a:br>
            <a:br>
              <a:rPr lang="en-US" altLang="zh-CN" dirty="0"/>
            </a:br>
            <a:r>
              <a:rPr lang="en-US" altLang="zh-CN" dirty="0"/>
              <a:t>So this query has a conflicting top-K decision.</a:t>
            </a:r>
            <a:br>
              <a:rPr lang="en-US" altLang="zh-CN" dirty="0"/>
            </a:br>
            <a:br>
              <a:rPr lang="en-US" altLang="zh-CN" dirty="0"/>
            </a:br>
            <a:r>
              <a:rPr lang="en-US" altLang="zh-CN" dirty="0"/>
              <a:t>The same kind of conflict also appears in the second and third queries.</a:t>
            </a:r>
            <a:br>
              <a:rPr lang="en-US" altLang="zh-CN" dirty="0"/>
            </a:br>
            <a:br>
              <a:rPr lang="en-US" altLang="zh-CN" dirty="0"/>
            </a:br>
            <a:r>
              <a:rPr lang="en-US" altLang="zh-CN" dirty="0"/>
              <a:t>Only the fourth query is stable, because all three models give Hit.</a:t>
            </a:r>
            <a:br>
              <a:rPr lang="en-US" altLang="zh-CN" dirty="0"/>
            </a:br>
            <a:br>
              <a:rPr lang="en-US" altLang="zh-CN" dirty="0"/>
            </a:br>
            <a:r>
              <a:rPr lang="en-US" altLang="zh-CN" dirty="0"/>
              <a:t>This shows that even when overall Hits@10 is the same, the model decisions for individual queries can still be unstable.</a:t>
            </a:r>
            <a:br>
              <a:rPr lang="en-US" altLang="zh-CN" dirty="0"/>
            </a:br>
            <a:br>
              <a:rPr lang="en-US" altLang="zh-CN" dirty="0"/>
            </a:br>
            <a:r>
              <a:rPr lang="en-US" altLang="zh-CN" dirty="0"/>
              <a:t>The original paper uses two metrics to quantify this predictive multiplicity: ambiguity and discrepancy.</a:t>
            </a:r>
            <a:br>
              <a:rPr lang="en-US" altLang="zh-CN" dirty="0"/>
            </a:br>
            <a:br>
              <a:rPr lang="en-US" altLang="zh-CN" dirty="0"/>
            </a:br>
            <a:r>
              <a:rPr lang="en-US" altLang="zh-CN" dirty="0"/>
              <a:t>First, ambiguity is denoted by alpha.</a:t>
            </a:r>
            <a:br>
              <a:rPr lang="en-US" altLang="zh-CN" dirty="0"/>
            </a:br>
            <a:br>
              <a:rPr lang="en-US" altLang="zh-CN" dirty="0"/>
            </a:br>
            <a:r>
              <a:rPr lang="en-US" altLang="zh-CN" dirty="0"/>
              <a:t>Ambiguity asks: among all test queries, how many queries receive at least one conflicting top-K decision?</a:t>
            </a:r>
            <a:br>
              <a:rPr lang="en-US" altLang="zh-CN" dirty="0"/>
            </a:br>
            <a:br>
              <a:rPr lang="en-US" altLang="zh-CN" dirty="0"/>
            </a:br>
            <a:r>
              <a:rPr lang="en-US" altLang="zh-CN" dirty="0"/>
              <a:t>In this toy example, three out of four queries have at least one conflict.</a:t>
            </a:r>
            <a:br>
              <a:rPr lang="en-US" altLang="zh-CN" dirty="0"/>
            </a:br>
            <a:br>
              <a:rPr lang="en-US" altLang="zh-CN" dirty="0"/>
            </a:br>
            <a:r>
              <a:rPr lang="en-US" altLang="zh-CN" dirty="0"/>
              <a:t>So the ambiguity is 3 divided by 4, which is 0.75.</a:t>
            </a:r>
            <a:br>
              <a:rPr lang="en-US" altLang="zh-CN" dirty="0"/>
            </a:br>
            <a:br>
              <a:rPr lang="en-US" altLang="zh-CN" dirty="0"/>
            </a:br>
            <a:r>
              <a:rPr lang="en-US" altLang="zh-CN" dirty="0"/>
              <a:t>In short, alpha measures how many queries are unstable.</a:t>
            </a:r>
            <a:br>
              <a:rPr lang="en-US" altLang="zh-CN" dirty="0"/>
            </a:br>
            <a:br>
              <a:rPr lang="en-US" altLang="zh-CN" dirty="0"/>
            </a:br>
            <a:r>
              <a:rPr lang="en-US" altLang="zh-CN" dirty="0"/>
              <a:t>Next, discrepancy is denoted by delta.</a:t>
            </a:r>
            <a:br>
              <a:rPr lang="en-US" altLang="zh-CN" dirty="0"/>
            </a:br>
            <a:br>
              <a:rPr lang="en-US" altLang="zh-CN" dirty="0"/>
            </a:br>
            <a:r>
              <a:rPr lang="en-US" altLang="zh-CN" dirty="0"/>
              <a:t>Discrepancy looks at the model side.</a:t>
            </a:r>
            <a:br>
              <a:rPr lang="en-US" altLang="zh-CN" dirty="0"/>
            </a:br>
            <a:r>
              <a:rPr lang="en-US" altLang="zh-CN" dirty="0"/>
              <a:t>It asks: for one competing model, how large can the overall disagreement rate be compared with the baseline model?</a:t>
            </a:r>
            <a:br>
              <a:rPr lang="en-US" altLang="zh-CN" dirty="0"/>
            </a:br>
            <a:br>
              <a:rPr lang="en-US" altLang="zh-CN" dirty="0"/>
            </a:br>
            <a:r>
              <a:rPr lang="en-US" altLang="zh-CN" dirty="0"/>
              <a:t>Here, if we use Model A as the baseline, Model B disagrees with Model A on two queries.</a:t>
            </a:r>
            <a:br>
              <a:rPr lang="en-US" altLang="zh-CN" dirty="0"/>
            </a:br>
            <a:br>
              <a:rPr lang="en-US" altLang="zh-CN" dirty="0"/>
            </a:br>
            <a:r>
              <a:rPr lang="en-US" altLang="zh-CN" dirty="0"/>
              <a:t>So the disagreement rate between Model B and Model A is 2 divided by 4.</a:t>
            </a:r>
            <a:br>
              <a:rPr lang="en-US" altLang="zh-CN" dirty="0"/>
            </a:br>
            <a:br>
              <a:rPr lang="en-US" altLang="zh-CN" dirty="0"/>
            </a:br>
            <a:r>
              <a:rPr lang="en-US" altLang="zh-CN" dirty="0"/>
              <a:t>Model C also disagrees with Model A on two queries.</a:t>
            </a:r>
            <a:br>
              <a:rPr lang="en-US" altLang="zh-CN" dirty="0"/>
            </a:br>
            <a:br>
              <a:rPr lang="en-US" altLang="zh-CN" dirty="0"/>
            </a:br>
            <a:r>
              <a:rPr lang="en-US" altLang="zh-CN" dirty="0"/>
              <a:t>So the disagreement rate between Model C and Model A is also 2 divided by 4.</a:t>
            </a:r>
            <a:br>
              <a:rPr lang="en-US" altLang="zh-CN" dirty="0"/>
            </a:br>
            <a:br>
              <a:rPr lang="en-US" altLang="zh-CN" dirty="0"/>
            </a:br>
            <a:r>
              <a:rPr lang="en-US" altLang="zh-CN" dirty="0"/>
              <a:t>Therefore, delta is the maximum of these values, which is max(2/4, 2/4) = 0.5.</a:t>
            </a:r>
            <a:br>
              <a:rPr lang="en-US" altLang="zh-CN" dirty="0"/>
            </a:br>
            <a:br>
              <a:rPr lang="en-US" altLang="zh-CN" dirty="0"/>
            </a:br>
            <a:r>
              <a:rPr lang="en-US" altLang="zh-CN" dirty="0"/>
              <a:t>So ambiguity and discrepancy both describe predictive multiplicity, but they focus on different aspects.</a:t>
            </a:r>
            <a:br>
              <a:rPr lang="en-US" altLang="zh-CN" dirty="0"/>
            </a:br>
            <a:br>
              <a:rPr lang="en-US" altLang="zh-CN" dirty="0"/>
            </a:br>
            <a:r>
              <a:rPr lang="en-US" altLang="zh-CN" dirty="0"/>
              <a:t>Ambiguity focuses on the query side: how many queries are unstable.</a:t>
            </a:r>
            <a:br>
              <a:rPr lang="en-US" altLang="zh-CN" dirty="0"/>
            </a:br>
            <a:br>
              <a:rPr lang="en-US" altLang="zh-CN" dirty="0"/>
            </a:br>
            <a:r>
              <a:rPr lang="en-US" altLang="zh-CN" dirty="0"/>
              <a:t>Discrepancy focuses on the model side: how much one competing model can disagree with the baseline model.</a:t>
            </a:r>
            <a:br>
              <a:rPr lang="en-US" altLang="zh-CN" dirty="0"/>
            </a:br>
            <a:br>
              <a:rPr lang="en-US" altLang="zh-CN" dirty="0"/>
            </a:br>
            <a:r>
              <a:rPr lang="en-US" altLang="zh-CN" dirty="0"/>
              <a:t>The key idea of this slide is that similar overall performance does not imply identical query-level decisions.</a:t>
            </a:r>
            <a:br>
              <a:rPr lang="en-US" altLang="zh-CN" dirty="0"/>
            </a:br>
            <a:br>
              <a:rPr lang="en-US" altLang="zh-CN" dirty="0"/>
            </a:br>
            <a:r>
              <a:rPr lang="en-US" altLang="zh-CN" dirty="0"/>
              <a:t>If link prediction is used in downstream decision-making, this can become a serious issue.</a:t>
            </a:r>
            <a:br>
              <a:rPr lang="en-US" altLang="zh-CN" dirty="0"/>
            </a:br>
            <a:br>
              <a:rPr lang="en-US" altLang="zh-CN" dirty="0"/>
            </a:br>
            <a:r>
              <a:rPr lang="en-US" altLang="zh-CN" dirty="0"/>
              <a:t>In that case, the final conclusion may depend on random training variation, rather than stable relational evidence in the graph.</a:t>
            </a:r>
            <a:br>
              <a:rPr lang="en-US" altLang="zh-CN" dirty="0"/>
            </a:br>
            <a:br>
              <a:rPr lang="en-US" altLang="zh-CN" dirty="0"/>
            </a:br>
            <a:r>
              <a:rPr lang="en-US" altLang="zh-CN" dirty="0"/>
              <a:t>So, even with the same model family and similar overall performance, different random seeds may lead to different top-K decisions for the same query.</a:t>
            </a:r>
          </a:p>
          <a:p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在上一页里，我先介绍</a:t>
            </a:r>
            <a:endParaRPr lang="en-US" altLang="zh-CN" dirty="0"/>
          </a:p>
          <a:p>
            <a:r>
              <a:rPr lang="zh-CN" altLang="en-US" dirty="0"/>
              <a:t>了 </a:t>
            </a:r>
            <a:r>
              <a:rPr lang="en-US" altLang="zh-CN" dirty="0"/>
              <a:t>KGE link prediction </a:t>
            </a:r>
            <a:r>
              <a:rPr lang="zh-CN" altLang="en-US" dirty="0"/>
              <a:t>和 </a:t>
            </a:r>
            <a:r>
              <a:rPr lang="en-US" altLang="zh-CN" dirty="0"/>
              <a:t>Hits@10</a:t>
            </a:r>
            <a:r>
              <a:rPr lang="zh-CN" altLang="en-US" dirty="0"/>
              <a:t>。</a:t>
            </a:r>
          </a:p>
          <a:p>
            <a:r>
              <a:rPr lang="zh-CN" altLang="en-US" dirty="0"/>
              <a:t>在这个基础上，我们进一步考虑一个问题：如果对同一个 </a:t>
            </a:r>
            <a:r>
              <a:rPr lang="en-US" altLang="zh-CN" dirty="0"/>
              <a:t>KGE model family</a:t>
            </a:r>
            <a:r>
              <a:rPr lang="zh-CN" altLang="en-US" dirty="0"/>
              <a:t>，用不同随机种子进行 </a:t>
            </a:r>
            <a:r>
              <a:rPr lang="en-US" altLang="zh-CN" dirty="0"/>
              <a:t>repeated runs</a:t>
            </a:r>
            <a:r>
              <a:rPr lang="zh-CN" altLang="en-US" dirty="0"/>
              <a:t>，那么这些模型对同一个 </a:t>
            </a:r>
            <a:r>
              <a:rPr lang="en-US" altLang="zh-CN" dirty="0"/>
              <a:t>test query </a:t>
            </a:r>
            <a:r>
              <a:rPr lang="zh-CN" altLang="en-US" dirty="0"/>
              <a:t>的 </a:t>
            </a:r>
            <a:r>
              <a:rPr lang="en-US" altLang="zh-CN" dirty="0"/>
              <a:t>top-K hit / miss </a:t>
            </a:r>
            <a:r>
              <a:rPr lang="zh-CN" altLang="en-US" dirty="0"/>
              <a:t>判定，会不会始终一致？</a:t>
            </a:r>
          </a:p>
          <a:p>
            <a:r>
              <a:rPr lang="en-US" altLang="zh-CN" dirty="0"/>
              <a:t>Predictive multiplicity </a:t>
            </a:r>
            <a:r>
              <a:rPr lang="zh-CN" altLang="en-US" dirty="0"/>
              <a:t>讨论的就是这种 </a:t>
            </a:r>
            <a:r>
              <a:rPr lang="en-US" altLang="zh-CN" dirty="0"/>
              <a:t>query-level </a:t>
            </a:r>
            <a:r>
              <a:rPr lang="zh-CN" altLang="en-US" dirty="0"/>
              <a:t>的不稳定性。</a:t>
            </a:r>
          </a:p>
          <a:p>
            <a:r>
              <a:rPr lang="zh-CN" altLang="en-US" dirty="0"/>
              <a:t>也就是说，即使几个模型的整体表现非常接近，它们对于某一个具体 </a:t>
            </a:r>
            <a:r>
              <a:rPr lang="en-US" altLang="zh-CN" dirty="0"/>
              <a:t>query</a:t>
            </a:r>
            <a:r>
              <a:rPr lang="zh-CN" altLang="en-US" dirty="0"/>
              <a:t>，仍然可能在 </a:t>
            </a:r>
            <a:r>
              <a:rPr lang="en-US" altLang="zh-CN" dirty="0"/>
              <a:t>top-K hit / miss decision </a:t>
            </a:r>
            <a:r>
              <a:rPr lang="zh-CN" altLang="en-US" dirty="0"/>
              <a:t>上出现分歧。</a:t>
            </a:r>
            <a:br>
              <a:rPr lang="zh-CN" altLang="en-US" dirty="0"/>
            </a:br>
            <a:r>
              <a:rPr lang="zh-CN" altLang="en-US" dirty="0"/>
              <a:t>这里的重点不是模型整体 </a:t>
            </a:r>
            <a:r>
              <a:rPr lang="en-US" altLang="zh-CN" dirty="0"/>
              <a:t>accuracy </a:t>
            </a:r>
            <a:r>
              <a:rPr lang="zh-CN" altLang="en-US" dirty="0"/>
              <a:t>差很多，而是：</a:t>
            </a:r>
            <a:r>
              <a:rPr lang="en-US" altLang="zh-CN" b="1" dirty="0"/>
              <a:t>overall performance similar</a:t>
            </a:r>
            <a:r>
              <a:rPr lang="zh-CN" altLang="en-US" b="1" dirty="0"/>
              <a:t>，并不意味着 </a:t>
            </a:r>
            <a:r>
              <a:rPr lang="en-US" altLang="zh-CN" b="1" dirty="0"/>
              <a:t>query-level decision </a:t>
            </a:r>
            <a:r>
              <a:rPr lang="zh-CN" altLang="en-US" b="1" dirty="0"/>
              <a:t>也一定相同。</a:t>
            </a:r>
            <a:endParaRPr lang="zh-CN" altLang="en-US" dirty="0"/>
          </a:p>
          <a:p>
            <a:r>
              <a:rPr lang="zh-CN" altLang="en-US" dirty="0"/>
              <a:t>为了更直观地说明这一点，我这里放了一个 </a:t>
            </a:r>
            <a:r>
              <a:rPr lang="en-US" altLang="zh-CN" dirty="0"/>
              <a:t>toy example</a:t>
            </a:r>
            <a:r>
              <a:rPr lang="zh-CN" altLang="en-US" dirty="0"/>
              <a:t>。</a:t>
            </a:r>
          </a:p>
          <a:p>
            <a:r>
              <a:rPr lang="zh-CN" altLang="en-US" dirty="0"/>
              <a:t>这里假设我们有三个 </a:t>
            </a:r>
            <a:r>
              <a:rPr lang="en-US" altLang="zh-CN" dirty="0"/>
              <a:t>repeated runs</a:t>
            </a:r>
            <a:r>
              <a:rPr lang="zh-CN" altLang="en-US" dirty="0"/>
              <a:t>，分别是 </a:t>
            </a:r>
            <a:r>
              <a:rPr lang="en-US" altLang="zh-CN" dirty="0"/>
              <a:t>Model A</a:t>
            </a:r>
            <a:r>
              <a:rPr lang="zh-CN" altLang="en-US" dirty="0"/>
              <a:t>、</a:t>
            </a:r>
            <a:r>
              <a:rPr lang="en-US" altLang="zh-CN" dirty="0"/>
              <a:t>Model B </a:t>
            </a:r>
            <a:r>
              <a:rPr lang="zh-CN" altLang="en-US" dirty="0"/>
              <a:t>和 </a:t>
            </a:r>
            <a:r>
              <a:rPr lang="en-US" altLang="zh-CN" dirty="0"/>
              <a:t>Model C</a:t>
            </a:r>
            <a:r>
              <a:rPr lang="zh-CN" altLang="en-US" dirty="0"/>
              <a:t>。</a:t>
            </a:r>
            <a:br>
              <a:rPr lang="zh-CN" altLang="en-US" dirty="0"/>
            </a:br>
            <a:r>
              <a:rPr lang="zh-CN" altLang="en-US" dirty="0"/>
              <a:t>它们来自同一个模型设定，只是随机种子不同。这里设定 </a:t>
            </a:r>
            <a:r>
              <a:rPr lang="en-US" altLang="zh-CN" dirty="0"/>
              <a:t>K = 10</a:t>
            </a:r>
            <a:r>
              <a:rPr lang="zh-CN" altLang="en-US" dirty="0"/>
              <a:t>，所以如果正确答案被排在前 </a:t>
            </a:r>
            <a:r>
              <a:rPr lang="en-US" altLang="zh-CN" dirty="0"/>
              <a:t>10 </a:t>
            </a:r>
            <a:r>
              <a:rPr lang="zh-CN" altLang="en-US" dirty="0"/>
              <a:t>名以内，就记为 </a:t>
            </a:r>
            <a:r>
              <a:rPr lang="en-US" altLang="zh-CN" dirty="0"/>
              <a:t>Hit</a:t>
            </a:r>
            <a:r>
              <a:rPr lang="zh-CN" altLang="en-US" dirty="0"/>
              <a:t>；如果排在第 </a:t>
            </a:r>
            <a:r>
              <a:rPr lang="en-US" altLang="zh-CN" dirty="0"/>
              <a:t>10 </a:t>
            </a:r>
            <a:r>
              <a:rPr lang="zh-CN" altLang="en-US" dirty="0"/>
              <a:t>名之外，就记为 </a:t>
            </a:r>
            <a:r>
              <a:rPr lang="en-US" altLang="zh-CN" dirty="0"/>
              <a:t>Miss</a:t>
            </a:r>
            <a:r>
              <a:rPr lang="zh-CN" altLang="en-US" dirty="0"/>
              <a:t>。</a:t>
            </a:r>
          </a:p>
          <a:p>
            <a:r>
              <a:rPr lang="zh-CN" altLang="en-US" dirty="0"/>
              <a:t>从表格最下面可以看到，这三个模型的整体 </a:t>
            </a:r>
            <a:r>
              <a:rPr lang="en-US" altLang="zh-CN" dirty="0"/>
              <a:t>Hits@10 </a:t>
            </a:r>
            <a:r>
              <a:rPr lang="zh-CN" altLang="en-US" dirty="0"/>
              <a:t>都是 </a:t>
            </a:r>
            <a:r>
              <a:rPr lang="en-US" altLang="zh-CN" dirty="0"/>
              <a:t>75%</a:t>
            </a:r>
            <a:r>
              <a:rPr lang="zh-CN" altLang="en-US" dirty="0"/>
              <a:t>。</a:t>
            </a:r>
            <a:br>
              <a:rPr lang="zh-CN" altLang="en-US" dirty="0"/>
            </a:br>
            <a:r>
              <a:rPr lang="zh-CN" altLang="en-US" dirty="0"/>
              <a:t>也就是说，如果只看整体评价指标，它们的表现是完全一样的。</a:t>
            </a:r>
          </a:p>
          <a:p>
            <a:r>
              <a:rPr lang="zh-CN" altLang="en-US" dirty="0"/>
              <a:t>但是，当我们进一步看每一个 </a:t>
            </a:r>
            <a:r>
              <a:rPr lang="en-US" altLang="zh-CN" dirty="0"/>
              <a:t>test pair </a:t>
            </a:r>
            <a:r>
              <a:rPr lang="zh-CN" altLang="en-US" dirty="0"/>
              <a:t>的 </a:t>
            </a:r>
            <a:r>
              <a:rPr lang="en-US" altLang="zh-CN" dirty="0"/>
              <a:t>hit / miss decision </a:t>
            </a:r>
            <a:r>
              <a:rPr lang="zh-CN" altLang="en-US" dirty="0"/>
              <a:t>时，就会发现它们并不一致。</a:t>
            </a:r>
          </a:p>
          <a:p>
            <a:r>
              <a:rPr lang="zh-CN" altLang="en-US" dirty="0"/>
              <a:t>比如第一个 </a:t>
            </a:r>
            <a:r>
              <a:rPr lang="en-US" altLang="zh-CN" dirty="0"/>
              <a:t>test pair</a:t>
            </a:r>
            <a:r>
              <a:rPr lang="zh-CN" altLang="en-US" dirty="0"/>
              <a:t>，</a:t>
            </a:r>
            <a:r>
              <a:rPr lang="en-US" altLang="zh-CN" dirty="0"/>
              <a:t>Model A </a:t>
            </a:r>
            <a:r>
              <a:rPr lang="zh-CN" altLang="en-US" dirty="0"/>
              <a:t>和 </a:t>
            </a:r>
            <a:r>
              <a:rPr lang="en-US" altLang="zh-CN" dirty="0"/>
              <a:t>Model B </a:t>
            </a:r>
            <a:r>
              <a:rPr lang="zh-CN" altLang="en-US" dirty="0"/>
              <a:t>都给出了 </a:t>
            </a:r>
            <a:r>
              <a:rPr lang="en-US" altLang="zh-CN" dirty="0"/>
              <a:t>Hit</a:t>
            </a:r>
            <a:r>
              <a:rPr lang="zh-CN" altLang="en-US" dirty="0"/>
              <a:t>，但 </a:t>
            </a:r>
            <a:r>
              <a:rPr lang="en-US" altLang="zh-CN" dirty="0"/>
              <a:t>Model C </a:t>
            </a:r>
            <a:r>
              <a:rPr lang="zh-CN" altLang="en-US" dirty="0"/>
              <a:t>给出了 </a:t>
            </a:r>
            <a:r>
              <a:rPr lang="en-US" altLang="zh-CN" dirty="0"/>
              <a:t>Miss</a:t>
            </a:r>
            <a:r>
              <a:rPr lang="zh-CN" altLang="en-US" dirty="0"/>
              <a:t>。</a:t>
            </a:r>
            <a:br>
              <a:rPr lang="zh-CN" altLang="en-US" dirty="0"/>
            </a:br>
            <a:r>
              <a:rPr lang="zh-CN" altLang="en-US" dirty="0"/>
              <a:t>第二个 </a:t>
            </a:r>
            <a:r>
              <a:rPr lang="en-US" altLang="zh-CN" dirty="0"/>
              <a:t>test pair </a:t>
            </a:r>
            <a:r>
              <a:rPr lang="zh-CN" altLang="en-US" dirty="0"/>
              <a:t>中，</a:t>
            </a:r>
            <a:r>
              <a:rPr lang="en-US" altLang="zh-CN" dirty="0"/>
              <a:t>Model A </a:t>
            </a:r>
            <a:r>
              <a:rPr lang="zh-CN" altLang="en-US" dirty="0"/>
              <a:t>和 </a:t>
            </a:r>
            <a:r>
              <a:rPr lang="en-US" altLang="zh-CN" dirty="0"/>
              <a:t>Model C </a:t>
            </a:r>
            <a:r>
              <a:rPr lang="zh-CN" altLang="en-US" dirty="0"/>
              <a:t>是 </a:t>
            </a:r>
            <a:r>
              <a:rPr lang="en-US" altLang="zh-CN" dirty="0"/>
              <a:t>Hit</a:t>
            </a:r>
            <a:r>
              <a:rPr lang="zh-CN" altLang="en-US" dirty="0"/>
              <a:t>，而 </a:t>
            </a:r>
            <a:r>
              <a:rPr lang="en-US" altLang="zh-CN" dirty="0"/>
              <a:t>Model B </a:t>
            </a:r>
            <a:r>
              <a:rPr lang="zh-CN" altLang="en-US" dirty="0"/>
              <a:t>是 </a:t>
            </a:r>
            <a:r>
              <a:rPr lang="en-US" altLang="zh-CN" dirty="0"/>
              <a:t>Miss</a:t>
            </a:r>
            <a:r>
              <a:rPr lang="zh-CN" altLang="en-US" dirty="0"/>
              <a:t>。</a:t>
            </a:r>
            <a:br>
              <a:rPr lang="zh-CN" altLang="en-US" dirty="0"/>
            </a:br>
            <a:r>
              <a:rPr lang="zh-CN" altLang="en-US" dirty="0"/>
              <a:t>第三个 </a:t>
            </a:r>
            <a:r>
              <a:rPr lang="en-US" altLang="zh-CN" dirty="0"/>
              <a:t>test pair </a:t>
            </a:r>
            <a:r>
              <a:rPr lang="zh-CN" altLang="en-US" dirty="0"/>
              <a:t>中，</a:t>
            </a:r>
            <a:r>
              <a:rPr lang="en-US" altLang="zh-CN" dirty="0"/>
              <a:t>Model A </a:t>
            </a:r>
            <a:r>
              <a:rPr lang="zh-CN" altLang="en-US" dirty="0"/>
              <a:t>是 </a:t>
            </a:r>
            <a:r>
              <a:rPr lang="en-US" altLang="zh-CN" dirty="0"/>
              <a:t>Miss</a:t>
            </a:r>
            <a:r>
              <a:rPr lang="zh-CN" altLang="en-US" dirty="0"/>
              <a:t>，而 </a:t>
            </a:r>
            <a:r>
              <a:rPr lang="en-US" altLang="zh-CN" dirty="0"/>
              <a:t>Model B </a:t>
            </a:r>
            <a:r>
              <a:rPr lang="zh-CN" altLang="en-US" dirty="0"/>
              <a:t>和 </a:t>
            </a:r>
            <a:r>
              <a:rPr lang="en-US" altLang="zh-CN" dirty="0"/>
              <a:t>Model C </a:t>
            </a:r>
            <a:r>
              <a:rPr lang="zh-CN" altLang="en-US" dirty="0"/>
              <a:t>是 </a:t>
            </a:r>
            <a:r>
              <a:rPr lang="en-US" altLang="zh-CN" dirty="0"/>
              <a:t>Hit</a:t>
            </a:r>
            <a:r>
              <a:rPr lang="zh-CN" altLang="en-US" dirty="0"/>
              <a:t>。</a:t>
            </a:r>
            <a:br>
              <a:rPr lang="zh-CN" altLang="en-US" dirty="0"/>
            </a:br>
            <a:r>
              <a:rPr lang="zh-CN" altLang="en-US" dirty="0"/>
              <a:t>只有第四个 </a:t>
            </a:r>
            <a:r>
              <a:rPr lang="en-US" altLang="zh-CN" dirty="0"/>
              <a:t>test pair </a:t>
            </a:r>
            <a:r>
              <a:rPr lang="zh-CN" altLang="en-US" dirty="0"/>
              <a:t>上，三个模型都一致给出了 </a:t>
            </a:r>
            <a:r>
              <a:rPr lang="en-US" altLang="zh-CN" dirty="0"/>
              <a:t>Hit</a:t>
            </a:r>
            <a:r>
              <a:rPr lang="zh-CN" altLang="en-US" dirty="0"/>
              <a:t>。</a:t>
            </a:r>
          </a:p>
          <a:p>
            <a:r>
              <a:rPr lang="zh-CN" altLang="en-US" dirty="0"/>
              <a:t>这说明，即使 </a:t>
            </a:r>
            <a:r>
              <a:rPr lang="en-US" altLang="zh-CN" dirty="0"/>
              <a:t>overall Hits@10 </a:t>
            </a:r>
            <a:r>
              <a:rPr lang="zh-CN" altLang="en-US" dirty="0"/>
              <a:t>完全一样，模型在具体 </a:t>
            </a:r>
            <a:r>
              <a:rPr lang="en-US" altLang="zh-CN" dirty="0"/>
              <a:t>query </a:t>
            </a:r>
            <a:r>
              <a:rPr lang="zh-CN" altLang="en-US" dirty="0"/>
              <a:t>上的判断也可能是不稳定的。</a:t>
            </a:r>
          </a:p>
          <a:p>
            <a:r>
              <a:rPr lang="zh-CN" altLang="en-US" dirty="0"/>
              <a:t>接下来，原论文用两个指标来量化这种 </a:t>
            </a:r>
            <a:r>
              <a:rPr lang="en-US" altLang="zh-CN" dirty="0"/>
              <a:t>predictive multiplicity</a:t>
            </a:r>
            <a:r>
              <a:rPr lang="zh-CN" altLang="en-US" dirty="0"/>
              <a:t>，也就是 </a:t>
            </a:r>
            <a:r>
              <a:rPr lang="en-US" altLang="zh-CN" dirty="0"/>
              <a:t>ambiguity </a:t>
            </a:r>
            <a:r>
              <a:rPr lang="zh-CN" altLang="en-US" dirty="0"/>
              <a:t>和 </a:t>
            </a:r>
            <a:r>
              <a:rPr lang="en-US" altLang="zh-CN" dirty="0"/>
              <a:t>discrepancy</a:t>
            </a:r>
            <a:r>
              <a:rPr lang="zh-CN" altLang="en-US" dirty="0"/>
              <a:t>。</a:t>
            </a:r>
          </a:p>
          <a:p>
            <a:r>
              <a:rPr lang="zh-CN" altLang="en-US" dirty="0"/>
              <a:t>首先是 </a:t>
            </a:r>
            <a:r>
              <a:rPr lang="en-US" altLang="zh-CN" dirty="0"/>
              <a:t>ambiguity</a:t>
            </a:r>
            <a:r>
              <a:rPr lang="zh-CN" altLang="en-US" dirty="0"/>
              <a:t>，记作 </a:t>
            </a:r>
            <a:r>
              <a:rPr lang="en-US" altLang="zh-CN" dirty="0"/>
              <a:t>alpha</a:t>
            </a:r>
            <a:r>
              <a:rPr lang="zh-CN" altLang="en-US" dirty="0"/>
              <a:t>。</a:t>
            </a:r>
          </a:p>
          <a:p>
            <a:r>
              <a:rPr lang="en-US" altLang="zh-CN" dirty="0"/>
              <a:t>Ambiguity </a:t>
            </a:r>
            <a:r>
              <a:rPr lang="zh-CN" altLang="en-US" dirty="0"/>
              <a:t>关注的是：在所有 </a:t>
            </a:r>
            <a:r>
              <a:rPr lang="en-US" altLang="zh-CN" dirty="0"/>
              <a:t>test pairs </a:t>
            </a:r>
            <a:r>
              <a:rPr lang="zh-CN" altLang="en-US" dirty="0"/>
              <a:t>中，有多少 </a:t>
            </a:r>
            <a:r>
              <a:rPr lang="en-US" altLang="zh-CN" dirty="0"/>
              <a:t>test pair </a:t>
            </a:r>
            <a:r>
              <a:rPr lang="zh-CN" altLang="en-US" dirty="0"/>
              <a:t>至少出现过一次 </a:t>
            </a:r>
            <a:r>
              <a:rPr lang="en-US" altLang="zh-CN" dirty="0"/>
              <a:t>conflicting top-K decision</a:t>
            </a:r>
            <a:r>
              <a:rPr lang="zh-CN" altLang="en-US" dirty="0"/>
              <a:t>。</a:t>
            </a:r>
            <a:br>
              <a:rPr lang="zh-CN" altLang="en-US" dirty="0"/>
            </a:br>
            <a:r>
              <a:rPr lang="zh-CN" altLang="en-US" dirty="0"/>
              <a:t>换句话说，只要对于某一个 </a:t>
            </a:r>
            <a:r>
              <a:rPr lang="en-US" altLang="zh-CN" dirty="0"/>
              <a:t>test pair</a:t>
            </a:r>
            <a:r>
              <a:rPr lang="zh-CN" altLang="en-US" dirty="0"/>
              <a:t>，存在一个 </a:t>
            </a:r>
            <a:r>
              <a:rPr lang="en-US" altLang="zh-CN" dirty="0"/>
              <a:t>similarly performing model </a:t>
            </a:r>
            <a:r>
              <a:rPr lang="zh-CN" altLang="en-US" dirty="0"/>
              <a:t>和 </a:t>
            </a:r>
            <a:r>
              <a:rPr lang="en-US" altLang="zh-CN" dirty="0"/>
              <a:t>baseline model </a:t>
            </a:r>
            <a:r>
              <a:rPr lang="zh-CN" altLang="en-US" dirty="0"/>
              <a:t>的 </a:t>
            </a:r>
            <a:r>
              <a:rPr lang="en-US" altLang="zh-CN" dirty="0"/>
              <a:t>Hit / Miss </a:t>
            </a:r>
            <a:r>
              <a:rPr lang="zh-CN" altLang="en-US" dirty="0"/>
              <a:t>判断不同，那么这个 </a:t>
            </a:r>
            <a:r>
              <a:rPr lang="en-US" altLang="zh-CN" dirty="0"/>
              <a:t>test pair </a:t>
            </a:r>
            <a:r>
              <a:rPr lang="zh-CN" altLang="en-US" dirty="0"/>
              <a:t>就被认为是 </a:t>
            </a:r>
            <a:r>
              <a:rPr lang="en-US" altLang="zh-CN" dirty="0"/>
              <a:t>ambiguous</a:t>
            </a:r>
            <a:r>
              <a:rPr lang="zh-CN" altLang="en-US" dirty="0"/>
              <a:t>。</a:t>
            </a:r>
          </a:p>
          <a:p>
            <a:r>
              <a:rPr lang="zh-CN" altLang="en-US" dirty="0"/>
              <a:t>在这个 </a:t>
            </a:r>
            <a:r>
              <a:rPr lang="en-US" altLang="zh-CN" dirty="0"/>
              <a:t>toy example </a:t>
            </a:r>
            <a:r>
              <a:rPr lang="zh-CN" altLang="en-US" dirty="0"/>
              <a:t>里，四个 </a:t>
            </a:r>
            <a:r>
              <a:rPr lang="en-US" altLang="zh-CN" dirty="0"/>
              <a:t>test pairs </a:t>
            </a:r>
            <a:r>
              <a:rPr lang="zh-CN" altLang="en-US" dirty="0"/>
              <a:t>中，前三个都出现了 </a:t>
            </a:r>
            <a:r>
              <a:rPr lang="en-US" altLang="zh-CN" dirty="0"/>
              <a:t>hit / miss </a:t>
            </a:r>
            <a:r>
              <a:rPr lang="zh-CN" altLang="en-US" dirty="0"/>
              <a:t>冲突，只有第四个没有冲突。</a:t>
            </a:r>
            <a:br>
              <a:rPr lang="zh-CN" altLang="en-US" dirty="0"/>
            </a:br>
            <a:r>
              <a:rPr lang="zh-CN" altLang="en-US" dirty="0"/>
              <a:t>所以这里的 </a:t>
            </a:r>
            <a:r>
              <a:rPr lang="en-US" altLang="zh-CN" dirty="0"/>
              <a:t>ambiguity </a:t>
            </a:r>
            <a:r>
              <a:rPr lang="zh-CN" altLang="en-US" dirty="0"/>
              <a:t>是 </a:t>
            </a:r>
            <a:r>
              <a:rPr lang="en-US" altLang="zh-CN" dirty="0"/>
              <a:t>3/4</a:t>
            </a:r>
            <a:r>
              <a:rPr lang="zh-CN" altLang="en-US" dirty="0"/>
              <a:t>，也就是 </a:t>
            </a:r>
            <a:r>
              <a:rPr lang="en-US" altLang="zh-CN" dirty="0"/>
              <a:t>0.75</a:t>
            </a:r>
            <a:r>
              <a:rPr lang="zh-CN" altLang="en-US" dirty="0"/>
              <a:t>。</a:t>
            </a:r>
          </a:p>
          <a:p>
            <a:r>
              <a:rPr lang="zh-CN" altLang="en-US" dirty="0"/>
              <a:t>也就是说，</a:t>
            </a:r>
            <a:r>
              <a:rPr lang="en-US" altLang="zh-CN" dirty="0"/>
              <a:t>alpha </a:t>
            </a:r>
            <a:r>
              <a:rPr lang="zh-CN" altLang="en-US" dirty="0"/>
              <a:t>衡量的是：</a:t>
            </a:r>
            <a:r>
              <a:rPr lang="zh-CN" altLang="en-US" b="1" dirty="0"/>
              <a:t>有多少 </a:t>
            </a:r>
            <a:r>
              <a:rPr lang="en-US" altLang="zh-CN" b="1" dirty="0"/>
              <a:t>query </a:t>
            </a:r>
            <a:r>
              <a:rPr lang="zh-CN" altLang="en-US" b="1" dirty="0"/>
              <a:t>是不稳定的，或者说 </a:t>
            </a:r>
            <a:r>
              <a:rPr lang="en-US" altLang="zh-CN" b="1" dirty="0"/>
              <a:t>multiplicity </a:t>
            </a:r>
            <a:r>
              <a:rPr lang="zh-CN" altLang="en-US" b="1" dirty="0"/>
              <a:t>覆盖了多大范围的 </a:t>
            </a:r>
            <a:r>
              <a:rPr lang="en-US" altLang="zh-CN" b="1" dirty="0"/>
              <a:t>test queries</a:t>
            </a:r>
            <a:r>
              <a:rPr lang="zh-CN" altLang="en-US" b="1" dirty="0"/>
              <a:t>。</a:t>
            </a:r>
            <a:endParaRPr lang="en-US" altLang="zh-CN" dirty="0"/>
          </a:p>
          <a:p>
            <a:r>
              <a:rPr lang="zh-CN" altLang="en-US" dirty="0"/>
              <a:t>然后是 </a:t>
            </a:r>
            <a:r>
              <a:rPr lang="en-US" altLang="zh-CN" dirty="0"/>
              <a:t>discrepancy</a:t>
            </a:r>
            <a:r>
              <a:rPr lang="zh-CN" altLang="en-US" dirty="0"/>
              <a:t>，记作 </a:t>
            </a:r>
            <a:r>
              <a:rPr lang="en-US" altLang="zh-CN" dirty="0"/>
              <a:t>delta</a:t>
            </a:r>
            <a:r>
              <a:rPr lang="zh-CN" altLang="en-US" dirty="0"/>
              <a:t>。</a:t>
            </a:r>
          </a:p>
          <a:p>
            <a:r>
              <a:rPr lang="en-US" altLang="zh-CN" dirty="0"/>
              <a:t>Discrepancy </a:t>
            </a:r>
            <a:r>
              <a:rPr lang="zh-CN" altLang="en-US" dirty="0"/>
              <a:t>关注的不是“有多少 </a:t>
            </a:r>
            <a:r>
              <a:rPr lang="en-US" altLang="zh-CN" dirty="0"/>
              <a:t>query </a:t>
            </a:r>
            <a:r>
              <a:rPr lang="zh-CN" altLang="en-US" dirty="0"/>
              <a:t>曾经发生过冲突”，而是从模型角度看：对于某一个 </a:t>
            </a:r>
            <a:r>
              <a:rPr lang="en-US" altLang="zh-CN" dirty="0"/>
              <a:t>competing model</a:t>
            </a:r>
            <a:r>
              <a:rPr lang="zh-CN" altLang="en-US" dirty="0"/>
              <a:t>，它和 </a:t>
            </a:r>
            <a:r>
              <a:rPr lang="en-US" altLang="zh-CN" dirty="0"/>
              <a:t>baseline model </a:t>
            </a:r>
            <a:r>
              <a:rPr lang="zh-CN" altLang="en-US" dirty="0"/>
              <a:t>之间，整体最多可以分歧到什么程度。</a:t>
            </a:r>
          </a:p>
          <a:p>
            <a:r>
              <a:rPr lang="zh-CN" altLang="en-US" dirty="0"/>
              <a:t>在这里，如果我们把 </a:t>
            </a:r>
            <a:r>
              <a:rPr lang="en-US" altLang="zh-CN" dirty="0"/>
              <a:t>Model A </a:t>
            </a:r>
            <a:r>
              <a:rPr lang="zh-CN" altLang="en-US" dirty="0"/>
              <a:t>作为 </a:t>
            </a:r>
            <a:r>
              <a:rPr lang="en-US" altLang="zh-CN" dirty="0"/>
              <a:t>baseline</a:t>
            </a:r>
            <a:r>
              <a:rPr lang="zh-CN" altLang="en-US" dirty="0"/>
              <a:t>，那么 </a:t>
            </a:r>
            <a:r>
              <a:rPr lang="en-US" altLang="zh-CN" dirty="0"/>
              <a:t>Model B </a:t>
            </a:r>
            <a:r>
              <a:rPr lang="zh-CN" altLang="en-US" dirty="0"/>
              <a:t>和 </a:t>
            </a:r>
            <a:r>
              <a:rPr lang="en-US" altLang="zh-CN" dirty="0"/>
              <a:t>Model A </a:t>
            </a:r>
            <a:r>
              <a:rPr lang="zh-CN" altLang="en-US" dirty="0"/>
              <a:t>在第二、第三个 </a:t>
            </a:r>
            <a:r>
              <a:rPr lang="en-US" altLang="zh-CN" dirty="0"/>
              <a:t>test pair </a:t>
            </a:r>
            <a:r>
              <a:rPr lang="zh-CN" altLang="en-US" dirty="0"/>
              <a:t>上判断不同，所以 </a:t>
            </a:r>
            <a:r>
              <a:rPr lang="en-US" altLang="zh-CN" dirty="0"/>
              <a:t>disagreement rate </a:t>
            </a:r>
            <a:r>
              <a:rPr lang="zh-CN" altLang="en-US" dirty="0"/>
              <a:t>是 </a:t>
            </a:r>
            <a:r>
              <a:rPr lang="en-US" altLang="zh-CN" dirty="0"/>
              <a:t>2/4</a:t>
            </a:r>
            <a:r>
              <a:rPr lang="zh-CN" altLang="en-US" dirty="0"/>
              <a:t>。</a:t>
            </a:r>
            <a:br>
              <a:rPr lang="zh-CN" altLang="en-US" dirty="0"/>
            </a:br>
            <a:r>
              <a:rPr lang="en-US" altLang="zh-CN" dirty="0"/>
              <a:t>Model C </a:t>
            </a:r>
            <a:r>
              <a:rPr lang="zh-CN" altLang="en-US" dirty="0"/>
              <a:t>和 </a:t>
            </a:r>
            <a:r>
              <a:rPr lang="en-US" altLang="zh-CN" dirty="0"/>
              <a:t>Model A </a:t>
            </a:r>
            <a:r>
              <a:rPr lang="zh-CN" altLang="en-US" dirty="0"/>
              <a:t>在第一、第三个 </a:t>
            </a:r>
            <a:r>
              <a:rPr lang="en-US" altLang="zh-CN" dirty="0"/>
              <a:t>test pair </a:t>
            </a:r>
            <a:r>
              <a:rPr lang="zh-CN" altLang="en-US" dirty="0"/>
              <a:t>上判断不同，所以 </a:t>
            </a:r>
            <a:r>
              <a:rPr lang="en-US" altLang="zh-CN" dirty="0"/>
              <a:t>disagreement rate </a:t>
            </a:r>
            <a:r>
              <a:rPr lang="zh-CN" altLang="en-US" dirty="0"/>
              <a:t>也是 </a:t>
            </a:r>
            <a:r>
              <a:rPr lang="en-US" altLang="zh-CN" dirty="0"/>
              <a:t>2/4</a:t>
            </a:r>
            <a:r>
              <a:rPr lang="zh-CN" altLang="en-US" dirty="0"/>
              <a:t>。</a:t>
            </a:r>
            <a:br>
              <a:rPr lang="zh-CN" altLang="en-US" dirty="0"/>
            </a:br>
            <a:r>
              <a:rPr lang="zh-CN" altLang="en-US" dirty="0"/>
              <a:t>因此 </a:t>
            </a:r>
            <a:r>
              <a:rPr lang="en-US" altLang="zh-CN" dirty="0"/>
              <a:t>delta </a:t>
            </a:r>
            <a:r>
              <a:rPr lang="zh-CN" altLang="en-US" dirty="0"/>
              <a:t>就是两者中的最大值，也就是 </a:t>
            </a:r>
            <a:r>
              <a:rPr lang="en-US" altLang="zh-CN" dirty="0"/>
              <a:t>max(2/4, 2/4) = 0.5</a:t>
            </a:r>
            <a:r>
              <a:rPr lang="zh-CN" altLang="en-US" dirty="0"/>
              <a:t>。</a:t>
            </a:r>
          </a:p>
          <a:p>
            <a:r>
              <a:rPr lang="zh-CN" altLang="en-US" dirty="0"/>
              <a:t>所以，</a:t>
            </a:r>
            <a:r>
              <a:rPr lang="en-US" altLang="zh-CN" dirty="0"/>
              <a:t>ambiguity </a:t>
            </a:r>
            <a:r>
              <a:rPr lang="zh-CN" altLang="en-US" dirty="0"/>
              <a:t>和 </a:t>
            </a:r>
            <a:r>
              <a:rPr lang="en-US" altLang="zh-CN" dirty="0"/>
              <a:t>discrepancy </a:t>
            </a:r>
            <a:r>
              <a:rPr lang="zh-CN" altLang="en-US" dirty="0"/>
              <a:t>虽然都在描述 </a:t>
            </a:r>
            <a:r>
              <a:rPr lang="en-US" altLang="zh-CN" dirty="0"/>
              <a:t>multiplicity</a:t>
            </a:r>
            <a:r>
              <a:rPr lang="zh-CN" altLang="en-US" dirty="0"/>
              <a:t>，但它们的侧重点不同。</a:t>
            </a:r>
          </a:p>
          <a:p>
            <a:r>
              <a:rPr lang="en-US" altLang="zh-CN" dirty="0"/>
              <a:t>Ambiguity </a:t>
            </a:r>
            <a:r>
              <a:rPr lang="zh-CN" altLang="en-US" dirty="0"/>
              <a:t>更关注 </a:t>
            </a:r>
            <a:r>
              <a:rPr lang="en-US" altLang="zh-CN" dirty="0"/>
              <a:t>query side</a:t>
            </a:r>
            <a:r>
              <a:rPr lang="zh-CN" altLang="en-US" dirty="0"/>
              <a:t>：有多少 </a:t>
            </a:r>
            <a:r>
              <a:rPr lang="en-US" altLang="zh-CN" dirty="0"/>
              <a:t>test pairs </a:t>
            </a:r>
            <a:r>
              <a:rPr lang="zh-CN" altLang="en-US" dirty="0"/>
              <a:t>是不稳定的。</a:t>
            </a:r>
            <a:br>
              <a:rPr lang="zh-CN" altLang="en-US" dirty="0"/>
            </a:br>
            <a:r>
              <a:rPr lang="en-US" altLang="zh-CN" dirty="0"/>
              <a:t>Discrepancy </a:t>
            </a:r>
            <a:r>
              <a:rPr lang="zh-CN" altLang="en-US" dirty="0"/>
              <a:t>更关注 </a:t>
            </a:r>
            <a:r>
              <a:rPr lang="en-US" altLang="zh-CN" dirty="0"/>
              <a:t>model side</a:t>
            </a:r>
            <a:r>
              <a:rPr lang="zh-CN" altLang="en-US" dirty="0"/>
              <a:t>：某一个 </a:t>
            </a:r>
            <a:r>
              <a:rPr lang="en-US" altLang="zh-CN" dirty="0"/>
              <a:t>competing model </a:t>
            </a:r>
            <a:r>
              <a:rPr lang="zh-CN" altLang="en-US" dirty="0"/>
              <a:t>最多能和 </a:t>
            </a:r>
            <a:r>
              <a:rPr lang="en-US" altLang="zh-CN" dirty="0"/>
              <a:t>baseline model </a:t>
            </a:r>
            <a:r>
              <a:rPr lang="zh-CN" altLang="en-US" dirty="0"/>
              <a:t>分歧到什么程度。</a:t>
            </a:r>
          </a:p>
          <a:p>
            <a:r>
              <a:rPr lang="zh-CN" altLang="en-US" dirty="0"/>
              <a:t>这一页最重要的 </a:t>
            </a:r>
            <a:r>
              <a:rPr lang="en-US" altLang="zh-CN" dirty="0"/>
              <a:t>takeaway </a:t>
            </a:r>
            <a:r>
              <a:rPr lang="zh-CN" altLang="en-US" dirty="0"/>
              <a:t>是：</a:t>
            </a:r>
            <a:br>
              <a:rPr lang="zh-CN" altLang="en-US" dirty="0"/>
            </a:br>
            <a:r>
              <a:rPr lang="en-US" altLang="zh-CN" b="1" dirty="0"/>
              <a:t>Similar overall performance does not imply identical query-level decisions.</a:t>
            </a:r>
            <a:endParaRPr lang="en-US" altLang="zh-CN" dirty="0"/>
          </a:p>
          <a:p>
            <a:r>
              <a:rPr lang="zh-CN" altLang="en-US" dirty="0"/>
              <a:t>如果 </a:t>
            </a:r>
            <a:r>
              <a:rPr lang="en-US" altLang="zh-CN" dirty="0"/>
              <a:t>KGE link prediction </a:t>
            </a:r>
            <a:r>
              <a:rPr lang="zh-CN" altLang="en-US" dirty="0"/>
              <a:t>的结果被用于下游决策，那么这个问题就会变得更加严重。</a:t>
            </a:r>
            <a:br>
              <a:rPr lang="zh-CN" altLang="en-US" dirty="0"/>
            </a:br>
            <a:r>
              <a:rPr lang="zh-CN" altLang="en-US" dirty="0"/>
              <a:t>因为在这种情况下，最终结论可能并不是由 </a:t>
            </a:r>
            <a:r>
              <a:rPr lang="en-US" altLang="zh-CN" dirty="0"/>
              <a:t>graph </a:t>
            </a:r>
            <a:r>
              <a:rPr lang="zh-CN" altLang="en-US" dirty="0"/>
              <a:t>中稳定的 </a:t>
            </a:r>
            <a:r>
              <a:rPr lang="en-US" altLang="zh-CN" dirty="0"/>
              <a:t>relational evidence </a:t>
            </a:r>
            <a:r>
              <a:rPr lang="zh-CN" altLang="en-US" dirty="0"/>
              <a:t>决定的，而是会受到 </a:t>
            </a:r>
            <a:r>
              <a:rPr lang="en-US" altLang="zh-CN" dirty="0"/>
              <a:t>random training variation </a:t>
            </a:r>
            <a:r>
              <a:rPr lang="zh-CN" altLang="en-US" dirty="0"/>
              <a:t>的影响。</a:t>
            </a:r>
            <a:br>
              <a:rPr lang="zh-CN" altLang="en-US" dirty="0"/>
            </a:br>
            <a:r>
              <a:rPr lang="zh-CN" altLang="en-US" dirty="0"/>
              <a:t>也就是说，仅仅因为随机种子不同，一个整体表现相近的模型就可能对同一个 </a:t>
            </a:r>
            <a:r>
              <a:rPr lang="en-US" altLang="zh-CN" dirty="0"/>
              <a:t>query </a:t>
            </a:r>
            <a:r>
              <a:rPr lang="zh-CN" altLang="en-US" dirty="0"/>
              <a:t>给出不同的 </a:t>
            </a:r>
            <a:r>
              <a:rPr lang="en-US" altLang="zh-CN" dirty="0"/>
              <a:t>top-K decision</a:t>
            </a:r>
            <a:r>
              <a:rPr lang="zh-CN" altLang="en-US" dirty="0"/>
              <a:t>。</a:t>
            </a: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20C396B-3EC3-D548-AED1-2F10EEE24062}" type="slidenum">
              <a:rPr kumimoji="1" lang="zh-CN" altLang="en-US" smtClean="0"/>
              <a:t>3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40674169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So far, we have seen what predictive multiplicity is and how it is measured.</a:t>
            </a:r>
          </a:p>
          <a:p>
            <a:endParaRPr lang="en-US" altLang="zh-CN" dirty="0"/>
          </a:p>
          <a:p>
            <a:r>
              <a:rPr lang="en-US" altLang="zh-CN" dirty="0"/>
              <a:t>Next, I will explain what the original paper mainly addressed, and how my thesis question extends from it.</a:t>
            </a:r>
          </a:p>
          <a:p>
            <a:endParaRPr lang="en-US" altLang="zh-CN" dirty="0"/>
          </a:p>
          <a:p>
            <a:r>
              <a:rPr lang="en-US" altLang="zh-CN" dirty="0"/>
              <a:t>The original paper has three main contributions.</a:t>
            </a:r>
          </a:p>
          <a:p>
            <a:endParaRPr lang="en-US" altLang="zh-CN" dirty="0"/>
          </a:p>
          <a:p>
            <a:r>
              <a:rPr lang="en-US" altLang="zh-CN" dirty="0"/>
              <a:t>First, it formally defines predictive multiplicity in KGE link prediction.</a:t>
            </a:r>
          </a:p>
          <a:p>
            <a:endParaRPr lang="en-US" altLang="zh-CN" dirty="0"/>
          </a:p>
          <a:p>
            <a:r>
              <a:rPr lang="en-US" altLang="zh-CN" dirty="0"/>
              <a:t>Second, it introduces two metrics, ambiguity and discrepancy, which we just discussed.</a:t>
            </a:r>
          </a:p>
          <a:p>
            <a:endParaRPr lang="en-US" altLang="zh-CN" dirty="0"/>
          </a:p>
          <a:p>
            <a:r>
              <a:rPr lang="en-US" altLang="zh-CN" dirty="0"/>
              <a:t>Third, it empirically shows that predictive multiplicity exists, and that voting can reduce it to some extent.</a:t>
            </a:r>
          </a:p>
          <a:p>
            <a:endParaRPr lang="en-US" altLang="zh-CN" dirty="0"/>
          </a:p>
          <a:p>
            <a:r>
              <a:rPr lang="en-US" altLang="zh-CN" dirty="0"/>
              <a:t>However, for my thesis, I see the original paper as mainly answering the question of whether this phenomenon exists.</a:t>
            </a:r>
          </a:p>
          <a:p>
            <a:endParaRPr lang="en-US" altLang="zh-CN" dirty="0"/>
          </a:p>
          <a:p>
            <a:r>
              <a:rPr lang="en-US" altLang="zh-CN" dirty="0"/>
              <a:t>My current interest is a different question: does this multiplicity behave differently across different relations?</a:t>
            </a:r>
          </a:p>
          <a:p>
            <a:endParaRPr lang="en-US" altLang="zh-CN" dirty="0"/>
          </a:p>
          <a:p>
            <a:r>
              <a:rPr lang="en-US" altLang="zh-CN" dirty="0"/>
              <a:t>Therefore, my thesis moves from a global observation of the phenomenon to a relation-level analysis.</a:t>
            </a:r>
          </a:p>
          <a:p>
            <a:endParaRPr lang="en-US" altLang="zh-CN" dirty="0"/>
          </a:p>
          <a:p>
            <a:r>
              <a:rPr lang="en-US" altLang="zh-CN" dirty="0"/>
              <a:t>More specifically, I want to study which relation-level factors are associated with stronger or weaker predictive multiplicity.</a:t>
            </a:r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到这里为止，我们已经知道了 </a:t>
            </a:r>
            <a:r>
              <a:rPr lang="en-US" altLang="zh-CN" dirty="0"/>
              <a:t>predictive multiplicity </a:t>
            </a:r>
            <a:r>
              <a:rPr lang="zh-CN" altLang="en-US" dirty="0"/>
              <a:t>是什么，以及它是如何被定义和衡量的。</a:t>
            </a:r>
            <a:br>
              <a:rPr lang="zh-CN" altLang="en-US" dirty="0"/>
            </a:br>
            <a:r>
              <a:rPr lang="zh-CN" altLang="en-US" dirty="0"/>
              <a:t>那接下来我想先说明一下：</a:t>
            </a:r>
            <a:r>
              <a:rPr lang="zh-CN" altLang="en-US" b="1" dirty="0"/>
              <a:t>原论文本身主要解决到了哪里，而我自己的 </a:t>
            </a:r>
            <a:r>
              <a:rPr lang="en-US" altLang="zh-CN" b="1" dirty="0"/>
              <a:t>thesis </a:t>
            </a:r>
            <a:r>
              <a:rPr lang="zh-CN" altLang="en-US" b="1" dirty="0"/>
              <a:t>问题又是从哪里接上的。</a:t>
            </a:r>
            <a:endParaRPr lang="zh-CN" altLang="en-US" dirty="0"/>
          </a:p>
          <a:p>
            <a:r>
              <a:rPr lang="zh-CN" altLang="en-US" dirty="0"/>
              <a:t>原论文的核心贡献，概括来说有三点。</a:t>
            </a:r>
            <a:br>
              <a:rPr lang="zh-CN" altLang="en-US" dirty="0"/>
            </a:br>
            <a:r>
              <a:rPr lang="zh-CN" altLang="en-US" dirty="0"/>
              <a:t>第一，它把 </a:t>
            </a:r>
            <a:r>
              <a:rPr lang="en-US" altLang="zh-CN" dirty="0"/>
              <a:t>predictive multiplicity </a:t>
            </a:r>
            <a:r>
              <a:rPr lang="zh-CN" altLang="en-US" dirty="0"/>
              <a:t>这个现象正式定义到了 </a:t>
            </a:r>
            <a:r>
              <a:rPr lang="en-US" altLang="zh-CN" dirty="0"/>
              <a:t>KGE link prediction </a:t>
            </a:r>
            <a:r>
              <a:rPr lang="zh-CN" altLang="en-US" dirty="0"/>
              <a:t>里。</a:t>
            </a:r>
            <a:br>
              <a:rPr lang="zh-CN" altLang="en-US" dirty="0"/>
            </a:br>
            <a:r>
              <a:rPr lang="zh-CN" altLang="en-US" dirty="0"/>
              <a:t>第二，它提出了两个衡量指标，也就是我们刚才看到的 </a:t>
            </a:r>
            <a:r>
              <a:rPr lang="en-US" altLang="zh-CN" dirty="0"/>
              <a:t>ambiguity </a:t>
            </a:r>
            <a:r>
              <a:rPr lang="zh-CN" altLang="en-US" dirty="0"/>
              <a:t>和 </a:t>
            </a:r>
            <a:r>
              <a:rPr lang="en-US" altLang="zh-CN" dirty="0"/>
              <a:t>discrepancy</a:t>
            </a:r>
            <a:r>
              <a:rPr lang="zh-CN" altLang="en-US" dirty="0"/>
              <a:t>。</a:t>
            </a:r>
            <a:br>
              <a:rPr lang="zh-CN" altLang="en-US" dirty="0"/>
            </a:br>
            <a:r>
              <a:rPr lang="zh-CN" altLang="en-US" dirty="0"/>
              <a:t>第三，它通过实验说明：这种 </a:t>
            </a:r>
            <a:r>
              <a:rPr lang="en-US" altLang="zh-CN" dirty="0"/>
              <a:t>multiplicity </a:t>
            </a:r>
            <a:r>
              <a:rPr lang="zh-CN" altLang="en-US" dirty="0"/>
              <a:t>现象在经验上确实存在，而且可以通过 </a:t>
            </a:r>
            <a:r>
              <a:rPr lang="en-US" altLang="zh-CN" dirty="0"/>
              <a:t>voting </a:t>
            </a:r>
            <a:r>
              <a:rPr lang="zh-CN" altLang="en-US" dirty="0"/>
              <a:t>在一定程度上缓解。</a:t>
            </a:r>
          </a:p>
          <a:p>
            <a:r>
              <a:rPr lang="zh-CN" altLang="en-US" dirty="0"/>
              <a:t>但是，对我来说，原论文更像是回答了一个 </a:t>
            </a:r>
            <a:r>
              <a:rPr lang="zh-CN" altLang="en-US" b="1" dirty="0"/>
              <a:t>“现象是否存在”</a:t>
            </a:r>
            <a:r>
              <a:rPr lang="zh-CN" altLang="en-US" dirty="0"/>
              <a:t> 的问题。</a:t>
            </a:r>
            <a:br>
              <a:rPr lang="zh-CN" altLang="en-US" dirty="0"/>
            </a:br>
            <a:r>
              <a:rPr lang="zh-CN" altLang="en-US" dirty="0"/>
              <a:t>而我现在更关心的是另一个问题：</a:t>
            </a:r>
            <a:r>
              <a:rPr lang="zh-CN" altLang="en-US" b="1" dirty="0"/>
              <a:t>这种 </a:t>
            </a:r>
            <a:r>
              <a:rPr lang="en-US" altLang="zh-CN" b="1" dirty="0"/>
              <a:t>multiplicity </a:t>
            </a:r>
            <a:r>
              <a:rPr lang="zh-CN" altLang="en-US" b="1" dirty="0"/>
              <a:t>现象，是否会在不同 </a:t>
            </a:r>
            <a:r>
              <a:rPr lang="en-US" altLang="zh-CN" b="1" dirty="0"/>
              <a:t>relation </a:t>
            </a:r>
            <a:r>
              <a:rPr lang="zh-CN" altLang="en-US" b="1" dirty="0"/>
              <a:t>上表现出系统性的差异。</a:t>
            </a:r>
            <a:endParaRPr lang="zh-CN" altLang="en-US" dirty="0"/>
          </a:p>
          <a:p>
            <a:r>
              <a:rPr lang="zh-CN" altLang="en-US" dirty="0"/>
              <a:t>所以，我当前 </a:t>
            </a:r>
            <a:r>
              <a:rPr lang="en-US" altLang="zh-CN" dirty="0"/>
              <a:t>thesis </a:t>
            </a:r>
            <a:r>
              <a:rPr lang="zh-CN" altLang="en-US" dirty="0"/>
              <a:t>的工作重点，就从原论文中更偏整体性的现象观察，进一步推进到了 </a:t>
            </a:r>
            <a:r>
              <a:rPr lang="en-US" altLang="zh-CN" b="1" dirty="0"/>
              <a:t>relation-level analysis</a:t>
            </a:r>
            <a:r>
              <a:rPr lang="zh-CN" altLang="en-US" dirty="0"/>
              <a:t>。</a:t>
            </a:r>
            <a:br>
              <a:rPr lang="zh-CN" altLang="en-US" dirty="0"/>
            </a:br>
            <a:r>
              <a:rPr lang="zh-CN" altLang="en-US" dirty="0"/>
              <a:t>更具体地说，我想研究的是：</a:t>
            </a:r>
            <a:r>
              <a:rPr lang="zh-CN" altLang="en-US" b="1" dirty="0"/>
              <a:t>哪些 </a:t>
            </a:r>
            <a:r>
              <a:rPr lang="en-US" altLang="zh-CN" b="1" dirty="0"/>
              <a:t>relation-level </a:t>
            </a:r>
            <a:r>
              <a:rPr lang="zh-CN" altLang="en-US" b="1" dirty="0"/>
              <a:t>的因素，会和更强或者更弱的 </a:t>
            </a:r>
            <a:r>
              <a:rPr lang="en-US" altLang="zh-CN" b="1" dirty="0"/>
              <a:t>predictive multiplicity </a:t>
            </a:r>
            <a:r>
              <a:rPr lang="zh-CN" altLang="en-US" b="1" dirty="0"/>
              <a:t>相关。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20C396B-3EC3-D548-AED1-2F10EEE24062}" type="slidenum">
              <a:rPr kumimoji="1" lang="zh-CN" altLang="en-US" smtClean="0"/>
              <a:t>4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2153095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I explain my thesis setting and the overall analysis pipeline.</a:t>
            </a:r>
          </a:p>
          <a:p>
            <a:endParaRPr lang="en-US" altLang="zh-CN" dirty="0"/>
          </a:p>
          <a:p>
            <a:r>
              <a:rPr lang="en-US" altLang="zh-CN" dirty="0"/>
              <a:t>The current study uses FB15k-237, and focuses on two representative KGE models: </a:t>
            </a:r>
            <a:r>
              <a:rPr lang="en-US" altLang="zh-CN" dirty="0" err="1"/>
              <a:t>RotatE</a:t>
            </a:r>
            <a:r>
              <a:rPr lang="en-US" altLang="zh-CN" dirty="0"/>
              <a:t> and TransE.</a:t>
            </a:r>
          </a:p>
          <a:p>
            <a:endParaRPr lang="en-US" altLang="zh-CN" dirty="0"/>
          </a:p>
          <a:p>
            <a:r>
              <a:rPr lang="en-US" altLang="zh-CN" dirty="0"/>
              <a:t>FB15k-237 reduces inverse-relation leakage compared with the original FB15k, so it is suitable for structural analysis in link prediction.</a:t>
            </a:r>
          </a:p>
          <a:p>
            <a:endParaRPr lang="en-US" altLang="zh-CN" dirty="0"/>
          </a:p>
          <a:p>
            <a:r>
              <a:rPr lang="en-US" altLang="zh-CN" dirty="0"/>
              <a:t>I train the same model family multiple times with different random seeds, and analyze raw predictive multiplicity before applying any voting method.</a:t>
            </a:r>
          </a:p>
          <a:p>
            <a:endParaRPr lang="en-US" altLang="zh-CN" dirty="0"/>
          </a:p>
          <a:p>
            <a:r>
              <a:rPr lang="en-US" altLang="zh-CN" dirty="0"/>
              <a:t>The analysis unit is relation-level. I compute Hits@10, alpha, and delta for each relation, and then attach relation-level factors such as mapping property, inverse-like support, symmetry, and relation frequency.</a:t>
            </a:r>
          </a:p>
          <a:p>
            <a:endParaRPr lang="en-US" altLang="zh-CN" dirty="0"/>
          </a:p>
          <a:p>
            <a:r>
              <a:rPr lang="en-US" altLang="zh-CN" dirty="0"/>
              <a:t>Finally, I compare which factors are associated with stronger multiplicity.</a:t>
            </a:r>
          </a:p>
          <a:p>
            <a:endParaRPr lang="en-US" altLang="zh-CN" dirty="0"/>
          </a:p>
          <a:p>
            <a:r>
              <a:rPr lang="en-US" altLang="zh-CN" dirty="0"/>
              <a:t>So, the goal is not mitigation at this stage. The goal is to identify where multiplicity becomes more serious, and which relation structures are more important.</a:t>
            </a:r>
          </a:p>
          <a:p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这一页我说明一下我当前 </a:t>
            </a:r>
            <a:r>
              <a:rPr lang="en-US" altLang="zh-CN" dirty="0"/>
              <a:t>thesis </a:t>
            </a:r>
            <a:r>
              <a:rPr lang="zh-CN" altLang="en-US" dirty="0"/>
              <a:t>的具体设定，以及整体分析流程。</a:t>
            </a:r>
          </a:p>
          <a:p>
            <a:r>
              <a:rPr lang="zh-CN" altLang="en-US" dirty="0"/>
              <a:t>我的研究范围是相对收窄的。当前主线主要固定在 </a:t>
            </a:r>
            <a:r>
              <a:rPr lang="en-US" altLang="zh-CN" b="1" dirty="0"/>
              <a:t>FB15k-237</a:t>
            </a:r>
            <a:r>
              <a:rPr lang="en-US" altLang="zh-CN" dirty="0"/>
              <a:t> </a:t>
            </a:r>
            <a:r>
              <a:rPr lang="zh-CN" altLang="en-US" dirty="0"/>
              <a:t>这个数据集上，模型主要看 </a:t>
            </a:r>
            <a:r>
              <a:rPr lang="en-US" altLang="zh-CN" b="1" dirty="0" err="1"/>
              <a:t>RotatE</a:t>
            </a:r>
            <a:r>
              <a:rPr lang="en-US" altLang="zh-CN" dirty="0"/>
              <a:t> </a:t>
            </a:r>
            <a:r>
              <a:rPr lang="zh-CN" altLang="en-US" dirty="0"/>
              <a:t>和 </a:t>
            </a:r>
            <a:r>
              <a:rPr lang="en-US" altLang="zh-CN" b="1" dirty="0"/>
              <a:t>TransE</a:t>
            </a:r>
            <a:r>
              <a:rPr lang="zh-CN" altLang="en-US" dirty="0"/>
              <a:t>。</a:t>
            </a:r>
            <a:endParaRPr lang="en-US" altLang="zh-CN" dirty="0"/>
          </a:p>
          <a:p>
            <a:r>
              <a:rPr lang="zh-CN" altLang="en-US" dirty="0"/>
              <a:t>这里我也简单说明一下为什么当前设定固定在 </a:t>
            </a:r>
            <a:r>
              <a:rPr lang="en-US" altLang="zh-CN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FB15k-237</a:t>
            </a:r>
            <a:r>
              <a:rPr lang="zh-CN" altLang="en-US" dirty="0"/>
              <a:t>、</a:t>
            </a:r>
            <a:r>
              <a:rPr lang="en-US" altLang="zh-CN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RotatE</a:t>
            </a:r>
            <a:r>
              <a:rPr lang="en-US" altLang="zh-CN" dirty="0"/>
              <a:t> </a:t>
            </a:r>
            <a:r>
              <a:rPr lang="zh-CN" altLang="en-US" dirty="0"/>
              <a:t>和 </a:t>
            </a:r>
            <a:r>
              <a:rPr lang="en-US" altLang="zh-CN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TransE</a:t>
            </a:r>
            <a:r>
              <a:rPr lang="zh-CN" altLang="en-US" dirty="0"/>
              <a:t>。</a:t>
            </a:r>
            <a:br>
              <a:rPr lang="zh-CN" altLang="en-US" dirty="0"/>
            </a:br>
            <a:r>
              <a:rPr lang="en-US" altLang="zh-CN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FB15k-237</a:t>
            </a:r>
            <a:r>
              <a:rPr lang="en-US" altLang="zh-CN" dirty="0"/>
              <a:t> </a:t>
            </a:r>
            <a:r>
              <a:rPr lang="zh-CN" altLang="en-US" dirty="0"/>
              <a:t>是一个很常用的 </a:t>
            </a:r>
            <a:r>
              <a:rPr lang="en-US" altLang="zh-CN" dirty="0"/>
              <a:t>KGE benchmark</a:t>
            </a:r>
            <a:r>
              <a:rPr lang="zh-CN" altLang="en-US" dirty="0"/>
              <a:t>，而且相对于早期的 </a:t>
            </a:r>
            <a:r>
              <a:rPr lang="en-US" altLang="zh-CN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FB15k</a:t>
            </a:r>
            <a:r>
              <a:rPr lang="zh-CN" altLang="en-US" dirty="0"/>
              <a:t>，它专门处理了 </a:t>
            </a:r>
            <a:r>
              <a:rPr lang="en-US" altLang="zh-CN" dirty="0"/>
              <a:t>inverse-relation leakage </a:t>
            </a:r>
            <a:r>
              <a:rPr lang="zh-CN" altLang="en-US" dirty="0"/>
              <a:t>的问题，所以更适合做 </a:t>
            </a:r>
            <a:r>
              <a:rPr lang="en-US" altLang="zh-CN" dirty="0"/>
              <a:t>link prediction </a:t>
            </a:r>
            <a:r>
              <a:rPr lang="zh-CN" altLang="en-US" dirty="0"/>
              <a:t>下的结构分析。</a:t>
            </a:r>
            <a:br>
              <a:rPr lang="zh-CN" altLang="en-US" dirty="0"/>
            </a:br>
            <a:r>
              <a:rPr lang="zh-CN" altLang="en-US" dirty="0"/>
              <a:t>模型方面，我现在聚焦在 </a:t>
            </a:r>
            <a:r>
              <a:rPr lang="en-US" altLang="zh-CN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RotatE</a:t>
            </a:r>
            <a:r>
              <a:rPr lang="en-US" altLang="zh-CN" dirty="0"/>
              <a:t> </a:t>
            </a:r>
            <a:r>
              <a:rPr lang="zh-CN" altLang="en-US" dirty="0"/>
              <a:t>和 </a:t>
            </a:r>
            <a:r>
              <a:rPr lang="en-US" altLang="zh-CN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TransE</a:t>
            </a:r>
            <a:r>
              <a:rPr lang="zh-CN" altLang="en-US" dirty="0"/>
              <a:t>，主要是把 </a:t>
            </a:r>
            <a:r>
              <a:rPr lang="en-US" altLang="zh-CN" dirty="0"/>
              <a:t>thesis </a:t>
            </a:r>
            <a:r>
              <a:rPr lang="zh-CN" altLang="en-US" dirty="0"/>
              <a:t>设定收窄到一个可控范围内，同时也保留一个跨模型比较：也就是主结果不是只在一个模型上成立，而是至少在这两个代表性模型上都做检查。</a:t>
            </a:r>
            <a:br>
              <a:rPr lang="zh-CN" altLang="en-US" dirty="0"/>
            </a:br>
            <a:r>
              <a:rPr lang="zh-CN" altLang="en-US" dirty="0"/>
              <a:t>另外，我关注的是同一模型 </a:t>
            </a:r>
            <a:r>
              <a:rPr lang="en-US" altLang="zh-CN" dirty="0"/>
              <a:t>family </a:t>
            </a:r>
            <a:r>
              <a:rPr lang="zh-CN" altLang="en-US" dirty="0"/>
              <a:t>在不同随机种子下的 </a:t>
            </a:r>
            <a:r>
              <a:rPr lang="en-US" altLang="zh-CN" dirty="0"/>
              <a:t>repeated runs</a:t>
            </a:r>
            <a:r>
              <a:rPr lang="zh-CN" altLang="en-US" dirty="0"/>
              <a:t>，也就是先看 </a:t>
            </a:r>
            <a:r>
              <a:rPr lang="en-US" altLang="zh-CN" b="1" dirty="0"/>
              <a:t>raw multiplicity</a:t>
            </a:r>
            <a:r>
              <a:rPr lang="zh-CN" altLang="en-US" dirty="0"/>
              <a:t>，而不是先引入 </a:t>
            </a:r>
            <a:r>
              <a:rPr lang="en-US" altLang="zh-CN" dirty="0"/>
              <a:t>voting </a:t>
            </a:r>
            <a:r>
              <a:rPr lang="zh-CN" altLang="en-US" dirty="0"/>
              <a:t>去缓解它。</a:t>
            </a:r>
          </a:p>
          <a:p>
            <a:r>
              <a:rPr lang="zh-CN" altLang="en-US" dirty="0"/>
              <a:t>在分析单位上，我当前不把重点放在整个数据集的一个全局平均值上，而是进一步推进到 </a:t>
            </a:r>
            <a:r>
              <a:rPr lang="en-US" altLang="zh-CN" b="1" dirty="0"/>
              <a:t>relation-level</a:t>
            </a:r>
            <a:r>
              <a:rPr lang="zh-CN" altLang="en-US" dirty="0"/>
              <a:t>。</a:t>
            </a:r>
            <a:br>
              <a:rPr lang="zh-CN" altLang="en-US" dirty="0"/>
            </a:br>
            <a:r>
              <a:rPr lang="zh-CN" altLang="en-US" dirty="0"/>
              <a:t>也就是说，我希望对每一个 </a:t>
            </a:r>
            <a:r>
              <a:rPr lang="en-US" altLang="zh-CN" dirty="0"/>
              <a:t>relation </a:t>
            </a:r>
            <a:r>
              <a:rPr lang="zh-CN" altLang="en-US" dirty="0"/>
              <a:t>分别观察它的 </a:t>
            </a:r>
            <a:r>
              <a:rPr lang="en-US" altLang="zh-CN" dirty="0"/>
              <a:t>multiplicity </a:t>
            </a:r>
            <a:r>
              <a:rPr lang="zh-CN" altLang="en-US" dirty="0"/>
              <a:t>表现，然后再比较不同 </a:t>
            </a:r>
            <a:r>
              <a:rPr lang="en-US" altLang="zh-CN" dirty="0"/>
              <a:t>relation </a:t>
            </a:r>
            <a:r>
              <a:rPr lang="zh-CN" altLang="en-US" dirty="0"/>
              <a:t>之间是否存在系统差异。</a:t>
            </a:r>
          </a:p>
          <a:p>
            <a:r>
              <a:rPr lang="zh-CN" altLang="en-US" dirty="0"/>
              <a:t>整体流程上，可以概括为五步。</a:t>
            </a:r>
            <a:br>
              <a:rPr lang="zh-CN" altLang="en-US" dirty="0"/>
            </a:br>
            <a:r>
              <a:rPr lang="zh-CN" altLang="en-US" dirty="0"/>
              <a:t>首先，基于 </a:t>
            </a:r>
            <a:r>
              <a:rPr lang="en-US" altLang="zh-CN" dirty="0"/>
              <a:t>repeated runs </a:t>
            </a:r>
            <a:r>
              <a:rPr lang="zh-CN" altLang="en-US" dirty="0"/>
              <a:t>得到 </a:t>
            </a:r>
            <a:r>
              <a:rPr lang="en-US" altLang="zh-CN" dirty="0"/>
              <a:t>query-level </a:t>
            </a:r>
            <a:r>
              <a:rPr lang="zh-CN" altLang="en-US" dirty="0"/>
              <a:t>的 </a:t>
            </a:r>
            <a:r>
              <a:rPr lang="en-US" altLang="zh-CN" dirty="0"/>
              <a:t>top-10 hit / miss </a:t>
            </a:r>
            <a:r>
              <a:rPr lang="zh-CN" altLang="en-US" dirty="0"/>
              <a:t>结果。</a:t>
            </a:r>
            <a:br>
              <a:rPr lang="zh-CN" altLang="en-US" dirty="0"/>
            </a:br>
            <a:r>
              <a:rPr lang="zh-CN" altLang="en-US" dirty="0"/>
              <a:t>然后，把这些 </a:t>
            </a:r>
            <a:r>
              <a:rPr lang="en-US" altLang="zh-CN" dirty="0"/>
              <a:t>query-level </a:t>
            </a:r>
            <a:r>
              <a:rPr lang="zh-CN" altLang="en-US" dirty="0"/>
              <a:t>结果聚合成 </a:t>
            </a:r>
            <a:r>
              <a:rPr lang="en-US" altLang="zh-CN" dirty="0"/>
              <a:t>relation-level </a:t>
            </a:r>
            <a:r>
              <a:rPr lang="zh-CN" altLang="en-US" dirty="0"/>
              <a:t>指标，也就是 </a:t>
            </a:r>
            <a:r>
              <a:rPr lang="en-US" altLang="zh-CN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hits_r</a:t>
            </a:r>
            <a:r>
              <a:rPr lang="zh-CN" altLang="en-US" dirty="0"/>
              <a:t>、</a:t>
            </a:r>
            <a:r>
              <a:rPr lang="en-US" altLang="zh-CN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alpha_r</a:t>
            </a:r>
            <a:r>
              <a:rPr lang="en-US" altLang="zh-CN" dirty="0"/>
              <a:t> </a:t>
            </a:r>
            <a:r>
              <a:rPr lang="zh-CN" altLang="en-US" dirty="0"/>
              <a:t>和 </a:t>
            </a:r>
            <a:r>
              <a:rPr lang="en-US" altLang="zh-CN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delta_r</a:t>
            </a:r>
            <a:r>
              <a:rPr lang="zh-CN" altLang="en-US" dirty="0"/>
              <a:t>。</a:t>
            </a:r>
            <a:br>
              <a:rPr lang="zh-CN" altLang="en-US" dirty="0"/>
            </a:br>
            <a:r>
              <a:rPr lang="zh-CN" altLang="en-US" dirty="0"/>
              <a:t>接着，再为每个 </a:t>
            </a:r>
            <a:r>
              <a:rPr lang="en-US" altLang="zh-CN" dirty="0"/>
              <a:t>relation </a:t>
            </a:r>
            <a:r>
              <a:rPr lang="zh-CN" altLang="en-US" dirty="0"/>
              <a:t>附加不同的 </a:t>
            </a:r>
            <a:r>
              <a:rPr lang="en-US" altLang="zh-CN" dirty="0"/>
              <a:t>relation-level factor</a:t>
            </a:r>
            <a:r>
              <a:rPr lang="zh-CN" altLang="en-US" dirty="0"/>
              <a:t>，例如 </a:t>
            </a:r>
            <a:r>
              <a:rPr lang="en-US" altLang="zh-CN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mapping type</a:t>
            </a:r>
            <a:r>
              <a:rPr lang="zh-CN" altLang="en-US" dirty="0"/>
              <a:t>、</a:t>
            </a:r>
            <a:r>
              <a:rPr lang="en-US" altLang="zh-CN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inverse-like support</a:t>
            </a:r>
            <a:r>
              <a:rPr lang="zh-CN" altLang="en-US" dirty="0"/>
              <a:t>、</a:t>
            </a:r>
            <a:r>
              <a:rPr lang="en-US" altLang="zh-CN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symmetry</a:t>
            </a:r>
            <a:r>
              <a:rPr lang="en-US" altLang="zh-CN" dirty="0"/>
              <a:t> </a:t>
            </a:r>
            <a:r>
              <a:rPr lang="zh-CN" altLang="en-US" dirty="0"/>
              <a:t>和 </a:t>
            </a:r>
            <a:r>
              <a:rPr lang="en-US" altLang="zh-CN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relation frequency</a:t>
            </a:r>
            <a:r>
              <a:rPr lang="zh-CN" altLang="en-US" dirty="0"/>
              <a:t>。</a:t>
            </a:r>
            <a:br>
              <a:rPr lang="zh-CN" altLang="en-US" dirty="0"/>
            </a:br>
            <a:r>
              <a:rPr lang="zh-CN" altLang="en-US" dirty="0"/>
              <a:t>最后，再去比较：哪些因素会和更强的 </a:t>
            </a:r>
            <a:r>
              <a:rPr lang="en-US" altLang="zh-CN" dirty="0"/>
              <a:t>predictive multiplicity </a:t>
            </a:r>
            <a:r>
              <a:rPr lang="zh-CN" altLang="en-US" dirty="0"/>
              <a:t>相关。</a:t>
            </a:r>
          </a:p>
          <a:p>
            <a:r>
              <a:rPr lang="zh-CN" altLang="en-US" dirty="0"/>
              <a:t>所以从 </a:t>
            </a:r>
            <a:r>
              <a:rPr lang="en-US" altLang="zh-CN" dirty="0"/>
              <a:t>thesis </a:t>
            </a:r>
            <a:r>
              <a:rPr lang="zh-CN" altLang="en-US" dirty="0"/>
              <a:t>的角度来说，我当前的目标并不是提出一个新的 </a:t>
            </a:r>
            <a:r>
              <a:rPr lang="en-US" altLang="zh-CN" dirty="0"/>
              <a:t>mitigation method</a:t>
            </a:r>
            <a:r>
              <a:rPr lang="zh-CN" altLang="en-US" dirty="0"/>
              <a:t>，而是想解释：</a:t>
            </a:r>
            <a:r>
              <a:rPr lang="en-US" altLang="zh-CN" b="1" dirty="0"/>
              <a:t>multiplicity </a:t>
            </a:r>
            <a:r>
              <a:rPr lang="zh-CN" altLang="en-US" b="1" dirty="0"/>
              <a:t>在什么地方更严重，以及哪些 </a:t>
            </a:r>
            <a:r>
              <a:rPr lang="en-US" altLang="zh-CN" b="1" dirty="0"/>
              <a:t>relation structure </a:t>
            </a:r>
            <a:r>
              <a:rPr lang="zh-CN" altLang="en-US" b="1" dirty="0"/>
              <a:t>更值得关注。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20C396B-3EC3-D548-AED1-2F10EEE24062}" type="slidenum">
              <a:rPr kumimoji="1" lang="zh-CN" altLang="en-US" smtClean="0"/>
              <a:t>5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78691105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Next, I explain the candidate relation-level factors used in this analysis.</a:t>
            </a:r>
          </a:p>
          <a:p>
            <a:endParaRPr lang="en-US" altLang="zh-CN" dirty="0"/>
          </a:p>
          <a:p>
            <a:r>
              <a:rPr lang="en-US" altLang="zh-CN" dirty="0"/>
              <a:t>The basic idea is simple: predictive multiplicity is a top-K ranking instability, so I focus on relation-level factors that may affect the stability of the top-K ranking.</a:t>
            </a:r>
          </a:p>
          <a:p>
            <a:endParaRPr lang="en-US" altLang="zh-CN" dirty="0"/>
          </a:p>
          <a:p>
            <a:r>
              <a:rPr lang="en-US" altLang="zh-CN" dirty="0"/>
              <a:t>In short, these factors cover three aspects: answer-space ambiguity, structural support, and data sparsity.</a:t>
            </a:r>
          </a:p>
          <a:p>
            <a:endParaRPr lang="en-US" altLang="zh-CN" dirty="0"/>
          </a:p>
          <a:p>
            <a:r>
              <a:rPr lang="en-US" altLang="zh-CN" dirty="0"/>
              <a:t>The first factor is mapping property.</a:t>
            </a:r>
          </a:p>
          <a:p>
            <a:endParaRPr lang="en-US" altLang="zh-CN" dirty="0"/>
          </a:p>
          <a:p>
            <a:r>
              <a:rPr lang="en-US" altLang="zh-CN" dirty="0"/>
              <a:t>It describes how many heads and tails are typically associated with a relation. The common categories are 1-to-1, 1-to-N, M-to-1, and M-to-N.</a:t>
            </a:r>
          </a:p>
          <a:p>
            <a:endParaRPr lang="en-US" altLang="zh-CN" dirty="0"/>
          </a:p>
          <a:p>
            <a:r>
              <a:rPr lang="en-US" altLang="zh-CN" dirty="0"/>
              <a:t>This factor is important because it directly changes the size of the candidate answer space on the prediction side.</a:t>
            </a:r>
          </a:p>
          <a:p>
            <a:endParaRPr lang="en-US" altLang="zh-CN" dirty="0"/>
          </a:p>
          <a:p>
            <a:r>
              <a:rPr lang="en-US" altLang="zh-CN" dirty="0"/>
              <a:t>For example, in tail prediction, if the relation is 1-to-N, the same head-relation pair may have many plausible tail candidates. In that case, the top-K boundary can become less stable.</a:t>
            </a:r>
          </a:p>
          <a:p>
            <a:endParaRPr lang="en-US" altLang="zh-CN" dirty="0"/>
          </a:p>
          <a:p>
            <a:r>
              <a:rPr lang="en-US" altLang="zh-CN" dirty="0"/>
              <a:t>This is why mapping property is likely to be related to predictive multiplicity, and its effect may depend on the prediction side.</a:t>
            </a:r>
          </a:p>
          <a:p>
            <a:endParaRPr lang="en-US" altLang="zh-CN" dirty="0"/>
          </a:p>
          <a:p>
            <a:r>
              <a:rPr lang="en-US" altLang="zh-CN" dirty="0"/>
              <a:t>The second factor is inverse-like support.</a:t>
            </a:r>
          </a:p>
          <a:p>
            <a:endParaRPr lang="en-US" altLang="zh-CN" dirty="0"/>
          </a:p>
          <a:p>
            <a:r>
              <a:rPr lang="en-US" altLang="zh-CN" dirty="0"/>
              <a:t>It asks whether a relation has a clear reverse partner, such as </a:t>
            </a:r>
            <a:r>
              <a:rPr lang="en-US" altLang="zh-CN" dirty="0" err="1"/>
              <a:t>parent_of</a:t>
            </a:r>
            <a:r>
              <a:rPr lang="en-US" altLang="zh-CN" dirty="0"/>
              <a:t> and </a:t>
            </a:r>
            <a:r>
              <a:rPr lang="en-US" altLang="zh-CN" dirty="0" err="1"/>
              <a:t>child_of</a:t>
            </a:r>
            <a:r>
              <a:rPr lang="en-US" altLang="zh-CN" dirty="0"/>
              <a:t>. If such reverse-side evidence exists, it may constrain prediction behavior and make repeated runs more consistent.</a:t>
            </a:r>
          </a:p>
          <a:p>
            <a:endParaRPr lang="en-US" altLang="zh-CN" dirty="0"/>
          </a:p>
          <a:p>
            <a:r>
              <a:rPr lang="en-US" altLang="zh-CN" dirty="0"/>
              <a:t>The third factor is symmetry.</a:t>
            </a:r>
          </a:p>
          <a:p>
            <a:endParaRPr lang="en-US" altLang="zh-CN" dirty="0"/>
          </a:p>
          <a:p>
            <a:r>
              <a:rPr lang="en-US" altLang="zh-CN" dirty="0"/>
              <a:t>This is different from inverse. Symmetry looks at bidirectional support inside the same relation, such as </a:t>
            </a:r>
            <a:r>
              <a:rPr lang="en-US" altLang="zh-CN" dirty="0" err="1"/>
              <a:t>married_to</a:t>
            </a:r>
            <a:r>
              <a:rPr lang="en-US" altLang="zh-CN" dirty="0"/>
              <a:t> or </a:t>
            </a:r>
            <a:r>
              <a:rPr lang="en-US" altLang="zh-CN" dirty="0" err="1"/>
              <a:t>adjacent_to</a:t>
            </a:r>
            <a:r>
              <a:rPr lang="en-US" altLang="zh-CN" dirty="0"/>
              <a:t>.</a:t>
            </a:r>
          </a:p>
          <a:p>
            <a:endParaRPr lang="en-US" altLang="zh-CN" dirty="0"/>
          </a:p>
          <a:p>
            <a:r>
              <a:rPr lang="en-US" altLang="zh-CN" dirty="0"/>
              <a:t>The fourth factor is relation frequency.</a:t>
            </a:r>
          </a:p>
          <a:p>
            <a:endParaRPr lang="en-US" altLang="zh-CN" dirty="0"/>
          </a:p>
          <a:p>
            <a:r>
              <a:rPr lang="en-US" altLang="zh-CN" dirty="0"/>
              <a:t>I use it as a support and sparsity control. It helps check whether the observed structural effects are really caused by relation structure, or simply by limited training data.</a:t>
            </a:r>
          </a:p>
          <a:p>
            <a:endParaRPr lang="en-US" altLang="zh-CN" dirty="0"/>
          </a:p>
          <a:p>
            <a:r>
              <a:rPr lang="en-US" altLang="zh-CN" dirty="0"/>
              <a:t>So these four factors are selected to test whether predictive multiplicity is associated with answer-space structure, reverse support, internal bidirectional support, or data sparsity.</a:t>
            </a:r>
          </a:p>
          <a:p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接下来，我说明一下在 </a:t>
            </a:r>
            <a:r>
              <a:rPr lang="en-US" altLang="zh-CN" dirty="0"/>
              <a:t>relation-level analysis </a:t>
            </a:r>
            <a:r>
              <a:rPr lang="zh-CN" altLang="en-US" dirty="0"/>
              <a:t>中，我选择了哪些 </a:t>
            </a:r>
            <a:r>
              <a:rPr lang="en-US" altLang="zh-CN" dirty="0"/>
              <a:t>candidate factors</a:t>
            </a:r>
            <a:r>
              <a:rPr lang="zh-CN" altLang="en-US" dirty="0"/>
              <a:t>，以及为什么选择这些因素。</a:t>
            </a:r>
          </a:p>
          <a:p>
            <a:r>
              <a:rPr lang="zh-CN" altLang="en-US" dirty="0"/>
              <a:t>这里的出发点是：</a:t>
            </a:r>
            <a:r>
              <a:rPr lang="en-US" altLang="zh-CN" dirty="0"/>
              <a:t>predictive multiplicity </a:t>
            </a:r>
            <a:r>
              <a:rPr lang="zh-CN" altLang="en-US" dirty="0"/>
              <a:t>本质上是一种 </a:t>
            </a:r>
            <a:r>
              <a:rPr lang="en-US" altLang="zh-CN" b="1" dirty="0"/>
              <a:t>top-K ranking instability</a:t>
            </a:r>
            <a:r>
              <a:rPr lang="zh-CN" altLang="en-US" dirty="0"/>
              <a:t>。</a:t>
            </a:r>
            <a:br>
              <a:rPr lang="zh-CN" altLang="en-US" dirty="0"/>
            </a:br>
            <a:r>
              <a:rPr lang="zh-CN" altLang="en-US" dirty="0"/>
              <a:t>也就是说，我们关注的不是模型能不能输出某个具体实体，而是正确答案在 </a:t>
            </a:r>
            <a:r>
              <a:rPr lang="en-US" altLang="zh-CN" dirty="0"/>
              <a:t>repeated runs </a:t>
            </a:r>
            <a:r>
              <a:rPr lang="zh-CN" altLang="en-US" dirty="0"/>
              <a:t>之下，是否能够稳定地留在 </a:t>
            </a:r>
            <a:r>
              <a:rPr lang="en-US" altLang="zh-CN" dirty="0"/>
              <a:t>top-K </a:t>
            </a:r>
            <a:r>
              <a:rPr lang="zh-CN" altLang="en-US" dirty="0"/>
              <a:t>里面。</a:t>
            </a:r>
          </a:p>
          <a:p>
            <a:r>
              <a:rPr lang="zh-CN" altLang="en-US" dirty="0"/>
              <a:t>所以，我选择 </a:t>
            </a:r>
            <a:r>
              <a:rPr lang="en-US" altLang="zh-CN" dirty="0"/>
              <a:t>relation-level factors </a:t>
            </a:r>
            <a:r>
              <a:rPr lang="zh-CN" altLang="en-US" dirty="0"/>
              <a:t>的标准是：这些因素是否可能影响 </a:t>
            </a:r>
            <a:r>
              <a:rPr lang="en-US" altLang="zh-CN" dirty="0"/>
              <a:t>top-K ranking </a:t>
            </a:r>
            <a:r>
              <a:rPr lang="zh-CN" altLang="en-US" dirty="0"/>
              <a:t>的稳定性。</a:t>
            </a:r>
            <a:br>
              <a:rPr lang="zh-CN" altLang="en-US" dirty="0"/>
            </a:br>
            <a:r>
              <a:rPr lang="zh-CN" altLang="en-US" dirty="0"/>
              <a:t>更具体地说，我主要关注三类可能的机制：第一，</a:t>
            </a:r>
            <a:r>
              <a:rPr lang="en-US" altLang="zh-CN" dirty="0"/>
              <a:t>answer space </a:t>
            </a:r>
            <a:r>
              <a:rPr lang="zh-CN" altLang="en-US" dirty="0"/>
              <a:t>本身是否容易产生 </a:t>
            </a:r>
            <a:r>
              <a:rPr lang="en-US" altLang="zh-CN" dirty="0"/>
              <a:t>ambiguity</a:t>
            </a:r>
            <a:r>
              <a:rPr lang="zh-CN" altLang="en-US" dirty="0"/>
              <a:t>；第二，训练图中是否存在额外的 </a:t>
            </a:r>
            <a:r>
              <a:rPr lang="en-US" altLang="zh-CN" dirty="0"/>
              <a:t>structural support</a:t>
            </a:r>
            <a:r>
              <a:rPr lang="zh-CN" altLang="en-US" dirty="0"/>
              <a:t>；第三，某个 </a:t>
            </a:r>
            <a:r>
              <a:rPr lang="en-US" altLang="zh-CN" dirty="0"/>
              <a:t>relation </a:t>
            </a:r>
            <a:r>
              <a:rPr lang="zh-CN" altLang="en-US" dirty="0"/>
              <a:t>的训练数据是否足够充分。</a:t>
            </a:r>
          </a:p>
          <a:p>
            <a:r>
              <a:rPr lang="zh-CN" altLang="en-US" dirty="0"/>
              <a:t>基于这个原则，我选择了四类 </a:t>
            </a:r>
            <a:r>
              <a:rPr lang="en-US" altLang="zh-CN" dirty="0"/>
              <a:t>candidate factors</a:t>
            </a:r>
            <a:r>
              <a:rPr lang="zh-CN" altLang="en-US" dirty="0"/>
              <a:t>。</a:t>
            </a:r>
          </a:p>
          <a:p>
            <a:r>
              <a:rPr lang="zh-CN" altLang="en-US" dirty="0"/>
              <a:t>第一类是 </a:t>
            </a:r>
            <a:r>
              <a:rPr lang="en-US" altLang="zh-CN" b="1" dirty="0"/>
              <a:t>mapping property</a:t>
            </a:r>
            <a:r>
              <a:rPr lang="zh-CN" altLang="en-US" dirty="0"/>
              <a:t>。</a:t>
            </a:r>
            <a:br>
              <a:rPr lang="zh-CN" altLang="en-US" dirty="0"/>
            </a:br>
            <a:r>
              <a:rPr lang="zh-CN" altLang="en-US" dirty="0"/>
              <a:t>这里的 </a:t>
            </a:r>
            <a:r>
              <a:rPr lang="en-US" altLang="zh-CN" dirty="0"/>
              <a:t>mapping property </a:t>
            </a:r>
            <a:r>
              <a:rPr lang="zh-CN" altLang="en-US" dirty="0"/>
              <a:t>指的是，一个 </a:t>
            </a:r>
            <a:r>
              <a:rPr lang="en-US" altLang="zh-CN" dirty="0"/>
              <a:t>relation </a:t>
            </a:r>
            <a:r>
              <a:rPr lang="zh-CN" altLang="en-US" dirty="0"/>
              <a:t>在 </a:t>
            </a:r>
            <a:r>
              <a:rPr lang="en-US" altLang="zh-CN" dirty="0"/>
              <a:t>head </a:t>
            </a:r>
            <a:r>
              <a:rPr lang="zh-CN" altLang="en-US" dirty="0"/>
              <a:t>和 </a:t>
            </a:r>
            <a:r>
              <a:rPr lang="en-US" altLang="zh-CN" dirty="0"/>
              <a:t>tail </a:t>
            </a:r>
            <a:r>
              <a:rPr lang="zh-CN" altLang="en-US" dirty="0"/>
              <a:t>两侧通常连接多少个不同实体。也就是我们常说的 </a:t>
            </a:r>
            <a:r>
              <a:rPr lang="en-US" altLang="zh-CN" dirty="0"/>
              <a:t>1-1</a:t>
            </a:r>
            <a:r>
              <a:rPr lang="zh-CN" altLang="en-US" dirty="0"/>
              <a:t>、</a:t>
            </a:r>
            <a:r>
              <a:rPr lang="en-US" altLang="zh-CN" dirty="0"/>
              <a:t>1-N</a:t>
            </a:r>
            <a:r>
              <a:rPr lang="zh-CN" altLang="en-US" dirty="0"/>
              <a:t>、</a:t>
            </a:r>
            <a:r>
              <a:rPr lang="en-US" altLang="zh-CN" dirty="0"/>
              <a:t>M-1 </a:t>
            </a:r>
            <a:r>
              <a:rPr lang="zh-CN" altLang="en-US" dirty="0"/>
              <a:t>和 </a:t>
            </a:r>
            <a:r>
              <a:rPr lang="en-US" altLang="zh-CN" dirty="0"/>
              <a:t>M-N </a:t>
            </a:r>
            <a:r>
              <a:rPr lang="zh-CN" altLang="en-US" dirty="0"/>
              <a:t>这几类 </a:t>
            </a:r>
            <a:r>
              <a:rPr lang="en-US" altLang="zh-CN" dirty="0"/>
              <a:t>relation</a:t>
            </a:r>
            <a:r>
              <a:rPr lang="zh-CN" altLang="en-US" dirty="0"/>
              <a:t>。</a:t>
            </a:r>
            <a:br>
              <a:rPr lang="zh-CN" altLang="en-US" dirty="0"/>
            </a:br>
            <a:r>
              <a:rPr lang="zh-CN" altLang="en-US" dirty="0"/>
              <a:t>更直观地说，它描述的是 </a:t>
            </a:r>
            <a:r>
              <a:rPr lang="en-US" altLang="zh-CN" dirty="0"/>
              <a:t>relation </a:t>
            </a:r>
            <a:r>
              <a:rPr lang="zh-CN" altLang="en-US" dirty="0"/>
              <a:t>的 </a:t>
            </a:r>
            <a:r>
              <a:rPr lang="en-US" altLang="zh-CN" dirty="0"/>
              <a:t>cardinality pattern</a:t>
            </a:r>
            <a:r>
              <a:rPr lang="zh-CN" altLang="en-US" dirty="0"/>
              <a:t>：一个 </a:t>
            </a:r>
            <a:r>
              <a:rPr lang="en-US" altLang="zh-CN" dirty="0"/>
              <a:t>head-relation pair </a:t>
            </a:r>
            <a:r>
              <a:rPr lang="zh-CN" altLang="en-US" dirty="0"/>
              <a:t>通常对应一个 </a:t>
            </a:r>
            <a:r>
              <a:rPr lang="en-US" altLang="zh-CN" dirty="0"/>
              <a:t>tail</a:t>
            </a:r>
            <a:r>
              <a:rPr lang="zh-CN" altLang="en-US" dirty="0"/>
              <a:t>，还是多个 </a:t>
            </a:r>
            <a:r>
              <a:rPr lang="en-US" altLang="zh-CN" dirty="0"/>
              <a:t>tail</a:t>
            </a:r>
            <a:r>
              <a:rPr lang="zh-CN" altLang="en-US" dirty="0"/>
              <a:t>；反过来，一个 </a:t>
            </a:r>
            <a:r>
              <a:rPr lang="en-US" altLang="zh-CN" dirty="0"/>
              <a:t>relation-tail pair </a:t>
            </a:r>
            <a:r>
              <a:rPr lang="zh-CN" altLang="en-US" dirty="0"/>
              <a:t>通常对应一个 </a:t>
            </a:r>
            <a:r>
              <a:rPr lang="en-US" altLang="zh-CN" dirty="0"/>
              <a:t>head</a:t>
            </a:r>
            <a:r>
              <a:rPr lang="zh-CN" altLang="en-US" dirty="0"/>
              <a:t>，还是多个 </a:t>
            </a:r>
            <a:r>
              <a:rPr lang="en-US" altLang="zh-CN" dirty="0"/>
              <a:t>head</a:t>
            </a:r>
            <a:r>
              <a:rPr lang="zh-CN" altLang="en-US" dirty="0"/>
              <a:t>。</a:t>
            </a:r>
          </a:p>
          <a:p>
            <a:r>
              <a:rPr lang="zh-CN" altLang="en-US" dirty="0"/>
              <a:t>例如，</a:t>
            </a:r>
            <a:r>
              <a:rPr lang="en-US" altLang="zh-CN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capital_of</a:t>
            </a:r>
            <a:r>
              <a:rPr lang="en-US" altLang="zh-CN" dirty="0"/>
              <a:t> </a:t>
            </a:r>
            <a:r>
              <a:rPr lang="zh-CN" altLang="en-US" dirty="0"/>
              <a:t>更接近 </a:t>
            </a:r>
            <a:r>
              <a:rPr lang="en-US" altLang="zh-CN" dirty="0"/>
              <a:t>1-1</a:t>
            </a:r>
            <a:r>
              <a:rPr lang="zh-CN" altLang="en-US" dirty="0"/>
              <a:t>，因为一个首都通常对应一个国家，一个国家也通常只有一个首都。</a:t>
            </a:r>
            <a:br>
              <a:rPr lang="zh-CN" altLang="en-US" dirty="0"/>
            </a:br>
            <a:r>
              <a:rPr lang="en-US" altLang="zh-CN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has_child</a:t>
            </a:r>
            <a:r>
              <a:rPr lang="en-US" altLang="zh-CN" dirty="0"/>
              <a:t> </a:t>
            </a:r>
            <a:r>
              <a:rPr lang="zh-CN" altLang="en-US" dirty="0"/>
              <a:t>更接近 </a:t>
            </a:r>
            <a:r>
              <a:rPr lang="en-US" altLang="zh-CN" dirty="0"/>
              <a:t>1-N</a:t>
            </a:r>
            <a:r>
              <a:rPr lang="zh-CN" altLang="en-US" dirty="0"/>
              <a:t>，因为一个 </a:t>
            </a:r>
            <a:r>
              <a:rPr lang="en-US" altLang="zh-CN" dirty="0"/>
              <a:t>parent </a:t>
            </a:r>
            <a:r>
              <a:rPr lang="zh-CN" altLang="en-US" dirty="0"/>
              <a:t>可能有多个 </a:t>
            </a:r>
            <a:r>
              <a:rPr lang="en-US" altLang="zh-CN" dirty="0"/>
              <a:t>children</a:t>
            </a:r>
            <a:r>
              <a:rPr lang="zh-CN" altLang="en-US" dirty="0"/>
              <a:t>。</a:t>
            </a:r>
            <a:br>
              <a:rPr lang="zh-CN" altLang="en-US" dirty="0"/>
            </a:br>
            <a:r>
              <a:rPr lang="en-US" altLang="zh-CN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born_in</a:t>
            </a:r>
            <a:r>
              <a:rPr lang="en-US" altLang="zh-CN" dirty="0"/>
              <a:t> </a:t>
            </a:r>
            <a:r>
              <a:rPr lang="zh-CN" altLang="en-US" dirty="0"/>
              <a:t>更接近 </a:t>
            </a:r>
            <a:r>
              <a:rPr lang="en-US" altLang="zh-CN" dirty="0"/>
              <a:t>M-1</a:t>
            </a:r>
            <a:r>
              <a:rPr lang="zh-CN" altLang="en-US" dirty="0"/>
              <a:t>，因为很多人可能出生在同一个地方。</a:t>
            </a:r>
            <a:br>
              <a:rPr lang="zh-CN" altLang="en-US" dirty="0"/>
            </a:br>
            <a:r>
              <a:rPr lang="zh-CN" altLang="en-US" dirty="0"/>
              <a:t>而 </a:t>
            </a:r>
            <a:r>
              <a:rPr lang="en-US" altLang="zh-CN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language_spoken_in</a:t>
            </a:r>
            <a:r>
              <a:rPr lang="en-US" altLang="zh-CN" dirty="0"/>
              <a:t> </a:t>
            </a:r>
            <a:r>
              <a:rPr lang="zh-CN" altLang="en-US" dirty="0"/>
              <a:t>可能更接近 </a:t>
            </a:r>
            <a:r>
              <a:rPr lang="en-US" altLang="zh-CN" dirty="0"/>
              <a:t>M-N</a:t>
            </a:r>
            <a:r>
              <a:rPr lang="zh-CN" altLang="en-US" dirty="0"/>
              <a:t>，因为一种语言可以在多个国家使用，一个国家也可能有多种语言。</a:t>
            </a:r>
          </a:p>
          <a:p>
            <a:r>
              <a:rPr lang="zh-CN" altLang="en-US" dirty="0"/>
              <a:t>我选择 </a:t>
            </a:r>
            <a:r>
              <a:rPr lang="en-US" altLang="zh-CN" dirty="0"/>
              <a:t>mapping property </a:t>
            </a:r>
            <a:r>
              <a:rPr lang="zh-CN" altLang="en-US" dirty="0"/>
              <a:t>的原因是，它会直接改变 </a:t>
            </a:r>
            <a:r>
              <a:rPr lang="en-US" altLang="zh-CN" dirty="0"/>
              <a:t>prediction side </a:t>
            </a:r>
            <a:r>
              <a:rPr lang="zh-CN" altLang="en-US" dirty="0"/>
              <a:t>上 </a:t>
            </a:r>
            <a:r>
              <a:rPr lang="en-US" altLang="zh-CN" dirty="0"/>
              <a:t>plausible candidates </a:t>
            </a:r>
            <a:r>
              <a:rPr lang="zh-CN" altLang="en-US" dirty="0"/>
              <a:t>的数量。</a:t>
            </a:r>
            <a:br>
              <a:rPr lang="zh-CN" altLang="en-US" dirty="0"/>
            </a:br>
            <a:r>
              <a:rPr lang="zh-CN" altLang="en-US" dirty="0"/>
              <a:t>比如在 </a:t>
            </a:r>
            <a:r>
              <a:rPr lang="en-US" altLang="zh-CN" dirty="0"/>
              <a:t>tail prediction</a:t>
            </a:r>
            <a:r>
              <a:rPr lang="zh-CN" altLang="en-US" dirty="0"/>
              <a:t>，也就是 </a:t>
            </a:r>
            <a:r>
              <a:rPr lang="en-US" altLang="zh-CN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(h, r, ?)</a:t>
            </a:r>
            <a:r>
              <a:rPr lang="en-US" altLang="zh-CN" dirty="0"/>
              <a:t> </a:t>
            </a:r>
            <a:r>
              <a:rPr lang="zh-CN" altLang="en-US" dirty="0"/>
              <a:t>的情况下，如果 </a:t>
            </a:r>
            <a:r>
              <a:rPr lang="en-US" altLang="zh-CN" dirty="0"/>
              <a:t>prediction side </a:t>
            </a:r>
            <a:r>
              <a:rPr lang="zh-CN" altLang="en-US" dirty="0"/>
              <a:t>正好是 </a:t>
            </a:r>
            <a:r>
              <a:rPr lang="en-US" altLang="zh-CN" dirty="0"/>
              <a:t>many-side</a:t>
            </a:r>
            <a:r>
              <a:rPr lang="zh-CN" altLang="en-US" dirty="0"/>
              <a:t>，那么同一个 </a:t>
            </a:r>
            <a:r>
              <a:rPr lang="en-US" altLang="zh-CN" dirty="0"/>
              <a:t>query </a:t>
            </a:r>
            <a:r>
              <a:rPr lang="zh-CN" altLang="en-US" dirty="0"/>
              <a:t>可能对应多个合理的候选 </a:t>
            </a:r>
            <a:r>
              <a:rPr lang="en-US" altLang="zh-CN" dirty="0"/>
              <a:t>tail</a:t>
            </a:r>
            <a:r>
              <a:rPr lang="zh-CN" altLang="en-US" dirty="0"/>
              <a:t>。在这种情况下，正确答案附近的 </a:t>
            </a:r>
            <a:r>
              <a:rPr lang="en-US" altLang="zh-CN" dirty="0"/>
              <a:t>top-K boundary </a:t>
            </a:r>
            <a:r>
              <a:rPr lang="zh-CN" altLang="en-US" dirty="0"/>
              <a:t>可能更容易受到随机初始化或训练过程差异的影响。</a:t>
            </a:r>
            <a:br>
              <a:rPr lang="zh-CN" altLang="en-US" dirty="0"/>
            </a:br>
            <a:r>
              <a:rPr lang="zh-CN" altLang="en-US" dirty="0"/>
              <a:t>所以 </a:t>
            </a:r>
            <a:r>
              <a:rPr lang="en-US" altLang="zh-CN" dirty="0"/>
              <a:t>mapping property </a:t>
            </a:r>
            <a:r>
              <a:rPr lang="zh-CN" altLang="en-US" dirty="0"/>
              <a:t>很可能和 </a:t>
            </a:r>
            <a:r>
              <a:rPr lang="en-US" altLang="zh-CN" dirty="0"/>
              <a:t>predictive multiplicity </a:t>
            </a:r>
            <a:r>
              <a:rPr lang="zh-CN" altLang="en-US" dirty="0"/>
              <a:t>有关，而且这种影响应该具有方向性。</a:t>
            </a:r>
          </a:p>
          <a:p>
            <a:r>
              <a:rPr lang="zh-CN" altLang="en-US" dirty="0"/>
              <a:t>第二类是 </a:t>
            </a:r>
            <a:r>
              <a:rPr lang="en-US" altLang="zh-CN" b="1" dirty="0"/>
              <a:t>inverse</a:t>
            </a:r>
            <a:r>
              <a:rPr lang="zh-CN" altLang="en-US" dirty="0"/>
              <a:t>，或者更准确地说，是 </a:t>
            </a:r>
            <a:r>
              <a:rPr lang="en-US" altLang="zh-CN" dirty="0"/>
              <a:t>inverse-like support</a:t>
            </a:r>
            <a:r>
              <a:rPr lang="zh-CN" altLang="en-US" dirty="0"/>
              <a:t>。</a:t>
            </a:r>
            <a:br>
              <a:rPr lang="zh-CN" altLang="en-US" dirty="0"/>
            </a:br>
            <a:r>
              <a:rPr lang="zh-CN" altLang="en-US" dirty="0"/>
              <a:t>这里关注的是，一个 </a:t>
            </a:r>
            <a:r>
              <a:rPr lang="en-US" altLang="zh-CN" dirty="0"/>
              <a:t>relation </a:t>
            </a:r>
            <a:r>
              <a:rPr lang="zh-CN" altLang="en-US" dirty="0"/>
              <a:t>是否有比较清晰的 </a:t>
            </a:r>
            <a:r>
              <a:rPr lang="en-US" altLang="zh-CN" dirty="0"/>
              <a:t>reverse partner</a:t>
            </a:r>
            <a:r>
              <a:rPr lang="zh-CN" altLang="en-US" dirty="0"/>
              <a:t>。</a:t>
            </a:r>
            <a:br>
              <a:rPr lang="zh-CN" altLang="en-US" dirty="0"/>
            </a:br>
            <a:r>
              <a:rPr lang="zh-CN" altLang="en-US" dirty="0"/>
              <a:t>例如，</a:t>
            </a:r>
            <a:r>
              <a:rPr lang="en-US" altLang="zh-CN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parent_of</a:t>
            </a:r>
            <a:r>
              <a:rPr lang="en-US" altLang="zh-CN" dirty="0"/>
              <a:t> </a:t>
            </a:r>
            <a:r>
              <a:rPr lang="zh-CN" altLang="en-US" dirty="0"/>
              <a:t>和 </a:t>
            </a:r>
            <a:r>
              <a:rPr lang="en-US" altLang="zh-CN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child_of</a:t>
            </a:r>
            <a:r>
              <a:rPr lang="en-US" altLang="zh-CN" dirty="0"/>
              <a:t> </a:t>
            </a:r>
            <a:r>
              <a:rPr lang="zh-CN" altLang="en-US" dirty="0"/>
              <a:t>可以看作一组反向关系；</a:t>
            </a:r>
            <a:r>
              <a:rPr lang="en-US" altLang="zh-CN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capital_of</a:t>
            </a:r>
            <a:r>
              <a:rPr lang="en-US" altLang="zh-CN" dirty="0"/>
              <a:t> </a:t>
            </a:r>
            <a:r>
              <a:rPr lang="zh-CN" altLang="en-US" dirty="0"/>
              <a:t>和 </a:t>
            </a:r>
            <a:r>
              <a:rPr lang="en-US" altLang="zh-CN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has_capital</a:t>
            </a:r>
            <a:r>
              <a:rPr lang="en-US" altLang="zh-CN" dirty="0"/>
              <a:t> </a:t>
            </a:r>
            <a:r>
              <a:rPr lang="zh-CN" altLang="en-US" dirty="0"/>
              <a:t>也可以看作类似的 </a:t>
            </a:r>
            <a:r>
              <a:rPr lang="en-US" altLang="zh-CN" dirty="0"/>
              <a:t>reverse pair</a:t>
            </a:r>
            <a:r>
              <a:rPr lang="zh-CN" altLang="en-US" dirty="0"/>
              <a:t>。</a:t>
            </a:r>
          </a:p>
          <a:p>
            <a:r>
              <a:rPr lang="zh-CN" altLang="en-US" dirty="0"/>
              <a:t>直觉上，如果一个 </a:t>
            </a:r>
            <a:r>
              <a:rPr lang="en-US" altLang="zh-CN" dirty="0"/>
              <a:t>relation </a:t>
            </a:r>
            <a:r>
              <a:rPr lang="zh-CN" altLang="en-US" dirty="0"/>
              <a:t>的事实可以通过反向 </a:t>
            </a:r>
            <a:r>
              <a:rPr lang="en-US" altLang="zh-CN" dirty="0"/>
              <a:t>relation </a:t>
            </a:r>
            <a:r>
              <a:rPr lang="zh-CN" altLang="en-US" dirty="0"/>
              <a:t>得到支持，那么模型在训练时可能会看到更多一致的结构信号。</a:t>
            </a:r>
            <a:br>
              <a:rPr lang="zh-CN" altLang="en-US" dirty="0"/>
            </a:br>
            <a:r>
              <a:rPr lang="zh-CN" altLang="en-US" dirty="0"/>
              <a:t>比如对于 </a:t>
            </a:r>
            <a:r>
              <a:rPr lang="en-US" altLang="zh-CN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(h, r, t)</a:t>
            </a:r>
            <a:r>
              <a:rPr lang="zh-CN" altLang="en-US" dirty="0"/>
              <a:t>，如果图中也经常存在某个反向 </a:t>
            </a:r>
            <a:r>
              <a:rPr lang="en-US" altLang="zh-CN" dirty="0"/>
              <a:t>relation </a:t>
            </a:r>
            <a:r>
              <a:rPr lang="zh-CN" altLang="en-US" dirty="0"/>
              <a:t>下的 </a:t>
            </a:r>
            <a:r>
              <a:rPr lang="en-US" altLang="zh-CN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(t, </a:t>
            </a:r>
            <a:r>
              <a:rPr lang="en-US" altLang="zh-CN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r_inv</a:t>
            </a:r>
            <a:r>
              <a:rPr lang="en-US" altLang="zh-CN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h)</a:t>
            </a:r>
            <a:r>
              <a:rPr lang="zh-CN" altLang="en-US" dirty="0"/>
              <a:t>，那么这种 </a:t>
            </a:r>
            <a:r>
              <a:rPr lang="en-US" altLang="zh-CN" dirty="0"/>
              <a:t>reverse-side evidence </a:t>
            </a:r>
            <a:r>
              <a:rPr lang="zh-CN" altLang="en-US" dirty="0"/>
              <a:t>可能会约束模型的预测行为，使得 </a:t>
            </a:r>
            <a:r>
              <a:rPr lang="en-US" altLang="zh-CN" dirty="0"/>
              <a:t>repeated runs </a:t>
            </a:r>
            <a:r>
              <a:rPr lang="zh-CN" altLang="en-US" dirty="0"/>
              <a:t>更容易学到一致的 </a:t>
            </a:r>
            <a:r>
              <a:rPr lang="en-US" altLang="zh-CN" dirty="0"/>
              <a:t>ranking</a:t>
            </a:r>
            <a:r>
              <a:rPr lang="zh-CN" altLang="en-US" dirty="0"/>
              <a:t>。</a:t>
            </a:r>
            <a:br>
              <a:rPr lang="zh-CN" altLang="en-US" dirty="0"/>
            </a:br>
            <a:r>
              <a:rPr lang="zh-CN" altLang="en-US" dirty="0"/>
              <a:t>所以 </a:t>
            </a:r>
            <a:r>
              <a:rPr lang="en-US" altLang="zh-CN" dirty="0"/>
              <a:t>inverse-like support </a:t>
            </a:r>
            <a:r>
              <a:rPr lang="zh-CN" altLang="en-US" dirty="0"/>
              <a:t>可以看作一种 </a:t>
            </a:r>
            <a:r>
              <a:rPr lang="en-US" altLang="zh-CN" dirty="0"/>
              <a:t>cross-relation structural support</a:t>
            </a:r>
            <a:r>
              <a:rPr lang="zh-CN" altLang="en-US" dirty="0"/>
              <a:t>。</a:t>
            </a:r>
          </a:p>
          <a:p>
            <a:r>
              <a:rPr lang="zh-CN" altLang="en-US" dirty="0"/>
              <a:t>第三类是 </a:t>
            </a:r>
            <a:r>
              <a:rPr lang="en-US" altLang="zh-CN" b="1" dirty="0"/>
              <a:t>symmetry</a:t>
            </a:r>
            <a:r>
              <a:rPr lang="zh-CN" altLang="en-US" dirty="0"/>
              <a:t>。</a:t>
            </a:r>
            <a:br>
              <a:rPr lang="zh-CN" altLang="en-US" dirty="0"/>
            </a:br>
            <a:r>
              <a:rPr lang="zh-CN" altLang="en-US" dirty="0"/>
              <a:t>它和 </a:t>
            </a:r>
            <a:r>
              <a:rPr lang="en-US" altLang="zh-CN" dirty="0"/>
              <a:t>inverse </a:t>
            </a:r>
            <a:r>
              <a:rPr lang="zh-CN" altLang="en-US" dirty="0"/>
              <a:t>不同。</a:t>
            </a:r>
            <a:r>
              <a:rPr lang="en-US" altLang="zh-CN" dirty="0"/>
              <a:t>Inverse </a:t>
            </a:r>
            <a:r>
              <a:rPr lang="zh-CN" altLang="en-US" dirty="0"/>
              <a:t>关注的是两个不同 </a:t>
            </a:r>
            <a:r>
              <a:rPr lang="en-US" altLang="zh-CN" dirty="0"/>
              <a:t>relation </a:t>
            </a:r>
            <a:r>
              <a:rPr lang="zh-CN" altLang="en-US" dirty="0"/>
              <a:t>之间是否互为反向关系，而 </a:t>
            </a:r>
            <a:r>
              <a:rPr lang="en-US" altLang="zh-CN" dirty="0"/>
              <a:t>symmetry </a:t>
            </a:r>
            <a:r>
              <a:rPr lang="zh-CN" altLang="en-US" dirty="0"/>
              <a:t>关注的是同一个 </a:t>
            </a:r>
            <a:r>
              <a:rPr lang="en-US" altLang="zh-CN" dirty="0"/>
              <a:t>relation </a:t>
            </a:r>
            <a:r>
              <a:rPr lang="zh-CN" altLang="en-US" dirty="0"/>
              <a:t>内部是否存在双向支持。</a:t>
            </a:r>
            <a:br>
              <a:rPr lang="zh-CN" altLang="en-US" dirty="0"/>
            </a:br>
            <a:r>
              <a:rPr lang="zh-CN" altLang="en-US" dirty="0"/>
              <a:t>也就是说，对于同一个 </a:t>
            </a:r>
            <a:r>
              <a:rPr lang="en-US" altLang="zh-CN" dirty="0"/>
              <a:t>relation</a:t>
            </a:r>
            <a:r>
              <a:rPr lang="zh-CN" altLang="en-US" dirty="0"/>
              <a:t>，如果 </a:t>
            </a:r>
            <a:r>
              <a:rPr lang="en-US" altLang="zh-CN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(h, r, t)</a:t>
            </a:r>
            <a:r>
              <a:rPr lang="en-US" altLang="zh-CN" dirty="0"/>
              <a:t> </a:t>
            </a:r>
            <a:r>
              <a:rPr lang="zh-CN" altLang="en-US" dirty="0"/>
              <a:t>出现时，</a:t>
            </a:r>
            <a:r>
              <a:rPr lang="en-US" altLang="zh-CN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(t, r, h)</a:t>
            </a:r>
            <a:r>
              <a:rPr lang="en-US" altLang="zh-CN" dirty="0"/>
              <a:t> </a:t>
            </a:r>
            <a:r>
              <a:rPr lang="zh-CN" altLang="en-US" dirty="0"/>
              <a:t>也经常在同一个 </a:t>
            </a:r>
            <a:r>
              <a:rPr lang="en-US" altLang="zh-CN" dirty="0"/>
              <a:t>relation </a:t>
            </a:r>
            <a:r>
              <a:rPr lang="zh-CN" altLang="en-US" dirty="0"/>
              <a:t>下出现，那么这个 </a:t>
            </a:r>
            <a:r>
              <a:rPr lang="en-US" altLang="zh-CN" dirty="0"/>
              <a:t>relation </a:t>
            </a:r>
            <a:r>
              <a:rPr lang="zh-CN" altLang="en-US" dirty="0"/>
              <a:t>就具有更强的 </a:t>
            </a:r>
            <a:r>
              <a:rPr lang="en-US" altLang="zh-CN" dirty="0"/>
              <a:t>symmetry</a:t>
            </a:r>
            <a:r>
              <a:rPr lang="zh-CN" altLang="en-US" dirty="0"/>
              <a:t>。</a:t>
            </a:r>
          </a:p>
          <a:p>
            <a:r>
              <a:rPr lang="zh-CN" altLang="en-US" dirty="0"/>
              <a:t>例如，</a:t>
            </a:r>
            <a:r>
              <a:rPr lang="en-US" altLang="zh-CN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married_to</a:t>
            </a:r>
            <a:r>
              <a:rPr lang="en-US" altLang="zh-CN" dirty="0"/>
              <a:t> </a:t>
            </a:r>
            <a:r>
              <a:rPr lang="zh-CN" altLang="en-US" dirty="0"/>
              <a:t>或 </a:t>
            </a:r>
            <a:r>
              <a:rPr lang="en-US" altLang="zh-CN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adjacent_to</a:t>
            </a:r>
            <a:r>
              <a:rPr lang="en-US" altLang="zh-CN" dirty="0"/>
              <a:t> </a:t>
            </a:r>
            <a:r>
              <a:rPr lang="zh-CN" altLang="en-US" dirty="0"/>
              <a:t>这类关系，在直觉上就比较接近 </a:t>
            </a:r>
            <a:r>
              <a:rPr lang="en-US" altLang="zh-CN" dirty="0"/>
              <a:t>symmetric relation</a:t>
            </a:r>
            <a:r>
              <a:rPr lang="zh-CN" altLang="en-US" dirty="0"/>
              <a:t>。</a:t>
            </a:r>
            <a:br>
              <a:rPr lang="zh-CN" altLang="en-US" dirty="0"/>
            </a:br>
            <a:r>
              <a:rPr lang="zh-CN" altLang="en-US" dirty="0"/>
              <a:t>这种 </a:t>
            </a:r>
            <a:r>
              <a:rPr lang="en-US" altLang="zh-CN" dirty="0"/>
              <a:t>internal bidirectional evidence </a:t>
            </a:r>
            <a:r>
              <a:rPr lang="zh-CN" altLang="en-US" dirty="0"/>
              <a:t>可能会为同一组 </a:t>
            </a:r>
            <a:r>
              <a:rPr lang="en-US" altLang="zh-CN" dirty="0"/>
              <a:t>entity pair </a:t>
            </a:r>
            <a:r>
              <a:rPr lang="zh-CN" altLang="en-US" dirty="0"/>
              <a:t>提供更一致的信号，从而影响 </a:t>
            </a:r>
            <a:r>
              <a:rPr lang="en-US" altLang="zh-CN" dirty="0"/>
              <a:t>ranking stability</a:t>
            </a:r>
            <a:r>
              <a:rPr lang="zh-CN" altLang="en-US" dirty="0"/>
              <a:t>。</a:t>
            </a:r>
            <a:br>
              <a:rPr lang="zh-CN" altLang="en-US" dirty="0"/>
            </a:br>
            <a:r>
              <a:rPr lang="zh-CN" altLang="en-US" dirty="0"/>
              <a:t>所以 </a:t>
            </a:r>
            <a:r>
              <a:rPr lang="en-US" altLang="zh-CN" dirty="0"/>
              <a:t>symmetry </a:t>
            </a:r>
            <a:r>
              <a:rPr lang="zh-CN" altLang="en-US" dirty="0"/>
              <a:t>也是一个合理的 </a:t>
            </a:r>
            <a:r>
              <a:rPr lang="en-US" altLang="zh-CN" dirty="0"/>
              <a:t>candidate factor</a:t>
            </a:r>
            <a:r>
              <a:rPr lang="zh-CN" altLang="en-US" dirty="0"/>
              <a:t>。</a:t>
            </a:r>
          </a:p>
          <a:p>
            <a:r>
              <a:rPr lang="zh-CN" altLang="en-US" dirty="0"/>
              <a:t>最后一类是 </a:t>
            </a:r>
            <a:r>
              <a:rPr lang="en-US" altLang="zh-CN" b="1" dirty="0"/>
              <a:t>relation frequency</a:t>
            </a:r>
            <a:r>
              <a:rPr lang="zh-CN" altLang="en-US" dirty="0"/>
              <a:t>。</a:t>
            </a:r>
            <a:br>
              <a:rPr lang="zh-CN" altLang="en-US" dirty="0"/>
            </a:br>
            <a:r>
              <a:rPr lang="zh-CN" altLang="en-US" dirty="0"/>
              <a:t>它表示一个 </a:t>
            </a:r>
            <a:r>
              <a:rPr lang="en-US" altLang="zh-CN" dirty="0"/>
              <a:t>relation </a:t>
            </a:r>
            <a:r>
              <a:rPr lang="zh-CN" altLang="en-US" dirty="0"/>
              <a:t>在 </a:t>
            </a:r>
            <a:r>
              <a:rPr lang="en-US" altLang="zh-CN" dirty="0"/>
              <a:t>training graph </a:t>
            </a:r>
            <a:r>
              <a:rPr lang="zh-CN" altLang="en-US" dirty="0"/>
              <a:t>中出现的频率。</a:t>
            </a:r>
            <a:br>
              <a:rPr lang="zh-CN" altLang="en-US" dirty="0"/>
            </a:br>
            <a:r>
              <a:rPr lang="zh-CN" altLang="en-US" dirty="0"/>
              <a:t>这里我不把 </a:t>
            </a:r>
            <a:r>
              <a:rPr lang="en-US" altLang="zh-CN" dirty="0"/>
              <a:t>frequency </a:t>
            </a:r>
            <a:r>
              <a:rPr lang="zh-CN" altLang="en-US" dirty="0"/>
              <a:t>看作 </a:t>
            </a:r>
            <a:r>
              <a:rPr lang="en-US" altLang="zh-CN" dirty="0"/>
              <a:t>relation pattern</a:t>
            </a:r>
            <a:r>
              <a:rPr lang="zh-CN" altLang="en-US" dirty="0"/>
              <a:t>，而是把它作为 </a:t>
            </a:r>
            <a:r>
              <a:rPr lang="en-US" altLang="zh-CN" dirty="0"/>
              <a:t>support / sparsity factor</a:t>
            </a:r>
            <a:r>
              <a:rPr lang="zh-CN" altLang="en-US" dirty="0"/>
              <a:t>。</a:t>
            </a:r>
          </a:p>
          <a:p>
            <a:r>
              <a:rPr lang="zh-CN" altLang="en-US" dirty="0"/>
              <a:t>加入 </a:t>
            </a:r>
            <a:r>
              <a:rPr lang="en-US" altLang="zh-CN" dirty="0"/>
              <a:t>relation frequency </a:t>
            </a:r>
            <a:r>
              <a:rPr lang="zh-CN" altLang="en-US" dirty="0"/>
              <a:t>的原因是，我需要检查一个更基础的问题：</a:t>
            </a:r>
            <a:br>
              <a:rPr lang="zh-CN" altLang="en-US" dirty="0"/>
            </a:br>
            <a:r>
              <a:rPr lang="zh-CN" altLang="en-US" dirty="0"/>
              <a:t>观察到的 </a:t>
            </a:r>
            <a:r>
              <a:rPr lang="en-US" altLang="zh-CN" dirty="0"/>
              <a:t>multiplicity </a:t>
            </a:r>
            <a:r>
              <a:rPr lang="zh-CN" altLang="en-US" dirty="0"/>
              <a:t>差异，到底是来自 </a:t>
            </a:r>
            <a:r>
              <a:rPr lang="en-US" altLang="zh-CN" dirty="0"/>
              <a:t>relation structure </a:t>
            </a:r>
            <a:r>
              <a:rPr lang="zh-CN" altLang="en-US" dirty="0"/>
              <a:t>本身，还是只是因为某些 </a:t>
            </a:r>
            <a:r>
              <a:rPr lang="en-US" altLang="zh-CN" dirty="0"/>
              <a:t>relation </a:t>
            </a:r>
            <a:r>
              <a:rPr lang="zh-CN" altLang="en-US" dirty="0"/>
              <a:t>的训练样本太少。</a:t>
            </a:r>
          </a:p>
          <a:p>
            <a:r>
              <a:rPr lang="zh-CN" altLang="en-US" dirty="0"/>
              <a:t>直觉上，如果一个 </a:t>
            </a:r>
            <a:r>
              <a:rPr lang="en-US" altLang="zh-CN" dirty="0"/>
              <a:t>relation </a:t>
            </a:r>
            <a:r>
              <a:rPr lang="zh-CN" altLang="en-US" dirty="0"/>
              <a:t>在训练图中非常稀疏，那么模型对它的学习本来就可能不稳定，因此 </a:t>
            </a:r>
            <a:r>
              <a:rPr lang="en-US" altLang="zh-CN" dirty="0"/>
              <a:t>repeated runs </a:t>
            </a:r>
            <a:r>
              <a:rPr lang="zh-CN" altLang="en-US" dirty="0"/>
              <a:t>的 </a:t>
            </a:r>
            <a:r>
              <a:rPr lang="en-US" altLang="zh-CN" dirty="0"/>
              <a:t>top-K ranking </a:t>
            </a:r>
            <a:r>
              <a:rPr lang="zh-CN" altLang="en-US" dirty="0"/>
              <a:t>也更容易发生变化。</a:t>
            </a:r>
            <a:br>
              <a:rPr lang="zh-CN" altLang="en-US" dirty="0"/>
            </a:br>
            <a:r>
              <a:rPr lang="zh-CN" altLang="en-US" dirty="0"/>
              <a:t>原论文中也报告过 </a:t>
            </a:r>
            <a:r>
              <a:rPr lang="en-US" altLang="zh-CN" dirty="0"/>
              <a:t>relation frequency </a:t>
            </a:r>
            <a:r>
              <a:rPr lang="zh-CN" altLang="en-US" dirty="0"/>
              <a:t>和 </a:t>
            </a:r>
            <a:r>
              <a:rPr lang="en-US" altLang="zh-CN" dirty="0"/>
              <a:t>multiplicity </a:t>
            </a:r>
            <a:r>
              <a:rPr lang="zh-CN" altLang="en-US" dirty="0"/>
              <a:t>之间存在一定的负相关趋势，所以我这里把 </a:t>
            </a:r>
            <a:r>
              <a:rPr lang="en-US" altLang="zh-CN" dirty="0"/>
              <a:t>frequency </a:t>
            </a:r>
            <a:r>
              <a:rPr lang="zh-CN" altLang="en-US" dirty="0"/>
              <a:t>纳入进来，主要是作为一个 </a:t>
            </a:r>
            <a:r>
              <a:rPr lang="en-US" altLang="zh-CN" dirty="0"/>
              <a:t>control factor</a:t>
            </a:r>
            <a:r>
              <a:rPr lang="zh-CN" altLang="en-US" dirty="0"/>
              <a:t>。</a:t>
            </a:r>
            <a:br>
              <a:rPr lang="zh-CN" altLang="en-US" dirty="0"/>
            </a:br>
            <a:r>
              <a:rPr lang="zh-CN" altLang="en-US" dirty="0"/>
              <a:t>它的作用是帮助区分：我们看到的 </a:t>
            </a:r>
            <a:r>
              <a:rPr lang="en-US" altLang="zh-CN" dirty="0"/>
              <a:t>structural effects </a:t>
            </a:r>
            <a:r>
              <a:rPr lang="zh-CN" altLang="en-US" dirty="0"/>
              <a:t>是否真的来自 </a:t>
            </a:r>
            <a:r>
              <a:rPr lang="en-US" altLang="zh-CN" dirty="0"/>
              <a:t>relation-level structure</a:t>
            </a:r>
            <a:r>
              <a:rPr lang="zh-CN" altLang="en-US" dirty="0"/>
              <a:t>，而不是简单的数据量差异。</a:t>
            </a:r>
          </a:p>
          <a:p>
            <a:r>
              <a:rPr lang="zh-CN" altLang="en-US" dirty="0"/>
              <a:t>所以总结来说，这一页的四个因素并不是随机选择的。</a:t>
            </a:r>
            <a:br>
              <a:rPr lang="zh-CN" altLang="en-US" dirty="0"/>
            </a:br>
            <a:r>
              <a:rPr lang="en-US" altLang="zh-CN" dirty="0"/>
              <a:t>Mapping property </a:t>
            </a:r>
            <a:r>
              <a:rPr lang="zh-CN" altLang="en-US" dirty="0"/>
              <a:t>对应 </a:t>
            </a:r>
            <a:r>
              <a:rPr lang="en-US" altLang="zh-CN" dirty="0"/>
              <a:t>answer-space ambiguity</a:t>
            </a:r>
            <a:r>
              <a:rPr lang="zh-CN" altLang="en-US" dirty="0"/>
              <a:t>；</a:t>
            </a:r>
            <a:r>
              <a:rPr lang="en-US" altLang="zh-CN" dirty="0"/>
              <a:t>inverse </a:t>
            </a:r>
            <a:r>
              <a:rPr lang="zh-CN" altLang="en-US" dirty="0"/>
              <a:t>对应 </a:t>
            </a:r>
            <a:r>
              <a:rPr lang="en-US" altLang="zh-CN" dirty="0"/>
              <a:t>cross-relation reverse support</a:t>
            </a:r>
            <a:r>
              <a:rPr lang="zh-CN" altLang="en-US" dirty="0"/>
              <a:t>；</a:t>
            </a:r>
            <a:r>
              <a:rPr lang="en-US" altLang="zh-CN" dirty="0"/>
              <a:t>symmetry </a:t>
            </a:r>
            <a:r>
              <a:rPr lang="zh-CN" altLang="en-US" dirty="0"/>
              <a:t>对应 </a:t>
            </a:r>
            <a:r>
              <a:rPr lang="en-US" altLang="zh-CN" dirty="0"/>
              <a:t>relation </a:t>
            </a:r>
            <a:r>
              <a:rPr lang="zh-CN" altLang="en-US" dirty="0"/>
              <a:t>内部的 </a:t>
            </a:r>
            <a:r>
              <a:rPr lang="en-US" altLang="zh-CN" dirty="0"/>
              <a:t>bidirectional support</a:t>
            </a:r>
            <a:r>
              <a:rPr lang="zh-CN" altLang="en-US" dirty="0"/>
              <a:t>；</a:t>
            </a:r>
            <a:r>
              <a:rPr lang="en-US" altLang="zh-CN" dirty="0"/>
              <a:t>relation frequency </a:t>
            </a:r>
            <a:r>
              <a:rPr lang="zh-CN" altLang="en-US" dirty="0"/>
              <a:t>则对应 </a:t>
            </a:r>
            <a:r>
              <a:rPr lang="en-US" altLang="zh-CN" dirty="0"/>
              <a:t>support </a:t>
            </a:r>
            <a:r>
              <a:rPr lang="zh-CN" altLang="en-US" dirty="0"/>
              <a:t>和 </a:t>
            </a:r>
            <a:r>
              <a:rPr lang="en-US" altLang="zh-CN" dirty="0"/>
              <a:t>sparsity control</a:t>
            </a:r>
            <a:r>
              <a:rPr lang="zh-CN" altLang="en-US" dirty="0"/>
              <a:t>。</a:t>
            </a:r>
          </a:p>
          <a:p>
            <a:r>
              <a:rPr lang="zh-CN" altLang="en-US" dirty="0"/>
              <a:t>接下来的实验部分，就是要检查这些 </a:t>
            </a:r>
            <a:r>
              <a:rPr lang="en-US" altLang="zh-CN" dirty="0"/>
              <a:t>candidate factors </a:t>
            </a:r>
            <a:r>
              <a:rPr lang="zh-CN" altLang="en-US" dirty="0"/>
              <a:t>中，哪些因素真的和更强的 </a:t>
            </a:r>
            <a:r>
              <a:rPr lang="en-US" altLang="zh-CN" dirty="0"/>
              <a:t>predictive multiplicity </a:t>
            </a:r>
            <a:r>
              <a:rPr lang="zh-CN" altLang="en-US" dirty="0"/>
              <a:t>有稳定关系。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20C396B-3EC3-D548-AED1-2F10EEE24062}" type="slidenum">
              <a:rPr kumimoji="1" lang="zh-CN" altLang="en-US" smtClean="0"/>
              <a:t>6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52489980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Now I move to the main results. The first result is the mapping property analysis.</a:t>
            </a:r>
          </a:p>
          <a:p>
            <a:endParaRPr lang="en-US" altLang="zh-CN" dirty="0"/>
          </a:p>
          <a:p>
            <a:r>
              <a:rPr lang="en-US" altLang="zh-CN" dirty="0"/>
              <a:t>This slide shows the result of </a:t>
            </a:r>
            <a:r>
              <a:rPr lang="en-US" altLang="zh-CN" dirty="0" err="1"/>
              <a:t>RotatE</a:t>
            </a:r>
            <a:r>
              <a:rPr lang="en-US" altLang="zh-CN" dirty="0"/>
              <a:t> on tail prediction. The query form is (h, r, ?), so the model needs to predict the tail entity.</a:t>
            </a:r>
          </a:p>
          <a:p>
            <a:endParaRPr lang="en-US" altLang="zh-CN" dirty="0"/>
          </a:p>
          <a:p>
            <a:r>
              <a:rPr lang="en-US" altLang="zh-CN" dirty="0"/>
              <a:t>The left plot shows Hits@10, which represents prediction accuracy.</a:t>
            </a:r>
          </a:p>
          <a:p>
            <a:endParaRPr lang="en-US" altLang="zh-CN" dirty="0"/>
          </a:p>
          <a:p>
            <a:r>
              <a:rPr lang="en-US" altLang="zh-CN" dirty="0"/>
              <a:t>The middle and right plots show alpha and delta, which represent the strength of predictive multiplicity.</a:t>
            </a:r>
          </a:p>
          <a:p>
            <a:endParaRPr lang="en-US" altLang="zh-CN" dirty="0"/>
          </a:p>
          <a:p>
            <a:r>
              <a:rPr lang="en-US" altLang="zh-CN" dirty="0"/>
              <a:t>Simply speaking, higher alpha and delta mean that the hit or miss decisions are more unstable across repeated runs.</a:t>
            </a:r>
          </a:p>
          <a:p>
            <a:endParaRPr lang="en-US" altLang="zh-CN" dirty="0"/>
          </a:p>
          <a:p>
            <a:r>
              <a:rPr lang="en-US" altLang="zh-CN" dirty="0"/>
              <a:t>The most important message of this figure is not that one relation type is simply good or bad.</a:t>
            </a:r>
          </a:p>
          <a:p>
            <a:endParaRPr lang="en-US" altLang="zh-CN" dirty="0"/>
          </a:p>
          <a:p>
            <a:r>
              <a:rPr lang="en-US" altLang="zh-CN" dirty="0"/>
              <a:t>The key point is that tail-side multiplicity follows the answer-space structure of the relation.</a:t>
            </a:r>
          </a:p>
          <a:p>
            <a:endParaRPr lang="en-US" altLang="zh-CN" dirty="0"/>
          </a:p>
          <a:p>
            <a:r>
              <a:rPr lang="en-US" altLang="zh-CN" dirty="0"/>
              <a:t>For 1-to-N relations, the tail side is the many-side.</a:t>
            </a:r>
          </a:p>
          <a:p>
            <a:endParaRPr lang="en-US" altLang="zh-CN" dirty="0"/>
          </a:p>
          <a:p>
            <a:r>
              <a:rPr lang="en-US" altLang="zh-CN" dirty="0"/>
              <a:t>This means that for the same (h, r), there may be many plausible tail candidates.</a:t>
            </a:r>
          </a:p>
          <a:p>
            <a:endParaRPr lang="en-US" altLang="zh-CN" dirty="0"/>
          </a:p>
          <a:p>
            <a:r>
              <a:rPr lang="en-US" altLang="zh-CN" dirty="0"/>
              <a:t>As a result, the top-K boundary around the correct answer is harder to keep stable. Models trained with different random seeds are more likely to disagree on the hit or miss decision.</a:t>
            </a:r>
          </a:p>
          <a:p>
            <a:endParaRPr lang="en-US" altLang="zh-CN" dirty="0"/>
          </a:p>
          <a:p>
            <a:r>
              <a:rPr lang="en-US" altLang="zh-CN" dirty="0"/>
              <a:t>In the figure, we can see that 1-to-N has the lowest Hits@10, and also the highest alpha and delta.</a:t>
            </a:r>
          </a:p>
          <a:p>
            <a:endParaRPr lang="en-US" altLang="zh-CN" dirty="0"/>
          </a:p>
          <a:p>
            <a:r>
              <a:rPr lang="en-US" altLang="zh-CN" dirty="0"/>
              <a:t>In contrast, M-to-1 is more constrained on the tail side.</a:t>
            </a:r>
          </a:p>
          <a:p>
            <a:endParaRPr lang="en-US" altLang="zh-CN" dirty="0"/>
          </a:p>
          <a:p>
            <a:r>
              <a:rPr lang="en-US" altLang="zh-CN" dirty="0"/>
              <a:t>From the viewpoint of tail prediction, the answer space is more concentrated. Therefore, different runs are more likely to form consistent ranking behavior.</a:t>
            </a:r>
          </a:p>
          <a:p>
            <a:endParaRPr lang="en-US" altLang="zh-CN" dirty="0"/>
          </a:p>
          <a:p>
            <a:r>
              <a:rPr lang="en-US" altLang="zh-CN" dirty="0"/>
              <a:t>As a result, M-to-1 shows the highest Hits@10 and the lowest multiplicity.</a:t>
            </a:r>
          </a:p>
          <a:p>
            <a:endParaRPr lang="en-US" altLang="zh-CN" dirty="0"/>
          </a:p>
          <a:p>
            <a:r>
              <a:rPr lang="en-US" altLang="zh-CN" dirty="0"/>
              <a:t>We should also look at M-to-N.</a:t>
            </a:r>
          </a:p>
          <a:p>
            <a:endParaRPr lang="en-US" altLang="zh-CN" dirty="0"/>
          </a:p>
          <a:p>
            <a:r>
              <a:rPr lang="en-US" altLang="zh-CN" dirty="0"/>
              <a:t>M-to-N also includes many-side tail prediction, but it is not as extreme as 1-to-N.</a:t>
            </a:r>
          </a:p>
          <a:p>
            <a:endParaRPr lang="en-US" altLang="zh-CN" dirty="0"/>
          </a:p>
          <a:p>
            <a:r>
              <a:rPr lang="en-US" altLang="zh-CN" dirty="0"/>
              <a:t>One possible explanation is that M-to-N has both a larger candidate space and broader many-to-many structural support.</a:t>
            </a:r>
          </a:p>
          <a:p>
            <a:endParaRPr lang="en-US" altLang="zh-CN" dirty="0"/>
          </a:p>
          <a:p>
            <a:r>
              <a:rPr lang="en-US" altLang="zh-CN" dirty="0"/>
              <a:t>Therefore, its behavior is not simply the same as 1-to-N. Instead, it appears as an intermediate case.</a:t>
            </a:r>
          </a:p>
          <a:p>
            <a:endParaRPr lang="en-US" altLang="zh-CN" dirty="0"/>
          </a:p>
          <a:p>
            <a:r>
              <a:rPr lang="en-US" altLang="zh-CN" dirty="0"/>
              <a:t>So the key message of this slide is that predictive multiplicity is not merely random seed noise.</a:t>
            </a:r>
          </a:p>
          <a:p>
            <a:endParaRPr lang="en-US" altLang="zh-CN" dirty="0"/>
          </a:p>
          <a:p>
            <a:r>
              <a:rPr lang="en-US" altLang="zh-CN" dirty="0"/>
              <a:t>It is systematically related to relation-level answer-space structure.</a:t>
            </a:r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接下来进入目前 </a:t>
            </a:r>
            <a:r>
              <a:rPr lang="en-US" altLang="zh-CN" dirty="0"/>
              <a:t>thesis </a:t>
            </a:r>
            <a:r>
              <a:rPr lang="zh-CN" altLang="en-US" dirty="0"/>
              <a:t>里最核心的结果，也就是 </a:t>
            </a:r>
            <a:r>
              <a:rPr lang="en-US" altLang="zh-CN" dirty="0"/>
              <a:t>mapping property analysis</a:t>
            </a:r>
            <a:r>
              <a:rPr lang="zh-CN" altLang="en-US" dirty="0"/>
              <a:t>。</a:t>
            </a:r>
          </a:p>
          <a:p>
            <a:r>
              <a:rPr lang="zh-CN" altLang="en-US" dirty="0"/>
              <a:t>这一页展示的是 </a:t>
            </a:r>
            <a:r>
              <a:rPr lang="en-US" altLang="zh-CN" dirty="0" err="1"/>
              <a:t>RotatE</a:t>
            </a:r>
            <a:r>
              <a:rPr lang="en-US" altLang="zh-CN" dirty="0"/>
              <a:t> </a:t>
            </a:r>
            <a:r>
              <a:rPr lang="zh-CN" altLang="en-US" dirty="0"/>
              <a:t>在 </a:t>
            </a:r>
            <a:r>
              <a:rPr lang="en-US" altLang="zh-CN" dirty="0"/>
              <a:t>tail prediction </a:t>
            </a:r>
            <a:r>
              <a:rPr lang="zh-CN" altLang="en-US" dirty="0"/>
              <a:t>上的结果。这里的 </a:t>
            </a:r>
            <a:r>
              <a:rPr lang="en-US" altLang="zh-CN" dirty="0"/>
              <a:t>query </a:t>
            </a:r>
            <a:r>
              <a:rPr lang="zh-CN" altLang="en-US" dirty="0"/>
              <a:t>是 </a:t>
            </a:r>
            <a:r>
              <a:rPr lang="en-US" altLang="zh-CN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(h, r, ?)</a:t>
            </a:r>
            <a:r>
              <a:rPr lang="zh-CN" altLang="en-US" dirty="0"/>
              <a:t>，也就是说模型需要预测 </a:t>
            </a:r>
            <a:r>
              <a:rPr lang="en-US" altLang="zh-CN" dirty="0"/>
              <a:t>tail entity</a:t>
            </a:r>
            <a:r>
              <a:rPr lang="zh-CN" altLang="en-US" dirty="0"/>
              <a:t>。左边是 </a:t>
            </a:r>
            <a:r>
              <a:rPr lang="en-US" altLang="zh-CN" dirty="0"/>
              <a:t>Hits@10</a:t>
            </a:r>
            <a:r>
              <a:rPr lang="zh-CN" altLang="en-US" dirty="0"/>
              <a:t>，表示预测准确性；中间和右边分别是 </a:t>
            </a:r>
            <a:r>
              <a:rPr lang="en-US" altLang="zh-CN" dirty="0"/>
              <a:t>alpha </a:t>
            </a:r>
            <a:r>
              <a:rPr lang="zh-CN" altLang="en-US" dirty="0"/>
              <a:t>和 </a:t>
            </a:r>
            <a:r>
              <a:rPr lang="en-US" altLang="zh-CN" dirty="0"/>
              <a:t>delta</a:t>
            </a:r>
            <a:r>
              <a:rPr lang="zh-CN" altLang="en-US" dirty="0"/>
              <a:t>，表示 </a:t>
            </a:r>
            <a:r>
              <a:rPr lang="en-US" altLang="zh-CN" dirty="0"/>
              <a:t>predictive multiplicity </a:t>
            </a:r>
            <a:r>
              <a:rPr lang="zh-CN" altLang="en-US" dirty="0"/>
              <a:t>的强度。简单来说，</a:t>
            </a:r>
            <a:r>
              <a:rPr lang="en-US" altLang="zh-CN" dirty="0"/>
              <a:t>alpha </a:t>
            </a:r>
            <a:r>
              <a:rPr lang="zh-CN" altLang="en-US" dirty="0"/>
              <a:t>和 </a:t>
            </a:r>
            <a:r>
              <a:rPr lang="en-US" altLang="zh-CN" dirty="0"/>
              <a:t>delta </a:t>
            </a:r>
            <a:r>
              <a:rPr lang="zh-CN" altLang="en-US" dirty="0"/>
              <a:t>越高，说明不同 </a:t>
            </a:r>
            <a:r>
              <a:rPr lang="en-US" altLang="zh-CN" dirty="0"/>
              <a:t>repeated runs </a:t>
            </a:r>
            <a:r>
              <a:rPr lang="zh-CN" altLang="en-US" dirty="0"/>
              <a:t>之间的 </a:t>
            </a:r>
            <a:r>
              <a:rPr lang="en-US" altLang="zh-CN" dirty="0"/>
              <a:t>hit / miss decision </a:t>
            </a:r>
            <a:r>
              <a:rPr lang="zh-CN" altLang="en-US" dirty="0"/>
              <a:t>越不稳定。</a:t>
            </a:r>
          </a:p>
          <a:p>
            <a:r>
              <a:rPr lang="zh-CN" altLang="en-US" dirty="0"/>
              <a:t>                                          </a:t>
            </a:r>
          </a:p>
          <a:p>
            <a:r>
              <a:rPr lang="zh-CN" altLang="en-US" dirty="0"/>
              <a:t> 这张图最重要的结论不是某一个 </a:t>
            </a:r>
            <a:r>
              <a:rPr lang="en-US" altLang="zh-CN" dirty="0"/>
              <a:t>relation type </a:t>
            </a:r>
            <a:r>
              <a:rPr lang="zh-CN" altLang="en-US" dirty="0"/>
              <a:t>单独表现好或坏，而是：                         </a:t>
            </a:r>
          </a:p>
          <a:p>
            <a:r>
              <a:rPr lang="zh-CN" altLang="en-US" dirty="0"/>
              <a:t> </a:t>
            </a:r>
            <a:r>
              <a:rPr lang="en-US" altLang="zh-CN" dirty="0"/>
              <a:t>tail-side multiplicity follows the answer-space structure of the relation.                       </a:t>
            </a:r>
          </a:p>
          <a:p>
            <a:endParaRPr lang="en-US" altLang="zh-CN" dirty="0"/>
          </a:p>
          <a:p>
            <a:r>
              <a:rPr lang="zh-CN" altLang="en-US" dirty="0"/>
              <a:t>对于 </a:t>
            </a:r>
            <a:r>
              <a:rPr lang="en-US" altLang="zh-CN" dirty="0"/>
              <a:t>1-N relation</a:t>
            </a:r>
            <a:r>
              <a:rPr lang="zh-CN" altLang="en-US" dirty="0"/>
              <a:t>，</a:t>
            </a:r>
            <a:r>
              <a:rPr lang="en-US" altLang="zh-CN" dirty="0"/>
              <a:t>tail side </a:t>
            </a:r>
            <a:r>
              <a:rPr lang="zh-CN" altLang="en-US" dirty="0"/>
              <a:t>是 </a:t>
            </a:r>
            <a:r>
              <a:rPr lang="en-US" altLang="zh-CN" dirty="0"/>
              <a:t>many-side</a:t>
            </a:r>
            <a:r>
              <a:rPr lang="zh-CN" altLang="en-US" dirty="0"/>
              <a:t>。也就是说，对于同一个 </a:t>
            </a:r>
            <a:r>
              <a:rPr lang="en-US" altLang="zh-CN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(h, r)</a:t>
            </a:r>
            <a:r>
              <a:rPr lang="zh-CN" altLang="en-US" dirty="0"/>
              <a:t>，可能存在多个合理的 </a:t>
            </a:r>
            <a:r>
              <a:rPr lang="en-US" altLang="zh-CN" dirty="0"/>
              <a:t>tail candidates</a:t>
            </a:r>
            <a:r>
              <a:rPr lang="zh-CN" altLang="en-US" dirty="0"/>
              <a:t>。因此，正确答案附近的 </a:t>
            </a:r>
            <a:r>
              <a:rPr lang="en-US" altLang="zh-CN" dirty="0"/>
              <a:t>top-K boundary </a:t>
            </a:r>
            <a:r>
              <a:rPr lang="zh-CN" altLang="en-US" dirty="0"/>
              <a:t>更难稳定，不同 </a:t>
            </a:r>
            <a:r>
              <a:rPr lang="en-US" altLang="zh-CN" dirty="0"/>
              <a:t>seed </a:t>
            </a:r>
            <a:r>
              <a:rPr lang="zh-CN" altLang="en-US" dirty="0"/>
              <a:t>训练出来的模型更容易在 </a:t>
            </a:r>
            <a:r>
              <a:rPr lang="en-US" altLang="zh-CN" dirty="0"/>
              <a:t>hit / miss decision </a:t>
            </a:r>
            <a:r>
              <a:rPr lang="zh-CN" altLang="en-US" dirty="0"/>
              <a:t>上产生分歧。图中也可以看到，</a:t>
            </a:r>
            <a:r>
              <a:rPr lang="en-US" altLang="zh-CN" dirty="0"/>
              <a:t>1-N </a:t>
            </a:r>
            <a:r>
              <a:rPr lang="zh-CN" altLang="en-US" dirty="0"/>
              <a:t>的 </a:t>
            </a:r>
            <a:r>
              <a:rPr lang="en-US" altLang="zh-CN" dirty="0"/>
              <a:t>Hits@10 </a:t>
            </a:r>
            <a:r>
              <a:rPr lang="zh-CN" altLang="en-US" dirty="0"/>
              <a:t>最低，同时 </a:t>
            </a:r>
            <a:r>
              <a:rPr lang="en-US" altLang="zh-CN" dirty="0"/>
              <a:t>alpha </a:t>
            </a:r>
            <a:r>
              <a:rPr lang="zh-CN" altLang="en-US" dirty="0"/>
              <a:t>和 </a:t>
            </a:r>
            <a:r>
              <a:rPr lang="en-US" altLang="zh-CN" dirty="0"/>
              <a:t>delta </a:t>
            </a:r>
            <a:r>
              <a:rPr lang="zh-CN" altLang="en-US" dirty="0"/>
              <a:t>最高。</a:t>
            </a:r>
          </a:p>
          <a:p>
            <a:r>
              <a:rPr lang="zh-CN" altLang="en-US" dirty="0"/>
              <a:t>相反，</a:t>
            </a:r>
            <a:r>
              <a:rPr lang="en-US" altLang="zh-CN" dirty="0"/>
              <a:t>M-1 </a:t>
            </a:r>
            <a:r>
              <a:rPr lang="zh-CN" altLang="en-US" dirty="0"/>
              <a:t>在 </a:t>
            </a:r>
            <a:r>
              <a:rPr lang="en-US" altLang="zh-CN" dirty="0"/>
              <a:t>tail side </a:t>
            </a:r>
            <a:r>
              <a:rPr lang="zh-CN" altLang="en-US" dirty="0"/>
              <a:t>上是相对 </a:t>
            </a:r>
            <a:r>
              <a:rPr lang="en-US" altLang="zh-CN" dirty="0"/>
              <a:t>constrained </a:t>
            </a:r>
            <a:r>
              <a:rPr lang="zh-CN" altLang="en-US" dirty="0"/>
              <a:t>的情况。也就是说，从 </a:t>
            </a:r>
            <a:r>
              <a:rPr lang="en-US" altLang="zh-CN" dirty="0"/>
              <a:t>tail prediction </a:t>
            </a:r>
            <a:r>
              <a:rPr lang="zh-CN" altLang="en-US" dirty="0"/>
              <a:t>的角度看，候选答案空间更加集中，模型之间更容易形成一致的 </a:t>
            </a:r>
            <a:r>
              <a:rPr lang="en-US" altLang="zh-CN" dirty="0"/>
              <a:t>ranking behavior</a:t>
            </a:r>
            <a:r>
              <a:rPr lang="zh-CN" altLang="en-US" dirty="0"/>
              <a:t>。所以它表现为最高的 </a:t>
            </a:r>
            <a:r>
              <a:rPr lang="en-US" altLang="zh-CN" dirty="0"/>
              <a:t>Hits@10 </a:t>
            </a:r>
            <a:r>
              <a:rPr lang="zh-CN" altLang="en-US" dirty="0"/>
              <a:t>和最低的 </a:t>
            </a:r>
            <a:r>
              <a:rPr lang="en-US" altLang="zh-CN" dirty="0"/>
              <a:t>multiplicity</a:t>
            </a:r>
            <a:r>
              <a:rPr lang="zh-CN" altLang="en-US" dirty="0"/>
              <a:t>。</a:t>
            </a:r>
          </a:p>
          <a:p>
            <a:endParaRPr lang="zh-CN" altLang="en-US" dirty="0"/>
          </a:p>
          <a:p>
            <a:r>
              <a:rPr lang="zh-CN" altLang="en-US" dirty="0"/>
              <a:t>这里还需要注意 </a:t>
            </a:r>
            <a:r>
              <a:rPr lang="en-US" altLang="zh-CN" dirty="0"/>
              <a:t>M-N</a:t>
            </a:r>
            <a:r>
              <a:rPr lang="zh-CN" altLang="en-US" dirty="0"/>
              <a:t>。它同样包含 </a:t>
            </a:r>
            <a:r>
              <a:rPr lang="en-US" altLang="zh-CN" dirty="0"/>
              <a:t>many-side tail prediction</a:t>
            </a:r>
            <a:r>
              <a:rPr lang="zh-CN" altLang="en-US" dirty="0"/>
              <a:t>，但它并没有像 </a:t>
            </a:r>
            <a:r>
              <a:rPr lang="en-US" altLang="zh-CN" dirty="0"/>
              <a:t>1-N </a:t>
            </a:r>
            <a:r>
              <a:rPr lang="zh-CN" altLang="en-US" dirty="0"/>
              <a:t>那样极端。一个可能的解释是，</a:t>
            </a:r>
            <a:r>
              <a:rPr lang="en-US" altLang="zh-CN" dirty="0"/>
              <a:t>M-N </a:t>
            </a:r>
            <a:r>
              <a:rPr lang="zh-CN" altLang="en-US" dirty="0"/>
              <a:t>同时具有更大的候选空间和更广泛的 </a:t>
            </a:r>
            <a:r>
              <a:rPr lang="en-US" altLang="zh-CN" dirty="0"/>
              <a:t>many-to-many </a:t>
            </a:r>
            <a:r>
              <a:rPr lang="zh-CN" altLang="en-US" dirty="0"/>
              <a:t>结构支持。因此，它的行为不是单纯接近 </a:t>
            </a:r>
            <a:r>
              <a:rPr lang="en-US" altLang="zh-CN" dirty="0"/>
              <a:t>1-N</a:t>
            </a:r>
            <a:r>
              <a:rPr lang="zh-CN" altLang="en-US" dirty="0"/>
              <a:t>，而是呈现出更中间的状态。</a:t>
            </a:r>
            <a:endParaRPr lang="en-US" altLang="zh-CN" dirty="0"/>
          </a:p>
          <a:p>
            <a:endParaRPr lang="zh-CN" altLang="en-US" dirty="0"/>
          </a:p>
          <a:p>
            <a:r>
              <a:rPr lang="zh-CN" altLang="en-US" dirty="0"/>
              <a:t> 所以这一页的核心信息是：</a:t>
            </a:r>
          </a:p>
          <a:p>
            <a:r>
              <a:rPr lang="zh-CN" altLang="en-US" dirty="0"/>
              <a:t> </a:t>
            </a:r>
            <a:r>
              <a:rPr lang="en-US" altLang="zh-CN" dirty="0"/>
              <a:t>predictive multiplicity is not merely random seed noise. It is systematically related to relation-level answer-space structure.</a:t>
            </a:r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20C396B-3EC3-D548-AED1-2F10EEE24062}" type="slidenum">
              <a:rPr kumimoji="1" lang="zh-CN" altLang="en-US" smtClean="0"/>
              <a:t>7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33252049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On the previous slide, I used the </a:t>
            </a:r>
            <a:r>
              <a:rPr lang="en-US" altLang="zh-CN" dirty="0" err="1"/>
              <a:t>RotatE</a:t>
            </a:r>
            <a:r>
              <a:rPr lang="en-US" altLang="zh-CN" dirty="0"/>
              <a:t> tail-side result to explain the main mapping property pattern.</a:t>
            </a:r>
          </a:p>
          <a:p>
            <a:endParaRPr lang="en-US" altLang="zh-CN" dirty="0"/>
          </a:p>
          <a:p>
            <a:r>
              <a:rPr lang="en-US" altLang="zh-CN" dirty="0"/>
              <a:t>On this slide, I further show that this result is not accidental. There are two kinds of supporting evidence.</a:t>
            </a:r>
          </a:p>
          <a:p>
            <a:endParaRPr lang="en-US" altLang="zh-CN" dirty="0"/>
          </a:p>
          <a:p>
            <a:r>
              <a:rPr lang="en-US" altLang="zh-CN" dirty="0"/>
              <a:t>The same three metrics are shown here: Hits@10, alpha, and delta.</a:t>
            </a:r>
          </a:p>
          <a:p>
            <a:endParaRPr lang="en-US" altLang="zh-CN" dirty="0"/>
          </a:p>
          <a:p>
            <a:r>
              <a:rPr lang="en-US" altLang="zh-CN" dirty="0"/>
              <a:t>The first check is cross-model consistency.</a:t>
            </a:r>
          </a:p>
          <a:p>
            <a:endParaRPr lang="en-US" altLang="zh-CN" dirty="0"/>
          </a:p>
          <a:p>
            <a:r>
              <a:rPr lang="en-US" altLang="zh-CN" dirty="0"/>
              <a:t>Here, I change the model from </a:t>
            </a:r>
            <a:r>
              <a:rPr lang="en-US" altLang="zh-CN" dirty="0" err="1"/>
              <a:t>RotatE</a:t>
            </a:r>
            <a:r>
              <a:rPr lang="en-US" altLang="zh-CN" dirty="0"/>
              <a:t> to TransE, while still using tail prediction, that is, (h, r, ?).</a:t>
            </a:r>
          </a:p>
          <a:p>
            <a:endParaRPr lang="en-US" altLang="zh-CN" dirty="0"/>
          </a:p>
          <a:p>
            <a:r>
              <a:rPr lang="en-US" altLang="zh-CN" dirty="0"/>
              <a:t>We can see that the overall trend remains consistent.</a:t>
            </a:r>
          </a:p>
          <a:p>
            <a:endParaRPr lang="en-US" altLang="zh-CN" dirty="0"/>
          </a:p>
          <a:p>
            <a:r>
              <a:rPr lang="en-US" altLang="zh-CN" dirty="0"/>
              <a:t>M-to-1 remains the most stable regime, while 1-to-N remains the most multiplicity-prone regime.</a:t>
            </a:r>
          </a:p>
          <a:p>
            <a:endParaRPr lang="en-US" altLang="zh-CN" dirty="0"/>
          </a:p>
          <a:p>
            <a:r>
              <a:rPr lang="en-US" altLang="zh-CN" dirty="0"/>
              <a:t>This suggests that the mapping-property pattern is not specific to </a:t>
            </a:r>
            <a:r>
              <a:rPr lang="en-US" altLang="zh-CN" dirty="0" err="1"/>
              <a:t>RotatE</a:t>
            </a:r>
            <a:r>
              <a:rPr lang="en-US" altLang="zh-CN" dirty="0"/>
              <a:t>, but also appears in another representative KGE model.</a:t>
            </a:r>
          </a:p>
          <a:p>
            <a:endParaRPr lang="en-US" altLang="zh-CN" dirty="0"/>
          </a:p>
          <a:p>
            <a:r>
              <a:rPr lang="en-US" altLang="zh-CN" dirty="0"/>
              <a:t>The second check is the prediction-side check.</a:t>
            </a:r>
          </a:p>
          <a:p>
            <a:endParaRPr lang="en-US" altLang="zh-CN" dirty="0"/>
          </a:p>
          <a:p>
            <a:r>
              <a:rPr lang="en-US" altLang="zh-CN" dirty="0"/>
              <a:t>Here, I return to </a:t>
            </a:r>
            <a:r>
              <a:rPr lang="en-US" altLang="zh-CN" dirty="0" err="1"/>
              <a:t>RotatE</a:t>
            </a:r>
            <a:r>
              <a:rPr lang="en-US" altLang="zh-CN" dirty="0"/>
              <a:t>, but change the prediction side from tail prediction to head prediction. The query form is (?, r, t).</a:t>
            </a:r>
          </a:p>
          <a:p>
            <a:endParaRPr lang="en-US" altLang="zh-CN" dirty="0"/>
          </a:p>
          <a:p>
            <a:r>
              <a:rPr lang="en-US" altLang="zh-CN" dirty="0"/>
              <a:t>In this case, we can see an important mirror reversal.</a:t>
            </a:r>
          </a:p>
          <a:p>
            <a:endParaRPr lang="en-US" altLang="zh-CN" dirty="0"/>
          </a:p>
          <a:p>
            <a:r>
              <a:rPr lang="en-US" altLang="zh-CN" dirty="0"/>
              <a:t>1-to-N becomes the most stable regime, while M-to-1 becomes the most multiplicity-prone regime.</a:t>
            </a:r>
          </a:p>
          <a:p>
            <a:endParaRPr lang="en-US" altLang="zh-CN" dirty="0"/>
          </a:p>
          <a:p>
            <a:r>
              <a:rPr lang="en-US" altLang="zh-CN" dirty="0"/>
              <a:t>This is important because it shows that the mapping property effect is tied to the prediction side.</a:t>
            </a:r>
          </a:p>
          <a:p>
            <a:endParaRPr lang="en-US" altLang="zh-CN" dirty="0"/>
          </a:p>
          <a:p>
            <a:r>
              <a:rPr lang="en-US" altLang="zh-CN" dirty="0"/>
              <a:t>When the prediction target lies on the many-side, the candidate answer space is more dispersed, and the top-K boundary is more likely to change.</a:t>
            </a:r>
          </a:p>
          <a:p>
            <a:endParaRPr lang="en-US" altLang="zh-CN" dirty="0"/>
          </a:p>
          <a:p>
            <a:r>
              <a:rPr lang="en-US" altLang="zh-CN" dirty="0"/>
              <a:t>Therefore, multiplicity becomes stronger.</a:t>
            </a:r>
          </a:p>
          <a:p>
            <a:endParaRPr lang="en-US" altLang="zh-CN" dirty="0"/>
          </a:p>
          <a:p>
            <a:r>
              <a:rPr lang="en-US" altLang="zh-CN" dirty="0"/>
              <a:t>So the main conclusion of this slide is that the mapping property effect is not a single-model artifact, and it is not only a tail-side phenomenon.</a:t>
            </a:r>
          </a:p>
          <a:p>
            <a:endParaRPr lang="en-US" altLang="zh-CN" dirty="0"/>
          </a:p>
          <a:p>
            <a:r>
              <a:rPr lang="en-US" altLang="zh-CN" dirty="0"/>
              <a:t>It is a robust and directional relation-level structural pattern.</a:t>
            </a:r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上一页我先用 </a:t>
            </a:r>
            <a:r>
              <a:rPr lang="en-US" altLang="zh-CN" dirty="0" err="1"/>
              <a:t>RotatE</a:t>
            </a:r>
            <a:r>
              <a:rPr lang="en-US" altLang="zh-CN" dirty="0"/>
              <a:t> </a:t>
            </a:r>
            <a:r>
              <a:rPr lang="zh-CN" altLang="en-US" dirty="0"/>
              <a:t>的 </a:t>
            </a:r>
            <a:r>
              <a:rPr lang="en-US" altLang="zh-CN" dirty="0"/>
              <a:t>tail-side </a:t>
            </a:r>
            <a:r>
              <a:rPr lang="zh-CN" altLang="en-US" dirty="0"/>
              <a:t>主图说明了 </a:t>
            </a:r>
            <a:r>
              <a:rPr lang="en-US" altLang="zh-CN" dirty="0"/>
              <a:t>mapping property </a:t>
            </a:r>
            <a:r>
              <a:rPr lang="zh-CN" altLang="en-US" dirty="0"/>
              <a:t>的核心结果。</a:t>
            </a:r>
            <a:br>
              <a:rPr lang="zh-CN" altLang="en-US" dirty="0"/>
            </a:br>
            <a:r>
              <a:rPr lang="zh-CN" altLang="en-US" dirty="0"/>
              <a:t>这一页我想进一步说明，这个结果不是偶然现象，而是有两个层面的支撑。</a:t>
            </a:r>
            <a:endParaRPr lang="en-US" altLang="zh-CN" dirty="0"/>
          </a:p>
          <a:p>
            <a:r>
              <a:rPr lang="en-US" altLang="zh-CN" dirty="0"/>
              <a:t>The same three metrics are shown here: Hits@10, alpha, and delta.</a:t>
            </a:r>
          </a:p>
          <a:p>
            <a:r>
              <a:rPr lang="zh-CN" altLang="en-US" dirty="0"/>
              <a:t>第一个支撑是 </a:t>
            </a:r>
            <a:r>
              <a:rPr lang="en-US" altLang="zh-CN" b="1" dirty="0"/>
              <a:t>cross-model consistency</a:t>
            </a:r>
            <a:r>
              <a:rPr lang="zh-CN" altLang="en-US" dirty="0"/>
              <a:t>。</a:t>
            </a:r>
            <a:br>
              <a:rPr lang="zh-CN" altLang="en-US" dirty="0"/>
            </a:br>
            <a:r>
              <a:rPr lang="zh-CN" altLang="en-US" dirty="0"/>
              <a:t>这里我把模型从 </a:t>
            </a:r>
            <a:r>
              <a:rPr lang="en-US" altLang="zh-CN" dirty="0" err="1"/>
              <a:t>RotatE</a:t>
            </a:r>
            <a:r>
              <a:rPr lang="en-US" altLang="zh-CN" dirty="0"/>
              <a:t> </a:t>
            </a:r>
            <a:r>
              <a:rPr lang="zh-CN" altLang="en-US" dirty="0"/>
              <a:t>换成 </a:t>
            </a:r>
            <a:r>
              <a:rPr lang="en-US" altLang="zh-CN" dirty="0"/>
              <a:t>TransE</a:t>
            </a:r>
            <a:r>
              <a:rPr lang="zh-CN" altLang="en-US" dirty="0"/>
              <a:t>，但仍然看 </a:t>
            </a:r>
            <a:r>
              <a:rPr lang="en-US" altLang="zh-CN" dirty="0"/>
              <a:t>tail prediction</a:t>
            </a:r>
            <a:r>
              <a:rPr lang="zh-CN" altLang="en-US" dirty="0"/>
              <a:t>，也就是 </a:t>
            </a:r>
            <a:r>
              <a:rPr lang="en-US" altLang="zh-CN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(h, r, ?)</a:t>
            </a:r>
            <a:r>
              <a:rPr lang="zh-CN" altLang="en-US" dirty="0"/>
              <a:t>。</a:t>
            </a:r>
            <a:br>
              <a:rPr lang="zh-CN" altLang="en-US" dirty="0"/>
            </a:br>
            <a:r>
              <a:rPr lang="zh-CN" altLang="en-US" dirty="0"/>
              <a:t>可以看到，整体趋势仍然保持一致：</a:t>
            </a:r>
            <a:r>
              <a:rPr lang="en-US" altLang="zh-CN" dirty="0"/>
              <a:t>M-1 </a:t>
            </a:r>
            <a:r>
              <a:rPr lang="zh-CN" altLang="en-US" dirty="0"/>
              <a:t>仍然是最稳定的 </a:t>
            </a:r>
            <a:r>
              <a:rPr lang="en-US" altLang="zh-CN" dirty="0"/>
              <a:t>regime</a:t>
            </a:r>
            <a:r>
              <a:rPr lang="zh-CN" altLang="en-US" dirty="0"/>
              <a:t>，而 </a:t>
            </a:r>
            <a:r>
              <a:rPr lang="en-US" altLang="zh-CN" dirty="0"/>
              <a:t>1-N </a:t>
            </a:r>
            <a:r>
              <a:rPr lang="zh-CN" altLang="en-US" dirty="0"/>
              <a:t>仍然是 </a:t>
            </a:r>
            <a:r>
              <a:rPr lang="en-US" altLang="zh-CN" dirty="0"/>
              <a:t>multiplicity </a:t>
            </a:r>
            <a:r>
              <a:rPr lang="zh-CN" altLang="en-US" dirty="0"/>
              <a:t>最强的 </a:t>
            </a:r>
            <a:r>
              <a:rPr lang="en-US" altLang="zh-CN" dirty="0"/>
              <a:t>regime</a:t>
            </a:r>
            <a:r>
              <a:rPr lang="zh-CN" altLang="en-US" dirty="0"/>
              <a:t>。</a:t>
            </a:r>
          </a:p>
          <a:p>
            <a:r>
              <a:rPr lang="zh-CN" altLang="en-US" dirty="0"/>
              <a:t>这说明上一页观察到的 </a:t>
            </a:r>
            <a:r>
              <a:rPr lang="en-US" altLang="zh-CN" dirty="0"/>
              <a:t>pattern </a:t>
            </a:r>
            <a:r>
              <a:rPr lang="zh-CN" altLang="en-US" dirty="0"/>
              <a:t>不是 </a:t>
            </a:r>
            <a:r>
              <a:rPr lang="en-US" altLang="zh-CN" dirty="0" err="1"/>
              <a:t>RotatE</a:t>
            </a:r>
            <a:r>
              <a:rPr lang="en-US" altLang="zh-CN" dirty="0"/>
              <a:t> </a:t>
            </a:r>
            <a:r>
              <a:rPr lang="zh-CN" altLang="en-US" dirty="0"/>
              <a:t>特有的单模型现象，而是在另一个代表性 </a:t>
            </a:r>
            <a:r>
              <a:rPr lang="en-US" altLang="zh-CN" dirty="0"/>
              <a:t>KGE </a:t>
            </a:r>
            <a:r>
              <a:rPr lang="zh-CN" altLang="en-US" dirty="0"/>
              <a:t>模型上也能观察到类似趋势。</a:t>
            </a:r>
            <a:br>
              <a:rPr lang="zh-CN" altLang="en-US" dirty="0"/>
            </a:br>
            <a:r>
              <a:rPr lang="zh-CN" altLang="en-US" dirty="0"/>
              <a:t>也就是说，</a:t>
            </a:r>
            <a:r>
              <a:rPr lang="en-US" altLang="zh-CN" dirty="0"/>
              <a:t>mapping property </a:t>
            </a:r>
            <a:r>
              <a:rPr lang="zh-CN" altLang="en-US" dirty="0"/>
              <a:t>的 </a:t>
            </a:r>
            <a:r>
              <a:rPr lang="en-US" altLang="zh-CN" dirty="0"/>
              <a:t>effect </a:t>
            </a:r>
            <a:r>
              <a:rPr lang="zh-CN" altLang="en-US" dirty="0"/>
              <a:t>不是某个特定 </a:t>
            </a:r>
            <a:r>
              <a:rPr lang="en-US" altLang="zh-CN" dirty="0"/>
              <a:t>model artifact</a:t>
            </a:r>
            <a:r>
              <a:rPr lang="zh-CN" altLang="en-US" dirty="0"/>
              <a:t>。</a:t>
            </a:r>
          </a:p>
          <a:p>
            <a:r>
              <a:rPr lang="zh-CN" altLang="en-US" dirty="0"/>
              <a:t>第二个支撑是 </a:t>
            </a:r>
            <a:r>
              <a:rPr lang="en-US" altLang="zh-CN" b="1" dirty="0"/>
              <a:t>prediction-side check</a:t>
            </a:r>
            <a:r>
              <a:rPr lang="zh-CN" altLang="en-US" dirty="0"/>
              <a:t>。</a:t>
            </a:r>
            <a:br>
              <a:rPr lang="zh-CN" altLang="en-US" dirty="0"/>
            </a:br>
            <a:r>
              <a:rPr lang="zh-CN" altLang="en-US" dirty="0"/>
              <a:t>这里我回到 </a:t>
            </a:r>
            <a:r>
              <a:rPr lang="en-US" altLang="zh-CN" dirty="0" err="1"/>
              <a:t>RotatE</a:t>
            </a:r>
            <a:r>
              <a:rPr lang="zh-CN" altLang="en-US" dirty="0"/>
              <a:t>，但把 </a:t>
            </a:r>
            <a:r>
              <a:rPr lang="en-US" altLang="zh-CN" dirty="0"/>
              <a:t>prediction side </a:t>
            </a:r>
            <a:r>
              <a:rPr lang="zh-CN" altLang="en-US" dirty="0"/>
              <a:t>从 </a:t>
            </a:r>
            <a:r>
              <a:rPr lang="en-US" altLang="zh-CN" dirty="0"/>
              <a:t>tail prediction </a:t>
            </a:r>
            <a:r>
              <a:rPr lang="zh-CN" altLang="en-US" dirty="0"/>
              <a:t>换成了 </a:t>
            </a:r>
            <a:r>
              <a:rPr lang="en-US" altLang="zh-CN" dirty="0"/>
              <a:t>head prediction</a:t>
            </a:r>
            <a:r>
              <a:rPr lang="zh-CN" altLang="en-US" dirty="0"/>
              <a:t>，也就是 </a:t>
            </a:r>
            <a:r>
              <a:rPr lang="en-US" altLang="zh-CN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(? , r, t)</a:t>
            </a:r>
            <a:r>
              <a:rPr lang="zh-CN" altLang="en-US" dirty="0"/>
              <a:t>。</a:t>
            </a:r>
            <a:br>
              <a:rPr lang="zh-CN" altLang="en-US" dirty="0"/>
            </a:br>
            <a:r>
              <a:rPr lang="zh-CN" altLang="en-US" dirty="0"/>
              <a:t>这时可以看到一个很重要的 </a:t>
            </a:r>
            <a:r>
              <a:rPr lang="en-US" altLang="zh-CN" dirty="0"/>
              <a:t>mirror reversal</a:t>
            </a:r>
            <a:r>
              <a:rPr lang="zh-CN" altLang="en-US" dirty="0"/>
              <a:t>：</a:t>
            </a:r>
            <a:r>
              <a:rPr lang="en-US" altLang="zh-CN" dirty="0"/>
              <a:t>1-N </a:t>
            </a:r>
            <a:r>
              <a:rPr lang="zh-CN" altLang="en-US" dirty="0"/>
              <a:t>变成最稳定的 </a:t>
            </a:r>
            <a:r>
              <a:rPr lang="en-US" altLang="zh-CN" dirty="0"/>
              <a:t>regime</a:t>
            </a:r>
            <a:r>
              <a:rPr lang="zh-CN" altLang="en-US" dirty="0"/>
              <a:t>，而 </a:t>
            </a:r>
            <a:r>
              <a:rPr lang="en-US" altLang="zh-CN" dirty="0"/>
              <a:t>M-1 </a:t>
            </a:r>
            <a:r>
              <a:rPr lang="zh-CN" altLang="en-US" dirty="0"/>
              <a:t>反而变成 </a:t>
            </a:r>
            <a:r>
              <a:rPr lang="en-US" altLang="zh-CN" dirty="0"/>
              <a:t>multiplicity </a:t>
            </a:r>
            <a:r>
              <a:rPr lang="zh-CN" altLang="en-US" dirty="0"/>
              <a:t>最强的 </a:t>
            </a:r>
            <a:r>
              <a:rPr lang="en-US" altLang="zh-CN" dirty="0"/>
              <a:t>regime</a:t>
            </a:r>
            <a:r>
              <a:rPr lang="zh-CN" altLang="en-US" dirty="0"/>
              <a:t>。</a:t>
            </a:r>
            <a:br>
              <a:rPr lang="zh-CN" altLang="en-US" dirty="0"/>
            </a:br>
            <a:r>
              <a:rPr lang="zh-CN" altLang="en-US" dirty="0"/>
              <a:t>因此，</a:t>
            </a:r>
            <a:r>
              <a:rPr lang="en-US" altLang="zh-CN" dirty="0"/>
              <a:t>mapping property </a:t>
            </a:r>
            <a:r>
              <a:rPr lang="zh-CN" altLang="en-US" dirty="0"/>
              <a:t>的 </a:t>
            </a:r>
            <a:r>
              <a:rPr lang="en-US" altLang="zh-CN" dirty="0"/>
              <a:t>effect </a:t>
            </a:r>
            <a:r>
              <a:rPr lang="zh-CN" altLang="en-US" dirty="0"/>
              <a:t>是和 </a:t>
            </a:r>
            <a:r>
              <a:rPr lang="en-US" altLang="zh-CN" dirty="0"/>
              <a:t>prediction side </a:t>
            </a:r>
            <a:r>
              <a:rPr lang="zh-CN" altLang="en-US" dirty="0"/>
              <a:t>绑定的，也就是说，当 </a:t>
            </a:r>
            <a:r>
              <a:rPr lang="en-US" altLang="zh-CN" dirty="0"/>
              <a:t>prediction target </a:t>
            </a:r>
            <a:r>
              <a:rPr lang="zh-CN" altLang="en-US" dirty="0"/>
              <a:t>落在 </a:t>
            </a:r>
            <a:r>
              <a:rPr lang="en-US" altLang="zh-CN" dirty="0"/>
              <a:t>many-side </a:t>
            </a:r>
            <a:r>
              <a:rPr lang="zh-CN" altLang="en-US" dirty="0"/>
              <a:t>时，</a:t>
            </a:r>
            <a:r>
              <a:rPr lang="en-US" altLang="zh-CN" dirty="0"/>
              <a:t>candidate answer space </a:t>
            </a:r>
            <a:r>
              <a:rPr lang="zh-CN" altLang="en-US" dirty="0"/>
              <a:t>更分散，</a:t>
            </a:r>
            <a:r>
              <a:rPr lang="en-US" altLang="zh-CN" dirty="0"/>
              <a:t>top-K boundary </a:t>
            </a:r>
            <a:r>
              <a:rPr lang="zh-CN" altLang="en-US" dirty="0"/>
              <a:t>更容易变化，因此 </a:t>
            </a:r>
            <a:r>
              <a:rPr lang="en-US" altLang="zh-CN" dirty="0"/>
              <a:t>multiplicity </a:t>
            </a:r>
            <a:r>
              <a:rPr lang="zh-CN" altLang="en-US" dirty="0"/>
              <a:t>更强。</a:t>
            </a:r>
          </a:p>
          <a:p>
            <a:r>
              <a:rPr lang="zh-CN" altLang="en-US" dirty="0"/>
              <a:t>所以这一页的核心结论是：</a:t>
            </a:r>
            <a:br>
              <a:rPr lang="zh-CN" altLang="en-US" dirty="0"/>
            </a:br>
            <a:r>
              <a:rPr lang="en-US" altLang="zh-CN" dirty="0"/>
              <a:t>mapping property </a:t>
            </a:r>
            <a:r>
              <a:rPr lang="zh-CN" altLang="en-US" dirty="0"/>
              <a:t>的 </a:t>
            </a:r>
            <a:r>
              <a:rPr lang="en-US" altLang="zh-CN" dirty="0"/>
              <a:t>effect </a:t>
            </a:r>
            <a:r>
              <a:rPr lang="zh-CN" altLang="en-US" dirty="0"/>
              <a:t>既不是单模型偶然现象，也不是只在 </a:t>
            </a:r>
            <a:r>
              <a:rPr lang="en-US" altLang="zh-CN" dirty="0"/>
              <a:t>tail-side </a:t>
            </a:r>
            <a:r>
              <a:rPr lang="zh-CN" altLang="en-US" dirty="0"/>
              <a:t>才成立的局部现象。</a:t>
            </a:r>
            <a:br>
              <a:rPr lang="zh-CN" altLang="en-US" dirty="0"/>
            </a:br>
            <a:r>
              <a:rPr lang="zh-CN" altLang="en-US" dirty="0"/>
              <a:t>它是一个 </a:t>
            </a:r>
            <a:r>
              <a:rPr lang="en-US" altLang="zh-CN" b="1" dirty="0"/>
              <a:t>robust and directional relation-level structural pattern</a:t>
            </a:r>
            <a:r>
              <a:rPr lang="zh-CN" altLang="en-US" dirty="0"/>
              <a:t>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20C396B-3EC3-D548-AED1-2F10EEE24062}" type="slidenum">
              <a:rPr kumimoji="1" lang="zh-CN" altLang="en-US" smtClean="0"/>
              <a:t>8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39053448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Next, I move to the second result, which is inverse-like support</a:t>
            </a:r>
            <a:r>
              <a:rPr lang="zh-CN" altLang="en-US" dirty="0"/>
              <a:t>。</a:t>
            </a:r>
            <a:br>
              <a:rPr lang="en-US" altLang="zh-CN" dirty="0"/>
            </a:br>
            <a:br>
              <a:rPr lang="en-US" altLang="zh-CN" dirty="0"/>
            </a:br>
            <a:r>
              <a:rPr lang="en-US" altLang="zh-CN" dirty="0"/>
              <a:t>The main finding is that inverse-like support is not useful as a broad global trend, but it becomes informative when the reverse partner is strong and clearly identifiable.</a:t>
            </a:r>
            <a:br>
              <a:rPr lang="en-US" altLang="zh-CN" dirty="0"/>
            </a:br>
            <a:br>
              <a:rPr lang="en-US" altLang="zh-CN" dirty="0"/>
            </a:br>
            <a:r>
              <a:rPr lang="en-US" altLang="zh-CN" dirty="0"/>
              <a:t>In this case, high-confidence inverse-like relations form a stable group with higher Hits@10 and lower alpha and delta.</a:t>
            </a:r>
          </a:p>
          <a:p>
            <a:r>
              <a:rPr lang="en-US" altLang="zh-CN" dirty="0"/>
              <a:t>Here, I use two metrics.</a:t>
            </a:r>
          </a:p>
          <a:p>
            <a:endParaRPr lang="en-US" altLang="zh-CN" dirty="0"/>
          </a:p>
          <a:p>
            <a:r>
              <a:rPr lang="en-US" altLang="zh-CN" dirty="0"/>
              <a:t>The first one is </a:t>
            </a:r>
            <a:r>
              <a:rPr lang="en-US" altLang="zh-CN" dirty="0" err="1"/>
              <a:t>mutual_inverse_strength</a:t>
            </a:r>
            <a:r>
              <a:rPr lang="en-US" altLang="zh-CN" dirty="0"/>
              <a:t>.</a:t>
            </a:r>
          </a:p>
          <a:p>
            <a:endParaRPr lang="en-US" altLang="zh-CN" dirty="0"/>
          </a:p>
          <a:p>
            <a:r>
              <a:rPr lang="en-US" altLang="zh-CN" dirty="0"/>
              <a:t>It measures whether two relations provide reverse support for each other in the training graph.</a:t>
            </a:r>
          </a:p>
          <a:p>
            <a:endParaRPr lang="en-US" altLang="zh-CN" dirty="0"/>
          </a:p>
          <a:p>
            <a:r>
              <a:rPr lang="en-US" altLang="zh-CN" dirty="0"/>
              <a:t>More specifically, after reversing the edges of one relation, it checks whether those reversed edges are covered by another relation.</a:t>
            </a:r>
          </a:p>
          <a:p>
            <a:endParaRPr lang="en-US" altLang="zh-CN" dirty="0"/>
          </a:p>
          <a:p>
            <a:r>
              <a:rPr lang="en-US" altLang="zh-CN" dirty="0"/>
              <a:t>The second metric is </a:t>
            </a:r>
            <a:r>
              <a:rPr lang="en-US" altLang="zh-CN" dirty="0" err="1"/>
              <a:t>inverse_clarity</a:t>
            </a:r>
            <a:r>
              <a:rPr lang="en-US" altLang="zh-CN" dirty="0"/>
              <a:t>.</a:t>
            </a:r>
          </a:p>
          <a:p>
            <a:endParaRPr lang="en-US" altLang="zh-CN" dirty="0"/>
          </a:p>
          <a:p>
            <a:r>
              <a:rPr lang="en-US" altLang="zh-CN" dirty="0"/>
              <a:t>It measures whether the best reverse partner is clearly better than the other candidate relations.</a:t>
            </a:r>
          </a:p>
          <a:p>
            <a:endParaRPr lang="en-US" altLang="zh-CN" dirty="0"/>
          </a:p>
          <a:p>
            <a:r>
              <a:rPr lang="en-US" altLang="zh-CN" dirty="0"/>
              <a:t>In other words, it does not only ask whether there is some reverse overlap.</a:t>
            </a:r>
          </a:p>
          <a:p>
            <a:endParaRPr lang="en-US" altLang="zh-CN" dirty="0"/>
          </a:p>
          <a:p>
            <a:r>
              <a:rPr lang="en-US" altLang="zh-CN" dirty="0"/>
              <a:t>It asks whether the inverse-like partner is clearly identifiable.</a:t>
            </a:r>
          </a:p>
          <a:p>
            <a:endParaRPr lang="en-US" altLang="zh-CN" dirty="0"/>
          </a:p>
          <a:p>
            <a:r>
              <a:rPr lang="en-US" altLang="zh-CN" dirty="0"/>
              <a:t>From the table, we can see that compared with the global baseline, high-confidence inverse-like relation sets show higher Hits@10 and lower alpha and delta.</a:t>
            </a:r>
          </a:p>
          <a:p>
            <a:endParaRPr lang="en-US" altLang="zh-CN" dirty="0"/>
          </a:p>
          <a:p>
            <a:r>
              <a:rPr lang="en-US" altLang="zh-CN" dirty="0"/>
              <a:t>In particular, for the relation set with </a:t>
            </a:r>
            <a:r>
              <a:rPr lang="en-US" altLang="zh-CN" dirty="0" err="1"/>
              <a:t>inverse_clarity</a:t>
            </a:r>
            <a:r>
              <a:rPr lang="en-US" altLang="zh-CN" dirty="0"/>
              <a:t> greater than 0.5, both </a:t>
            </a:r>
            <a:r>
              <a:rPr lang="en-US" altLang="zh-CN" dirty="0" err="1"/>
              <a:t>RotatE</a:t>
            </a:r>
            <a:r>
              <a:rPr lang="en-US" altLang="zh-CN" dirty="0"/>
              <a:t> and TransE reach alpha = 0 and delta = 0.</a:t>
            </a:r>
          </a:p>
          <a:p>
            <a:endParaRPr lang="en-US" altLang="zh-CN" dirty="0"/>
          </a:p>
          <a:p>
            <a:r>
              <a:rPr lang="en-US" altLang="zh-CN" dirty="0"/>
              <a:t>This means that the top-K hit or miss decisions are very consistent across repeated runs for these relations.</a:t>
            </a:r>
          </a:p>
          <a:p>
            <a:endParaRPr lang="en-US" altLang="zh-CN" dirty="0"/>
          </a:p>
          <a:p>
            <a:r>
              <a:rPr lang="en-US" altLang="zh-CN" dirty="0"/>
              <a:t>My interpretation is that when a relation has a clear reverse partner, the training graph supports the same kind of entity pair from two directions: (h, r, t) and (t, </a:t>
            </a:r>
            <a:r>
              <a:rPr lang="en-US" altLang="zh-CN" dirty="0" err="1"/>
              <a:t>r_inv</a:t>
            </a:r>
            <a:r>
              <a:rPr lang="en-US" altLang="zh-CN" dirty="0"/>
              <a:t>, h).</a:t>
            </a:r>
          </a:p>
          <a:p>
            <a:endParaRPr lang="en-US" altLang="zh-CN" dirty="0"/>
          </a:p>
          <a:p>
            <a:r>
              <a:rPr lang="en-US" altLang="zh-CN" dirty="0"/>
              <a:t>This reverse-side structural constraint makes it easier for the model to learn consistent ranking behavior.</a:t>
            </a:r>
          </a:p>
          <a:p>
            <a:endParaRPr lang="en-US" altLang="zh-CN" dirty="0"/>
          </a:p>
          <a:p>
            <a:r>
              <a:rPr lang="en-US" altLang="zh-CN" dirty="0"/>
              <a:t>As a result, the top-K decision is less sensitive to random seed variation.</a:t>
            </a:r>
          </a:p>
          <a:p>
            <a:endParaRPr lang="en-US" altLang="zh-CN" dirty="0"/>
          </a:p>
          <a:p>
            <a:r>
              <a:rPr lang="en-US" altLang="zh-CN" dirty="0"/>
              <a:t>The education relation pair at the bottom is an intuitive example.</a:t>
            </a:r>
          </a:p>
          <a:p>
            <a:endParaRPr lang="en-US" altLang="zh-CN" dirty="0"/>
          </a:p>
          <a:p>
            <a:r>
              <a:rPr lang="en-US" altLang="zh-CN" dirty="0" err="1"/>
              <a:t>educational_institution_campus</a:t>
            </a:r>
            <a:r>
              <a:rPr lang="en-US" altLang="zh-CN" dirty="0"/>
              <a:t> / </a:t>
            </a:r>
            <a:r>
              <a:rPr lang="en-US" altLang="zh-CN" dirty="0" err="1"/>
              <a:t>educational_institution</a:t>
            </a:r>
            <a:r>
              <a:rPr lang="en-US" altLang="zh-CN" dirty="0"/>
              <a:t> means the institution of the campus.</a:t>
            </a:r>
          </a:p>
          <a:p>
            <a:endParaRPr lang="en-US" altLang="zh-CN" dirty="0"/>
          </a:p>
          <a:p>
            <a:r>
              <a:rPr lang="en-US" altLang="zh-CN" dirty="0" err="1"/>
              <a:t>educational_institution</a:t>
            </a:r>
            <a:r>
              <a:rPr lang="en-US" altLang="zh-CN" dirty="0"/>
              <a:t> / campuses means the campuses of the institution.</a:t>
            </a:r>
          </a:p>
          <a:p>
            <a:endParaRPr lang="en-US" altLang="zh-CN" dirty="0"/>
          </a:p>
          <a:p>
            <a:r>
              <a:rPr lang="en-US" altLang="zh-CN" dirty="0"/>
              <a:t>This is a semantically clear inverse-like pair.</a:t>
            </a:r>
          </a:p>
          <a:p>
            <a:endParaRPr lang="en-US" altLang="zh-CN" dirty="0"/>
          </a:p>
          <a:p>
            <a:r>
              <a:rPr lang="en-US" altLang="zh-CN" dirty="0"/>
              <a:t>Its </a:t>
            </a:r>
            <a:r>
              <a:rPr lang="en-US" altLang="zh-CN" dirty="0" err="1"/>
              <a:t>mutual_inverse_strength</a:t>
            </a:r>
            <a:r>
              <a:rPr lang="en-US" altLang="zh-CN" dirty="0"/>
              <a:t> is 0.8026, and its </a:t>
            </a:r>
            <a:r>
              <a:rPr lang="en-US" altLang="zh-CN" dirty="0" err="1"/>
              <a:t>inverse_clarity</a:t>
            </a:r>
            <a:r>
              <a:rPr lang="en-US" altLang="zh-CN" dirty="0"/>
              <a:t> is about 0.77.</a:t>
            </a:r>
          </a:p>
          <a:p>
            <a:endParaRPr lang="en-US" altLang="zh-CN" dirty="0"/>
          </a:p>
          <a:p>
            <a:r>
              <a:rPr lang="en-US" altLang="zh-CN" dirty="0"/>
              <a:t>The prediction result is also very stable. Hits@10 is 1.0000, while alpha and delta are both 0.</a:t>
            </a:r>
          </a:p>
          <a:p>
            <a:endParaRPr lang="en-US" altLang="zh-CN" dirty="0"/>
          </a:p>
          <a:p>
            <a:r>
              <a:rPr lang="en-US" altLang="zh-CN" dirty="0"/>
              <a:t>So the main conclusion of this slide is that inverse-like support is not a global explanatory factor like mapping property.</a:t>
            </a:r>
          </a:p>
          <a:p>
            <a:endParaRPr lang="en-US" altLang="zh-CN" dirty="0"/>
          </a:p>
          <a:p>
            <a:r>
              <a:rPr lang="en-US" altLang="zh-CN" dirty="0"/>
              <a:t>However, it can identify a small group of very stable high-confidence inverse-like relations.</a:t>
            </a:r>
            <a:r>
              <a:rPr lang="zh-CN" altLang="en-US" dirty="0"/>
              <a:t> </a:t>
            </a:r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接下来是第二个结果，也就是 </a:t>
            </a:r>
            <a:r>
              <a:rPr lang="en-US" altLang="zh-CN" dirty="0"/>
              <a:t>inverse-like support</a:t>
            </a:r>
            <a:r>
              <a:rPr lang="zh-CN" altLang="en-US" dirty="0"/>
              <a:t>。</a:t>
            </a:r>
          </a:p>
          <a:p>
            <a:endParaRPr lang="zh-CN" altLang="en-US" dirty="0"/>
          </a:p>
          <a:p>
            <a:r>
              <a:rPr lang="zh-CN" altLang="en-US" dirty="0"/>
              <a:t> 这一部分和前面的 </a:t>
            </a:r>
            <a:r>
              <a:rPr lang="en-US" altLang="zh-CN" dirty="0"/>
              <a:t>mapping property </a:t>
            </a:r>
            <a:r>
              <a:rPr lang="zh-CN" altLang="en-US" dirty="0"/>
              <a:t>不一样。</a:t>
            </a:r>
            <a:r>
              <a:rPr lang="en-US" altLang="zh-CN" dirty="0"/>
              <a:t>Mapping property </a:t>
            </a:r>
            <a:r>
              <a:rPr lang="zh-CN" altLang="en-US" dirty="0"/>
              <a:t>给出了比较清楚的 </a:t>
            </a:r>
            <a:r>
              <a:rPr lang="en-US" altLang="zh-CN" dirty="0"/>
              <a:t>directional structural pattern</a:t>
            </a:r>
            <a:r>
              <a:rPr lang="zh-CN" altLang="en-US" dirty="0"/>
              <a:t>，但 </a:t>
            </a:r>
            <a:r>
              <a:rPr lang="en-US" altLang="zh-CN" dirty="0"/>
              <a:t>inverse-like support </a:t>
            </a:r>
            <a:r>
              <a:rPr lang="zh-CN" altLang="en-US" dirty="0"/>
              <a:t>并没有形成一个</a:t>
            </a:r>
          </a:p>
          <a:p>
            <a:r>
              <a:rPr lang="zh-CN" altLang="en-US" dirty="0"/>
              <a:t> 强的全局规律。这里我更谨慎地把它理解为一个 </a:t>
            </a:r>
            <a:r>
              <a:rPr lang="en-US" altLang="zh-CN" dirty="0"/>
              <a:t>high-confidence local stability signal</a:t>
            </a:r>
            <a:r>
              <a:rPr lang="zh-CN" altLang="en-US" dirty="0"/>
              <a:t>：只有当 </a:t>
            </a:r>
            <a:r>
              <a:rPr lang="en-US" altLang="zh-CN" dirty="0"/>
              <a:t>reverse partner </a:t>
            </a:r>
            <a:r>
              <a:rPr lang="zh-CN" altLang="en-US" dirty="0"/>
              <a:t>足够强、也足够清晰时，才会出现稳定的预测</a:t>
            </a:r>
          </a:p>
          <a:p>
            <a:r>
              <a:rPr lang="zh-CN" altLang="en-US" dirty="0"/>
              <a:t> 行为。</a:t>
            </a:r>
          </a:p>
          <a:p>
            <a:endParaRPr lang="zh-CN" altLang="en-US" dirty="0"/>
          </a:p>
          <a:p>
            <a:r>
              <a:rPr lang="zh-CN" altLang="en-US" dirty="0"/>
              <a:t> 这里我使用两个指标。</a:t>
            </a:r>
          </a:p>
          <a:p>
            <a:r>
              <a:rPr lang="zh-CN" altLang="en-US" dirty="0"/>
              <a:t> 第一个是 </a:t>
            </a:r>
            <a:r>
              <a:rPr lang="en-US" altLang="zh-CN" dirty="0" err="1"/>
              <a:t>mutual_inverse_strength</a:t>
            </a:r>
            <a:r>
              <a:rPr lang="zh-CN" altLang="en-US" dirty="0"/>
              <a:t>，表示两个 </a:t>
            </a:r>
            <a:r>
              <a:rPr lang="en-US" altLang="zh-CN" dirty="0"/>
              <a:t>relation </a:t>
            </a:r>
            <a:r>
              <a:rPr lang="zh-CN" altLang="en-US" dirty="0"/>
              <a:t>在训练图中是否能彼此提供反向支持。也就是说，把一个 </a:t>
            </a:r>
            <a:r>
              <a:rPr lang="en-US" altLang="zh-CN" dirty="0"/>
              <a:t>relation </a:t>
            </a:r>
            <a:r>
              <a:rPr lang="zh-CN" altLang="en-US" dirty="0"/>
              <a:t>的边反过来之后，能否被另一个</a:t>
            </a:r>
          </a:p>
          <a:p>
            <a:r>
              <a:rPr lang="zh-CN" altLang="en-US" dirty="0"/>
              <a:t> </a:t>
            </a:r>
            <a:r>
              <a:rPr lang="en-US" altLang="zh-CN" dirty="0"/>
              <a:t>relation </a:t>
            </a:r>
            <a:r>
              <a:rPr lang="zh-CN" altLang="en-US" dirty="0"/>
              <a:t>覆盖。</a:t>
            </a:r>
          </a:p>
          <a:p>
            <a:r>
              <a:rPr lang="zh-CN" altLang="en-US" dirty="0"/>
              <a:t> 第二个是 </a:t>
            </a:r>
            <a:r>
              <a:rPr lang="en-US" altLang="zh-CN" dirty="0" err="1"/>
              <a:t>inverse_clarity</a:t>
            </a:r>
            <a:r>
              <a:rPr lang="zh-CN" altLang="en-US" dirty="0"/>
              <a:t>，表示这个 </a:t>
            </a:r>
            <a:r>
              <a:rPr lang="en-US" altLang="zh-CN" dirty="0"/>
              <a:t>best reverse partner </a:t>
            </a:r>
            <a:r>
              <a:rPr lang="zh-CN" altLang="en-US" dirty="0"/>
              <a:t>是否明显优于其他候选 </a:t>
            </a:r>
            <a:r>
              <a:rPr lang="en-US" altLang="zh-CN" dirty="0"/>
              <a:t>relation</a:t>
            </a:r>
            <a:r>
              <a:rPr lang="zh-CN" altLang="en-US" dirty="0"/>
              <a:t>。换句话说，它衡量的不是“有没有一点 </a:t>
            </a:r>
            <a:r>
              <a:rPr lang="en-US" altLang="zh-CN" dirty="0"/>
              <a:t>reverse overlap”</a:t>
            </a:r>
            <a:r>
              <a:rPr lang="zh-CN" altLang="en-US" dirty="0"/>
              <a:t>，而是这</a:t>
            </a:r>
          </a:p>
          <a:p>
            <a:r>
              <a:rPr lang="zh-CN" altLang="en-US" dirty="0"/>
              <a:t> 个 </a:t>
            </a:r>
            <a:r>
              <a:rPr lang="en-US" altLang="zh-CN" dirty="0"/>
              <a:t>inverse-like partner </a:t>
            </a:r>
            <a:r>
              <a:rPr lang="zh-CN" altLang="en-US" dirty="0"/>
              <a:t>是否足够明确。</a:t>
            </a:r>
          </a:p>
          <a:p>
            <a:endParaRPr lang="zh-CN" altLang="en-US" dirty="0"/>
          </a:p>
          <a:p>
            <a:r>
              <a:rPr lang="zh-CN" altLang="en-US" dirty="0"/>
              <a:t> 从表格可以看到，和 </a:t>
            </a:r>
            <a:r>
              <a:rPr lang="en-US" altLang="zh-CN" dirty="0"/>
              <a:t>global baseline </a:t>
            </a:r>
            <a:r>
              <a:rPr lang="zh-CN" altLang="en-US" dirty="0"/>
              <a:t>相比，</a:t>
            </a:r>
            <a:r>
              <a:rPr lang="en-US" altLang="zh-CN" dirty="0"/>
              <a:t>high-confidence inverse-like relation sets </a:t>
            </a:r>
            <a:r>
              <a:rPr lang="zh-CN" altLang="en-US" dirty="0"/>
              <a:t>表现出更高的 </a:t>
            </a:r>
            <a:r>
              <a:rPr lang="en-US" altLang="zh-CN" dirty="0"/>
              <a:t>Hits@10 </a:t>
            </a:r>
            <a:r>
              <a:rPr lang="zh-CN" altLang="en-US" dirty="0"/>
              <a:t>和更低的 </a:t>
            </a:r>
            <a:r>
              <a:rPr lang="en-US" altLang="zh-CN" dirty="0"/>
              <a:t>alpha / delta</a:t>
            </a:r>
            <a:r>
              <a:rPr lang="zh-CN" altLang="en-US" dirty="0"/>
              <a:t>。</a:t>
            </a:r>
          </a:p>
          <a:p>
            <a:r>
              <a:rPr lang="zh-CN" altLang="en-US" dirty="0"/>
              <a:t> 特别是 </a:t>
            </a:r>
            <a:r>
              <a:rPr lang="en-US" altLang="zh-CN" dirty="0" err="1"/>
              <a:t>inverse_clarity</a:t>
            </a:r>
            <a:r>
              <a:rPr lang="en-US" altLang="zh-CN" dirty="0"/>
              <a:t> &gt; 0.5 </a:t>
            </a:r>
            <a:r>
              <a:rPr lang="zh-CN" altLang="en-US" dirty="0"/>
              <a:t>的 </a:t>
            </a:r>
            <a:r>
              <a:rPr lang="en-US" altLang="zh-CN" dirty="0"/>
              <a:t>relation set</a:t>
            </a:r>
            <a:r>
              <a:rPr lang="zh-CN" altLang="en-US" dirty="0"/>
              <a:t>，在 </a:t>
            </a:r>
            <a:r>
              <a:rPr lang="en-US" altLang="zh-CN" dirty="0" err="1"/>
              <a:t>RotatE</a:t>
            </a:r>
            <a:r>
              <a:rPr lang="en-US" altLang="zh-CN" dirty="0"/>
              <a:t> </a:t>
            </a:r>
            <a:r>
              <a:rPr lang="zh-CN" altLang="en-US" dirty="0"/>
              <a:t>和 </a:t>
            </a:r>
            <a:r>
              <a:rPr lang="en-US" altLang="zh-CN" dirty="0"/>
              <a:t>TransE </a:t>
            </a:r>
            <a:r>
              <a:rPr lang="zh-CN" altLang="en-US" dirty="0"/>
              <a:t>中都达到 </a:t>
            </a:r>
            <a:r>
              <a:rPr lang="en-US" altLang="zh-CN" dirty="0"/>
              <a:t>alpha = 0 </a:t>
            </a:r>
            <a:r>
              <a:rPr lang="zh-CN" altLang="en-US" dirty="0"/>
              <a:t>和 </a:t>
            </a:r>
            <a:r>
              <a:rPr lang="en-US" altLang="zh-CN" dirty="0"/>
              <a:t>delta = 0</a:t>
            </a:r>
            <a:r>
              <a:rPr lang="zh-CN" altLang="en-US" dirty="0"/>
              <a:t>。这说明这些 </a:t>
            </a:r>
            <a:r>
              <a:rPr lang="en-US" altLang="zh-CN" dirty="0"/>
              <a:t>relation </a:t>
            </a:r>
            <a:r>
              <a:rPr lang="zh-CN" altLang="en-US" dirty="0"/>
              <a:t>上 </a:t>
            </a:r>
            <a:r>
              <a:rPr lang="en-US" altLang="zh-CN" dirty="0"/>
              <a:t>repeated runs </a:t>
            </a:r>
            <a:r>
              <a:rPr lang="zh-CN" altLang="en-US" dirty="0"/>
              <a:t>的 </a:t>
            </a:r>
            <a:r>
              <a:rPr lang="en-US" altLang="zh-CN" dirty="0"/>
              <a:t>top-K</a:t>
            </a:r>
          </a:p>
          <a:p>
            <a:r>
              <a:rPr lang="en-US" altLang="zh-CN" dirty="0"/>
              <a:t> hit/miss decision </a:t>
            </a:r>
            <a:r>
              <a:rPr lang="zh-CN" altLang="en-US" dirty="0"/>
              <a:t>非常一致。</a:t>
            </a:r>
          </a:p>
          <a:p>
            <a:endParaRPr lang="zh-CN" altLang="en-US" dirty="0"/>
          </a:p>
          <a:p>
            <a:r>
              <a:rPr lang="zh-CN" altLang="en-US" dirty="0"/>
              <a:t> 我的解释是，当一个 </a:t>
            </a:r>
            <a:r>
              <a:rPr lang="en-US" altLang="zh-CN" dirty="0"/>
              <a:t>relation </a:t>
            </a:r>
            <a:r>
              <a:rPr lang="zh-CN" altLang="en-US" dirty="0"/>
              <a:t>有清晰的 </a:t>
            </a:r>
            <a:r>
              <a:rPr lang="en-US" altLang="zh-CN" dirty="0"/>
              <a:t>reverse partner </a:t>
            </a:r>
            <a:r>
              <a:rPr lang="zh-CN" altLang="en-US" dirty="0"/>
              <a:t>时，训练图实际上从两个方向支持同一类 </a:t>
            </a:r>
            <a:r>
              <a:rPr lang="en-US" altLang="zh-CN" dirty="0"/>
              <a:t>entity pair</a:t>
            </a:r>
            <a:r>
              <a:rPr lang="zh-CN" altLang="en-US" dirty="0"/>
              <a:t>：</a:t>
            </a:r>
            <a:r>
              <a:rPr lang="en-US" altLang="zh-CN" dirty="0"/>
              <a:t>(h, r, t) </a:t>
            </a:r>
            <a:r>
              <a:rPr lang="zh-CN" altLang="en-US" dirty="0"/>
              <a:t>和 </a:t>
            </a:r>
            <a:r>
              <a:rPr lang="en-US" altLang="zh-CN" dirty="0"/>
              <a:t>(t, </a:t>
            </a:r>
            <a:r>
              <a:rPr lang="en-US" altLang="zh-CN" dirty="0" err="1"/>
              <a:t>r_inv</a:t>
            </a:r>
            <a:r>
              <a:rPr lang="en-US" altLang="zh-CN" dirty="0"/>
              <a:t>, h)</a:t>
            </a:r>
            <a:r>
              <a:rPr lang="zh-CN" altLang="en-US" dirty="0"/>
              <a:t>。这种 </a:t>
            </a:r>
            <a:r>
              <a:rPr lang="en-US" altLang="zh-CN" dirty="0"/>
              <a:t>reverse-</a:t>
            </a:r>
          </a:p>
          <a:p>
            <a:r>
              <a:rPr lang="en-US" altLang="zh-CN" dirty="0"/>
              <a:t> side structural constraint </a:t>
            </a:r>
            <a:r>
              <a:rPr lang="zh-CN" altLang="en-US" dirty="0"/>
              <a:t>会让模型更容易学习到一致的 </a:t>
            </a:r>
            <a:r>
              <a:rPr lang="en-US" altLang="zh-CN" dirty="0"/>
              <a:t>ranking behavior</a:t>
            </a:r>
            <a:r>
              <a:rPr lang="zh-CN" altLang="en-US" dirty="0"/>
              <a:t>，因此 </a:t>
            </a:r>
            <a:r>
              <a:rPr lang="en-US" altLang="zh-CN" dirty="0"/>
              <a:t>top-K decision </a:t>
            </a:r>
            <a:r>
              <a:rPr lang="zh-CN" altLang="en-US" dirty="0"/>
              <a:t>对 </a:t>
            </a:r>
            <a:r>
              <a:rPr lang="en-US" altLang="zh-CN" dirty="0"/>
              <a:t>random seed </a:t>
            </a:r>
            <a:r>
              <a:rPr lang="zh-CN" altLang="en-US" dirty="0"/>
              <a:t>的变化没有那么敏感。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 下面这个 </a:t>
            </a:r>
            <a:r>
              <a:rPr lang="en-US" altLang="zh-CN" dirty="0"/>
              <a:t>education relation pair </a:t>
            </a:r>
            <a:r>
              <a:rPr lang="zh-CN" altLang="en-US" dirty="0"/>
              <a:t>是一个直观例子。</a:t>
            </a:r>
          </a:p>
          <a:p>
            <a:r>
              <a:rPr lang="zh-CN" altLang="en-US" dirty="0"/>
              <a:t> </a:t>
            </a:r>
            <a:r>
              <a:rPr lang="en-US" altLang="zh-CN" dirty="0" err="1"/>
              <a:t>educational_institution_campus</a:t>
            </a:r>
            <a:r>
              <a:rPr lang="en-US" altLang="zh-CN" dirty="0"/>
              <a:t> / </a:t>
            </a:r>
            <a:r>
              <a:rPr lang="en-US" altLang="zh-CN" dirty="0" err="1"/>
              <a:t>educational_institution</a:t>
            </a:r>
            <a:r>
              <a:rPr lang="en-US" altLang="zh-CN" dirty="0"/>
              <a:t> </a:t>
            </a:r>
            <a:r>
              <a:rPr lang="zh-CN" altLang="en-US" dirty="0"/>
              <a:t>表示 </a:t>
            </a:r>
            <a:r>
              <a:rPr lang="en-US" altLang="zh-CN" dirty="0"/>
              <a:t>campus </a:t>
            </a:r>
            <a:r>
              <a:rPr lang="zh-CN" altLang="en-US" dirty="0"/>
              <a:t>所属的 </a:t>
            </a:r>
            <a:r>
              <a:rPr lang="en-US" altLang="zh-CN" dirty="0"/>
              <a:t>institution</a:t>
            </a:r>
            <a:r>
              <a:rPr lang="zh-CN" altLang="en-US" dirty="0"/>
              <a:t>；</a:t>
            </a:r>
          </a:p>
          <a:p>
            <a:r>
              <a:rPr lang="zh-CN" altLang="en-US" dirty="0"/>
              <a:t> </a:t>
            </a:r>
            <a:r>
              <a:rPr lang="en-US" altLang="zh-CN" dirty="0" err="1"/>
              <a:t>educational_institution</a:t>
            </a:r>
            <a:r>
              <a:rPr lang="en-US" altLang="zh-CN" dirty="0"/>
              <a:t> / campuses </a:t>
            </a:r>
            <a:r>
              <a:rPr lang="zh-CN" altLang="en-US" dirty="0"/>
              <a:t>表示 </a:t>
            </a:r>
            <a:r>
              <a:rPr lang="en-US" altLang="zh-CN" dirty="0"/>
              <a:t>institution </a:t>
            </a:r>
            <a:r>
              <a:rPr lang="zh-CN" altLang="en-US" dirty="0"/>
              <a:t>拥有的 </a:t>
            </a:r>
            <a:r>
              <a:rPr lang="en-US" altLang="zh-CN" dirty="0"/>
              <a:t>campuses</a:t>
            </a:r>
            <a:r>
              <a:rPr lang="zh-CN" altLang="en-US" dirty="0"/>
              <a:t>。</a:t>
            </a:r>
          </a:p>
          <a:p>
            <a:r>
              <a:rPr lang="zh-CN" altLang="en-US" dirty="0"/>
              <a:t> 这是一组语义上很清楚的 </a:t>
            </a:r>
            <a:r>
              <a:rPr lang="en-US" altLang="zh-CN" dirty="0"/>
              <a:t>inverse-like pair</a:t>
            </a:r>
            <a:r>
              <a:rPr lang="zh-CN" altLang="en-US" dirty="0"/>
              <a:t>。它的 </a:t>
            </a:r>
            <a:r>
              <a:rPr lang="en-US" altLang="zh-CN" dirty="0" err="1"/>
              <a:t>mutual_inverse_strength</a:t>
            </a:r>
            <a:r>
              <a:rPr lang="en-US" altLang="zh-CN" dirty="0"/>
              <a:t> = 0.8026</a:t>
            </a:r>
            <a:r>
              <a:rPr lang="zh-CN" altLang="en-US" dirty="0"/>
              <a:t>，</a:t>
            </a:r>
            <a:r>
              <a:rPr lang="en-US" altLang="zh-CN" dirty="0" err="1"/>
              <a:t>inverse_clarity</a:t>
            </a:r>
            <a:r>
              <a:rPr lang="en-US" altLang="zh-CN" dirty="0"/>
              <a:t> </a:t>
            </a:r>
            <a:r>
              <a:rPr lang="zh-CN" altLang="en-US" dirty="0"/>
              <a:t>也大约是 </a:t>
            </a:r>
            <a:r>
              <a:rPr lang="en-US" altLang="zh-CN" dirty="0"/>
              <a:t>0.77</a:t>
            </a:r>
            <a:r>
              <a:rPr lang="zh-CN" altLang="en-US" dirty="0"/>
              <a:t>。对应预测结果中，</a:t>
            </a:r>
            <a:r>
              <a:rPr lang="en-US" altLang="zh-CN" dirty="0"/>
              <a:t>Hits@10 = 1.0000</a:t>
            </a:r>
            <a:r>
              <a:rPr lang="zh-CN" altLang="en-US" dirty="0"/>
              <a:t>，</a:t>
            </a:r>
          </a:p>
          <a:p>
            <a:r>
              <a:rPr lang="zh-CN" altLang="en-US" dirty="0"/>
              <a:t> 同时 </a:t>
            </a:r>
            <a:r>
              <a:rPr lang="en-US" altLang="zh-CN" dirty="0"/>
              <a:t>alpha = 0</a:t>
            </a:r>
            <a:r>
              <a:rPr lang="zh-CN" altLang="en-US" dirty="0"/>
              <a:t>、</a:t>
            </a:r>
            <a:r>
              <a:rPr lang="en-US" altLang="zh-CN" dirty="0"/>
              <a:t>delta = 0</a:t>
            </a:r>
            <a:r>
              <a:rPr lang="zh-CN" altLang="en-US" dirty="0"/>
              <a:t>。</a:t>
            </a:r>
          </a:p>
          <a:p>
            <a:endParaRPr lang="zh-CN" altLang="en-US" dirty="0"/>
          </a:p>
          <a:p>
            <a:r>
              <a:rPr lang="zh-CN" altLang="en-US" dirty="0"/>
              <a:t> 所以这一页的核心结论是：</a:t>
            </a:r>
          </a:p>
          <a:p>
            <a:r>
              <a:rPr lang="zh-CN" altLang="en-US" dirty="0"/>
              <a:t> </a:t>
            </a:r>
            <a:r>
              <a:rPr lang="en-US" altLang="zh-CN" dirty="0"/>
              <a:t>inverse-like support </a:t>
            </a:r>
            <a:r>
              <a:rPr lang="zh-CN" altLang="en-US" dirty="0"/>
              <a:t>不是像 </a:t>
            </a:r>
            <a:r>
              <a:rPr lang="en-US" altLang="zh-CN" dirty="0"/>
              <a:t>mapping property </a:t>
            </a:r>
            <a:r>
              <a:rPr lang="zh-CN" altLang="en-US" dirty="0"/>
              <a:t>那样的全局解释因素，但它可以识别出一小部分非常稳定的 </a:t>
            </a:r>
            <a:r>
              <a:rPr lang="en-US" altLang="zh-CN" dirty="0"/>
              <a:t>high-confidence inverse-like relations</a:t>
            </a:r>
            <a:r>
              <a:rPr lang="zh-CN" altLang="en-US" dirty="0"/>
              <a:t>。</a:t>
            </a:r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20C396B-3EC3-D548-AED1-2F10EEE24062}" type="slidenum">
              <a:rPr kumimoji="1" lang="zh-CN" altLang="en-US" smtClean="0"/>
              <a:t>9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51958685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The third result is about symmetry.</a:t>
            </a:r>
          </a:p>
          <a:p>
            <a:r>
              <a:rPr lang="en-US" altLang="zh-CN" dirty="0"/>
              <a:t>The main finding is that symmetry alone does not define a stable regime.</a:t>
            </a:r>
          </a:p>
          <a:p>
            <a:endParaRPr lang="en-US" altLang="zh-CN" dirty="0"/>
          </a:p>
          <a:p>
            <a:r>
              <a:rPr lang="en-US" altLang="zh-CN" dirty="0"/>
              <a:t>Although symmetry is a reasonable structural candidate, the results show that it is not sufficient to explain predictive multiplicity by itself.</a:t>
            </a:r>
          </a:p>
          <a:p>
            <a:endParaRPr lang="en-US" altLang="zh-CN" dirty="0"/>
          </a:p>
          <a:p>
            <a:r>
              <a:rPr lang="en-US" altLang="zh-CN" dirty="0"/>
              <a:t>First, the global Spearman correlations are weak.</a:t>
            </a:r>
          </a:p>
          <a:p>
            <a:endParaRPr lang="en-US" altLang="zh-CN" dirty="0"/>
          </a:p>
          <a:p>
            <a:r>
              <a:rPr lang="en-US" altLang="zh-CN" dirty="0"/>
              <a:t>For both </a:t>
            </a:r>
            <a:r>
              <a:rPr lang="en-US" altLang="zh-CN" dirty="0" err="1"/>
              <a:t>RotatE</a:t>
            </a:r>
            <a:r>
              <a:rPr lang="en-US" altLang="zh-CN" dirty="0"/>
              <a:t> and TransE, the correlations between the symmetry score and Hits@10, alpha, and delta are all close to zero.</a:t>
            </a:r>
          </a:p>
          <a:p>
            <a:r>
              <a:rPr lang="en-US" altLang="zh-CN" dirty="0"/>
              <a:t>This means that, at the global relation level, symmetry is not strongly associated with either prediction accuracy or multiplicity.</a:t>
            </a:r>
          </a:p>
          <a:p>
            <a:endParaRPr lang="en-US" altLang="zh-CN" dirty="0"/>
          </a:p>
          <a:p>
            <a:r>
              <a:rPr lang="en-US" altLang="zh-CN" dirty="0"/>
              <a:t>Next, I look at the bucket comparison.</a:t>
            </a:r>
          </a:p>
          <a:p>
            <a:r>
              <a:rPr lang="en-US" altLang="zh-CN" dirty="0"/>
              <a:t>Relations are divided into three groups: zero symmetry, weak nonzero symmetry, and high symmetry.</a:t>
            </a:r>
          </a:p>
          <a:p>
            <a:endParaRPr lang="en-US" altLang="zh-CN" dirty="0"/>
          </a:p>
          <a:p>
            <a:r>
              <a:rPr lang="en-US" altLang="zh-CN" dirty="0"/>
              <a:t>Rather than a simple trend where higher symmetry leads to lower multiplicity, the current result looks more like a two-end pattern.</a:t>
            </a:r>
          </a:p>
          <a:p>
            <a:endParaRPr lang="en-US" altLang="zh-CN" dirty="0"/>
          </a:p>
          <a:p>
            <a:r>
              <a:rPr lang="en-US" altLang="zh-CN" dirty="0"/>
              <a:t>The zero-symmetry group and the high-symmetry group show relatively higher Hits@10, while the weak nonzero symmetry group shows lower Hits@10 and higher multiplicity.</a:t>
            </a:r>
          </a:p>
          <a:p>
            <a:endParaRPr lang="en-US" altLang="zh-CN" dirty="0"/>
          </a:p>
          <a:p>
            <a:r>
              <a:rPr lang="en-US" altLang="zh-CN" dirty="0"/>
              <a:t>So, the main point is not that high symmetry is clearly stable or unstable.</a:t>
            </a:r>
          </a:p>
          <a:p>
            <a:endParaRPr lang="en-US" altLang="zh-CN" dirty="0"/>
          </a:p>
          <a:p>
            <a:r>
              <a:rPr lang="en-US" altLang="zh-CN" dirty="0"/>
              <a:t>One possible interpretation is that symmetry provides only a coarse constraint.</a:t>
            </a:r>
          </a:p>
          <a:p>
            <a:endParaRPr lang="en-US" altLang="zh-CN" dirty="0"/>
          </a:p>
          <a:p>
            <a:r>
              <a:rPr lang="en-US" altLang="zh-CN" dirty="0"/>
              <a:t>For example, a symmetric relation may suggest that the head and tail entities come from similar semantic types, such as person-person or location-location.</a:t>
            </a:r>
          </a:p>
          <a:p>
            <a:r>
              <a:rPr lang="en-US" altLang="zh-CN" dirty="0"/>
              <a:t>This type-level constraint may help with rough filtering, but it does not necessarily identify the correct entity for a specific query.</a:t>
            </a:r>
          </a:p>
          <a:p>
            <a:r>
              <a:rPr lang="en-US" altLang="zh-CN" dirty="0"/>
              <a:t>If many candidate entities have similar types, the competition inside the top-K ranking can still be strong.</a:t>
            </a:r>
          </a:p>
          <a:p>
            <a:r>
              <a:rPr lang="en-US" altLang="zh-CN" dirty="0"/>
              <a:t>As a result, the top-K boundary can still change across repeated runs.</a:t>
            </a:r>
          </a:p>
          <a:p>
            <a:r>
              <a:rPr lang="en-US" altLang="zh-CN" dirty="0"/>
              <a:t>In short, symmetry alone is not enough to stabilize top-K decisions.</a:t>
            </a:r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接下来这一页是 </a:t>
            </a:r>
            <a:r>
              <a:rPr lang="en-US" altLang="zh-CN" dirty="0"/>
              <a:t>symmetry </a:t>
            </a:r>
            <a:r>
              <a:rPr lang="zh-CN" altLang="en-US" dirty="0"/>
              <a:t>的结果。</a:t>
            </a:r>
          </a:p>
          <a:p>
            <a:r>
              <a:rPr lang="zh-CN" altLang="en-US" dirty="0"/>
              <a:t>和前面的 </a:t>
            </a:r>
            <a:r>
              <a:rPr lang="en-US" altLang="zh-CN" dirty="0"/>
              <a:t>mapping property </a:t>
            </a:r>
            <a:r>
              <a:rPr lang="zh-CN" altLang="en-US" dirty="0"/>
              <a:t>以及 </a:t>
            </a:r>
            <a:r>
              <a:rPr lang="en-US" altLang="zh-CN" dirty="0"/>
              <a:t>inverse-like support </a:t>
            </a:r>
            <a:r>
              <a:rPr lang="zh-CN" altLang="en-US" dirty="0"/>
              <a:t>不同，这里我们没有观察到一个很清楚的 </a:t>
            </a:r>
            <a:r>
              <a:rPr lang="en-US" altLang="zh-CN" dirty="0"/>
              <a:t>stability pattern</a:t>
            </a:r>
            <a:r>
              <a:rPr lang="zh-CN" altLang="en-US" dirty="0"/>
              <a:t>。</a:t>
            </a:r>
            <a:br>
              <a:rPr lang="zh-CN" altLang="en-US" dirty="0"/>
            </a:br>
            <a:r>
              <a:rPr lang="zh-CN" altLang="en-US" dirty="0"/>
              <a:t>更具体地说，我们没有看到 </a:t>
            </a:r>
            <a:r>
              <a:rPr lang="en-US" altLang="zh-CN" dirty="0"/>
              <a:t>symmetry </a:t>
            </a:r>
            <a:r>
              <a:rPr lang="zh-CN" altLang="en-US" dirty="0"/>
              <a:t>越高，</a:t>
            </a:r>
            <a:r>
              <a:rPr lang="en-US" altLang="zh-CN" dirty="0"/>
              <a:t>predictive multiplicity </a:t>
            </a:r>
            <a:r>
              <a:rPr lang="zh-CN" altLang="en-US" dirty="0"/>
              <a:t>就越低的稳定单调趋势。</a:t>
            </a:r>
          </a:p>
          <a:p>
            <a:r>
              <a:rPr lang="zh-CN" altLang="en-US" dirty="0"/>
              <a:t>首先看上面的 </a:t>
            </a:r>
            <a:r>
              <a:rPr lang="en-US" altLang="zh-CN" dirty="0"/>
              <a:t>global Spearman correlation</a:t>
            </a:r>
            <a:r>
              <a:rPr lang="zh-CN" altLang="en-US" dirty="0"/>
              <a:t>。</a:t>
            </a:r>
            <a:br>
              <a:rPr lang="zh-CN" altLang="en-US" dirty="0"/>
            </a:br>
            <a:r>
              <a:rPr lang="zh-CN" altLang="en-US" dirty="0"/>
              <a:t>无论是 </a:t>
            </a:r>
            <a:r>
              <a:rPr lang="en-US" altLang="zh-CN" dirty="0" err="1"/>
              <a:t>RotatE</a:t>
            </a:r>
            <a:r>
              <a:rPr lang="en-US" altLang="zh-CN" dirty="0"/>
              <a:t> </a:t>
            </a:r>
            <a:r>
              <a:rPr lang="zh-CN" altLang="en-US" dirty="0"/>
              <a:t>还是 </a:t>
            </a:r>
            <a:r>
              <a:rPr lang="en-US" altLang="zh-CN" dirty="0"/>
              <a:t>TransE</a:t>
            </a:r>
            <a:r>
              <a:rPr lang="zh-CN" altLang="en-US" dirty="0"/>
              <a:t>，</a:t>
            </a:r>
            <a:r>
              <a:rPr lang="en-US" altLang="zh-CN" dirty="0"/>
              <a:t>symmetry score </a:t>
            </a:r>
            <a:r>
              <a:rPr lang="zh-CN" altLang="en-US" dirty="0"/>
              <a:t>和 </a:t>
            </a:r>
            <a:r>
              <a:rPr lang="en-US" altLang="zh-CN" dirty="0"/>
              <a:t>Hits@10</a:t>
            </a:r>
            <a:r>
              <a:rPr lang="zh-CN" altLang="en-US" dirty="0"/>
              <a:t>、</a:t>
            </a:r>
            <a:r>
              <a:rPr lang="en-US" altLang="zh-CN" dirty="0"/>
              <a:t>alpha</a:t>
            </a:r>
            <a:r>
              <a:rPr lang="zh-CN" altLang="en-US" dirty="0"/>
              <a:t>、</a:t>
            </a:r>
            <a:r>
              <a:rPr lang="en-US" altLang="zh-CN" dirty="0"/>
              <a:t>delta </a:t>
            </a:r>
            <a:r>
              <a:rPr lang="zh-CN" altLang="en-US" dirty="0"/>
              <a:t>之间的相关性都比较弱，整体上接近于 </a:t>
            </a:r>
            <a:r>
              <a:rPr lang="en-US" altLang="zh-CN" dirty="0"/>
              <a:t>0</a:t>
            </a:r>
            <a:r>
              <a:rPr lang="zh-CN" altLang="en-US" dirty="0"/>
              <a:t>。</a:t>
            </a:r>
            <a:br>
              <a:rPr lang="zh-CN" altLang="en-US" dirty="0"/>
            </a:br>
            <a:r>
              <a:rPr lang="zh-CN" altLang="en-US" dirty="0"/>
              <a:t>这说明，从全局 </a:t>
            </a:r>
            <a:r>
              <a:rPr lang="en-US" altLang="zh-CN" dirty="0"/>
              <a:t>relation-level </a:t>
            </a:r>
            <a:r>
              <a:rPr lang="zh-CN" altLang="en-US" dirty="0"/>
              <a:t>的角度来看，</a:t>
            </a:r>
            <a:r>
              <a:rPr lang="en-US" altLang="zh-CN" dirty="0"/>
              <a:t>symmetry </a:t>
            </a:r>
            <a:r>
              <a:rPr lang="zh-CN" altLang="en-US" dirty="0"/>
              <a:t>本身并不能很好地解释 </a:t>
            </a:r>
            <a:r>
              <a:rPr lang="en-US" altLang="zh-CN" dirty="0"/>
              <a:t>prediction accuracy </a:t>
            </a:r>
            <a:r>
              <a:rPr lang="zh-CN" altLang="en-US" dirty="0"/>
              <a:t>或 </a:t>
            </a:r>
            <a:r>
              <a:rPr lang="en-US" altLang="zh-CN" dirty="0"/>
              <a:t>predictive multiplicity </a:t>
            </a:r>
            <a:r>
              <a:rPr lang="zh-CN" altLang="en-US" dirty="0"/>
              <a:t>的变化。</a:t>
            </a:r>
          </a:p>
          <a:p>
            <a:r>
              <a:rPr lang="zh-CN" altLang="en-US" dirty="0"/>
              <a:t>然后看下面的 </a:t>
            </a:r>
            <a:r>
              <a:rPr lang="en-US" altLang="zh-CN" dirty="0"/>
              <a:t>bucket comparison</a:t>
            </a:r>
            <a:r>
              <a:rPr lang="zh-CN" altLang="en-US" dirty="0"/>
              <a:t>。</a:t>
            </a:r>
            <a:br>
              <a:rPr lang="zh-CN" altLang="en-US" dirty="0"/>
            </a:br>
            <a:r>
              <a:rPr lang="zh-CN" altLang="en-US" dirty="0"/>
              <a:t>这里我把 </a:t>
            </a:r>
            <a:r>
              <a:rPr lang="en-US" altLang="zh-CN" dirty="0"/>
              <a:t>relation </a:t>
            </a:r>
            <a:r>
              <a:rPr lang="zh-CN" altLang="en-US" dirty="0"/>
              <a:t>分成 </a:t>
            </a:r>
            <a:r>
              <a:rPr lang="en-US" altLang="zh-CN" dirty="0"/>
              <a:t>zero symmetry</a:t>
            </a:r>
            <a:r>
              <a:rPr lang="zh-CN" altLang="en-US" dirty="0"/>
              <a:t>、</a:t>
            </a:r>
            <a:r>
              <a:rPr lang="en-US" altLang="zh-CN" dirty="0"/>
              <a:t>weak nonzero symmetry</a:t>
            </a:r>
            <a:r>
              <a:rPr lang="zh-CN" altLang="en-US" dirty="0"/>
              <a:t>，以及 </a:t>
            </a:r>
            <a:r>
              <a:rPr lang="en-US" altLang="zh-CN" dirty="0"/>
              <a:t>high symmetry </a:t>
            </a:r>
            <a:r>
              <a:rPr lang="zh-CN" altLang="en-US" dirty="0"/>
              <a:t>三组。</a:t>
            </a:r>
            <a:br>
              <a:rPr lang="zh-CN" altLang="en-US" dirty="0"/>
            </a:br>
            <a:r>
              <a:rPr lang="zh-CN" altLang="en-US" dirty="0"/>
              <a:t>如果 </a:t>
            </a:r>
            <a:r>
              <a:rPr lang="en-US" altLang="zh-CN" dirty="0"/>
              <a:t>symmetry </a:t>
            </a:r>
            <a:r>
              <a:rPr lang="zh-CN" altLang="en-US" dirty="0"/>
              <a:t>是一个强的 </a:t>
            </a:r>
            <a:r>
              <a:rPr lang="en-US" altLang="zh-CN" dirty="0"/>
              <a:t>standalone stability factor</a:t>
            </a:r>
            <a:r>
              <a:rPr lang="zh-CN" altLang="en-US" dirty="0"/>
              <a:t>，我们本来可能期待：</a:t>
            </a:r>
            <a:r>
              <a:rPr lang="en-US" altLang="zh-CN" dirty="0"/>
              <a:t>symmetry </a:t>
            </a:r>
            <a:r>
              <a:rPr lang="zh-CN" altLang="en-US" dirty="0"/>
              <a:t>越高，</a:t>
            </a:r>
            <a:r>
              <a:rPr lang="en-US" altLang="zh-CN" dirty="0"/>
              <a:t>alpha </a:t>
            </a:r>
            <a:r>
              <a:rPr lang="zh-CN" altLang="en-US" dirty="0"/>
              <a:t>和 </a:t>
            </a:r>
            <a:r>
              <a:rPr lang="en-US" altLang="zh-CN" dirty="0"/>
              <a:t>delta </a:t>
            </a:r>
            <a:r>
              <a:rPr lang="zh-CN" altLang="en-US" dirty="0"/>
              <a:t>越低。</a:t>
            </a:r>
          </a:p>
          <a:p>
            <a:r>
              <a:rPr lang="zh-CN" altLang="en-US" dirty="0"/>
              <a:t>但是结果并不是这样。</a:t>
            </a:r>
            <a:br>
              <a:rPr lang="zh-CN" altLang="en-US" dirty="0"/>
            </a:br>
            <a:r>
              <a:rPr lang="en-US" altLang="zh-CN" dirty="0"/>
              <a:t>Bucket comparison </a:t>
            </a:r>
            <a:r>
              <a:rPr lang="zh-CN" altLang="en-US" dirty="0"/>
              <a:t>没有呈现出清楚的单调趋势。</a:t>
            </a:r>
            <a:r>
              <a:rPr lang="en-US" altLang="zh-CN" dirty="0"/>
              <a:t>weak nonzero symmetry group </a:t>
            </a:r>
            <a:r>
              <a:rPr lang="zh-CN" altLang="en-US" dirty="0"/>
              <a:t>的 </a:t>
            </a:r>
            <a:r>
              <a:rPr lang="en-US" altLang="zh-CN" dirty="0"/>
              <a:t>Hits@10 </a:t>
            </a:r>
            <a:r>
              <a:rPr lang="zh-CN" altLang="en-US" dirty="0"/>
              <a:t>反而较低，同时 </a:t>
            </a:r>
            <a:r>
              <a:rPr lang="en-US" altLang="zh-CN" dirty="0"/>
              <a:t>alpha </a:t>
            </a:r>
            <a:r>
              <a:rPr lang="zh-CN" altLang="en-US" dirty="0"/>
              <a:t>和 </a:t>
            </a:r>
            <a:r>
              <a:rPr lang="en-US" altLang="zh-CN" dirty="0"/>
              <a:t>delta </a:t>
            </a:r>
            <a:r>
              <a:rPr lang="zh-CN" altLang="en-US" dirty="0"/>
              <a:t>更高。这里需要注意这个 </a:t>
            </a:r>
            <a:r>
              <a:rPr lang="en-US" altLang="zh-CN" dirty="0"/>
              <a:t>group </a:t>
            </a:r>
            <a:r>
              <a:rPr lang="zh-CN" altLang="en-US" dirty="0"/>
              <a:t>的样本数比较小，所以我不会把这一点解释得过强。更稳妥的结论是：这个 </a:t>
            </a:r>
            <a:r>
              <a:rPr lang="en-US" altLang="zh-CN" dirty="0"/>
              <a:t>bucket comparison </a:t>
            </a:r>
            <a:r>
              <a:rPr lang="zh-CN" altLang="en-US" dirty="0"/>
              <a:t>没有支持 “</a:t>
            </a:r>
            <a:r>
              <a:rPr lang="en-US" altLang="zh-CN" dirty="0"/>
              <a:t>symmetry </a:t>
            </a:r>
            <a:r>
              <a:rPr lang="zh-CN" altLang="en-US" dirty="0"/>
              <a:t>越高越稳定” 这个假设。</a:t>
            </a:r>
          </a:p>
          <a:p>
            <a:r>
              <a:rPr lang="zh-CN" altLang="en-US" dirty="0"/>
              <a:t>进一步看 </a:t>
            </a:r>
            <a:r>
              <a:rPr lang="en-US" altLang="zh-CN" dirty="0"/>
              <a:t>high symmetry group</a:t>
            </a:r>
            <a:r>
              <a:rPr lang="zh-CN" altLang="en-US" dirty="0"/>
              <a:t>，它的 </a:t>
            </a:r>
            <a:r>
              <a:rPr lang="en-US" altLang="zh-CN" dirty="0"/>
              <a:t>Hits@10 </a:t>
            </a:r>
            <a:r>
              <a:rPr lang="zh-CN" altLang="en-US" dirty="0"/>
              <a:t>确实有所恢复，但是 </a:t>
            </a:r>
            <a:r>
              <a:rPr lang="en-US" altLang="zh-CN" dirty="0"/>
              <a:t>alpha </a:t>
            </a:r>
            <a:r>
              <a:rPr lang="zh-CN" altLang="en-US" dirty="0"/>
              <a:t>和 </a:t>
            </a:r>
            <a:r>
              <a:rPr lang="en-US" altLang="zh-CN" dirty="0"/>
              <a:t>delta </a:t>
            </a:r>
            <a:r>
              <a:rPr lang="zh-CN" altLang="en-US" dirty="0"/>
              <a:t>并没有低于 </a:t>
            </a:r>
            <a:r>
              <a:rPr lang="en-US" altLang="zh-CN" dirty="0"/>
              <a:t>zero-symmetry baseline</a:t>
            </a:r>
            <a:r>
              <a:rPr lang="zh-CN" altLang="en-US" dirty="0"/>
              <a:t>。</a:t>
            </a:r>
            <a:br>
              <a:rPr lang="zh-CN" altLang="en-US" dirty="0"/>
            </a:br>
            <a:r>
              <a:rPr lang="zh-CN" altLang="en-US" dirty="0"/>
              <a:t>也就是说，</a:t>
            </a:r>
            <a:r>
              <a:rPr lang="en-US" altLang="zh-CN" dirty="0"/>
              <a:t>high-symmetry relations </a:t>
            </a:r>
            <a:r>
              <a:rPr lang="zh-CN" altLang="en-US" dirty="0"/>
              <a:t>并没有形成一个 </a:t>
            </a:r>
            <a:r>
              <a:rPr lang="en-US" altLang="zh-CN" dirty="0"/>
              <a:t>clean low-multiplicity regime</a:t>
            </a:r>
            <a:r>
              <a:rPr lang="zh-CN" altLang="en-US" dirty="0"/>
              <a:t>。</a:t>
            </a:r>
          </a:p>
          <a:p>
            <a:r>
              <a:rPr lang="zh-CN" altLang="en-US" dirty="0"/>
              <a:t>我对这个结果的理解是：</a:t>
            </a:r>
            <a:r>
              <a:rPr lang="en-US" altLang="zh-CN" dirty="0"/>
              <a:t>symmetry </a:t>
            </a:r>
            <a:r>
              <a:rPr lang="zh-CN" altLang="en-US" dirty="0"/>
              <a:t>可能提供的是一种比较粗粒度的 </a:t>
            </a:r>
            <a:r>
              <a:rPr lang="en-US" altLang="zh-CN" dirty="0"/>
              <a:t>bidirectional </a:t>
            </a:r>
            <a:r>
              <a:rPr lang="zh-CN" altLang="en-US" dirty="0"/>
              <a:t>或 </a:t>
            </a:r>
            <a:r>
              <a:rPr lang="en-US" altLang="zh-CN" dirty="0"/>
              <a:t>type-level constraint</a:t>
            </a:r>
            <a:r>
              <a:rPr lang="zh-CN" altLang="en-US" dirty="0"/>
              <a:t>。</a:t>
            </a:r>
            <a:br>
              <a:rPr lang="zh-CN" altLang="en-US" dirty="0"/>
            </a:br>
            <a:r>
              <a:rPr lang="zh-CN" altLang="en-US" dirty="0"/>
              <a:t>例如，一个 </a:t>
            </a:r>
            <a:r>
              <a:rPr lang="en-US" altLang="zh-CN" dirty="0"/>
              <a:t>symmetric relation </a:t>
            </a:r>
            <a:r>
              <a:rPr lang="zh-CN" altLang="en-US" dirty="0"/>
              <a:t>往往意味着 </a:t>
            </a:r>
            <a:r>
              <a:rPr lang="en-US" altLang="zh-CN" dirty="0"/>
              <a:t>head </a:t>
            </a:r>
            <a:r>
              <a:rPr lang="zh-CN" altLang="en-US" dirty="0"/>
              <a:t>和 </a:t>
            </a:r>
            <a:r>
              <a:rPr lang="en-US" altLang="zh-CN" dirty="0"/>
              <a:t>tail </a:t>
            </a:r>
            <a:r>
              <a:rPr lang="zh-CN" altLang="en-US" dirty="0"/>
              <a:t>可能来自相似的语义类型，比如人物和人物、地点和地点，或者同类概念之间的关系。</a:t>
            </a:r>
            <a:br>
              <a:rPr lang="zh-CN" altLang="en-US" dirty="0"/>
            </a:br>
            <a:r>
              <a:rPr lang="zh-CN" altLang="en-US" dirty="0"/>
              <a:t>这种约束可能有助于模型进行粗粒度筛选。</a:t>
            </a:r>
          </a:p>
          <a:p>
            <a:r>
              <a:rPr lang="zh-CN" altLang="en-US" dirty="0"/>
              <a:t>但是，这种 </a:t>
            </a:r>
            <a:r>
              <a:rPr lang="en-US" altLang="zh-CN" dirty="0"/>
              <a:t>type-level </a:t>
            </a:r>
            <a:r>
              <a:rPr lang="zh-CN" altLang="en-US" dirty="0"/>
              <a:t>或 </a:t>
            </a:r>
            <a:r>
              <a:rPr lang="en-US" altLang="zh-CN" dirty="0"/>
              <a:t>coarse bidirectional constraint </a:t>
            </a:r>
            <a:r>
              <a:rPr lang="zh-CN" altLang="en-US" dirty="0"/>
              <a:t>并不一定能告诉模型：在具体 </a:t>
            </a:r>
            <a:r>
              <a:rPr lang="en-US" altLang="zh-CN" dirty="0"/>
              <a:t>query </a:t>
            </a:r>
            <a:r>
              <a:rPr lang="zh-CN" altLang="en-US" dirty="0"/>
              <a:t>中，哪一个 </a:t>
            </a:r>
            <a:r>
              <a:rPr lang="en-US" altLang="zh-CN" dirty="0"/>
              <a:t>entity </a:t>
            </a:r>
            <a:r>
              <a:rPr lang="zh-CN" altLang="en-US" dirty="0"/>
              <a:t>才应该稳定地排在 </a:t>
            </a:r>
            <a:r>
              <a:rPr lang="en-US" altLang="zh-CN" dirty="0"/>
              <a:t>top-K </a:t>
            </a:r>
            <a:r>
              <a:rPr lang="zh-CN" altLang="en-US" dirty="0"/>
              <a:t>里面。</a:t>
            </a:r>
            <a:br>
              <a:rPr lang="zh-CN" altLang="en-US" dirty="0"/>
            </a:br>
            <a:r>
              <a:rPr lang="zh-CN" altLang="en-US" dirty="0"/>
              <a:t>如果候选实体本身都来自相似类型，那么 </a:t>
            </a:r>
            <a:r>
              <a:rPr lang="en-US" altLang="zh-CN" dirty="0"/>
              <a:t>candidate competition </a:t>
            </a:r>
            <a:r>
              <a:rPr lang="zh-CN" altLang="en-US" dirty="0"/>
              <a:t>仍然可能很强，</a:t>
            </a:r>
            <a:r>
              <a:rPr lang="en-US" altLang="zh-CN" dirty="0"/>
              <a:t>top-K boundary </a:t>
            </a:r>
            <a:r>
              <a:rPr lang="zh-CN" altLang="en-US" dirty="0"/>
              <a:t>仍然可能受到 </a:t>
            </a:r>
            <a:r>
              <a:rPr lang="en-US" altLang="zh-CN" dirty="0"/>
              <a:t>random seed </a:t>
            </a:r>
            <a:r>
              <a:rPr lang="zh-CN" altLang="en-US" dirty="0"/>
              <a:t>或训练扰动的影响。</a:t>
            </a:r>
          </a:p>
          <a:p>
            <a:r>
              <a:rPr lang="zh-CN" altLang="en-US" dirty="0"/>
              <a:t>所以这一页的结论是：</a:t>
            </a:r>
            <a:r>
              <a:rPr lang="en-US" altLang="zh-CN" dirty="0"/>
              <a:t>symmetry </a:t>
            </a:r>
            <a:r>
              <a:rPr lang="zh-CN" altLang="en-US" dirty="0"/>
              <a:t>是一个合理的 </a:t>
            </a:r>
            <a:r>
              <a:rPr lang="en-US" altLang="zh-CN" dirty="0"/>
              <a:t>candidate factor</a:t>
            </a:r>
            <a:r>
              <a:rPr lang="zh-CN" altLang="en-US" dirty="0"/>
              <a:t>，但在当前 </a:t>
            </a:r>
            <a:r>
              <a:rPr lang="en-US" altLang="zh-CN" dirty="0"/>
              <a:t>setting </a:t>
            </a:r>
            <a:r>
              <a:rPr lang="zh-CN" altLang="en-US" dirty="0"/>
              <a:t>下，它并不是一个 </a:t>
            </a:r>
            <a:r>
              <a:rPr lang="en-US" altLang="zh-CN" dirty="0"/>
              <a:t>strong standalone explanatory factor</a:t>
            </a:r>
            <a:r>
              <a:rPr lang="zh-CN" altLang="en-US" dirty="0"/>
              <a:t>。</a:t>
            </a:r>
            <a:br>
              <a:rPr lang="zh-CN" altLang="en-US" dirty="0"/>
            </a:br>
            <a:r>
              <a:rPr lang="zh-CN" altLang="en-US" dirty="0"/>
              <a:t>换句话说，</a:t>
            </a:r>
            <a:r>
              <a:rPr lang="en-US" altLang="zh-CN" dirty="0"/>
              <a:t>symmetry alone does not define a stable regime</a:t>
            </a:r>
            <a:r>
              <a:rPr lang="zh-CN" altLang="en-US" dirty="0"/>
              <a:t>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20C396B-3EC3-D548-AED1-2F10EEE24062}" type="slidenum">
              <a:rPr kumimoji="1" lang="zh-CN" altLang="en-US" smtClean="0"/>
              <a:t>10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23765130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6E5705-E849-EB90-47C6-33A566906B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DE029E3B-6302-8F65-A65E-D4106B49374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52ABF873-7110-9E88-5A50-02E72CCC726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Finally, I will summarize the current results and discuss possible future work.</a:t>
            </a:r>
          </a:p>
          <a:p>
            <a:endParaRPr lang="en-US" altLang="zh-CN" dirty="0"/>
          </a:p>
          <a:p>
            <a:r>
              <a:rPr lang="en-US" altLang="zh-CN" dirty="0"/>
              <a:t>First, predictive multiplicity is not only a phenomenon at the whole-model or whole-dataset level.</a:t>
            </a:r>
          </a:p>
          <a:p>
            <a:endParaRPr lang="en-US" altLang="zh-CN" dirty="0"/>
          </a:p>
          <a:p>
            <a:r>
              <a:rPr lang="en-US" altLang="zh-CN" dirty="0"/>
              <a:t>Through relation-level analysis, we can see that it appears more strongly in some relations than in others.</a:t>
            </a:r>
          </a:p>
          <a:p>
            <a:endParaRPr lang="en-US" altLang="zh-CN" dirty="0"/>
          </a:p>
          <a:p>
            <a:r>
              <a:rPr lang="en-US" altLang="zh-CN" dirty="0"/>
              <a:t>Among the candidate factors, mapping property gives the clearest result.</a:t>
            </a:r>
          </a:p>
          <a:p>
            <a:endParaRPr lang="en-US" altLang="zh-CN" dirty="0"/>
          </a:p>
          <a:p>
            <a:r>
              <a:rPr lang="en-US" altLang="zh-CN" dirty="0"/>
              <a:t>When the prediction target is on the many-side, the answer space is larger, the top-K boundary is less stable, and multiplicity becomes stronger.</a:t>
            </a:r>
          </a:p>
          <a:p>
            <a:endParaRPr lang="en-US" altLang="zh-CN" dirty="0"/>
          </a:p>
          <a:p>
            <a:r>
              <a:rPr lang="en-US" altLang="zh-CN" dirty="0"/>
              <a:t>The second result is inverse-like support.</a:t>
            </a:r>
          </a:p>
          <a:p>
            <a:endParaRPr lang="en-US" altLang="zh-CN" dirty="0"/>
          </a:p>
          <a:p>
            <a:r>
              <a:rPr lang="en-US" altLang="zh-CN" dirty="0"/>
              <a:t>Globally, we do not observe a clear</a:t>
            </a:r>
            <a:r>
              <a:rPr lang="zh-CN" altLang="en-US" dirty="0"/>
              <a:t> </a:t>
            </a:r>
            <a:r>
              <a:rPr lang="en-US" altLang="zh-CN" dirty="0"/>
              <a:t>trend where stronger inverse-like support always leads to lower multiplicity.</a:t>
            </a:r>
          </a:p>
          <a:p>
            <a:endParaRPr lang="en-US" altLang="zh-CN" dirty="0"/>
          </a:p>
          <a:p>
            <a:r>
              <a:rPr lang="en-US" altLang="zh-CN" dirty="0"/>
              <a:t>However, when the reverse partner is strong and clear, high-confidence inverse-like pairs can form a locally stable subgroup.</a:t>
            </a:r>
          </a:p>
          <a:p>
            <a:endParaRPr lang="en-US" altLang="zh-CN" dirty="0"/>
          </a:p>
          <a:p>
            <a:r>
              <a:rPr lang="en-US" altLang="zh-CN" dirty="0"/>
              <a:t>So inverse-like support is useful mainly as a local stability signal.</a:t>
            </a:r>
          </a:p>
          <a:p>
            <a:endParaRPr lang="en-US" altLang="zh-CN" dirty="0"/>
          </a:p>
          <a:p>
            <a:r>
              <a:rPr lang="en-US" altLang="zh-CN" dirty="0"/>
              <a:t>The third result is symmetry.</a:t>
            </a:r>
          </a:p>
          <a:p>
            <a:endParaRPr lang="en-US" altLang="zh-CN" dirty="0"/>
          </a:p>
          <a:p>
            <a:r>
              <a:rPr lang="en-US" altLang="zh-CN" dirty="0"/>
              <a:t>Symmetry is an intuitive candidate factor because it represents bidirectional support within the same relation.</a:t>
            </a:r>
          </a:p>
          <a:p>
            <a:endParaRPr lang="en-US" altLang="zh-CN" dirty="0"/>
          </a:p>
          <a:p>
            <a:r>
              <a:rPr lang="en-US" altLang="zh-CN" dirty="0"/>
              <a:t>However, in the current experiments, symmetry alone does not define a clean stable regime.</a:t>
            </a:r>
          </a:p>
          <a:p>
            <a:endParaRPr lang="en-US" altLang="zh-CN" dirty="0"/>
          </a:p>
          <a:p>
            <a:r>
              <a:rPr lang="en-US" altLang="zh-CN" dirty="0"/>
              <a:t>It may provide some type-level or coarse structural constraint, but this is not enough to stabilize top-K rankings for specific queries.</a:t>
            </a:r>
          </a:p>
          <a:p>
            <a:endParaRPr lang="en-US" altLang="zh-CN" dirty="0"/>
          </a:p>
          <a:p>
            <a:r>
              <a:rPr lang="en-US" altLang="zh-CN" dirty="0"/>
              <a:t>Overall, the current conclusion is that predictive multiplicity should not be analyzed only as a global model-level phenomenon.</a:t>
            </a:r>
          </a:p>
          <a:p>
            <a:endParaRPr lang="en-US" altLang="zh-CN" dirty="0"/>
          </a:p>
          <a:p>
            <a:r>
              <a:rPr lang="en-US" altLang="zh-CN" dirty="0"/>
              <a:t>Next, I will discuss future work.</a:t>
            </a:r>
          </a:p>
          <a:p>
            <a:endParaRPr lang="en-US" altLang="zh-CN" dirty="0"/>
          </a:p>
          <a:p>
            <a:r>
              <a:rPr lang="en-US" altLang="zh-CN" dirty="0"/>
              <a:t>The first direction is relation frequency as a control factor.</a:t>
            </a:r>
          </a:p>
          <a:p>
            <a:endParaRPr lang="en-US" altLang="zh-CN" dirty="0"/>
          </a:p>
          <a:p>
            <a:r>
              <a:rPr lang="en-US" altLang="zh-CN" dirty="0"/>
              <a:t>In the current analysis, I have included relation frequency as a support and sparsity factor.</a:t>
            </a:r>
          </a:p>
          <a:p>
            <a:endParaRPr lang="en-US" altLang="zh-CN" dirty="0"/>
          </a:p>
          <a:p>
            <a:r>
              <a:rPr lang="en-US" altLang="zh-CN" dirty="0"/>
              <a:t>The next step is to examine more strictly whether the mapping-property effect remains after controlling for relation support and sparsity.</a:t>
            </a:r>
          </a:p>
          <a:p>
            <a:endParaRPr lang="en-US" altLang="zh-CN" dirty="0"/>
          </a:p>
          <a:p>
            <a:r>
              <a:rPr lang="en-US" altLang="zh-CN" dirty="0"/>
              <a:t>This is important because it can help confirm that the observed mapping-property effect is not simply caused by data-size differences.</a:t>
            </a:r>
          </a:p>
          <a:p>
            <a:endParaRPr lang="en-US" altLang="zh-CN" dirty="0"/>
          </a:p>
          <a:p>
            <a:r>
              <a:rPr lang="en-US" altLang="zh-CN" dirty="0"/>
              <a:t>The second direction is broader validation.</a:t>
            </a:r>
          </a:p>
          <a:p>
            <a:endParaRPr lang="en-US" altLang="zh-CN" dirty="0"/>
          </a:p>
          <a:p>
            <a:r>
              <a:rPr lang="en-US" altLang="zh-CN" dirty="0"/>
              <a:t>At this stage, the experiments mainly focus on FB15k-237, and on two models: </a:t>
            </a:r>
            <a:r>
              <a:rPr lang="en-US" altLang="zh-CN" dirty="0" err="1"/>
              <a:t>RotatE</a:t>
            </a:r>
            <a:r>
              <a:rPr lang="en-US" altLang="zh-CN" dirty="0"/>
              <a:t> and TransE.</a:t>
            </a:r>
          </a:p>
          <a:p>
            <a:endParaRPr lang="en-US" altLang="zh-CN" dirty="0"/>
          </a:p>
          <a:p>
            <a:r>
              <a:rPr lang="en-US" altLang="zh-CN" dirty="0"/>
              <a:t>In the future, I need to extend the analysis to more datasets and more KGE model families.</a:t>
            </a:r>
          </a:p>
          <a:p>
            <a:endParaRPr lang="en-US" altLang="zh-CN" dirty="0"/>
          </a:p>
          <a:p>
            <a:r>
              <a:rPr lang="en-US" altLang="zh-CN" dirty="0"/>
              <a:t>If similar directional patterns appear across different datasets and models, the relation-level structural explanation will become more convincing.</a:t>
            </a:r>
          </a:p>
          <a:p>
            <a:endParaRPr lang="en-US" altLang="zh-CN" dirty="0"/>
          </a:p>
          <a:p>
            <a:r>
              <a:rPr lang="en-US" altLang="zh-CN" dirty="0"/>
              <a:t>The third direction is from diagnosis to mitigation.</a:t>
            </a:r>
          </a:p>
          <a:p>
            <a:endParaRPr lang="en-US" altLang="zh-CN" dirty="0"/>
          </a:p>
          <a:p>
            <a:r>
              <a:rPr lang="en-US" altLang="zh-CN" dirty="0"/>
              <a:t>The current work is mainly diagnostic.</a:t>
            </a:r>
          </a:p>
          <a:p>
            <a:endParaRPr lang="en-US" altLang="zh-CN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It identifies which relation structures show stronger predictive multiplicity.</a:t>
            </a:r>
            <a:br>
              <a:rPr lang="en-US" altLang="zh-CN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br>
              <a:rPr lang="en-US" altLang="zh-CN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altLang="zh-CN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 next step is mitigation.</a:t>
            </a:r>
            <a:br>
              <a:rPr lang="en-US" altLang="zh-CN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br>
              <a:rPr lang="en-US" altLang="zh-CN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altLang="zh-CN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For example, relation-level instability signals could be used to design targeted voting or adaptive ensemble methods.</a:t>
            </a:r>
            <a:br>
              <a:rPr lang="en-US" altLang="zh-CN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br>
              <a:rPr lang="en-US" altLang="zh-CN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altLang="zh-CN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Instead of treating all relations in the same way, we can focus more on relations that are more likely to be unstable.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最后，我总结一下目前为止的结果，以及接下来可以继续推进的方向。</a:t>
            </a:r>
          </a:p>
          <a:p>
            <a:r>
              <a:rPr lang="zh-CN" altLang="en-US" dirty="0"/>
              <a:t>首先，从整体上看，</a:t>
            </a:r>
            <a:r>
              <a:rPr lang="en-US" altLang="zh-CN" dirty="0"/>
              <a:t>predictive multiplicity </a:t>
            </a:r>
            <a:r>
              <a:rPr lang="zh-CN" altLang="en-US" dirty="0"/>
              <a:t>并不是一个只存在于整个模型或者整个数据集层面的现象。</a:t>
            </a:r>
            <a:br>
              <a:rPr lang="zh-CN" altLang="en-US" dirty="0"/>
            </a:br>
            <a:r>
              <a:rPr lang="zh-CN" altLang="en-US" dirty="0"/>
              <a:t>通过 </a:t>
            </a:r>
            <a:r>
              <a:rPr lang="en-US" altLang="zh-CN" dirty="0"/>
              <a:t>relation-level analysis </a:t>
            </a:r>
            <a:r>
              <a:rPr lang="zh-CN" altLang="en-US" dirty="0"/>
              <a:t>可以看到，它在不同 </a:t>
            </a:r>
            <a:r>
              <a:rPr lang="en-US" altLang="zh-CN" dirty="0"/>
              <a:t>relation </a:t>
            </a:r>
            <a:r>
              <a:rPr lang="zh-CN" altLang="en-US" dirty="0"/>
              <a:t>上的表现并不均匀，也就是说，</a:t>
            </a:r>
            <a:r>
              <a:rPr lang="en-US" altLang="zh-CN" dirty="0"/>
              <a:t>predictive multiplicity </a:t>
            </a:r>
            <a:r>
              <a:rPr lang="zh-CN" altLang="en-US" dirty="0"/>
              <a:t>具有明显的 </a:t>
            </a:r>
            <a:r>
              <a:rPr lang="en-US" altLang="zh-CN" b="1" dirty="0"/>
              <a:t>relation-level structural heterogeneity</a:t>
            </a:r>
            <a:r>
              <a:rPr lang="zh-CN" altLang="en-US" dirty="0"/>
              <a:t>。</a:t>
            </a:r>
          </a:p>
          <a:p>
            <a:r>
              <a:rPr lang="zh-CN" altLang="en-US" dirty="0"/>
              <a:t>在目前考察的几个 </a:t>
            </a:r>
            <a:r>
              <a:rPr lang="en-US" altLang="zh-CN" dirty="0"/>
              <a:t>candidate factors </a:t>
            </a:r>
            <a:r>
              <a:rPr lang="zh-CN" altLang="en-US" dirty="0"/>
              <a:t>中，最清楚、最有方向性的结果来自 </a:t>
            </a:r>
            <a:r>
              <a:rPr lang="en-US" altLang="zh-CN" b="1" dirty="0"/>
              <a:t>mapping property</a:t>
            </a:r>
            <a:r>
              <a:rPr lang="zh-CN" altLang="en-US" dirty="0"/>
              <a:t>。</a:t>
            </a:r>
            <a:br>
              <a:rPr lang="zh-CN" altLang="en-US" dirty="0"/>
            </a:br>
            <a:r>
              <a:rPr lang="zh-CN" altLang="en-US" dirty="0"/>
              <a:t>它描述的是一个 </a:t>
            </a:r>
            <a:r>
              <a:rPr lang="en-US" altLang="zh-CN" dirty="0"/>
              <a:t>relation </a:t>
            </a:r>
            <a:r>
              <a:rPr lang="zh-CN" altLang="en-US" dirty="0"/>
              <a:t>在 </a:t>
            </a:r>
            <a:r>
              <a:rPr lang="en-US" altLang="zh-CN" dirty="0"/>
              <a:t>head side </a:t>
            </a:r>
            <a:r>
              <a:rPr lang="zh-CN" altLang="en-US" dirty="0"/>
              <a:t>和 </a:t>
            </a:r>
            <a:r>
              <a:rPr lang="en-US" altLang="zh-CN" dirty="0"/>
              <a:t>tail side </a:t>
            </a:r>
            <a:r>
              <a:rPr lang="zh-CN" altLang="en-US" dirty="0"/>
              <a:t>上的 </a:t>
            </a:r>
            <a:r>
              <a:rPr lang="en-US" altLang="zh-CN" dirty="0"/>
              <a:t>cardinality structure</a:t>
            </a:r>
            <a:r>
              <a:rPr lang="zh-CN" altLang="en-US" dirty="0"/>
              <a:t>，例如 </a:t>
            </a:r>
            <a:r>
              <a:rPr lang="en-US" altLang="zh-CN" dirty="0"/>
              <a:t>1-1</a:t>
            </a:r>
            <a:r>
              <a:rPr lang="zh-CN" altLang="en-US" dirty="0"/>
              <a:t>、</a:t>
            </a:r>
            <a:r>
              <a:rPr lang="en-US" altLang="zh-CN" dirty="0"/>
              <a:t>1-N</a:t>
            </a:r>
            <a:r>
              <a:rPr lang="zh-CN" altLang="en-US" dirty="0"/>
              <a:t>、</a:t>
            </a:r>
            <a:r>
              <a:rPr lang="en-US" altLang="zh-CN" dirty="0"/>
              <a:t>M-1 </a:t>
            </a:r>
            <a:r>
              <a:rPr lang="zh-CN" altLang="en-US" dirty="0"/>
              <a:t>和 </a:t>
            </a:r>
            <a:r>
              <a:rPr lang="en-US" altLang="zh-CN" dirty="0"/>
              <a:t>M-N</a:t>
            </a:r>
            <a:r>
              <a:rPr lang="zh-CN" altLang="en-US" dirty="0"/>
              <a:t>。</a:t>
            </a:r>
            <a:br>
              <a:rPr lang="zh-CN" altLang="en-US" dirty="0"/>
            </a:br>
            <a:r>
              <a:rPr lang="zh-CN" altLang="en-US" dirty="0"/>
              <a:t>实验结果显示，</a:t>
            </a:r>
            <a:r>
              <a:rPr lang="en-US" altLang="zh-CN" dirty="0"/>
              <a:t>multiplicity </a:t>
            </a:r>
            <a:r>
              <a:rPr lang="zh-CN" altLang="en-US" dirty="0"/>
              <a:t>并不是简单地固定在某一个 </a:t>
            </a:r>
            <a:r>
              <a:rPr lang="en-US" altLang="zh-CN" dirty="0"/>
              <a:t>mapping label </a:t>
            </a:r>
            <a:r>
              <a:rPr lang="zh-CN" altLang="en-US" dirty="0"/>
              <a:t>上，而是和 </a:t>
            </a:r>
            <a:r>
              <a:rPr lang="en-US" altLang="zh-CN" dirty="0"/>
              <a:t>prediction side </a:t>
            </a:r>
            <a:r>
              <a:rPr lang="zh-CN" altLang="en-US" dirty="0"/>
              <a:t>绑定在一起。</a:t>
            </a:r>
            <a:br>
              <a:rPr lang="zh-CN" altLang="en-US" dirty="0"/>
            </a:br>
            <a:r>
              <a:rPr lang="zh-CN" altLang="en-US" dirty="0"/>
              <a:t>也就是说，当 </a:t>
            </a:r>
            <a:r>
              <a:rPr lang="en-US" altLang="zh-CN" dirty="0"/>
              <a:t>prediction target </a:t>
            </a:r>
            <a:r>
              <a:rPr lang="zh-CN" altLang="en-US" dirty="0"/>
              <a:t>落在 </a:t>
            </a:r>
            <a:r>
              <a:rPr lang="en-US" altLang="zh-CN" dirty="0"/>
              <a:t>relation </a:t>
            </a:r>
            <a:r>
              <a:rPr lang="zh-CN" altLang="en-US" dirty="0"/>
              <a:t>的 </a:t>
            </a:r>
            <a:r>
              <a:rPr lang="en-US" altLang="zh-CN" dirty="0"/>
              <a:t>many-side </a:t>
            </a:r>
            <a:r>
              <a:rPr lang="zh-CN" altLang="en-US" dirty="0"/>
              <a:t>时，</a:t>
            </a:r>
            <a:r>
              <a:rPr lang="en-US" altLang="zh-CN" dirty="0"/>
              <a:t>answer space </a:t>
            </a:r>
            <a:r>
              <a:rPr lang="zh-CN" altLang="en-US" dirty="0"/>
              <a:t>更分散，</a:t>
            </a:r>
            <a:r>
              <a:rPr lang="en-US" altLang="zh-CN" dirty="0"/>
              <a:t>top-K boundary </a:t>
            </a:r>
            <a:r>
              <a:rPr lang="zh-CN" altLang="en-US" dirty="0"/>
              <a:t>更容易不稳定，因此 </a:t>
            </a:r>
            <a:r>
              <a:rPr lang="en-US" altLang="zh-CN" dirty="0"/>
              <a:t>multiplicity </a:t>
            </a:r>
            <a:r>
              <a:rPr lang="zh-CN" altLang="en-US" dirty="0"/>
              <a:t>更强。</a:t>
            </a:r>
          </a:p>
          <a:p>
            <a:r>
              <a:rPr lang="zh-CN" altLang="en-US" dirty="0"/>
              <a:t>第二个结果是 </a:t>
            </a:r>
            <a:r>
              <a:rPr lang="en-US" altLang="zh-CN" b="1" dirty="0"/>
              <a:t>inverse-like support</a:t>
            </a:r>
            <a:r>
              <a:rPr lang="zh-CN" altLang="en-US" dirty="0"/>
              <a:t>。</a:t>
            </a:r>
            <a:br>
              <a:rPr lang="zh-CN" altLang="en-US" dirty="0"/>
            </a:br>
            <a:r>
              <a:rPr lang="zh-CN" altLang="en-US" dirty="0"/>
              <a:t>和 </a:t>
            </a:r>
            <a:r>
              <a:rPr lang="en-US" altLang="zh-CN" dirty="0"/>
              <a:t>mapping property </a:t>
            </a:r>
            <a:r>
              <a:rPr lang="zh-CN" altLang="en-US" dirty="0"/>
              <a:t>不同，</a:t>
            </a:r>
            <a:r>
              <a:rPr lang="en-US" altLang="zh-CN" dirty="0"/>
              <a:t>inverse-like support </a:t>
            </a:r>
            <a:r>
              <a:rPr lang="zh-CN" altLang="en-US" dirty="0"/>
              <a:t>没有形成一个 </a:t>
            </a:r>
            <a:r>
              <a:rPr lang="en-US" altLang="zh-CN" dirty="0"/>
              <a:t>clean global factor</a:t>
            </a:r>
            <a:r>
              <a:rPr lang="zh-CN" altLang="en-US" dirty="0"/>
              <a:t>。</a:t>
            </a:r>
            <a:br>
              <a:rPr lang="zh-CN" altLang="en-US" dirty="0"/>
            </a:br>
            <a:r>
              <a:rPr lang="zh-CN" altLang="en-US" dirty="0"/>
              <a:t>也就是说，全局上我们没有观察到 </a:t>
            </a:r>
            <a:r>
              <a:rPr lang="en-US" altLang="zh-CN" dirty="0"/>
              <a:t>inverse-like support </a:t>
            </a:r>
            <a:r>
              <a:rPr lang="zh-CN" altLang="en-US" dirty="0"/>
              <a:t>越强，</a:t>
            </a:r>
            <a:r>
              <a:rPr lang="en-US" altLang="zh-CN" dirty="0"/>
              <a:t>multiplicity </a:t>
            </a:r>
            <a:r>
              <a:rPr lang="zh-CN" altLang="en-US" dirty="0"/>
              <a:t>就越低的稳定单调关系。</a:t>
            </a:r>
            <a:br>
              <a:rPr lang="zh-CN" altLang="en-US" dirty="0"/>
            </a:br>
            <a:r>
              <a:rPr lang="zh-CN" altLang="en-US" dirty="0"/>
              <a:t>但是，当 </a:t>
            </a:r>
            <a:r>
              <a:rPr lang="en-US" altLang="zh-CN" dirty="0"/>
              <a:t>reverse partner </a:t>
            </a:r>
            <a:r>
              <a:rPr lang="zh-CN" altLang="en-US" dirty="0"/>
              <a:t>足够强、也足够清晰时，</a:t>
            </a:r>
            <a:r>
              <a:rPr lang="en-US" altLang="zh-CN" dirty="0"/>
              <a:t>high-confidence inverse-like pairs </a:t>
            </a:r>
            <a:r>
              <a:rPr lang="zh-CN" altLang="en-US" dirty="0"/>
              <a:t>会形成一个局部稳定的 </a:t>
            </a:r>
            <a:r>
              <a:rPr lang="en-US" altLang="zh-CN" dirty="0"/>
              <a:t>subgroup</a:t>
            </a:r>
            <a:r>
              <a:rPr lang="zh-CN" altLang="en-US" dirty="0"/>
              <a:t>。</a:t>
            </a:r>
            <a:br>
              <a:rPr lang="zh-CN" altLang="en-US" dirty="0"/>
            </a:br>
            <a:r>
              <a:rPr lang="zh-CN" altLang="en-US" dirty="0"/>
              <a:t>这说明 </a:t>
            </a:r>
            <a:r>
              <a:rPr lang="en-US" altLang="zh-CN" dirty="0"/>
              <a:t>inverse-like support </a:t>
            </a:r>
            <a:r>
              <a:rPr lang="zh-CN" altLang="en-US" dirty="0"/>
              <a:t>更适合作为一个 </a:t>
            </a:r>
            <a:r>
              <a:rPr lang="en-US" altLang="zh-CN" b="1" dirty="0"/>
              <a:t>local stability signal</a:t>
            </a:r>
            <a:r>
              <a:rPr lang="zh-CN" altLang="en-US" dirty="0"/>
              <a:t>，而不是全局解释因素。</a:t>
            </a:r>
          </a:p>
          <a:p>
            <a:r>
              <a:rPr lang="zh-CN" altLang="en-US" dirty="0"/>
              <a:t>第三个结果是 </a:t>
            </a:r>
            <a:r>
              <a:rPr lang="en-US" altLang="zh-CN" b="1" dirty="0"/>
              <a:t>symmetry</a:t>
            </a:r>
            <a:r>
              <a:rPr lang="zh-CN" altLang="en-US" dirty="0"/>
              <a:t>。</a:t>
            </a:r>
            <a:br>
              <a:rPr lang="zh-CN" altLang="en-US" dirty="0"/>
            </a:br>
            <a:r>
              <a:rPr lang="en-US" altLang="zh-CN" dirty="0"/>
              <a:t>Symmetry </a:t>
            </a:r>
            <a:r>
              <a:rPr lang="zh-CN" altLang="en-US" dirty="0"/>
              <a:t>在直觉上是一个合理的 </a:t>
            </a:r>
            <a:r>
              <a:rPr lang="en-US" altLang="zh-CN" dirty="0"/>
              <a:t>candidate factor</a:t>
            </a:r>
            <a:r>
              <a:rPr lang="zh-CN" altLang="en-US" dirty="0"/>
              <a:t>，因为它表示同一个 </a:t>
            </a:r>
            <a:r>
              <a:rPr lang="en-US" altLang="zh-CN" dirty="0"/>
              <a:t>relation </a:t>
            </a:r>
            <a:r>
              <a:rPr lang="zh-CN" altLang="en-US" dirty="0"/>
              <a:t>内部是否存在 </a:t>
            </a:r>
            <a:r>
              <a:rPr lang="en-US" altLang="zh-CN" dirty="0"/>
              <a:t>bidirectional support</a:t>
            </a:r>
            <a:r>
              <a:rPr lang="zh-CN" altLang="en-US" dirty="0"/>
              <a:t>。</a:t>
            </a:r>
            <a:br>
              <a:rPr lang="zh-CN" altLang="en-US" dirty="0"/>
            </a:br>
            <a:r>
              <a:rPr lang="zh-CN" altLang="en-US" dirty="0"/>
              <a:t>但是在当前实验中，</a:t>
            </a:r>
            <a:r>
              <a:rPr lang="en-US" altLang="zh-CN" dirty="0"/>
              <a:t>symmetry alone </a:t>
            </a:r>
            <a:r>
              <a:rPr lang="zh-CN" altLang="en-US" dirty="0"/>
              <a:t>并没有定义出一个 </a:t>
            </a:r>
            <a:r>
              <a:rPr lang="en-US" altLang="zh-CN" dirty="0"/>
              <a:t>clean stable regime</a:t>
            </a:r>
            <a:r>
              <a:rPr lang="zh-CN" altLang="en-US" dirty="0"/>
              <a:t>。</a:t>
            </a:r>
            <a:br>
              <a:rPr lang="zh-CN" altLang="en-US" dirty="0"/>
            </a:br>
            <a:r>
              <a:rPr lang="zh-CN" altLang="en-US" dirty="0"/>
              <a:t>它可能提供一些 </a:t>
            </a:r>
            <a:r>
              <a:rPr lang="en-US" altLang="zh-CN" dirty="0"/>
              <a:t>type-level </a:t>
            </a:r>
            <a:r>
              <a:rPr lang="zh-CN" altLang="en-US" dirty="0"/>
              <a:t>或 </a:t>
            </a:r>
            <a:r>
              <a:rPr lang="en-US" altLang="zh-CN" dirty="0"/>
              <a:t>coarse bidirectional constraint</a:t>
            </a:r>
            <a:r>
              <a:rPr lang="zh-CN" altLang="en-US" dirty="0"/>
              <a:t>，但这种约束不足以稳定具体 </a:t>
            </a:r>
            <a:r>
              <a:rPr lang="en-US" altLang="zh-CN" dirty="0"/>
              <a:t>query </a:t>
            </a:r>
            <a:r>
              <a:rPr lang="zh-CN" altLang="en-US" dirty="0"/>
              <a:t>上的 </a:t>
            </a:r>
            <a:r>
              <a:rPr lang="en-US" altLang="zh-CN" dirty="0"/>
              <a:t>top-K ranking</a:t>
            </a:r>
            <a:r>
              <a:rPr lang="zh-CN" altLang="en-US" dirty="0"/>
              <a:t>。</a:t>
            </a:r>
          </a:p>
          <a:p>
            <a:r>
              <a:rPr lang="zh-CN" altLang="en-US" dirty="0"/>
              <a:t>所以总体来说，我目前得到的结论是：</a:t>
            </a:r>
            <a:br>
              <a:rPr lang="zh-CN" altLang="en-US" dirty="0"/>
            </a:br>
            <a:r>
              <a:rPr lang="en-US" altLang="zh-CN" dirty="0"/>
              <a:t>predictive multiplicity </a:t>
            </a:r>
            <a:r>
              <a:rPr lang="zh-CN" altLang="en-US" dirty="0"/>
              <a:t>不应该只被看作一个 </a:t>
            </a:r>
            <a:r>
              <a:rPr lang="en-US" altLang="zh-CN" dirty="0"/>
              <a:t>global model-level phenomenon</a:t>
            </a:r>
            <a:r>
              <a:rPr lang="zh-CN" altLang="en-US" dirty="0"/>
              <a:t>。</a:t>
            </a:r>
            <a:br>
              <a:rPr lang="zh-CN" altLang="en-US" dirty="0"/>
            </a:br>
            <a:r>
              <a:rPr lang="zh-CN" altLang="en-US" dirty="0"/>
              <a:t>它也应该通过 </a:t>
            </a:r>
            <a:r>
              <a:rPr lang="en-US" altLang="zh-CN" dirty="0"/>
              <a:t>relation-level structural regimes </a:t>
            </a:r>
            <a:r>
              <a:rPr lang="zh-CN" altLang="en-US" dirty="0"/>
              <a:t>来分析。</a:t>
            </a:r>
            <a:br>
              <a:rPr lang="zh-CN" altLang="en-US" dirty="0"/>
            </a:br>
            <a:r>
              <a:rPr lang="zh-CN" altLang="en-US" dirty="0"/>
              <a:t>换句话说，我们不仅要问“这个模型整体有没有 </a:t>
            </a:r>
            <a:r>
              <a:rPr lang="en-US" altLang="zh-CN" dirty="0"/>
              <a:t>multiplicity”</a:t>
            </a:r>
            <a:r>
              <a:rPr lang="zh-CN" altLang="en-US" dirty="0"/>
              <a:t>，还需要进一步问：“这种 </a:t>
            </a:r>
            <a:r>
              <a:rPr lang="en-US" altLang="zh-CN" dirty="0"/>
              <a:t>instability </a:t>
            </a:r>
            <a:r>
              <a:rPr lang="zh-CN" altLang="en-US" dirty="0"/>
              <a:t>在哪些 </a:t>
            </a:r>
            <a:r>
              <a:rPr lang="en-US" altLang="zh-CN" dirty="0"/>
              <a:t>relation structure </a:t>
            </a:r>
            <a:r>
              <a:rPr lang="zh-CN" altLang="en-US" dirty="0"/>
              <a:t>上更严重”。</a:t>
            </a:r>
          </a:p>
          <a:p>
            <a:r>
              <a:rPr lang="zh-CN" altLang="en-US" dirty="0"/>
              <a:t>接下来是 </a:t>
            </a:r>
            <a:r>
              <a:rPr lang="en-US" altLang="zh-CN" dirty="0"/>
              <a:t>future work</a:t>
            </a:r>
            <a:r>
              <a:rPr lang="zh-CN" altLang="en-US" dirty="0"/>
              <a:t>。</a:t>
            </a:r>
          </a:p>
          <a:p>
            <a:r>
              <a:rPr lang="zh-CN" altLang="en-US" dirty="0"/>
              <a:t>第一点是 </a:t>
            </a:r>
            <a:r>
              <a:rPr lang="en-US" altLang="zh-CN" b="1" dirty="0"/>
              <a:t>relation frequency as a control factor</a:t>
            </a:r>
            <a:r>
              <a:rPr lang="zh-CN" altLang="en-US" dirty="0"/>
              <a:t>。</a:t>
            </a:r>
            <a:br>
              <a:rPr lang="zh-CN" altLang="en-US" dirty="0"/>
            </a:br>
            <a:r>
              <a:rPr lang="zh-CN" altLang="en-US" dirty="0"/>
              <a:t>目前我已经把 </a:t>
            </a:r>
            <a:r>
              <a:rPr lang="en-US" altLang="zh-CN" dirty="0"/>
              <a:t>relation frequency </a:t>
            </a:r>
            <a:r>
              <a:rPr lang="zh-CN" altLang="en-US" dirty="0"/>
              <a:t>作为 </a:t>
            </a:r>
            <a:r>
              <a:rPr lang="en-US" altLang="zh-CN" dirty="0"/>
              <a:t>support / sparsity factor </a:t>
            </a:r>
            <a:r>
              <a:rPr lang="zh-CN" altLang="en-US" dirty="0"/>
              <a:t>纳入考虑，但下一步还需要更严格地检查：</a:t>
            </a:r>
            <a:r>
              <a:rPr lang="en-US" altLang="zh-CN" dirty="0"/>
              <a:t>mapping property </a:t>
            </a:r>
            <a:r>
              <a:rPr lang="zh-CN" altLang="en-US" dirty="0"/>
              <a:t>的 </a:t>
            </a:r>
            <a:r>
              <a:rPr lang="en-US" altLang="zh-CN" dirty="0"/>
              <a:t>effect </a:t>
            </a:r>
            <a:r>
              <a:rPr lang="zh-CN" altLang="en-US" dirty="0"/>
              <a:t>在控制 </a:t>
            </a:r>
            <a:r>
              <a:rPr lang="en-US" altLang="zh-CN" dirty="0"/>
              <a:t>relation support </a:t>
            </a:r>
            <a:r>
              <a:rPr lang="zh-CN" altLang="en-US" dirty="0"/>
              <a:t>和 </a:t>
            </a:r>
            <a:r>
              <a:rPr lang="en-US" altLang="zh-CN" dirty="0"/>
              <a:t>sparsity </a:t>
            </a:r>
            <a:r>
              <a:rPr lang="zh-CN" altLang="en-US" dirty="0"/>
              <a:t>之后是否仍然存在。</a:t>
            </a:r>
            <a:br>
              <a:rPr lang="zh-CN" altLang="en-US" dirty="0"/>
            </a:br>
            <a:r>
              <a:rPr lang="zh-CN" altLang="en-US" dirty="0"/>
              <a:t>这一步很重要，因为它可以帮助确认目前观察到的 </a:t>
            </a:r>
            <a:r>
              <a:rPr lang="en-US" altLang="zh-CN" dirty="0"/>
              <a:t>mapping-property effect </a:t>
            </a:r>
            <a:r>
              <a:rPr lang="zh-CN" altLang="en-US" dirty="0"/>
              <a:t>不是简单由数据量差异造成的。</a:t>
            </a:r>
          </a:p>
          <a:p>
            <a:r>
              <a:rPr lang="zh-CN" altLang="en-US" dirty="0"/>
              <a:t>第二点是 </a:t>
            </a:r>
            <a:r>
              <a:rPr lang="en-US" altLang="zh-CN" b="1" dirty="0"/>
              <a:t>broader validation</a:t>
            </a:r>
            <a:r>
              <a:rPr lang="zh-CN" altLang="en-US" dirty="0"/>
              <a:t>。</a:t>
            </a:r>
            <a:br>
              <a:rPr lang="zh-CN" altLang="en-US" dirty="0"/>
            </a:br>
            <a:r>
              <a:rPr lang="zh-CN" altLang="en-US" dirty="0"/>
              <a:t>目前实验主要集中在 </a:t>
            </a:r>
            <a:r>
              <a:rPr lang="en-US" altLang="zh-CN" dirty="0"/>
              <a:t>FB15k-237</a:t>
            </a:r>
            <a:r>
              <a:rPr lang="zh-CN" altLang="en-US" dirty="0"/>
              <a:t>，以及 </a:t>
            </a:r>
            <a:r>
              <a:rPr lang="en-US" altLang="zh-CN" dirty="0" err="1"/>
              <a:t>RotatE</a:t>
            </a:r>
            <a:r>
              <a:rPr lang="en-US" altLang="zh-CN" dirty="0"/>
              <a:t> </a:t>
            </a:r>
            <a:r>
              <a:rPr lang="zh-CN" altLang="en-US" dirty="0"/>
              <a:t>和 </a:t>
            </a:r>
            <a:r>
              <a:rPr lang="en-US" altLang="zh-CN" dirty="0"/>
              <a:t>TransE </a:t>
            </a:r>
            <a:r>
              <a:rPr lang="zh-CN" altLang="en-US" dirty="0"/>
              <a:t>这两个模型上。</a:t>
            </a:r>
            <a:br>
              <a:rPr lang="zh-CN" altLang="en-US" dirty="0"/>
            </a:br>
            <a:r>
              <a:rPr lang="zh-CN" altLang="en-US" dirty="0"/>
              <a:t>之后需要扩展到更多 </a:t>
            </a:r>
            <a:r>
              <a:rPr lang="en-US" altLang="zh-CN" dirty="0"/>
              <a:t>datasets </a:t>
            </a:r>
            <a:r>
              <a:rPr lang="zh-CN" altLang="en-US" dirty="0"/>
              <a:t>和更多 </a:t>
            </a:r>
            <a:r>
              <a:rPr lang="en-US" altLang="zh-CN" dirty="0"/>
              <a:t>KGE model families</a:t>
            </a:r>
            <a:r>
              <a:rPr lang="zh-CN" altLang="en-US" dirty="0"/>
              <a:t>。</a:t>
            </a:r>
            <a:br>
              <a:rPr lang="zh-CN" altLang="en-US" dirty="0"/>
            </a:br>
            <a:r>
              <a:rPr lang="zh-CN" altLang="en-US" dirty="0"/>
              <a:t>如果类似的方向性结果在不同数据集和模型中都能观察到，那么这个 </a:t>
            </a:r>
            <a:r>
              <a:rPr lang="en-US" altLang="zh-CN" dirty="0"/>
              <a:t>relation-level structural explanation </a:t>
            </a:r>
            <a:r>
              <a:rPr lang="zh-CN" altLang="en-US" dirty="0"/>
              <a:t>会更有说服力。</a:t>
            </a:r>
          </a:p>
          <a:p>
            <a:r>
              <a:rPr lang="zh-CN" altLang="en-US" dirty="0"/>
              <a:t>第三点是 </a:t>
            </a:r>
            <a:r>
              <a:rPr lang="en-US" altLang="zh-CN" b="1" dirty="0"/>
              <a:t>from diagnosis to mitigation</a:t>
            </a:r>
            <a:r>
              <a:rPr lang="zh-CN" altLang="en-US" dirty="0"/>
              <a:t>。</a:t>
            </a:r>
            <a:br>
              <a:rPr lang="zh-CN" altLang="en-US" dirty="0"/>
            </a:br>
            <a:r>
              <a:rPr lang="zh-CN" altLang="en-US" dirty="0"/>
              <a:t>目前的工作更偏向 </a:t>
            </a:r>
            <a:r>
              <a:rPr lang="en-US" altLang="zh-CN" dirty="0"/>
              <a:t>diagnosis</a:t>
            </a:r>
            <a:r>
              <a:rPr lang="zh-CN" altLang="en-US" dirty="0"/>
              <a:t>，也就是识别 </a:t>
            </a:r>
            <a:r>
              <a:rPr lang="en-US" altLang="zh-CN" dirty="0"/>
              <a:t>multiplicity </a:t>
            </a:r>
            <a:r>
              <a:rPr lang="zh-CN" altLang="en-US" dirty="0"/>
              <a:t>在哪些 </a:t>
            </a:r>
            <a:r>
              <a:rPr lang="en-US" altLang="zh-CN" dirty="0"/>
              <a:t>relation structure </a:t>
            </a:r>
            <a:r>
              <a:rPr lang="zh-CN" altLang="en-US" dirty="0"/>
              <a:t>上更严重。</a:t>
            </a:r>
            <a:br>
              <a:rPr lang="zh-CN" altLang="en-US" dirty="0"/>
            </a:br>
            <a:r>
              <a:rPr lang="zh-CN" altLang="en-US" dirty="0"/>
              <a:t>但如果我们已经知道某些 </a:t>
            </a:r>
            <a:r>
              <a:rPr lang="en-US" altLang="zh-CN" dirty="0"/>
              <a:t>relation-level signals </a:t>
            </a:r>
            <a:r>
              <a:rPr lang="zh-CN" altLang="en-US" dirty="0"/>
              <a:t>会对应更高 </a:t>
            </a:r>
            <a:r>
              <a:rPr lang="en-US" altLang="zh-CN" dirty="0"/>
              <a:t>instability</a:t>
            </a:r>
            <a:r>
              <a:rPr lang="zh-CN" altLang="en-US" dirty="0"/>
              <a:t>，那么下一步就可以考虑 </a:t>
            </a:r>
            <a:r>
              <a:rPr lang="en-US" altLang="zh-CN" dirty="0"/>
              <a:t>mitigation</a:t>
            </a:r>
            <a:r>
              <a:rPr lang="zh-CN" altLang="en-US" dirty="0"/>
              <a:t>。</a:t>
            </a:r>
            <a:br>
              <a:rPr lang="zh-CN" altLang="en-US" dirty="0"/>
            </a:br>
            <a:r>
              <a:rPr lang="zh-CN" altLang="en-US" dirty="0"/>
              <a:t>例如，可以根据 </a:t>
            </a:r>
            <a:r>
              <a:rPr lang="en-US" altLang="zh-CN" dirty="0"/>
              <a:t>relation-level instability </a:t>
            </a:r>
            <a:r>
              <a:rPr lang="zh-CN" altLang="en-US" dirty="0"/>
              <a:t>设计 </a:t>
            </a:r>
            <a:r>
              <a:rPr lang="en-US" altLang="zh-CN" dirty="0"/>
              <a:t>targeted voting</a:t>
            </a:r>
            <a:r>
              <a:rPr lang="zh-CN" altLang="en-US" dirty="0"/>
              <a:t>，或者 </a:t>
            </a:r>
            <a:r>
              <a:rPr lang="en-US" altLang="zh-CN" dirty="0"/>
              <a:t>adaptive ensemble strategies</a:t>
            </a:r>
            <a:r>
              <a:rPr lang="zh-CN" altLang="en-US" dirty="0"/>
              <a:t>。</a:t>
            </a:r>
            <a:br>
              <a:rPr lang="zh-CN" altLang="en-US" dirty="0"/>
            </a:br>
            <a:r>
              <a:rPr lang="zh-CN" altLang="en-US" dirty="0"/>
              <a:t>也就是说，不是对所有 </a:t>
            </a:r>
            <a:r>
              <a:rPr lang="en-US" altLang="zh-CN" dirty="0"/>
              <a:t>relation </a:t>
            </a:r>
            <a:r>
              <a:rPr lang="zh-CN" altLang="en-US" dirty="0"/>
              <a:t>使用同样的 </a:t>
            </a:r>
            <a:r>
              <a:rPr lang="en-US" altLang="zh-CN" dirty="0"/>
              <a:t>ensemble </a:t>
            </a:r>
            <a:r>
              <a:rPr lang="zh-CN" altLang="en-US" dirty="0"/>
              <a:t>或 </a:t>
            </a:r>
            <a:r>
              <a:rPr lang="en-US" altLang="zh-CN" dirty="0"/>
              <a:t>voting </a:t>
            </a:r>
            <a:r>
              <a:rPr lang="zh-CN" altLang="en-US" dirty="0"/>
              <a:t>方法，而是对更容易不稳定的 </a:t>
            </a:r>
            <a:r>
              <a:rPr lang="en-US" altLang="zh-CN" dirty="0"/>
              <a:t>relation </a:t>
            </a:r>
            <a:r>
              <a:rPr lang="zh-CN" altLang="en-US" dirty="0"/>
              <a:t>进行更有针对性的处理。</a:t>
            </a:r>
          </a:p>
          <a:p>
            <a:r>
              <a:rPr lang="zh-CN" altLang="en-US" dirty="0"/>
              <a:t>所以，这一页的最终总结是：</a:t>
            </a:r>
            <a:br>
              <a:rPr lang="zh-CN" altLang="en-US" dirty="0"/>
            </a:br>
            <a:r>
              <a:rPr lang="zh-CN" altLang="en-US" dirty="0"/>
              <a:t>目前的结果说明，</a:t>
            </a:r>
            <a:r>
              <a:rPr lang="en-US" altLang="zh-CN" dirty="0"/>
              <a:t>predictive multiplicity </a:t>
            </a:r>
            <a:r>
              <a:rPr lang="zh-CN" altLang="en-US" dirty="0"/>
              <a:t>在 </a:t>
            </a:r>
            <a:r>
              <a:rPr lang="en-US" altLang="zh-CN" dirty="0"/>
              <a:t>KGE link prediction </a:t>
            </a:r>
            <a:r>
              <a:rPr lang="zh-CN" altLang="en-US" dirty="0"/>
              <a:t>中不仅是一个整体性能层面的问题，它还和 </a:t>
            </a:r>
            <a:r>
              <a:rPr lang="en-US" altLang="zh-CN" dirty="0"/>
              <a:t>relation-level structure </a:t>
            </a:r>
            <a:r>
              <a:rPr lang="zh-CN" altLang="en-US" dirty="0"/>
              <a:t>有系统性的关联。</a:t>
            </a:r>
            <a:br>
              <a:rPr lang="zh-CN" altLang="en-US" dirty="0"/>
            </a:br>
            <a:r>
              <a:rPr lang="zh-CN" altLang="en-US" dirty="0"/>
              <a:t>后续工作可以沿着更严格的 </a:t>
            </a:r>
            <a:r>
              <a:rPr lang="en-US" altLang="zh-CN" dirty="0"/>
              <a:t>control analysis</a:t>
            </a:r>
            <a:r>
              <a:rPr lang="zh-CN" altLang="en-US" dirty="0"/>
              <a:t>、更广泛的验证，以及从诊断到缓解这三个方向继续推进。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11F0F7E-9E99-C76E-F9FE-8DF8BC28ED8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20C396B-3EC3-D548-AED1-2F10EEE24062}" type="slidenum">
              <a:rPr kumimoji="1" lang="zh-CN" altLang="en-US" smtClean="0"/>
              <a:t>11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95450052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20C396B-3EC3-D548-AED1-2F10EEE24062}" type="slidenum">
              <a:rPr kumimoji="1" lang="zh-CN" altLang="en-US" smtClean="0"/>
              <a:t>12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7006239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42ACCC-0DB3-CAF6-4F8E-40EA3720CD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59E1C12E-1B05-561F-658B-D8C8D4370D1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60FD30EB-AF56-3E4F-621B-61CA9C498AA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9603823-427D-7FB6-EAD0-741881C4419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20C396B-3EC3-D548-AED1-2F10EEE24062}" type="slidenum">
              <a:rPr kumimoji="1" lang="zh-CN" altLang="en-US" smtClean="0"/>
              <a:t>13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43997873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20C396B-3EC3-D548-AED1-2F10EEE24062}" type="slidenum">
              <a:rPr kumimoji="1" lang="zh-CN" altLang="en-US" smtClean="0"/>
              <a:t>14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38114647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20C396B-3EC3-D548-AED1-2F10EEE24062}" type="slidenum">
              <a:rPr kumimoji="1" lang="zh-CN" altLang="en-US" smtClean="0"/>
              <a:t>15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26395825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9882B2-644A-03CC-53EB-47E1FAC0F6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A61F7167-2027-48BC-B76F-E2AC9C363A5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EAA68BB3-AC2E-C56B-4BF0-00A02BA800F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在上一页里，我先介绍了 </a:t>
            </a:r>
            <a:r>
              <a:rPr lang="en-US" altLang="zh-CN" dirty="0"/>
              <a:t>link prediction </a:t>
            </a:r>
            <a:r>
              <a:rPr lang="zh-CN" altLang="en-US" dirty="0"/>
              <a:t>和 </a:t>
            </a:r>
            <a:r>
              <a:rPr lang="en-US" altLang="zh-CN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Hits@10</a:t>
            </a:r>
            <a:r>
              <a:rPr lang="zh-CN" altLang="en-US" dirty="0"/>
              <a:t>。</a:t>
            </a:r>
            <a:br>
              <a:rPr lang="zh-CN" altLang="en-US" dirty="0"/>
            </a:br>
            <a:r>
              <a:rPr lang="zh-CN" altLang="en-US" dirty="0"/>
              <a:t>在这个基础上，我们进一步考虑一个问题：</a:t>
            </a:r>
            <a:r>
              <a:rPr lang="zh-CN" altLang="en-US" b="1" dirty="0"/>
              <a:t>如果对同一个 </a:t>
            </a:r>
            <a:r>
              <a:rPr lang="en-US" altLang="zh-CN" b="1" dirty="0"/>
              <a:t>KGE </a:t>
            </a:r>
            <a:r>
              <a:rPr lang="zh-CN" altLang="en-US" b="1" dirty="0"/>
              <a:t>模型 </a:t>
            </a:r>
            <a:r>
              <a:rPr lang="en-US" altLang="zh-CN" b="1" dirty="0"/>
              <a:t>family </a:t>
            </a:r>
            <a:r>
              <a:rPr lang="zh-CN" altLang="en-US" b="1" dirty="0"/>
              <a:t>用不同随机种子做 </a:t>
            </a:r>
            <a:r>
              <a:rPr lang="en-US" altLang="zh-CN" b="1" dirty="0"/>
              <a:t>repeated runs</a:t>
            </a:r>
            <a:r>
              <a:rPr lang="zh-CN" altLang="en-US" b="1" dirty="0"/>
              <a:t>，那么这些模型对同一个 </a:t>
            </a:r>
            <a:r>
              <a:rPr lang="en-US" altLang="zh-CN" b="1" dirty="0"/>
              <a:t>query </a:t>
            </a:r>
            <a:r>
              <a:rPr lang="zh-CN" altLang="en-US" b="1" dirty="0"/>
              <a:t>的 </a:t>
            </a:r>
            <a:r>
              <a:rPr lang="en-US" altLang="zh-CN" b="1" dirty="0"/>
              <a:t>top-10 hit / miss </a:t>
            </a:r>
            <a:r>
              <a:rPr lang="zh-CN" altLang="en-US" b="1" dirty="0"/>
              <a:t>判定，会不会始终一致？</a:t>
            </a:r>
            <a:endParaRPr lang="zh-CN" altLang="en-US" dirty="0"/>
          </a:p>
          <a:p>
            <a:r>
              <a:rPr lang="en-US" altLang="zh-CN" b="1" dirty="0"/>
              <a:t>Predictive multiplicity</a:t>
            </a:r>
            <a:r>
              <a:rPr lang="en-US" altLang="zh-CN" dirty="0"/>
              <a:t> </a:t>
            </a:r>
            <a:r>
              <a:rPr lang="zh-CN" altLang="en-US" dirty="0"/>
              <a:t>讨论的就是这里的一种 </a:t>
            </a:r>
            <a:r>
              <a:rPr lang="en-US" altLang="zh-CN" b="1" dirty="0"/>
              <a:t>query-level </a:t>
            </a:r>
            <a:r>
              <a:rPr lang="zh-CN" altLang="en-US" b="1" dirty="0"/>
              <a:t>不稳定性</a:t>
            </a:r>
            <a:r>
              <a:rPr lang="zh-CN" altLang="en-US" dirty="0"/>
              <a:t>。</a:t>
            </a:r>
            <a:br>
              <a:rPr lang="zh-CN" altLang="en-US" dirty="0"/>
            </a:br>
            <a:r>
              <a:rPr lang="zh-CN" altLang="en-US" dirty="0"/>
              <a:t>也就是说，</a:t>
            </a:r>
            <a:r>
              <a:rPr lang="zh-CN" altLang="en-US" b="1" dirty="0"/>
              <a:t>即使几个模型的整体表现差不多，它们对于同一个 </a:t>
            </a:r>
            <a:r>
              <a:rPr lang="en-US" altLang="zh-CN" b="1" dirty="0"/>
              <a:t>query</a:t>
            </a:r>
            <a:r>
              <a:rPr lang="zh-CN" altLang="en-US" b="1" dirty="0"/>
              <a:t>，仍然可能在 </a:t>
            </a:r>
            <a:r>
              <a:rPr lang="en-US" altLang="zh-CN" b="1" dirty="0"/>
              <a:t>top-K </a:t>
            </a:r>
            <a:r>
              <a:rPr lang="zh-CN" altLang="en-US" b="1" dirty="0"/>
              <a:t>的 </a:t>
            </a:r>
            <a:r>
              <a:rPr lang="en-US" altLang="zh-CN" b="1" dirty="0"/>
              <a:t>hit / miss </a:t>
            </a:r>
            <a:r>
              <a:rPr lang="zh-CN" altLang="en-US" b="1" dirty="0"/>
              <a:t>判定上出现分歧。</a:t>
            </a:r>
            <a:r>
              <a:rPr lang="zh-CN" altLang="en-US" dirty="0"/>
              <a:t> </a:t>
            </a:r>
          </a:p>
          <a:p>
            <a:r>
              <a:rPr lang="zh-CN" altLang="en-US" dirty="0"/>
              <a:t>这件事之所以值得关注，是因为：</a:t>
            </a:r>
            <a:r>
              <a:rPr lang="zh-CN" altLang="en-US" b="1" dirty="0"/>
              <a:t>整体 </a:t>
            </a:r>
            <a:r>
              <a:rPr lang="en-US" altLang="zh-CN" b="1" dirty="0"/>
              <a:t>accuracy </a:t>
            </a:r>
            <a:r>
              <a:rPr lang="zh-CN" altLang="en-US" b="1" dirty="0"/>
              <a:t>接近，并不代表单个 </a:t>
            </a:r>
            <a:r>
              <a:rPr lang="en-US" altLang="zh-CN" b="1" dirty="0"/>
              <a:t>query </a:t>
            </a:r>
            <a:r>
              <a:rPr lang="zh-CN" altLang="en-US" b="1" dirty="0"/>
              <a:t>上的决策也是一致的。</a:t>
            </a:r>
            <a:br>
              <a:rPr lang="zh-CN" altLang="en-US" dirty="0"/>
            </a:br>
            <a:r>
              <a:rPr lang="zh-CN" altLang="en-US" dirty="0"/>
              <a:t>原论文也特别指出，如果 </a:t>
            </a:r>
            <a:r>
              <a:rPr lang="en-US" altLang="zh-CN" dirty="0"/>
              <a:t>link prediction </a:t>
            </a:r>
            <a:r>
              <a:rPr lang="zh-CN" altLang="en-US" dirty="0"/>
              <a:t>被用于下游决策，那么这种 </a:t>
            </a:r>
            <a:r>
              <a:rPr lang="en-US" altLang="zh-CN" dirty="0"/>
              <a:t>query-level </a:t>
            </a:r>
            <a:r>
              <a:rPr lang="zh-CN" altLang="en-US" dirty="0"/>
              <a:t>的不稳定性可能会带来实际风险，尤其是在高风险应用场景中。</a:t>
            </a:r>
          </a:p>
          <a:p>
            <a:r>
              <a:rPr lang="zh-CN" altLang="en-US" dirty="0"/>
              <a:t>例如这里这个 </a:t>
            </a:r>
            <a:r>
              <a:rPr lang="en-US" altLang="zh-CN" dirty="0"/>
              <a:t>toy example </a:t>
            </a:r>
            <a:r>
              <a:rPr lang="zh-CN" altLang="en-US" dirty="0"/>
              <a:t>里，对于同一个 </a:t>
            </a:r>
            <a:r>
              <a:rPr lang="en-US" altLang="zh-CN" dirty="0"/>
              <a:t>query</a:t>
            </a:r>
            <a:r>
              <a:rPr lang="zh-CN" altLang="en-US" dirty="0"/>
              <a:t>，一个模型把正确答案排在前</a:t>
            </a:r>
            <a:r>
              <a:rPr lang="en-US" altLang="zh-CN" dirty="0"/>
              <a:t>10</a:t>
            </a:r>
            <a:r>
              <a:rPr lang="zh-CN" altLang="en-US" dirty="0"/>
              <a:t>内，所以这是一个 </a:t>
            </a:r>
            <a:r>
              <a:rPr lang="en-US" altLang="zh-CN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hit@10</a:t>
            </a:r>
            <a:r>
              <a:rPr lang="zh-CN" altLang="en-US" dirty="0"/>
              <a:t>；但另一个模型把正确答案排在第</a:t>
            </a:r>
            <a:r>
              <a:rPr lang="en-US" altLang="zh-CN" dirty="0"/>
              <a:t>10</a:t>
            </a:r>
            <a:r>
              <a:rPr lang="zh-CN" altLang="en-US" dirty="0"/>
              <a:t>名之外，所以就是 </a:t>
            </a:r>
            <a:r>
              <a:rPr lang="en-US" altLang="zh-CN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miss@10</a:t>
            </a:r>
            <a:r>
              <a:rPr lang="zh-CN" altLang="en-US" dirty="0"/>
              <a:t>。</a:t>
            </a:r>
            <a:br>
              <a:rPr lang="zh-CN" altLang="en-US" dirty="0"/>
            </a:br>
            <a:r>
              <a:rPr lang="zh-CN" altLang="en-US" dirty="0"/>
              <a:t>这说明：</a:t>
            </a:r>
            <a:r>
              <a:rPr lang="zh-CN" altLang="en-US" b="1" dirty="0"/>
              <a:t>虽然模型 </a:t>
            </a:r>
            <a:r>
              <a:rPr lang="en-US" altLang="zh-CN" b="1" dirty="0"/>
              <a:t>family </a:t>
            </a:r>
            <a:r>
              <a:rPr lang="zh-CN" altLang="en-US" b="1" dirty="0"/>
              <a:t>相同，整体表现也可以接近，但 </a:t>
            </a:r>
            <a:r>
              <a:rPr lang="en-US" altLang="zh-CN" b="1" dirty="0"/>
              <a:t>prediction </a:t>
            </a:r>
            <a:r>
              <a:rPr lang="zh-CN" altLang="en-US" b="1" dirty="0"/>
              <a:t>在 </a:t>
            </a:r>
            <a:r>
              <a:rPr lang="en-US" altLang="zh-CN" b="1" dirty="0"/>
              <a:t>query level </a:t>
            </a:r>
            <a:r>
              <a:rPr lang="zh-CN" altLang="en-US" b="1" dirty="0"/>
              <a:t>上并不一定稳定。</a:t>
            </a:r>
            <a:endParaRPr lang="zh-CN" altLang="en-US" dirty="0"/>
          </a:p>
          <a:p>
            <a:r>
              <a:rPr lang="zh-CN" altLang="en-US" dirty="0"/>
              <a:t>为了更严格地描述这种现象，论文先把 </a:t>
            </a:r>
            <a:r>
              <a:rPr lang="en-US" altLang="zh-CN" dirty="0"/>
              <a:t>top-K success </a:t>
            </a:r>
            <a:r>
              <a:rPr lang="zh-CN" altLang="en-US" dirty="0"/>
              <a:t>写成一个二值判定：如果正确答案进入前 </a:t>
            </a:r>
            <a:r>
              <a:rPr lang="en-US" altLang="zh-CN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K</a:t>
            </a:r>
            <a:r>
              <a:rPr lang="en-US" altLang="zh-CN" dirty="0"/>
              <a:t> </a:t>
            </a:r>
            <a:r>
              <a:rPr lang="zh-CN" altLang="en-US" dirty="0"/>
              <a:t>名，那么记为 </a:t>
            </a:r>
            <a:r>
              <a:rPr lang="en-US" altLang="zh-CN" dirty="0"/>
              <a:t>1</a:t>
            </a:r>
            <a:r>
              <a:rPr lang="zh-CN" altLang="en-US" dirty="0"/>
              <a:t>，否则记为 </a:t>
            </a:r>
            <a:r>
              <a:rPr lang="en-US" altLang="zh-CN" dirty="0"/>
              <a:t>0</a:t>
            </a:r>
            <a:r>
              <a:rPr lang="zh-CN" altLang="en-US" dirty="0"/>
              <a:t>。</a:t>
            </a:r>
            <a:br>
              <a:rPr lang="zh-CN" altLang="en-US" dirty="0"/>
            </a:br>
            <a:r>
              <a:rPr lang="zh-CN" altLang="en-US" dirty="0"/>
              <a:t>在这个基础上，再定义 </a:t>
            </a:r>
            <a:r>
              <a:rPr lang="en-US" altLang="zh-CN" dirty="0"/>
              <a:t>query-level disagreement</a:t>
            </a:r>
            <a:r>
              <a:rPr lang="zh-CN" altLang="en-US" dirty="0"/>
              <a:t>，也就是：</a:t>
            </a:r>
            <a:r>
              <a:rPr lang="zh-CN" altLang="en-US" b="1" dirty="0"/>
              <a:t>一个 </a:t>
            </a:r>
            <a:r>
              <a:rPr lang="en-US" altLang="zh-CN" b="1" dirty="0"/>
              <a:t>competing model </a:t>
            </a:r>
            <a:r>
              <a:rPr lang="zh-CN" altLang="en-US" b="1" dirty="0"/>
              <a:t>和 </a:t>
            </a:r>
            <a:r>
              <a:rPr lang="en-US" altLang="zh-CN" b="1" dirty="0"/>
              <a:t>baseline model </a:t>
            </a:r>
            <a:r>
              <a:rPr lang="zh-CN" altLang="en-US" b="1" dirty="0"/>
              <a:t>对同一个 </a:t>
            </a:r>
            <a:r>
              <a:rPr lang="en-US" altLang="zh-CN" b="1" dirty="0"/>
              <a:t>query </a:t>
            </a:r>
            <a:r>
              <a:rPr lang="zh-CN" altLang="en-US" b="1" dirty="0"/>
              <a:t>的 </a:t>
            </a:r>
            <a:r>
              <a:rPr lang="en-US" altLang="zh-CN" b="1" dirty="0"/>
              <a:t>hit / miss </a:t>
            </a:r>
            <a:r>
              <a:rPr lang="zh-CN" altLang="en-US" b="1" dirty="0"/>
              <a:t>判断是否不同。</a:t>
            </a:r>
            <a:endParaRPr lang="zh-CN" altLang="en-US" dirty="0"/>
          </a:p>
          <a:p>
            <a:r>
              <a:rPr lang="zh-CN" altLang="en-US" dirty="0"/>
              <a:t>接下来，论文用两个指标来刻画这种 </a:t>
            </a:r>
            <a:r>
              <a:rPr lang="en-US" altLang="zh-CN" dirty="0"/>
              <a:t>multiplicity</a:t>
            </a:r>
            <a:r>
              <a:rPr lang="zh-CN" altLang="en-US" dirty="0"/>
              <a:t>。</a:t>
            </a:r>
            <a:br>
              <a:rPr lang="zh-CN" altLang="en-US" dirty="0"/>
            </a:br>
            <a:r>
              <a:rPr lang="en-US" altLang="zh-CN" b="1" dirty="0"/>
              <a:t>Ambiguity</a:t>
            </a:r>
            <a:r>
              <a:rPr lang="en-US" altLang="zh-CN" dirty="0"/>
              <a:t> </a:t>
            </a:r>
            <a:r>
              <a:rPr lang="zh-CN" altLang="en-US" dirty="0"/>
              <a:t>看的是：在所有测试 </a:t>
            </a:r>
            <a:r>
              <a:rPr lang="en-US" altLang="zh-CN" dirty="0"/>
              <a:t>query </a:t>
            </a:r>
            <a:r>
              <a:rPr lang="zh-CN" altLang="en-US" dirty="0"/>
              <a:t>里，有多少 </a:t>
            </a:r>
            <a:r>
              <a:rPr lang="en-US" altLang="zh-CN" dirty="0"/>
              <a:t>query </a:t>
            </a:r>
            <a:r>
              <a:rPr lang="zh-CN" altLang="en-US" b="1" dirty="0"/>
              <a:t>至少出现过一次</a:t>
            </a:r>
            <a:r>
              <a:rPr lang="zh-CN" altLang="en-US" dirty="0"/>
              <a:t>这种冲突。</a:t>
            </a:r>
            <a:br>
              <a:rPr lang="zh-CN" altLang="en-US" dirty="0"/>
            </a:br>
            <a:r>
              <a:rPr lang="en-US" altLang="zh-CN" b="1" dirty="0"/>
              <a:t>Discrepancy</a:t>
            </a:r>
            <a:r>
              <a:rPr lang="en-US" altLang="zh-CN" dirty="0"/>
              <a:t> </a:t>
            </a:r>
            <a:r>
              <a:rPr lang="zh-CN" altLang="en-US" dirty="0"/>
              <a:t>看的是：对于某一个 </a:t>
            </a:r>
            <a:r>
              <a:rPr lang="en-US" altLang="zh-CN" dirty="0"/>
              <a:t>competing model</a:t>
            </a:r>
            <a:r>
              <a:rPr lang="zh-CN" altLang="en-US" dirty="0"/>
              <a:t>，它和 </a:t>
            </a:r>
            <a:r>
              <a:rPr lang="en-US" altLang="zh-CN" dirty="0"/>
              <a:t>baseline </a:t>
            </a:r>
            <a:r>
              <a:rPr lang="zh-CN" altLang="en-US" dirty="0"/>
              <a:t>之间，</a:t>
            </a:r>
            <a:r>
              <a:rPr lang="zh-CN" altLang="en-US" b="1" dirty="0"/>
              <a:t>整体最多能分歧到什么程度</a:t>
            </a:r>
            <a:r>
              <a:rPr lang="zh-CN" altLang="en-US" dirty="0"/>
              <a:t>。 </a:t>
            </a:r>
          </a:p>
          <a:p>
            <a:r>
              <a:rPr lang="zh-CN" altLang="en-US" dirty="0"/>
              <a:t>所以后面我做 </a:t>
            </a:r>
            <a:r>
              <a:rPr lang="en-US" altLang="zh-CN" dirty="0"/>
              <a:t>relation-level analysis </a:t>
            </a:r>
            <a:r>
              <a:rPr lang="zh-CN" altLang="en-US" dirty="0"/>
              <a:t>时，本质上就是在问：</a:t>
            </a:r>
            <a:r>
              <a:rPr lang="zh-CN" altLang="en-US" b="1" dirty="0"/>
              <a:t>这种 </a:t>
            </a:r>
            <a:r>
              <a:rPr lang="en-US" altLang="zh-CN" b="1" dirty="0"/>
              <a:t>query-level instability</a:t>
            </a:r>
            <a:r>
              <a:rPr lang="zh-CN" altLang="en-US" b="1" dirty="0"/>
              <a:t>，会不会在某些 </a:t>
            </a:r>
            <a:r>
              <a:rPr lang="en-US" altLang="zh-CN" b="1" dirty="0"/>
              <a:t>relation structure </a:t>
            </a:r>
            <a:r>
              <a:rPr lang="zh-CN" altLang="en-US" b="1" dirty="0"/>
              <a:t>上更加明显。</a:t>
            </a: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E81C5A0-8075-144D-3374-7E801DBFDB6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20C396B-3EC3-D548-AED1-2F10EEE24062}" type="slidenum">
              <a:rPr kumimoji="1" lang="zh-CN" altLang="en-US" smtClean="0"/>
              <a:t>16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105695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BC49BB-7929-A86B-F5B6-631A4B27C3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7740ECA3-8B24-DE23-B2AA-1423B7CD016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B403C6E3-D577-9DCF-8050-7840319496F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接下来我说明一下，在 </a:t>
            </a:r>
            <a:r>
              <a:rPr lang="en-US" altLang="zh-CN" dirty="0"/>
              <a:t>relation-level </a:t>
            </a:r>
            <a:r>
              <a:rPr lang="zh-CN" altLang="en-US" dirty="0"/>
              <a:t>上，我选取了哪些候选因素来分析 </a:t>
            </a:r>
            <a:r>
              <a:rPr lang="en-US" altLang="zh-CN" dirty="0"/>
              <a:t>predictive multiplicity</a:t>
            </a:r>
            <a:r>
              <a:rPr lang="zh-CN" altLang="en-US" dirty="0"/>
              <a:t>。</a:t>
            </a:r>
            <a:br>
              <a:rPr lang="zh-CN" altLang="en-US" dirty="0"/>
            </a:br>
            <a:r>
              <a:rPr lang="zh-CN" altLang="en-US" dirty="0"/>
              <a:t>这里我并不是把它们当作已经成立的规律，而是把它们看作 </a:t>
            </a:r>
            <a:r>
              <a:rPr lang="zh-CN" altLang="en-US" b="1" dirty="0"/>
              <a:t>值得检验的 </a:t>
            </a:r>
            <a:r>
              <a:rPr lang="en-US" altLang="zh-CN" b="1" dirty="0"/>
              <a:t>candidate factors</a:t>
            </a:r>
            <a:r>
              <a:rPr lang="zh-CN" altLang="en-US" dirty="0"/>
              <a:t>。</a:t>
            </a:r>
          </a:p>
          <a:p>
            <a:r>
              <a:rPr lang="zh-CN" altLang="en-US" dirty="0"/>
              <a:t>第一类是 </a:t>
            </a:r>
            <a:r>
              <a:rPr lang="en-US" altLang="zh-CN" b="1" dirty="0"/>
              <a:t>mapping type</a:t>
            </a:r>
            <a:r>
              <a:rPr lang="zh-CN" altLang="en-US" dirty="0"/>
              <a:t>，也就是一个 </a:t>
            </a:r>
            <a:r>
              <a:rPr lang="en-US" altLang="zh-CN" dirty="0"/>
              <a:t>relation </a:t>
            </a:r>
            <a:r>
              <a:rPr lang="zh-CN" altLang="en-US" dirty="0"/>
              <a:t>在 </a:t>
            </a:r>
            <a:r>
              <a:rPr lang="en-US" altLang="zh-CN" dirty="0"/>
              <a:t>head </a:t>
            </a:r>
            <a:r>
              <a:rPr lang="zh-CN" altLang="en-US" dirty="0"/>
              <a:t>和 </a:t>
            </a:r>
            <a:r>
              <a:rPr lang="en-US" altLang="zh-CN" dirty="0"/>
              <a:t>tail </a:t>
            </a:r>
            <a:r>
              <a:rPr lang="zh-CN" altLang="en-US" dirty="0"/>
              <a:t>两侧通常呈现怎样的连接形态，比如 </a:t>
            </a:r>
            <a:r>
              <a:rPr lang="en-US" altLang="zh-CN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1-1</a:t>
            </a:r>
            <a:r>
              <a:rPr lang="zh-CN" altLang="en-US" dirty="0"/>
              <a:t>、</a:t>
            </a:r>
            <a:r>
              <a:rPr lang="en-US" altLang="zh-CN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1-N</a:t>
            </a:r>
            <a:r>
              <a:rPr lang="zh-CN" altLang="en-US" dirty="0"/>
              <a:t>、</a:t>
            </a:r>
            <a:r>
              <a:rPr lang="en-US" altLang="zh-CN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M-1</a:t>
            </a:r>
            <a:r>
              <a:rPr lang="en-US" altLang="zh-CN" dirty="0"/>
              <a:t> </a:t>
            </a:r>
            <a:r>
              <a:rPr lang="zh-CN" altLang="en-US" dirty="0"/>
              <a:t>和 </a:t>
            </a:r>
            <a:r>
              <a:rPr lang="en-US" altLang="zh-CN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M-N</a:t>
            </a:r>
            <a:r>
              <a:rPr lang="zh-CN" altLang="en-US" dirty="0"/>
              <a:t>。</a:t>
            </a:r>
            <a:br>
              <a:rPr lang="zh-CN" altLang="en-US" dirty="0"/>
            </a:br>
            <a:r>
              <a:rPr lang="zh-CN" altLang="en-US" dirty="0"/>
              <a:t>之所以考虑它，是因为这种连接结构本身就可能影响 </a:t>
            </a:r>
            <a:r>
              <a:rPr lang="en-US" altLang="zh-CN" dirty="0"/>
              <a:t>prediction difficulty</a:t>
            </a:r>
            <a:r>
              <a:rPr lang="zh-CN" altLang="en-US" dirty="0"/>
              <a:t>，而且这种影响很可能具有方向性。</a:t>
            </a:r>
          </a:p>
          <a:p>
            <a:r>
              <a:rPr lang="zh-CN" altLang="en-US" dirty="0"/>
              <a:t>第二类是 </a:t>
            </a:r>
            <a:r>
              <a:rPr lang="en-US" altLang="zh-CN" b="1" dirty="0"/>
              <a:t>inverse-like support</a:t>
            </a:r>
            <a:r>
              <a:rPr lang="zh-CN" altLang="en-US" dirty="0"/>
              <a:t>。</a:t>
            </a:r>
            <a:br>
              <a:rPr lang="zh-CN" altLang="en-US" dirty="0"/>
            </a:br>
            <a:r>
              <a:rPr lang="zh-CN" altLang="en-US" dirty="0"/>
              <a:t>这里想刻画的是：一个 </a:t>
            </a:r>
            <a:r>
              <a:rPr lang="en-US" altLang="zh-CN" dirty="0"/>
              <a:t>relation </a:t>
            </a:r>
            <a:r>
              <a:rPr lang="zh-CN" altLang="en-US" dirty="0"/>
              <a:t>是否存在比较清晰的 </a:t>
            </a:r>
            <a:r>
              <a:rPr lang="en-US" altLang="zh-CN" dirty="0"/>
              <a:t>reverse partner</a:t>
            </a:r>
            <a:r>
              <a:rPr lang="zh-CN" altLang="en-US" dirty="0"/>
              <a:t>。</a:t>
            </a:r>
            <a:br>
              <a:rPr lang="zh-CN" altLang="en-US" dirty="0"/>
            </a:br>
            <a:r>
              <a:rPr lang="zh-CN" altLang="en-US" dirty="0"/>
              <a:t>直觉上，如果一个 </a:t>
            </a:r>
            <a:r>
              <a:rPr lang="en-US" altLang="zh-CN" dirty="0"/>
              <a:t>relation </a:t>
            </a:r>
            <a:r>
              <a:rPr lang="zh-CN" altLang="en-US" dirty="0"/>
              <a:t>在训练图中有更明确的反向支持，那么 </a:t>
            </a:r>
            <a:r>
              <a:rPr lang="en-US" altLang="zh-CN" dirty="0"/>
              <a:t>repeated runs </a:t>
            </a:r>
            <a:r>
              <a:rPr lang="zh-CN" altLang="en-US" dirty="0"/>
              <a:t>可能更容易学出相对一致的 </a:t>
            </a:r>
            <a:r>
              <a:rPr lang="en-US" altLang="zh-CN" dirty="0"/>
              <a:t>behavior</a:t>
            </a:r>
            <a:r>
              <a:rPr lang="zh-CN" altLang="en-US" dirty="0"/>
              <a:t>，所以它是一个值得检验的结构因素。</a:t>
            </a:r>
          </a:p>
          <a:p>
            <a:r>
              <a:rPr lang="zh-CN" altLang="en-US" dirty="0"/>
              <a:t>第三类是 </a:t>
            </a:r>
            <a:r>
              <a:rPr lang="en-US" altLang="zh-CN" b="1" dirty="0"/>
              <a:t>symmetry</a:t>
            </a:r>
            <a:r>
              <a:rPr lang="zh-CN" altLang="en-US" dirty="0"/>
              <a:t>。</a:t>
            </a:r>
            <a:br>
              <a:rPr lang="zh-CN" altLang="en-US" dirty="0"/>
            </a:br>
            <a:r>
              <a:rPr lang="zh-CN" altLang="en-US" dirty="0"/>
              <a:t>它描述的是：对于同一个 </a:t>
            </a:r>
            <a:r>
              <a:rPr lang="en-US" altLang="zh-CN" dirty="0"/>
              <a:t>relation</a:t>
            </a:r>
            <a:r>
              <a:rPr lang="zh-CN" altLang="en-US" dirty="0"/>
              <a:t>，</a:t>
            </a:r>
            <a:r>
              <a:rPr lang="en-US" altLang="zh-CN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</a:t>
            </a:r>
            <a:r>
              <a:rPr lang="en-US" altLang="zh-CN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h,r,t</a:t>
            </a:r>
            <a:r>
              <a:rPr lang="en-US" altLang="zh-CN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)</a:t>
            </a:r>
            <a:r>
              <a:rPr lang="en-US" altLang="zh-CN" dirty="0"/>
              <a:t> </a:t>
            </a:r>
            <a:r>
              <a:rPr lang="zh-CN" altLang="en-US" dirty="0"/>
              <a:t>是否常常也会在同一 </a:t>
            </a:r>
            <a:r>
              <a:rPr lang="en-US" altLang="zh-CN" dirty="0"/>
              <a:t>relation </a:t>
            </a:r>
            <a:r>
              <a:rPr lang="zh-CN" altLang="en-US" dirty="0"/>
              <a:t>下看到 </a:t>
            </a:r>
            <a:r>
              <a:rPr lang="en-US" altLang="zh-CN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</a:t>
            </a:r>
            <a:r>
              <a:rPr lang="en-US" altLang="zh-CN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t,r,h</a:t>
            </a:r>
            <a:r>
              <a:rPr lang="en-US" altLang="zh-CN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)</a:t>
            </a:r>
            <a:r>
              <a:rPr lang="zh-CN" altLang="en-US" dirty="0"/>
              <a:t>。</a:t>
            </a:r>
            <a:br>
              <a:rPr lang="zh-CN" altLang="en-US" dirty="0"/>
            </a:br>
            <a:r>
              <a:rPr lang="zh-CN" altLang="en-US" dirty="0"/>
              <a:t>也就是说，它反映的是 </a:t>
            </a:r>
            <a:r>
              <a:rPr lang="en-US" altLang="zh-CN" dirty="0"/>
              <a:t>relation </a:t>
            </a:r>
            <a:r>
              <a:rPr lang="zh-CN" altLang="en-US" dirty="0"/>
              <a:t>内部的一种双向支持结构，因此也可以作为一个候选解释因素来考察。</a:t>
            </a:r>
          </a:p>
          <a:p>
            <a:r>
              <a:rPr lang="zh-CN" altLang="en-US" dirty="0"/>
              <a:t>除了这些 </a:t>
            </a:r>
            <a:r>
              <a:rPr lang="en-US" altLang="zh-CN" dirty="0"/>
              <a:t>structural factors </a:t>
            </a:r>
            <a:r>
              <a:rPr lang="zh-CN" altLang="en-US" dirty="0"/>
              <a:t>之外，我还单独加入了 </a:t>
            </a:r>
            <a:r>
              <a:rPr lang="en-US" altLang="zh-CN" b="1" dirty="0"/>
              <a:t>relation frequency</a:t>
            </a:r>
            <a:r>
              <a:rPr lang="zh-CN" altLang="en-US" dirty="0"/>
              <a:t>。</a:t>
            </a:r>
            <a:br>
              <a:rPr lang="zh-CN" altLang="en-US" dirty="0"/>
            </a:br>
            <a:r>
              <a:rPr lang="zh-CN" altLang="en-US" dirty="0"/>
              <a:t>它不属于 </a:t>
            </a:r>
            <a:r>
              <a:rPr lang="en-US" altLang="zh-CN" dirty="0"/>
              <a:t>relation pattern</a:t>
            </a:r>
            <a:r>
              <a:rPr lang="zh-CN" altLang="en-US" dirty="0"/>
              <a:t>，而是一个 </a:t>
            </a:r>
            <a:r>
              <a:rPr lang="en-US" altLang="zh-CN" dirty="0"/>
              <a:t>support / sparsity factor</a:t>
            </a:r>
            <a:r>
              <a:rPr lang="zh-CN" altLang="en-US" dirty="0"/>
              <a:t>。</a:t>
            </a:r>
            <a:br>
              <a:rPr lang="zh-CN" altLang="en-US" dirty="0"/>
            </a:br>
            <a:r>
              <a:rPr lang="zh-CN" altLang="en-US" dirty="0"/>
              <a:t>我把它纳入进来，一方面是因为原论文提到 </a:t>
            </a:r>
            <a:r>
              <a:rPr lang="en-US" altLang="zh-CN" dirty="0"/>
              <a:t>relation frequency </a:t>
            </a:r>
            <a:r>
              <a:rPr lang="zh-CN" altLang="en-US" dirty="0"/>
              <a:t>和 </a:t>
            </a:r>
            <a:r>
              <a:rPr lang="en-US" altLang="zh-CN" dirty="0"/>
              <a:t>multiplicity </a:t>
            </a:r>
            <a:r>
              <a:rPr lang="zh-CN" altLang="en-US" dirty="0"/>
              <a:t>之间存在一个比较弱的负相关趋势；另一方面，也是希望把它作为一个 </a:t>
            </a:r>
            <a:r>
              <a:rPr lang="en-US" altLang="zh-CN" dirty="0"/>
              <a:t>control variable</a:t>
            </a:r>
            <a:r>
              <a:rPr lang="zh-CN" altLang="en-US" dirty="0"/>
              <a:t>，去检查后面的结构结果是否只是简单的 </a:t>
            </a:r>
            <a:r>
              <a:rPr lang="en-US" altLang="zh-CN" dirty="0"/>
              <a:t>support </a:t>
            </a:r>
            <a:r>
              <a:rPr lang="zh-CN" altLang="en-US" dirty="0"/>
              <a:t>差异造成的。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845F64F-02D6-F211-AB2A-1EFC7B56D59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20C396B-3EC3-D548-AED1-2F10EEE24062}" type="slidenum">
              <a:rPr kumimoji="1" lang="zh-CN" altLang="en-US" smtClean="0"/>
              <a:t>17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49061924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296B6F-2E35-C646-CD82-D2326F34D8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56CA8C4F-44CB-5123-F17A-07E11B86C74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F52478F1-E6BB-9831-1D6B-931A2A44F40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接下来进入我当前 </a:t>
            </a:r>
            <a:r>
              <a:rPr lang="en-US" altLang="zh-CN" dirty="0"/>
              <a:t>thesis </a:t>
            </a:r>
            <a:r>
              <a:rPr lang="zh-CN" altLang="en-US" dirty="0"/>
              <a:t>里最核心的结果，也就是 </a:t>
            </a:r>
            <a:r>
              <a:rPr lang="en-US" altLang="zh-CN" b="1" dirty="0"/>
              <a:t>mapping type</a:t>
            </a:r>
            <a:r>
              <a:rPr lang="zh-CN" altLang="en-US" dirty="0"/>
              <a:t>。</a:t>
            </a:r>
            <a:br>
              <a:rPr lang="zh-CN" altLang="en-US" dirty="0"/>
            </a:br>
            <a:r>
              <a:rPr lang="zh-CN" altLang="en-US" dirty="0"/>
              <a:t>这里我先展示 </a:t>
            </a:r>
            <a:r>
              <a:rPr lang="en-US" altLang="zh-CN" b="1" dirty="0" err="1"/>
              <a:t>RotatE</a:t>
            </a:r>
            <a:r>
              <a:rPr lang="en-US" altLang="zh-CN" b="1" dirty="0"/>
              <a:t> </a:t>
            </a:r>
            <a:r>
              <a:rPr lang="zh-CN" altLang="en-US" b="1" dirty="0"/>
              <a:t>在 </a:t>
            </a:r>
            <a:r>
              <a:rPr lang="en-US" altLang="zh-CN" b="1" dirty="0"/>
              <a:t>tail prediction </a:t>
            </a:r>
            <a:r>
              <a:rPr lang="zh-CN" altLang="en-US" b="1" dirty="0"/>
              <a:t>上</a:t>
            </a:r>
            <a:r>
              <a:rPr lang="zh-CN" altLang="en-US" dirty="0"/>
              <a:t> 的主结果，因为这一张图最能直接体现我们观察到的结构性差异。</a:t>
            </a:r>
          </a:p>
          <a:p>
            <a:r>
              <a:rPr lang="zh-CN" altLang="en-US" dirty="0"/>
              <a:t>这张图最重要的信息是：</a:t>
            </a:r>
            <a:r>
              <a:rPr lang="en-US" altLang="zh-CN" b="1" dirty="0"/>
              <a:t>predictive multiplicity </a:t>
            </a:r>
            <a:r>
              <a:rPr lang="zh-CN" altLang="en-US" b="1" dirty="0"/>
              <a:t>并不是在不同 </a:t>
            </a:r>
            <a:r>
              <a:rPr lang="en-US" altLang="zh-CN" b="1" dirty="0"/>
              <a:t>mapping type </a:t>
            </a:r>
            <a:r>
              <a:rPr lang="zh-CN" altLang="en-US" b="1" dirty="0"/>
              <a:t>上均匀分布的。</a:t>
            </a:r>
            <a:br>
              <a:rPr lang="zh-CN" altLang="en-US" dirty="0"/>
            </a:br>
            <a:r>
              <a:rPr lang="zh-CN" altLang="en-US" dirty="0"/>
              <a:t>也就是说，</a:t>
            </a:r>
            <a:r>
              <a:rPr lang="en-US" altLang="zh-CN" dirty="0"/>
              <a:t>relation structure </a:t>
            </a:r>
            <a:r>
              <a:rPr lang="zh-CN" altLang="en-US" dirty="0"/>
              <a:t>不是一个无关背景，而是会系统性地对应不同程度的 </a:t>
            </a:r>
            <a:r>
              <a:rPr lang="en-US" altLang="zh-CN" dirty="0"/>
              <a:t>instability regime</a:t>
            </a:r>
            <a:r>
              <a:rPr lang="zh-CN" altLang="en-US" dirty="0"/>
              <a:t>。</a:t>
            </a:r>
          </a:p>
          <a:p>
            <a:r>
              <a:rPr lang="zh-CN" altLang="en-US" dirty="0"/>
              <a:t>更具体地看，在 </a:t>
            </a:r>
            <a:r>
              <a:rPr lang="en-US" altLang="zh-CN" dirty="0"/>
              <a:t>tail-side </a:t>
            </a:r>
            <a:r>
              <a:rPr lang="zh-CN" altLang="en-US" dirty="0"/>
              <a:t>上，</a:t>
            </a:r>
            <a:r>
              <a:rPr lang="en-US" altLang="zh-CN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1-N</a:t>
            </a:r>
            <a:r>
              <a:rPr lang="en-US" altLang="zh-CN" dirty="0"/>
              <a:t> </a:t>
            </a:r>
            <a:r>
              <a:rPr lang="zh-CN" altLang="en-US" dirty="0"/>
              <a:t>的 </a:t>
            </a:r>
            <a:r>
              <a:rPr lang="en-US" altLang="zh-CN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Hits@10</a:t>
            </a:r>
            <a:r>
              <a:rPr lang="en-US" altLang="zh-CN" dirty="0"/>
              <a:t> </a:t>
            </a:r>
            <a:r>
              <a:rPr lang="zh-CN" altLang="en-US" dirty="0"/>
              <a:t>最低，同时 </a:t>
            </a:r>
            <a:r>
              <a:rPr lang="en-US" altLang="zh-CN" dirty="0"/>
              <a:t>multiplicity </a:t>
            </a:r>
            <a:r>
              <a:rPr lang="zh-CN" altLang="en-US" dirty="0"/>
              <a:t>最高；相反，</a:t>
            </a:r>
            <a:r>
              <a:rPr lang="en-US" altLang="zh-CN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M-1</a:t>
            </a:r>
            <a:r>
              <a:rPr lang="en-US" altLang="zh-CN" dirty="0"/>
              <a:t> </a:t>
            </a:r>
            <a:r>
              <a:rPr lang="zh-CN" altLang="en-US" dirty="0"/>
              <a:t>的 </a:t>
            </a:r>
            <a:r>
              <a:rPr lang="en-US" altLang="zh-CN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Hits@10</a:t>
            </a:r>
            <a:r>
              <a:rPr lang="en-US" altLang="zh-CN" dirty="0"/>
              <a:t> </a:t>
            </a:r>
            <a:r>
              <a:rPr lang="zh-CN" altLang="en-US" dirty="0"/>
              <a:t>最高，而 </a:t>
            </a:r>
            <a:r>
              <a:rPr lang="en-US" altLang="zh-CN" dirty="0"/>
              <a:t>multiplicity </a:t>
            </a:r>
            <a:r>
              <a:rPr lang="zh-CN" altLang="en-US" dirty="0"/>
              <a:t>最低。</a:t>
            </a:r>
          </a:p>
          <a:p>
            <a:r>
              <a:rPr lang="zh-CN" altLang="en-US" b="1" dirty="0"/>
              <a:t>通过实验我们可以得知，</a:t>
            </a:r>
            <a:r>
              <a:rPr lang="zh-CN" altLang="en-US" dirty="0"/>
              <a:t>这说明 </a:t>
            </a:r>
            <a:r>
              <a:rPr lang="en-US" altLang="zh-CN" dirty="0"/>
              <a:t>mapping type </a:t>
            </a:r>
            <a:r>
              <a:rPr lang="zh-CN" altLang="en-US" dirty="0"/>
              <a:t>确实划分出了不同的 </a:t>
            </a:r>
            <a:r>
              <a:rPr lang="en-US" altLang="zh-CN" dirty="0"/>
              <a:t>instability regime</a:t>
            </a:r>
            <a:r>
              <a:rPr lang="zh-CN" altLang="en-US" dirty="0"/>
              <a:t>。</a:t>
            </a:r>
            <a:endParaRPr lang="en-US" altLang="zh-CN" dirty="0"/>
          </a:p>
          <a:p>
            <a:r>
              <a:rPr lang="zh-CN" altLang="en-US" dirty="0"/>
              <a:t>其中</a:t>
            </a:r>
            <a:r>
              <a:rPr lang="en-US" altLang="zh-CN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1-N</a:t>
            </a:r>
            <a:r>
              <a:rPr lang="en-US" altLang="zh-CN" dirty="0"/>
              <a:t> </a:t>
            </a:r>
            <a:r>
              <a:rPr lang="zh-CN" altLang="en-US" dirty="0"/>
              <a:t>的 </a:t>
            </a:r>
            <a:r>
              <a:rPr lang="en-US" altLang="zh-CN" dirty="0"/>
              <a:t>tail-side </a:t>
            </a:r>
            <a:r>
              <a:rPr lang="zh-CN" altLang="en-US" dirty="0"/>
              <a:t>仍然表现出更高 </a:t>
            </a:r>
            <a:r>
              <a:rPr lang="en-US" altLang="zh-CN" dirty="0"/>
              <a:t>multiplicity</a:t>
            </a:r>
            <a:r>
              <a:rPr lang="zh-CN" altLang="en-US" dirty="0"/>
              <a:t>，说明</a:t>
            </a:r>
            <a:r>
              <a:rPr lang="en-US" altLang="zh-CN" dirty="0"/>
              <a:t>many-side mapping regime </a:t>
            </a:r>
            <a:r>
              <a:rPr lang="zh-CN" altLang="en-US" dirty="0"/>
              <a:t>本身更容易带来 </a:t>
            </a:r>
            <a:r>
              <a:rPr lang="en-US" altLang="zh-CN" dirty="0"/>
              <a:t>tail-side ranking instability</a:t>
            </a:r>
            <a:br>
              <a:rPr lang="zh-CN" altLang="en-US" dirty="0"/>
            </a:br>
            <a:r>
              <a:rPr lang="zh-CN" altLang="en-US" dirty="0"/>
              <a:t>而且在这个 </a:t>
            </a:r>
            <a:r>
              <a:rPr lang="en-US" altLang="zh-CN" dirty="0"/>
              <a:t>tail-side </a:t>
            </a:r>
            <a:r>
              <a:rPr lang="zh-CN" altLang="en-US" dirty="0"/>
              <a:t>视角下，</a:t>
            </a:r>
            <a:r>
              <a:rPr lang="zh-CN" altLang="en-US" b="1" dirty="0"/>
              <a:t>更容易出现 </a:t>
            </a:r>
            <a:r>
              <a:rPr lang="en-US" altLang="zh-CN" b="1" dirty="0"/>
              <a:t>multiplicity </a:t>
            </a:r>
            <a:r>
              <a:rPr lang="zh-CN" altLang="en-US" b="1" dirty="0"/>
              <a:t>的 </a:t>
            </a:r>
            <a:r>
              <a:rPr lang="en-US" altLang="zh-CN" b="1" dirty="0"/>
              <a:t>regime</a:t>
            </a:r>
            <a:r>
              <a:rPr lang="zh-CN" altLang="en-US" b="1" dirty="0"/>
              <a:t>，同时也往往具有更低的 </a:t>
            </a:r>
            <a:r>
              <a:rPr lang="en-US" altLang="zh-CN" b="1" dirty="0"/>
              <a:t>prediction accuracy</a:t>
            </a:r>
            <a:r>
              <a:rPr lang="zh-CN" altLang="en-US" b="1" dirty="0"/>
              <a:t>。</a:t>
            </a:r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F7275F6-A75A-BD10-1A48-CB8CFAE19DB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20C396B-3EC3-D548-AED1-2F10EEE24062}" type="slidenum">
              <a:rPr kumimoji="1" lang="zh-CN" altLang="en-US" smtClean="0"/>
              <a:t>18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46704277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7F429A-2BB1-F4BF-BB78-1F0A58F48B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833994AC-AD75-BBCC-1549-76AEEB0C072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DDFE0A96-DB88-4B1E-D02C-27AEB7A8054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CN" altLang="en-US" dirty="0"/>
              <a:t>“这一部分和 </a:t>
            </a:r>
            <a:r>
              <a:rPr kumimoji="1" lang="en-US" altLang="zh-CN" dirty="0"/>
              <a:t>mapping type </a:t>
            </a:r>
            <a:r>
              <a:rPr kumimoji="1" lang="zh-CN" altLang="en-US" dirty="0"/>
              <a:t>不一样，它没有形成一个很强的全局规律。我们更稳妥的结论是：全局上，</a:t>
            </a:r>
            <a:r>
              <a:rPr kumimoji="1" lang="en-US" altLang="zh-CN" dirty="0"/>
              <a:t>inverse-like support </a:t>
            </a:r>
            <a:r>
              <a:rPr kumimoji="1" lang="zh-CN" altLang="en-US" dirty="0"/>
              <a:t>和 </a:t>
            </a:r>
            <a:r>
              <a:rPr kumimoji="1" lang="en-US" altLang="zh-CN" dirty="0"/>
              <a:t>multiplicity </a:t>
            </a:r>
            <a:r>
              <a:rPr kumimoji="1" lang="zh-CN" altLang="en-US" dirty="0"/>
              <a:t>之间没有出现</a:t>
            </a:r>
          </a:p>
          <a:p>
            <a:r>
              <a:rPr kumimoji="1" lang="zh-CN" altLang="en-US" dirty="0"/>
              <a:t>明显、稳定的单调关系。但是当 </a:t>
            </a:r>
            <a:r>
              <a:rPr kumimoji="1" lang="en-US" altLang="zh-CN" dirty="0"/>
              <a:t>inverse-like support </a:t>
            </a:r>
            <a:r>
              <a:rPr kumimoji="1" lang="zh-CN" altLang="en-US" dirty="0"/>
              <a:t>足够高时，会出现一个比较干净的小 </a:t>
            </a:r>
            <a:r>
              <a:rPr kumimoji="1" lang="en-US" altLang="zh-CN" dirty="0"/>
              <a:t>subgroup</a:t>
            </a:r>
            <a:r>
              <a:rPr kumimoji="1" lang="zh-CN" altLang="en-US" dirty="0"/>
              <a:t>。</a:t>
            </a:r>
          </a:p>
          <a:p>
            <a:r>
              <a:rPr kumimoji="1" lang="zh-CN" altLang="en-US" dirty="0"/>
              <a:t>这里我主要保留了两种 </a:t>
            </a:r>
            <a:r>
              <a:rPr kumimoji="1" lang="en-US" altLang="zh-CN" dirty="0"/>
              <a:t>high-confidence </a:t>
            </a:r>
            <a:r>
              <a:rPr kumimoji="1" lang="zh-CN" altLang="en-US" dirty="0"/>
              <a:t>条件。</a:t>
            </a:r>
            <a:r>
              <a:rPr kumimoji="1" lang="en-US" altLang="zh-CN" dirty="0" err="1"/>
              <a:t>mutual_inverse_strength</a:t>
            </a:r>
            <a:r>
              <a:rPr kumimoji="1" lang="en-US" altLang="zh-CN" dirty="0"/>
              <a:t> </a:t>
            </a:r>
            <a:r>
              <a:rPr kumimoji="1" lang="zh-CN" altLang="en-US" dirty="0"/>
              <a:t>可以理解为两个 </a:t>
            </a:r>
            <a:r>
              <a:rPr kumimoji="1" lang="en-US" altLang="zh-CN" dirty="0"/>
              <a:t>relation </a:t>
            </a:r>
            <a:r>
              <a:rPr kumimoji="1" lang="zh-CN" altLang="en-US" dirty="0"/>
              <a:t>彼此作为反向 </a:t>
            </a:r>
            <a:r>
              <a:rPr kumimoji="1" lang="en-US" altLang="zh-CN" dirty="0"/>
              <a:t>partner </a:t>
            </a:r>
            <a:r>
              <a:rPr kumimoji="1" lang="zh-CN" altLang="en-US" dirty="0"/>
              <a:t>的强度；</a:t>
            </a:r>
            <a:r>
              <a:rPr kumimoji="1" lang="en-US" altLang="zh-CN" dirty="0" err="1"/>
              <a:t>inverse_clarity</a:t>
            </a:r>
            <a:r>
              <a:rPr kumimoji="1" lang="en-US" altLang="zh-CN" dirty="0"/>
              <a:t> </a:t>
            </a:r>
            <a:r>
              <a:rPr kumimoji="1" lang="zh-CN" altLang="en-US" dirty="0"/>
              <a:t>则是</a:t>
            </a:r>
          </a:p>
          <a:p>
            <a:r>
              <a:rPr kumimoji="1" lang="zh-CN" altLang="en-US" dirty="0"/>
              <a:t>看这个 </a:t>
            </a:r>
            <a:r>
              <a:rPr kumimoji="1" lang="en-US" altLang="zh-CN" dirty="0"/>
              <a:t>partner </a:t>
            </a:r>
            <a:r>
              <a:rPr kumimoji="1" lang="zh-CN" altLang="en-US" dirty="0"/>
              <a:t>是否足够明确。</a:t>
            </a:r>
          </a:p>
          <a:p>
            <a:r>
              <a:rPr kumimoji="1" lang="zh-CN" altLang="en-US" dirty="0"/>
              <a:t>从这个表里可以看到，不管是 </a:t>
            </a:r>
            <a:r>
              <a:rPr kumimoji="1" lang="en-US" altLang="zh-CN" dirty="0" err="1"/>
              <a:t>RotatE</a:t>
            </a:r>
            <a:r>
              <a:rPr kumimoji="1" lang="en-US" altLang="zh-CN" dirty="0"/>
              <a:t> </a:t>
            </a:r>
            <a:r>
              <a:rPr kumimoji="1" lang="zh-CN" altLang="en-US" dirty="0"/>
              <a:t>还是 </a:t>
            </a:r>
            <a:r>
              <a:rPr kumimoji="1" lang="en-US" altLang="zh-CN" dirty="0"/>
              <a:t>TransE</a:t>
            </a:r>
            <a:r>
              <a:rPr kumimoji="1" lang="zh-CN" altLang="en-US" dirty="0"/>
              <a:t>，这些 </a:t>
            </a:r>
            <a:r>
              <a:rPr kumimoji="1" lang="en-US" altLang="zh-CN" dirty="0"/>
              <a:t>high-confidence subgroup </a:t>
            </a:r>
            <a:r>
              <a:rPr kumimoji="1" lang="zh-CN" altLang="en-US" dirty="0"/>
              <a:t>的 </a:t>
            </a:r>
            <a:r>
              <a:rPr kumimoji="1" lang="en-US" altLang="zh-CN" dirty="0"/>
              <a:t>Hits@10 </a:t>
            </a:r>
            <a:r>
              <a:rPr kumimoji="1" lang="zh-CN" altLang="en-US" dirty="0"/>
              <a:t>都比较高，而 </a:t>
            </a:r>
            <a:r>
              <a:rPr kumimoji="1" lang="en-US" altLang="zh-CN" dirty="0"/>
              <a:t>Alpha </a:t>
            </a:r>
            <a:r>
              <a:rPr kumimoji="1" lang="zh-CN" altLang="en-US" dirty="0"/>
              <a:t>和 </a:t>
            </a:r>
            <a:r>
              <a:rPr kumimoji="1" lang="en-US" altLang="zh-CN" dirty="0"/>
              <a:t>Delta </a:t>
            </a:r>
            <a:r>
              <a:rPr kumimoji="1" lang="zh-CN" altLang="en-US" dirty="0"/>
              <a:t>都比较低。所以 </a:t>
            </a:r>
            <a:r>
              <a:rPr kumimoji="1" lang="en-US" altLang="zh-CN" dirty="0"/>
              <a:t>inverse</a:t>
            </a:r>
          </a:p>
          <a:p>
            <a:r>
              <a:rPr kumimoji="1" lang="zh-CN" altLang="en-US" dirty="0"/>
              <a:t>不是全局 </a:t>
            </a:r>
            <a:r>
              <a:rPr kumimoji="1" lang="en-US" altLang="zh-CN" dirty="0"/>
              <a:t>explanatory factor</a:t>
            </a:r>
            <a:r>
              <a:rPr kumimoji="1" lang="zh-CN" altLang="en-US" dirty="0"/>
              <a:t>，它没有给出全局规律，但确实识别出了一小部分更稳定的 </a:t>
            </a:r>
            <a:r>
              <a:rPr kumimoji="1" lang="en-US" altLang="zh-CN" dirty="0"/>
              <a:t>high-confidence</a:t>
            </a:r>
            <a:r>
              <a:rPr kumimoji="1" lang="zh-CN" altLang="en-US" dirty="0"/>
              <a:t> </a:t>
            </a:r>
            <a:r>
              <a:rPr kumimoji="1" lang="en-US" altLang="zh-CN" dirty="0"/>
              <a:t>inverse-like relations</a:t>
            </a:r>
            <a:r>
              <a:rPr kumimoji="1" lang="zh-CN" altLang="en-US" dirty="0"/>
              <a:t>。”</a:t>
            </a:r>
            <a:endParaRPr kumimoji="1" lang="en-US" altLang="zh-CN" dirty="0"/>
          </a:p>
          <a:p>
            <a:endParaRPr kumimoji="1" lang="en-US" altLang="zh-CN" dirty="0"/>
          </a:p>
          <a:p>
            <a:r>
              <a:rPr kumimoji="1" lang="zh-CN" altLang="en-US" dirty="0"/>
              <a:t> 一个很直观的例子是这组 </a:t>
            </a:r>
            <a:r>
              <a:rPr kumimoji="1" lang="en-US" altLang="zh-CN" dirty="0"/>
              <a:t>education relation</a:t>
            </a:r>
            <a:r>
              <a:rPr kumimoji="1" lang="zh-CN" altLang="en-US" dirty="0"/>
              <a:t>：</a:t>
            </a:r>
            <a:r>
              <a:rPr kumimoji="1" lang="en-US" altLang="zh-CN" dirty="0" err="1"/>
              <a:t>educational_institution_campus</a:t>
            </a:r>
            <a:r>
              <a:rPr kumimoji="1" lang="en-US" altLang="zh-CN" dirty="0"/>
              <a:t> / </a:t>
            </a:r>
            <a:r>
              <a:rPr kumimoji="1" lang="en-US" altLang="zh-CN" dirty="0" err="1"/>
              <a:t>educational_institution</a:t>
            </a:r>
            <a:r>
              <a:rPr kumimoji="1" lang="en-US" altLang="zh-CN" dirty="0"/>
              <a:t> </a:t>
            </a:r>
            <a:r>
              <a:rPr kumimoji="1" lang="zh-CN" altLang="en-US" dirty="0"/>
              <a:t>和 </a:t>
            </a:r>
            <a:r>
              <a:rPr kumimoji="1" lang="en-US" altLang="zh-CN" dirty="0" err="1"/>
              <a:t>educational_institution</a:t>
            </a:r>
            <a:r>
              <a:rPr kumimoji="1" lang="en-US" altLang="zh-CN" dirty="0"/>
              <a:t> / campuses</a:t>
            </a:r>
            <a:r>
              <a:rPr kumimoji="1" lang="zh-CN" altLang="en-US" dirty="0"/>
              <a:t>。</a:t>
            </a:r>
          </a:p>
          <a:p>
            <a:r>
              <a:rPr kumimoji="1" lang="zh-CN" altLang="en-US" dirty="0"/>
              <a:t> 这两个 </a:t>
            </a:r>
            <a:r>
              <a:rPr kumimoji="1" lang="en-US" altLang="zh-CN" dirty="0"/>
              <a:t>relation </a:t>
            </a:r>
            <a:r>
              <a:rPr kumimoji="1" lang="zh-CN" altLang="en-US" dirty="0"/>
              <a:t>彼此的 </a:t>
            </a:r>
            <a:r>
              <a:rPr kumimoji="1" lang="en-US" altLang="zh-CN" dirty="0"/>
              <a:t>inverse-like support </a:t>
            </a:r>
            <a:r>
              <a:rPr kumimoji="1" lang="zh-CN" altLang="en-US" dirty="0"/>
              <a:t>非常强，而且它们的预测表现也非常稳定：</a:t>
            </a:r>
            <a:r>
              <a:rPr kumimoji="1" lang="en-US" altLang="zh-CN" dirty="0"/>
              <a:t>Hits@10 </a:t>
            </a:r>
            <a:r>
              <a:rPr kumimoji="1" lang="zh-CN" altLang="en-US" dirty="0"/>
              <a:t>很高，同时 </a:t>
            </a:r>
            <a:r>
              <a:rPr kumimoji="1" lang="en-US" altLang="zh-CN" dirty="0"/>
              <a:t>Alpha </a:t>
            </a:r>
            <a:r>
              <a:rPr kumimoji="1" lang="zh-CN" altLang="en-US" dirty="0"/>
              <a:t>和 </a:t>
            </a:r>
            <a:r>
              <a:rPr kumimoji="1" lang="en-US" altLang="zh-CN" dirty="0"/>
              <a:t>Delta </a:t>
            </a:r>
            <a:r>
              <a:rPr kumimoji="1" lang="zh-CN" altLang="en-US" dirty="0"/>
              <a:t>都非常低。</a:t>
            </a:r>
            <a:endParaRPr kumimoji="1" lang="en-US" altLang="zh-CN" dirty="0"/>
          </a:p>
          <a:p>
            <a:endParaRPr kumimoji="1" lang="en-US" altLang="zh-CN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B45CB1B-255D-D2FD-2F76-FB205561D00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20C396B-3EC3-D548-AED1-2F10EEE24062}" type="slidenum">
              <a:rPr kumimoji="1" lang="zh-CN" altLang="en-US" smtClean="0"/>
              <a:t>19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38857405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A278F0-CEA3-6821-ADB4-E2A0535DF4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32CA5FCF-1E5F-1AE1-AE52-17083A4EAE8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2314A696-EB34-5977-8A29-1794E1CA0A5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CN" altLang="en-US" dirty="0"/>
              <a:t>接下来我们看 </a:t>
            </a:r>
            <a:r>
              <a:rPr kumimoji="1" lang="en-US" altLang="zh-CN" dirty="0"/>
              <a:t>symmetry</a:t>
            </a:r>
            <a:r>
              <a:rPr kumimoji="1" lang="zh-CN" altLang="en-US" dirty="0"/>
              <a:t>。我们把 </a:t>
            </a:r>
            <a:r>
              <a:rPr kumimoji="1" lang="en-US" altLang="zh-CN" dirty="0"/>
              <a:t>symmetry </a:t>
            </a:r>
            <a:r>
              <a:rPr kumimoji="1" lang="zh-CN" altLang="en-US" dirty="0"/>
              <a:t>也作为一个候选的 </a:t>
            </a:r>
            <a:r>
              <a:rPr kumimoji="1" lang="en-US" altLang="zh-CN" dirty="0"/>
              <a:t>relation-level factor </a:t>
            </a:r>
            <a:r>
              <a:rPr kumimoji="1" lang="zh-CN" altLang="en-US" dirty="0"/>
              <a:t>来检验，想看更强的对称性是否会对应更低的 </a:t>
            </a:r>
            <a:r>
              <a:rPr kumimoji="1" lang="en-US" altLang="zh-CN" dirty="0"/>
              <a:t>predictive</a:t>
            </a:r>
          </a:p>
          <a:p>
            <a:r>
              <a:rPr kumimoji="1" lang="en-US" altLang="zh-CN" dirty="0"/>
              <a:t>multiplicity</a:t>
            </a:r>
            <a:r>
              <a:rPr kumimoji="1" lang="zh-CN" altLang="en-US" dirty="0"/>
              <a:t>。结果显示，在 </a:t>
            </a:r>
            <a:r>
              <a:rPr kumimoji="1" lang="en-US" altLang="zh-CN" dirty="0" err="1"/>
              <a:t>RotatE</a:t>
            </a:r>
            <a:r>
              <a:rPr kumimoji="1" lang="en-US" altLang="zh-CN" dirty="0"/>
              <a:t> </a:t>
            </a:r>
            <a:r>
              <a:rPr kumimoji="1" lang="zh-CN" altLang="en-US" dirty="0"/>
              <a:t>和 </a:t>
            </a:r>
            <a:r>
              <a:rPr kumimoji="1" lang="en-US" altLang="zh-CN" dirty="0"/>
              <a:t>TransE </a:t>
            </a:r>
            <a:r>
              <a:rPr kumimoji="1" lang="zh-CN" altLang="en-US" dirty="0"/>
              <a:t>两个模型下，</a:t>
            </a:r>
            <a:r>
              <a:rPr kumimoji="1" lang="en-US" altLang="zh-CN" dirty="0"/>
              <a:t>symmetry </a:t>
            </a:r>
            <a:r>
              <a:rPr kumimoji="1" lang="zh-CN" altLang="en-US" dirty="0"/>
              <a:t>和 </a:t>
            </a:r>
            <a:r>
              <a:rPr kumimoji="1" lang="en-US" altLang="zh-CN" dirty="0"/>
              <a:t>multiplicity </a:t>
            </a:r>
            <a:r>
              <a:rPr kumimoji="1" lang="zh-CN" altLang="en-US" dirty="0"/>
              <a:t>的全局关联都比较弱。进一步看 </a:t>
            </a:r>
            <a:r>
              <a:rPr kumimoji="1" lang="en-US" altLang="zh-CN" dirty="0"/>
              <a:t>high-symmetry relations</a:t>
            </a:r>
            <a:r>
              <a:rPr kumimoji="1" lang="zh-CN" altLang="en-US" dirty="0"/>
              <a:t>，它们</a:t>
            </a:r>
          </a:p>
          <a:p>
            <a:r>
              <a:rPr kumimoji="1" lang="zh-CN" altLang="en-US" dirty="0"/>
              <a:t>也没有形成一个像 </a:t>
            </a:r>
            <a:r>
              <a:rPr kumimoji="1" lang="en-US" altLang="zh-CN" dirty="0"/>
              <a:t>inverse </a:t>
            </a:r>
            <a:r>
              <a:rPr kumimoji="1" lang="zh-CN" altLang="en-US" dirty="0"/>
              <a:t>那样更稳定、更低 </a:t>
            </a:r>
            <a:r>
              <a:rPr kumimoji="1" lang="en-US" altLang="zh-CN" dirty="0"/>
              <a:t>multiplicity </a:t>
            </a:r>
            <a:r>
              <a:rPr kumimoji="1" lang="zh-CN" altLang="en-US" dirty="0"/>
              <a:t>的 </a:t>
            </a:r>
            <a:r>
              <a:rPr kumimoji="1" lang="en-US" altLang="zh-CN" dirty="0"/>
              <a:t>subgroup</a:t>
            </a:r>
            <a:r>
              <a:rPr kumimoji="1" lang="zh-CN" altLang="en-US" dirty="0"/>
              <a:t>。也就是说，在当前 </a:t>
            </a:r>
            <a:r>
              <a:rPr kumimoji="1" lang="en-US" altLang="zh-CN" dirty="0"/>
              <a:t>thesis setting </a:t>
            </a:r>
            <a:r>
              <a:rPr kumimoji="1" lang="zh-CN" altLang="en-US" dirty="0"/>
              <a:t>下，</a:t>
            </a:r>
            <a:r>
              <a:rPr kumimoji="1" lang="en-US" altLang="zh-CN" dirty="0"/>
              <a:t>symmetry </a:t>
            </a:r>
            <a:r>
              <a:rPr kumimoji="1" lang="zh-CN" altLang="en-US" dirty="0"/>
              <a:t>不能作为一个强的独立解释因素。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234B6BC-8BFF-E833-4706-D42C503A548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20C396B-3EC3-D548-AED1-2F10EEE24062}" type="slidenum">
              <a:rPr kumimoji="1" lang="zh-CN" altLang="en-US" smtClean="0"/>
              <a:t>20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84004251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C3AD620-0B9B-7110-2378-74793382C84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BEFCE27-D592-0A2B-88E2-1596E94FA83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3E2FE81-620E-6988-BF5A-1C0BBA6ADD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01680-09FA-C245-B71B-2498BEA43FD5}" type="datetime1">
              <a:rPr kumimoji="1" lang="zh-CN" altLang="en-US" smtClean="0"/>
              <a:t>2026/5/7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527B350-D10A-8580-8CA4-C7FBEEE660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B4555A6-0A6C-8809-DFDF-717E5B9C13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774731-12CD-3345-9473-330CE81C7131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10412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C5F75E2-3256-A328-D780-0384F2EDD6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 dirty="0"/>
              <a:t>单击此处编辑母版文本样式</a:t>
            </a:r>
          </a:p>
          <a:p>
            <a:pPr lvl="1"/>
            <a:r>
              <a:rPr kumimoji="1" lang="zh-CN" altLang="en-US" dirty="0"/>
              <a:t>二级</a:t>
            </a:r>
          </a:p>
          <a:p>
            <a:pPr lvl="2"/>
            <a:r>
              <a:rPr kumimoji="1" lang="zh-CN" altLang="en-US" dirty="0"/>
              <a:t>三级</a:t>
            </a:r>
          </a:p>
          <a:p>
            <a:pPr lvl="3"/>
            <a:r>
              <a:rPr kumimoji="1" lang="zh-CN" altLang="en-US" dirty="0"/>
              <a:t>四级</a:t>
            </a:r>
          </a:p>
          <a:p>
            <a:pPr lvl="4"/>
            <a:r>
              <a:rPr kumimoji="1" lang="zh-CN" altLang="en-US" dirty="0"/>
              <a:t>五级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BD6ED219-3E06-CE44-FCB8-C7B2EF9207C3}"/>
              </a:ext>
            </a:extLst>
          </p:cNvPr>
          <p:cNvSpPr/>
          <p:nvPr userDrawn="1"/>
        </p:nvSpPr>
        <p:spPr>
          <a:xfrm>
            <a:off x="0" y="0"/>
            <a:ext cx="12192000" cy="848139"/>
          </a:xfrm>
          <a:prstGeom prst="rect">
            <a:avLst/>
          </a:prstGeom>
          <a:solidFill>
            <a:srgbClr val="01205B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cxnSp>
        <p:nvCxnSpPr>
          <p:cNvPr id="9" name="直线连接符 8">
            <a:extLst>
              <a:ext uri="{FF2B5EF4-FFF2-40B4-BE49-F238E27FC236}">
                <a16:creationId xmlns:a16="http://schemas.microsoft.com/office/drawing/2014/main" id="{455F6DA5-B13C-C1CC-AFE7-41344AEF23CE}"/>
              </a:ext>
            </a:extLst>
          </p:cNvPr>
          <p:cNvCxnSpPr/>
          <p:nvPr userDrawn="1"/>
        </p:nvCxnSpPr>
        <p:spPr>
          <a:xfrm>
            <a:off x="0" y="793795"/>
            <a:ext cx="12192000" cy="0"/>
          </a:xfrm>
          <a:prstGeom prst="line">
            <a:avLst/>
          </a:prstGeom>
          <a:ln w="28575">
            <a:solidFill>
              <a:schemeClr val="tx2">
                <a:lumMod val="75000"/>
                <a:lumOff val="25000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直线连接符 9">
            <a:extLst>
              <a:ext uri="{FF2B5EF4-FFF2-40B4-BE49-F238E27FC236}">
                <a16:creationId xmlns:a16="http://schemas.microsoft.com/office/drawing/2014/main" id="{83C6EBAB-400F-962A-11A4-0813CAD0ABCF}"/>
              </a:ext>
            </a:extLst>
          </p:cNvPr>
          <p:cNvCxnSpPr/>
          <p:nvPr userDrawn="1"/>
        </p:nvCxnSpPr>
        <p:spPr>
          <a:xfrm>
            <a:off x="0" y="69373"/>
            <a:ext cx="12192000" cy="0"/>
          </a:xfrm>
          <a:prstGeom prst="line">
            <a:avLst/>
          </a:prstGeom>
          <a:ln w="28575">
            <a:solidFill>
              <a:schemeClr val="tx2">
                <a:lumMod val="75000"/>
                <a:lumOff val="25000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日期占位符 10">
            <a:extLst>
              <a:ext uri="{FF2B5EF4-FFF2-40B4-BE49-F238E27FC236}">
                <a16:creationId xmlns:a16="http://schemas.microsoft.com/office/drawing/2014/main" id="{29BEFE62-5934-C09E-04B4-194F4810FD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626635-7E09-3740-95F3-E35ACCBA1117}" type="datetime1">
              <a:rPr kumimoji="1" lang="zh-CN" altLang="en-US" smtClean="0"/>
              <a:t>2026/5/7</a:t>
            </a:fld>
            <a:endParaRPr kumimoji="1" lang="zh-CN" altLang="en-US"/>
          </a:p>
        </p:txBody>
      </p:sp>
      <p:sp>
        <p:nvSpPr>
          <p:cNvPr id="12" name="页脚占位符 11">
            <a:extLst>
              <a:ext uri="{FF2B5EF4-FFF2-40B4-BE49-F238E27FC236}">
                <a16:creationId xmlns:a16="http://schemas.microsoft.com/office/drawing/2014/main" id="{AB7BA217-EC8F-D52B-C20A-22804439B4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14" name="标题 13">
            <a:extLst>
              <a:ext uri="{FF2B5EF4-FFF2-40B4-BE49-F238E27FC236}">
                <a16:creationId xmlns:a16="http://schemas.microsoft.com/office/drawing/2014/main" id="{B1589C6F-32AE-0E3F-41FF-913A0C5561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15" name="灯片编号占位符 5">
            <a:extLst>
              <a:ext uri="{FF2B5EF4-FFF2-40B4-BE49-F238E27FC236}">
                <a16:creationId xmlns:a16="http://schemas.microsoft.com/office/drawing/2014/main" id="{98F45991-13FD-5DED-A583-30003DEA99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28967" y="249022"/>
            <a:ext cx="2743200" cy="365125"/>
          </a:xfrm>
        </p:spPr>
        <p:txBody>
          <a:bodyPr/>
          <a:lstStyle>
            <a:lvl1pPr>
              <a:defRPr sz="3200" b="1">
                <a:solidFill>
                  <a:schemeClr val="bg1">
                    <a:lumMod val="85000"/>
                  </a:schemeClr>
                </a:solidFill>
              </a:defRPr>
            </a:lvl1pPr>
          </a:lstStyle>
          <a:p>
            <a:fld id="{1D774731-12CD-3345-9473-330CE81C7131}" type="slidenum">
              <a:rPr kumimoji="1" lang="zh-CN" altLang="en-US" smtClean="0"/>
              <a:pPr/>
              <a:t>‹#›</a:t>
            </a:fld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0050193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DB59EE3-1513-1A75-8E78-B43589810B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CCB47C72-7B05-1679-A4A4-D057C892E1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6E6931B-3D06-149E-E748-D9C896C261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DDB19C-DAB8-D74D-BC31-22E5D69883F3}" type="datetime1">
              <a:rPr kumimoji="1" lang="zh-CN" altLang="en-US" smtClean="0"/>
              <a:t>2026/5/7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2AE7AAF-B3DC-243C-AF04-0A624C41F3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8C4CACF-59CC-FC60-C4E7-89F0038C74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774731-12CD-3345-9473-330CE81C7131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305646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5C0EE29-333A-79E8-85AA-C5D6CB9705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DBAE5E1-2032-F651-6547-FE9C8181B43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54706D40-34A7-655B-4DDF-C8B2866EB28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3273BCD7-5E33-8288-6F54-B4DEEF9A63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682953-CF93-9844-ADEF-980CE5D96CC4}" type="datetime1">
              <a:rPr kumimoji="1" lang="zh-CN" altLang="en-US" smtClean="0"/>
              <a:t>2026/5/7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EAD9058D-B300-81CE-A80F-19718C9172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F46BD6E2-238C-4525-882D-3A3BC3F1B0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774731-12CD-3345-9473-330CE81C7131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2021522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1466B6D-425A-23D7-E8C1-F5FA7D822F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933FE927-83BE-F90F-ADFC-8F2D6D4B44C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9118112-4E79-A9C0-1974-D59115F3156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2EAE24FE-B968-594B-C302-A7023459A8C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A3A5A611-2C82-B440-5A8E-1715C2CA480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D16DB880-1209-D067-4582-5875B3F525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6F1B80-53AF-0A47-9E65-BF1D29900147}" type="datetime1">
              <a:rPr kumimoji="1" lang="zh-CN" altLang="en-US" smtClean="0"/>
              <a:t>2026/5/7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6EADC433-4135-6D94-A222-0868C68673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D5CA2C33-7318-7922-2F5E-FBBF015818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774731-12CD-3345-9473-330CE81C7131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5004693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C035A90-62F9-2868-BFFA-C54EF4CD40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82CE8D32-9299-59CE-2141-D432BDD507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DDA70F-778B-8A43-9048-23D1D255C5A7}" type="datetime1">
              <a:rPr kumimoji="1" lang="zh-CN" altLang="en-US" smtClean="0"/>
              <a:t>2026/5/7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C013517-067F-A9E5-4E8C-35D976B510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0E37B2E6-1DDA-7CC8-46A0-82FD5DA3BB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774731-12CD-3345-9473-330CE81C7131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2050577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942135CE-77CD-5D2D-25DF-B03F6A6559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1F6225-885C-BA41-B315-283201D8FF0F}" type="datetime1">
              <a:rPr kumimoji="1" lang="zh-CN" altLang="en-US" smtClean="0"/>
              <a:t>2026/5/7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7593F944-A1C5-057A-A506-B6795F0D85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F03353A-F86A-CF98-A80B-5C6A9C78F6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774731-12CD-3345-9473-330CE81C7131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9256868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02D8CEE-5C46-113F-ACBA-92FA5E2E88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DA37EE5-7832-99FF-DD09-A2E3F0D7DA1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5B641980-F450-F28E-3085-740C8A09B9F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50242875-44A5-3295-A6B5-E9AA33A59A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BE42BC-06BD-5F43-85AE-BA1D3473DD38}" type="datetime1">
              <a:rPr kumimoji="1" lang="zh-CN" altLang="en-US" smtClean="0"/>
              <a:t>2026/5/7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E0559003-D491-BBEF-CFBE-80EA74E30D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06FE029E-DE54-8CA1-FE8A-87A13C34F5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774731-12CD-3345-9473-330CE81C7131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4797773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F5F948B-A34F-8562-548A-FDA161B017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C5A59764-1DFF-3F17-37FC-B272D5D2DBE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FD2D442A-BA91-6304-641F-15B336FB78B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28B67848-629C-CB0E-CED3-F167FED7E1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AC7D62-61C5-824B-B6ED-1086215FCE1A}" type="datetime1">
              <a:rPr kumimoji="1" lang="zh-CN" altLang="en-US" smtClean="0"/>
              <a:t>2026/5/7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BBC88C82-8E5F-E15E-8D1F-54DDE66A2C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6B5F566B-81D3-0F57-D4C2-BE242F9B3C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774731-12CD-3345-9473-330CE81C7131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8158791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29CF235-655A-19CA-AC06-C9D4F20845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37123E1F-BC7C-545A-5F30-19DD02A6EB3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B937BDE-E9B7-5BF4-AFE2-CC1CFC4F28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1436A1-D0FA-E741-94FE-B6D3BCE2A6FF}" type="datetime1">
              <a:rPr kumimoji="1" lang="zh-CN" altLang="en-US" smtClean="0"/>
              <a:t>2026/5/7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E33DE91-A956-730F-CCEB-BE9050037C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877BDAA-2E5A-EC0D-53F4-A70D4ABC42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774731-12CD-3345-9473-330CE81C7131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1967090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9304199-10D4-91B5-B87F-29813E4A329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FBCE12C5-C6E6-9128-6896-E3AEF3A8B1C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526C28E-0613-4048-AB54-9BC201E125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AA23B3-AB07-5C43-83D8-A5B2FFB70EEA}" type="datetime1">
              <a:rPr kumimoji="1" lang="zh-CN" altLang="en-US" smtClean="0"/>
              <a:t>2026/5/7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A7E87C0-9918-0321-41C6-E4B085819F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62BF11A-0A63-6348-D8E0-4193E05C7A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774731-12CD-3345-9473-330CE81C7131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9305460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BFC76A41-1C9C-BD03-2047-07251B1456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0C7F7A60-12EA-FF55-05D3-2026922D8E2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B8450A6-4FFB-19C5-F67B-A261F264E21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6FF8A90-89A2-284B-B391-471B2DE1C284}" type="datetime1">
              <a:rPr kumimoji="1" lang="zh-CN" altLang="en-US" smtClean="0"/>
              <a:t>2026/5/7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1A4EA32-C857-38F7-F107-21ED3F49EB4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617DE82-074E-A6CC-F188-6A4164EBAD0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D774731-12CD-3345-9473-330CE81C7131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2953738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png"/><Relationship Id="rId5" Type="http://schemas.openxmlformats.org/officeDocument/2006/relationships/image" Target="../media/image17.svg"/><Relationship Id="rId4" Type="http://schemas.openxmlformats.org/officeDocument/2006/relationships/image" Target="../media/image16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svg"/><Relationship Id="rId3" Type="http://schemas.openxmlformats.org/officeDocument/2006/relationships/image" Target="../media/image19.png"/><Relationship Id="rId7" Type="http://schemas.openxmlformats.org/officeDocument/2006/relationships/image" Target="../media/image2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.sv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8.svg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7" Type="http://schemas.openxmlformats.org/officeDocument/2006/relationships/image" Target="../media/image3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2.svg"/><Relationship Id="rId5" Type="http://schemas.openxmlformats.org/officeDocument/2006/relationships/image" Target="../media/image31.png"/><Relationship Id="rId4" Type="http://schemas.openxmlformats.org/officeDocument/2006/relationships/image" Target="../media/image30.sv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17" Type="http://schemas.openxmlformats.org/officeDocument/2006/relationships/tags" Target="../tags/tag117.xml"/><Relationship Id="rId299" Type="http://schemas.openxmlformats.org/officeDocument/2006/relationships/tags" Target="../tags/tag299.xml"/><Relationship Id="rId21" Type="http://schemas.openxmlformats.org/officeDocument/2006/relationships/tags" Target="../tags/tag21.xml"/><Relationship Id="rId63" Type="http://schemas.openxmlformats.org/officeDocument/2006/relationships/tags" Target="../tags/tag63.xml"/><Relationship Id="rId159" Type="http://schemas.openxmlformats.org/officeDocument/2006/relationships/tags" Target="../tags/tag159.xml"/><Relationship Id="rId170" Type="http://schemas.openxmlformats.org/officeDocument/2006/relationships/tags" Target="../tags/tag170.xml"/><Relationship Id="rId226" Type="http://schemas.openxmlformats.org/officeDocument/2006/relationships/tags" Target="../tags/tag226.xml"/><Relationship Id="rId268" Type="http://schemas.openxmlformats.org/officeDocument/2006/relationships/tags" Target="../tags/tag268.xml"/><Relationship Id="rId32" Type="http://schemas.openxmlformats.org/officeDocument/2006/relationships/tags" Target="../tags/tag32.xml"/><Relationship Id="rId74" Type="http://schemas.openxmlformats.org/officeDocument/2006/relationships/tags" Target="../tags/tag74.xml"/><Relationship Id="rId128" Type="http://schemas.openxmlformats.org/officeDocument/2006/relationships/tags" Target="../tags/tag128.xml"/><Relationship Id="rId5" Type="http://schemas.openxmlformats.org/officeDocument/2006/relationships/tags" Target="../tags/tag5.xml"/><Relationship Id="rId181" Type="http://schemas.openxmlformats.org/officeDocument/2006/relationships/tags" Target="../tags/tag181.xml"/><Relationship Id="rId237" Type="http://schemas.openxmlformats.org/officeDocument/2006/relationships/tags" Target="../tags/tag237.xml"/><Relationship Id="rId279" Type="http://schemas.openxmlformats.org/officeDocument/2006/relationships/tags" Target="../tags/tag279.xml"/><Relationship Id="rId43" Type="http://schemas.openxmlformats.org/officeDocument/2006/relationships/tags" Target="../tags/tag43.xml"/><Relationship Id="rId139" Type="http://schemas.openxmlformats.org/officeDocument/2006/relationships/tags" Target="../tags/tag139.xml"/><Relationship Id="rId290" Type="http://schemas.openxmlformats.org/officeDocument/2006/relationships/tags" Target="../tags/tag290.xml"/><Relationship Id="rId304" Type="http://schemas.openxmlformats.org/officeDocument/2006/relationships/tags" Target="../tags/tag304.xml"/><Relationship Id="rId85" Type="http://schemas.openxmlformats.org/officeDocument/2006/relationships/tags" Target="../tags/tag85.xml"/><Relationship Id="rId150" Type="http://schemas.openxmlformats.org/officeDocument/2006/relationships/tags" Target="../tags/tag150.xml"/><Relationship Id="rId192" Type="http://schemas.openxmlformats.org/officeDocument/2006/relationships/tags" Target="../tags/tag192.xml"/><Relationship Id="rId206" Type="http://schemas.openxmlformats.org/officeDocument/2006/relationships/tags" Target="../tags/tag206.xml"/><Relationship Id="rId248" Type="http://schemas.openxmlformats.org/officeDocument/2006/relationships/tags" Target="../tags/tag248.xml"/><Relationship Id="rId12" Type="http://schemas.openxmlformats.org/officeDocument/2006/relationships/tags" Target="../tags/tag12.xml"/><Relationship Id="rId108" Type="http://schemas.openxmlformats.org/officeDocument/2006/relationships/tags" Target="../tags/tag108.xml"/><Relationship Id="rId315" Type="http://schemas.openxmlformats.org/officeDocument/2006/relationships/notesSlide" Target="../notesSlides/notesSlide13.xml"/><Relationship Id="rId54" Type="http://schemas.openxmlformats.org/officeDocument/2006/relationships/tags" Target="../tags/tag54.xml"/><Relationship Id="rId96" Type="http://schemas.openxmlformats.org/officeDocument/2006/relationships/tags" Target="../tags/tag96.xml"/><Relationship Id="rId161" Type="http://schemas.openxmlformats.org/officeDocument/2006/relationships/tags" Target="../tags/tag161.xml"/><Relationship Id="rId217" Type="http://schemas.openxmlformats.org/officeDocument/2006/relationships/tags" Target="../tags/tag217.xml"/><Relationship Id="rId259" Type="http://schemas.openxmlformats.org/officeDocument/2006/relationships/tags" Target="../tags/tag259.xml"/><Relationship Id="rId23" Type="http://schemas.openxmlformats.org/officeDocument/2006/relationships/tags" Target="../tags/tag23.xml"/><Relationship Id="rId119" Type="http://schemas.openxmlformats.org/officeDocument/2006/relationships/tags" Target="../tags/tag119.xml"/><Relationship Id="rId270" Type="http://schemas.openxmlformats.org/officeDocument/2006/relationships/tags" Target="../tags/tag270.xml"/><Relationship Id="rId65" Type="http://schemas.openxmlformats.org/officeDocument/2006/relationships/tags" Target="../tags/tag65.xml"/><Relationship Id="rId130" Type="http://schemas.openxmlformats.org/officeDocument/2006/relationships/tags" Target="../tags/tag130.xml"/><Relationship Id="rId172" Type="http://schemas.openxmlformats.org/officeDocument/2006/relationships/tags" Target="../tags/tag172.xml"/><Relationship Id="rId193" Type="http://schemas.openxmlformats.org/officeDocument/2006/relationships/tags" Target="../tags/tag193.xml"/><Relationship Id="rId207" Type="http://schemas.openxmlformats.org/officeDocument/2006/relationships/tags" Target="../tags/tag207.xml"/><Relationship Id="rId228" Type="http://schemas.openxmlformats.org/officeDocument/2006/relationships/tags" Target="../tags/tag228.xml"/><Relationship Id="rId249" Type="http://schemas.openxmlformats.org/officeDocument/2006/relationships/tags" Target="../tags/tag249.xml"/><Relationship Id="rId13" Type="http://schemas.openxmlformats.org/officeDocument/2006/relationships/tags" Target="../tags/tag13.xml"/><Relationship Id="rId109" Type="http://schemas.openxmlformats.org/officeDocument/2006/relationships/tags" Target="../tags/tag109.xml"/><Relationship Id="rId260" Type="http://schemas.openxmlformats.org/officeDocument/2006/relationships/tags" Target="../tags/tag260.xml"/><Relationship Id="rId281" Type="http://schemas.openxmlformats.org/officeDocument/2006/relationships/tags" Target="../tags/tag281.xml"/><Relationship Id="rId316" Type="http://schemas.openxmlformats.org/officeDocument/2006/relationships/image" Target="../media/image34.png"/><Relationship Id="rId34" Type="http://schemas.openxmlformats.org/officeDocument/2006/relationships/tags" Target="../tags/tag34.xml"/><Relationship Id="rId55" Type="http://schemas.openxmlformats.org/officeDocument/2006/relationships/tags" Target="../tags/tag55.xml"/><Relationship Id="rId76" Type="http://schemas.openxmlformats.org/officeDocument/2006/relationships/tags" Target="../tags/tag76.xml"/><Relationship Id="rId97" Type="http://schemas.openxmlformats.org/officeDocument/2006/relationships/tags" Target="../tags/tag97.xml"/><Relationship Id="rId120" Type="http://schemas.openxmlformats.org/officeDocument/2006/relationships/tags" Target="../tags/tag120.xml"/><Relationship Id="rId141" Type="http://schemas.openxmlformats.org/officeDocument/2006/relationships/tags" Target="../tags/tag141.xml"/><Relationship Id="rId7" Type="http://schemas.openxmlformats.org/officeDocument/2006/relationships/tags" Target="../tags/tag7.xml"/><Relationship Id="rId162" Type="http://schemas.openxmlformats.org/officeDocument/2006/relationships/tags" Target="../tags/tag162.xml"/><Relationship Id="rId183" Type="http://schemas.openxmlformats.org/officeDocument/2006/relationships/tags" Target="../tags/tag183.xml"/><Relationship Id="rId218" Type="http://schemas.openxmlformats.org/officeDocument/2006/relationships/tags" Target="../tags/tag218.xml"/><Relationship Id="rId239" Type="http://schemas.openxmlformats.org/officeDocument/2006/relationships/tags" Target="../tags/tag239.xml"/><Relationship Id="rId250" Type="http://schemas.openxmlformats.org/officeDocument/2006/relationships/tags" Target="../tags/tag250.xml"/><Relationship Id="rId271" Type="http://schemas.openxmlformats.org/officeDocument/2006/relationships/tags" Target="../tags/tag271.xml"/><Relationship Id="rId292" Type="http://schemas.openxmlformats.org/officeDocument/2006/relationships/tags" Target="../tags/tag292.xml"/><Relationship Id="rId306" Type="http://schemas.openxmlformats.org/officeDocument/2006/relationships/tags" Target="../tags/tag306.xml"/><Relationship Id="rId24" Type="http://schemas.openxmlformats.org/officeDocument/2006/relationships/tags" Target="../tags/tag24.xml"/><Relationship Id="rId45" Type="http://schemas.openxmlformats.org/officeDocument/2006/relationships/tags" Target="../tags/tag45.xml"/><Relationship Id="rId66" Type="http://schemas.openxmlformats.org/officeDocument/2006/relationships/tags" Target="../tags/tag66.xml"/><Relationship Id="rId87" Type="http://schemas.openxmlformats.org/officeDocument/2006/relationships/tags" Target="../tags/tag87.xml"/><Relationship Id="rId110" Type="http://schemas.openxmlformats.org/officeDocument/2006/relationships/tags" Target="../tags/tag110.xml"/><Relationship Id="rId131" Type="http://schemas.openxmlformats.org/officeDocument/2006/relationships/tags" Target="../tags/tag131.xml"/><Relationship Id="rId152" Type="http://schemas.openxmlformats.org/officeDocument/2006/relationships/tags" Target="../tags/tag152.xml"/><Relationship Id="rId173" Type="http://schemas.openxmlformats.org/officeDocument/2006/relationships/tags" Target="../tags/tag173.xml"/><Relationship Id="rId194" Type="http://schemas.openxmlformats.org/officeDocument/2006/relationships/tags" Target="../tags/tag194.xml"/><Relationship Id="rId208" Type="http://schemas.openxmlformats.org/officeDocument/2006/relationships/tags" Target="../tags/tag208.xml"/><Relationship Id="rId229" Type="http://schemas.openxmlformats.org/officeDocument/2006/relationships/tags" Target="../tags/tag229.xml"/><Relationship Id="rId240" Type="http://schemas.openxmlformats.org/officeDocument/2006/relationships/tags" Target="../tags/tag240.xml"/><Relationship Id="rId261" Type="http://schemas.openxmlformats.org/officeDocument/2006/relationships/tags" Target="../tags/tag261.xml"/><Relationship Id="rId14" Type="http://schemas.openxmlformats.org/officeDocument/2006/relationships/tags" Target="../tags/tag14.xml"/><Relationship Id="rId35" Type="http://schemas.openxmlformats.org/officeDocument/2006/relationships/tags" Target="../tags/tag35.xml"/><Relationship Id="rId56" Type="http://schemas.openxmlformats.org/officeDocument/2006/relationships/tags" Target="../tags/tag56.xml"/><Relationship Id="rId77" Type="http://schemas.openxmlformats.org/officeDocument/2006/relationships/tags" Target="../tags/tag77.xml"/><Relationship Id="rId100" Type="http://schemas.openxmlformats.org/officeDocument/2006/relationships/tags" Target="../tags/tag100.xml"/><Relationship Id="rId282" Type="http://schemas.openxmlformats.org/officeDocument/2006/relationships/tags" Target="../tags/tag282.xml"/><Relationship Id="rId8" Type="http://schemas.openxmlformats.org/officeDocument/2006/relationships/tags" Target="../tags/tag8.xml"/><Relationship Id="rId98" Type="http://schemas.openxmlformats.org/officeDocument/2006/relationships/tags" Target="../tags/tag98.xml"/><Relationship Id="rId121" Type="http://schemas.openxmlformats.org/officeDocument/2006/relationships/tags" Target="../tags/tag121.xml"/><Relationship Id="rId142" Type="http://schemas.openxmlformats.org/officeDocument/2006/relationships/tags" Target="../tags/tag142.xml"/><Relationship Id="rId163" Type="http://schemas.openxmlformats.org/officeDocument/2006/relationships/tags" Target="../tags/tag163.xml"/><Relationship Id="rId184" Type="http://schemas.openxmlformats.org/officeDocument/2006/relationships/tags" Target="../tags/tag184.xml"/><Relationship Id="rId219" Type="http://schemas.openxmlformats.org/officeDocument/2006/relationships/tags" Target="../tags/tag219.xml"/><Relationship Id="rId230" Type="http://schemas.openxmlformats.org/officeDocument/2006/relationships/tags" Target="../tags/tag230.xml"/><Relationship Id="rId251" Type="http://schemas.openxmlformats.org/officeDocument/2006/relationships/tags" Target="../tags/tag251.xml"/><Relationship Id="rId25" Type="http://schemas.openxmlformats.org/officeDocument/2006/relationships/tags" Target="../tags/tag25.xml"/><Relationship Id="rId46" Type="http://schemas.openxmlformats.org/officeDocument/2006/relationships/tags" Target="../tags/tag46.xml"/><Relationship Id="rId67" Type="http://schemas.openxmlformats.org/officeDocument/2006/relationships/tags" Target="../tags/tag67.xml"/><Relationship Id="rId272" Type="http://schemas.openxmlformats.org/officeDocument/2006/relationships/tags" Target="../tags/tag272.xml"/><Relationship Id="rId293" Type="http://schemas.openxmlformats.org/officeDocument/2006/relationships/tags" Target="../tags/tag293.xml"/><Relationship Id="rId307" Type="http://schemas.openxmlformats.org/officeDocument/2006/relationships/tags" Target="../tags/tag307.xml"/><Relationship Id="rId88" Type="http://schemas.openxmlformats.org/officeDocument/2006/relationships/tags" Target="../tags/tag88.xml"/><Relationship Id="rId111" Type="http://schemas.openxmlformats.org/officeDocument/2006/relationships/tags" Target="../tags/tag111.xml"/><Relationship Id="rId132" Type="http://schemas.openxmlformats.org/officeDocument/2006/relationships/tags" Target="../tags/tag132.xml"/><Relationship Id="rId153" Type="http://schemas.openxmlformats.org/officeDocument/2006/relationships/tags" Target="../tags/tag153.xml"/><Relationship Id="rId174" Type="http://schemas.openxmlformats.org/officeDocument/2006/relationships/tags" Target="../tags/tag174.xml"/><Relationship Id="rId195" Type="http://schemas.openxmlformats.org/officeDocument/2006/relationships/tags" Target="../tags/tag195.xml"/><Relationship Id="rId209" Type="http://schemas.openxmlformats.org/officeDocument/2006/relationships/tags" Target="../tags/tag209.xml"/><Relationship Id="rId220" Type="http://schemas.openxmlformats.org/officeDocument/2006/relationships/tags" Target="../tags/tag220.xml"/><Relationship Id="rId241" Type="http://schemas.openxmlformats.org/officeDocument/2006/relationships/tags" Target="../tags/tag241.xml"/><Relationship Id="rId15" Type="http://schemas.openxmlformats.org/officeDocument/2006/relationships/tags" Target="../tags/tag15.xml"/><Relationship Id="rId36" Type="http://schemas.openxmlformats.org/officeDocument/2006/relationships/tags" Target="../tags/tag36.xml"/><Relationship Id="rId57" Type="http://schemas.openxmlformats.org/officeDocument/2006/relationships/tags" Target="../tags/tag57.xml"/><Relationship Id="rId262" Type="http://schemas.openxmlformats.org/officeDocument/2006/relationships/tags" Target="../tags/tag262.xml"/><Relationship Id="rId283" Type="http://schemas.openxmlformats.org/officeDocument/2006/relationships/tags" Target="../tags/tag283.xml"/><Relationship Id="rId78" Type="http://schemas.openxmlformats.org/officeDocument/2006/relationships/tags" Target="../tags/tag78.xml"/><Relationship Id="rId99" Type="http://schemas.openxmlformats.org/officeDocument/2006/relationships/tags" Target="../tags/tag99.xml"/><Relationship Id="rId101" Type="http://schemas.openxmlformats.org/officeDocument/2006/relationships/tags" Target="../tags/tag101.xml"/><Relationship Id="rId122" Type="http://schemas.openxmlformats.org/officeDocument/2006/relationships/tags" Target="../tags/tag122.xml"/><Relationship Id="rId143" Type="http://schemas.openxmlformats.org/officeDocument/2006/relationships/tags" Target="../tags/tag143.xml"/><Relationship Id="rId164" Type="http://schemas.openxmlformats.org/officeDocument/2006/relationships/tags" Target="../tags/tag164.xml"/><Relationship Id="rId185" Type="http://schemas.openxmlformats.org/officeDocument/2006/relationships/tags" Target="../tags/tag185.xml"/><Relationship Id="rId9" Type="http://schemas.openxmlformats.org/officeDocument/2006/relationships/tags" Target="../tags/tag9.xml"/><Relationship Id="rId210" Type="http://schemas.openxmlformats.org/officeDocument/2006/relationships/tags" Target="../tags/tag210.xml"/><Relationship Id="rId26" Type="http://schemas.openxmlformats.org/officeDocument/2006/relationships/tags" Target="../tags/tag26.xml"/><Relationship Id="rId231" Type="http://schemas.openxmlformats.org/officeDocument/2006/relationships/tags" Target="../tags/tag231.xml"/><Relationship Id="rId252" Type="http://schemas.openxmlformats.org/officeDocument/2006/relationships/tags" Target="../tags/tag252.xml"/><Relationship Id="rId273" Type="http://schemas.openxmlformats.org/officeDocument/2006/relationships/tags" Target="../tags/tag273.xml"/><Relationship Id="rId294" Type="http://schemas.openxmlformats.org/officeDocument/2006/relationships/tags" Target="../tags/tag294.xml"/><Relationship Id="rId308" Type="http://schemas.openxmlformats.org/officeDocument/2006/relationships/tags" Target="../tags/tag308.xml"/><Relationship Id="rId47" Type="http://schemas.openxmlformats.org/officeDocument/2006/relationships/tags" Target="../tags/tag47.xml"/><Relationship Id="rId68" Type="http://schemas.openxmlformats.org/officeDocument/2006/relationships/tags" Target="../tags/tag68.xml"/><Relationship Id="rId89" Type="http://schemas.openxmlformats.org/officeDocument/2006/relationships/tags" Target="../tags/tag89.xml"/><Relationship Id="rId112" Type="http://schemas.openxmlformats.org/officeDocument/2006/relationships/tags" Target="../tags/tag112.xml"/><Relationship Id="rId133" Type="http://schemas.openxmlformats.org/officeDocument/2006/relationships/tags" Target="../tags/tag133.xml"/><Relationship Id="rId154" Type="http://schemas.openxmlformats.org/officeDocument/2006/relationships/tags" Target="../tags/tag154.xml"/><Relationship Id="rId175" Type="http://schemas.openxmlformats.org/officeDocument/2006/relationships/tags" Target="../tags/tag175.xml"/><Relationship Id="rId196" Type="http://schemas.openxmlformats.org/officeDocument/2006/relationships/tags" Target="../tags/tag196.xml"/><Relationship Id="rId200" Type="http://schemas.openxmlformats.org/officeDocument/2006/relationships/tags" Target="../tags/tag200.xml"/><Relationship Id="rId16" Type="http://schemas.openxmlformats.org/officeDocument/2006/relationships/tags" Target="../tags/tag16.xml"/><Relationship Id="rId221" Type="http://schemas.openxmlformats.org/officeDocument/2006/relationships/tags" Target="../tags/tag221.xml"/><Relationship Id="rId242" Type="http://schemas.openxmlformats.org/officeDocument/2006/relationships/tags" Target="../tags/tag242.xml"/><Relationship Id="rId263" Type="http://schemas.openxmlformats.org/officeDocument/2006/relationships/tags" Target="../tags/tag263.xml"/><Relationship Id="rId284" Type="http://schemas.openxmlformats.org/officeDocument/2006/relationships/tags" Target="../tags/tag284.xml"/><Relationship Id="rId37" Type="http://schemas.openxmlformats.org/officeDocument/2006/relationships/tags" Target="../tags/tag37.xml"/><Relationship Id="rId58" Type="http://schemas.openxmlformats.org/officeDocument/2006/relationships/tags" Target="../tags/tag58.xml"/><Relationship Id="rId79" Type="http://schemas.openxmlformats.org/officeDocument/2006/relationships/tags" Target="../tags/tag79.xml"/><Relationship Id="rId102" Type="http://schemas.openxmlformats.org/officeDocument/2006/relationships/tags" Target="../tags/tag102.xml"/><Relationship Id="rId123" Type="http://schemas.openxmlformats.org/officeDocument/2006/relationships/tags" Target="../tags/tag123.xml"/><Relationship Id="rId144" Type="http://schemas.openxmlformats.org/officeDocument/2006/relationships/tags" Target="../tags/tag144.xml"/><Relationship Id="rId90" Type="http://schemas.openxmlformats.org/officeDocument/2006/relationships/tags" Target="../tags/tag90.xml"/><Relationship Id="rId165" Type="http://schemas.openxmlformats.org/officeDocument/2006/relationships/tags" Target="../tags/tag165.xml"/><Relationship Id="rId186" Type="http://schemas.openxmlformats.org/officeDocument/2006/relationships/tags" Target="../tags/tag186.xml"/><Relationship Id="rId211" Type="http://schemas.openxmlformats.org/officeDocument/2006/relationships/tags" Target="../tags/tag211.xml"/><Relationship Id="rId232" Type="http://schemas.openxmlformats.org/officeDocument/2006/relationships/tags" Target="../tags/tag232.xml"/><Relationship Id="rId253" Type="http://schemas.openxmlformats.org/officeDocument/2006/relationships/tags" Target="../tags/tag253.xml"/><Relationship Id="rId274" Type="http://schemas.openxmlformats.org/officeDocument/2006/relationships/tags" Target="../tags/tag274.xml"/><Relationship Id="rId295" Type="http://schemas.openxmlformats.org/officeDocument/2006/relationships/tags" Target="../tags/tag295.xml"/><Relationship Id="rId309" Type="http://schemas.openxmlformats.org/officeDocument/2006/relationships/tags" Target="../tags/tag309.xml"/><Relationship Id="rId27" Type="http://schemas.openxmlformats.org/officeDocument/2006/relationships/tags" Target="../tags/tag27.xml"/><Relationship Id="rId48" Type="http://schemas.openxmlformats.org/officeDocument/2006/relationships/tags" Target="../tags/tag48.xml"/><Relationship Id="rId69" Type="http://schemas.openxmlformats.org/officeDocument/2006/relationships/tags" Target="../tags/tag69.xml"/><Relationship Id="rId113" Type="http://schemas.openxmlformats.org/officeDocument/2006/relationships/tags" Target="../tags/tag113.xml"/><Relationship Id="rId134" Type="http://schemas.openxmlformats.org/officeDocument/2006/relationships/tags" Target="../tags/tag134.xml"/><Relationship Id="rId80" Type="http://schemas.openxmlformats.org/officeDocument/2006/relationships/tags" Target="../tags/tag80.xml"/><Relationship Id="rId155" Type="http://schemas.openxmlformats.org/officeDocument/2006/relationships/tags" Target="../tags/tag155.xml"/><Relationship Id="rId176" Type="http://schemas.openxmlformats.org/officeDocument/2006/relationships/tags" Target="../tags/tag176.xml"/><Relationship Id="rId197" Type="http://schemas.openxmlformats.org/officeDocument/2006/relationships/tags" Target="../tags/tag197.xml"/><Relationship Id="rId201" Type="http://schemas.openxmlformats.org/officeDocument/2006/relationships/tags" Target="../tags/tag201.xml"/><Relationship Id="rId222" Type="http://schemas.openxmlformats.org/officeDocument/2006/relationships/tags" Target="../tags/tag222.xml"/><Relationship Id="rId243" Type="http://schemas.openxmlformats.org/officeDocument/2006/relationships/tags" Target="../tags/tag243.xml"/><Relationship Id="rId264" Type="http://schemas.openxmlformats.org/officeDocument/2006/relationships/tags" Target="../tags/tag264.xml"/><Relationship Id="rId285" Type="http://schemas.openxmlformats.org/officeDocument/2006/relationships/tags" Target="../tags/tag285.xml"/><Relationship Id="rId17" Type="http://schemas.openxmlformats.org/officeDocument/2006/relationships/tags" Target="../tags/tag17.xml"/><Relationship Id="rId38" Type="http://schemas.openxmlformats.org/officeDocument/2006/relationships/tags" Target="../tags/tag38.xml"/><Relationship Id="rId59" Type="http://schemas.openxmlformats.org/officeDocument/2006/relationships/tags" Target="../tags/tag59.xml"/><Relationship Id="rId103" Type="http://schemas.openxmlformats.org/officeDocument/2006/relationships/tags" Target="../tags/tag103.xml"/><Relationship Id="rId124" Type="http://schemas.openxmlformats.org/officeDocument/2006/relationships/tags" Target="../tags/tag124.xml"/><Relationship Id="rId310" Type="http://schemas.openxmlformats.org/officeDocument/2006/relationships/tags" Target="../tags/tag310.xml"/><Relationship Id="rId70" Type="http://schemas.openxmlformats.org/officeDocument/2006/relationships/tags" Target="../tags/tag70.xml"/><Relationship Id="rId91" Type="http://schemas.openxmlformats.org/officeDocument/2006/relationships/tags" Target="../tags/tag91.xml"/><Relationship Id="rId145" Type="http://schemas.openxmlformats.org/officeDocument/2006/relationships/tags" Target="../tags/tag145.xml"/><Relationship Id="rId166" Type="http://schemas.openxmlformats.org/officeDocument/2006/relationships/tags" Target="../tags/tag166.xml"/><Relationship Id="rId187" Type="http://schemas.openxmlformats.org/officeDocument/2006/relationships/tags" Target="../tags/tag187.xml"/><Relationship Id="rId1" Type="http://schemas.openxmlformats.org/officeDocument/2006/relationships/tags" Target="../tags/tag1.xml"/><Relationship Id="rId212" Type="http://schemas.openxmlformats.org/officeDocument/2006/relationships/tags" Target="../tags/tag212.xml"/><Relationship Id="rId233" Type="http://schemas.openxmlformats.org/officeDocument/2006/relationships/tags" Target="../tags/tag233.xml"/><Relationship Id="rId254" Type="http://schemas.openxmlformats.org/officeDocument/2006/relationships/tags" Target="../tags/tag254.xml"/><Relationship Id="rId28" Type="http://schemas.openxmlformats.org/officeDocument/2006/relationships/tags" Target="../tags/tag28.xml"/><Relationship Id="rId49" Type="http://schemas.openxmlformats.org/officeDocument/2006/relationships/tags" Target="../tags/tag49.xml"/><Relationship Id="rId114" Type="http://schemas.openxmlformats.org/officeDocument/2006/relationships/tags" Target="../tags/tag114.xml"/><Relationship Id="rId275" Type="http://schemas.openxmlformats.org/officeDocument/2006/relationships/tags" Target="../tags/tag275.xml"/><Relationship Id="rId296" Type="http://schemas.openxmlformats.org/officeDocument/2006/relationships/tags" Target="../tags/tag296.xml"/><Relationship Id="rId300" Type="http://schemas.openxmlformats.org/officeDocument/2006/relationships/tags" Target="../tags/tag300.xml"/><Relationship Id="rId60" Type="http://schemas.openxmlformats.org/officeDocument/2006/relationships/tags" Target="../tags/tag60.xml"/><Relationship Id="rId81" Type="http://schemas.openxmlformats.org/officeDocument/2006/relationships/tags" Target="../tags/tag81.xml"/><Relationship Id="rId135" Type="http://schemas.openxmlformats.org/officeDocument/2006/relationships/tags" Target="../tags/tag135.xml"/><Relationship Id="rId156" Type="http://schemas.openxmlformats.org/officeDocument/2006/relationships/tags" Target="../tags/tag156.xml"/><Relationship Id="rId177" Type="http://schemas.openxmlformats.org/officeDocument/2006/relationships/tags" Target="../tags/tag177.xml"/><Relationship Id="rId198" Type="http://schemas.openxmlformats.org/officeDocument/2006/relationships/tags" Target="../tags/tag198.xml"/><Relationship Id="rId202" Type="http://schemas.openxmlformats.org/officeDocument/2006/relationships/tags" Target="../tags/tag202.xml"/><Relationship Id="rId223" Type="http://schemas.openxmlformats.org/officeDocument/2006/relationships/tags" Target="../tags/tag223.xml"/><Relationship Id="rId244" Type="http://schemas.openxmlformats.org/officeDocument/2006/relationships/tags" Target="../tags/tag244.xml"/><Relationship Id="rId18" Type="http://schemas.openxmlformats.org/officeDocument/2006/relationships/tags" Target="../tags/tag18.xml"/><Relationship Id="rId39" Type="http://schemas.openxmlformats.org/officeDocument/2006/relationships/tags" Target="../tags/tag39.xml"/><Relationship Id="rId265" Type="http://schemas.openxmlformats.org/officeDocument/2006/relationships/tags" Target="../tags/tag265.xml"/><Relationship Id="rId286" Type="http://schemas.openxmlformats.org/officeDocument/2006/relationships/tags" Target="../tags/tag286.xml"/><Relationship Id="rId50" Type="http://schemas.openxmlformats.org/officeDocument/2006/relationships/tags" Target="../tags/tag50.xml"/><Relationship Id="rId104" Type="http://schemas.openxmlformats.org/officeDocument/2006/relationships/tags" Target="../tags/tag104.xml"/><Relationship Id="rId125" Type="http://schemas.openxmlformats.org/officeDocument/2006/relationships/tags" Target="../tags/tag125.xml"/><Relationship Id="rId146" Type="http://schemas.openxmlformats.org/officeDocument/2006/relationships/tags" Target="../tags/tag146.xml"/><Relationship Id="rId167" Type="http://schemas.openxmlformats.org/officeDocument/2006/relationships/tags" Target="../tags/tag167.xml"/><Relationship Id="rId188" Type="http://schemas.openxmlformats.org/officeDocument/2006/relationships/tags" Target="../tags/tag188.xml"/><Relationship Id="rId311" Type="http://schemas.openxmlformats.org/officeDocument/2006/relationships/tags" Target="../tags/tag311.xml"/><Relationship Id="rId71" Type="http://schemas.openxmlformats.org/officeDocument/2006/relationships/tags" Target="../tags/tag71.xml"/><Relationship Id="rId92" Type="http://schemas.openxmlformats.org/officeDocument/2006/relationships/tags" Target="../tags/tag92.xml"/><Relationship Id="rId213" Type="http://schemas.openxmlformats.org/officeDocument/2006/relationships/tags" Target="../tags/tag213.xml"/><Relationship Id="rId234" Type="http://schemas.openxmlformats.org/officeDocument/2006/relationships/tags" Target="../tags/tag234.xml"/><Relationship Id="rId2" Type="http://schemas.openxmlformats.org/officeDocument/2006/relationships/tags" Target="../tags/tag2.xml"/><Relationship Id="rId29" Type="http://schemas.openxmlformats.org/officeDocument/2006/relationships/tags" Target="../tags/tag29.xml"/><Relationship Id="rId255" Type="http://schemas.openxmlformats.org/officeDocument/2006/relationships/tags" Target="../tags/tag255.xml"/><Relationship Id="rId276" Type="http://schemas.openxmlformats.org/officeDocument/2006/relationships/tags" Target="../tags/tag276.xml"/><Relationship Id="rId297" Type="http://schemas.openxmlformats.org/officeDocument/2006/relationships/tags" Target="../tags/tag297.xml"/><Relationship Id="rId40" Type="http://schemas.openxmlformats.org/officeDocument/2006/relationships/tags" Target="../tags/tag40.xml"/><Relationship Id="rId115" Type="http://schemas.openxmlformats.org/officeDocument/2006/relationships/tags" Target="../tags/tag115.xml"/><Relationship Id="rId136" Type="http://schemas.openxmlformats.org/officeDocument/2006/relationships/tags" Target="../tags/tag136.xml"/><Relationship Id="rId157" Type="http://schemas.openxmlformats.org/officeDocument/2006/relationships/tags" Target="../tags/tag157.xml"/><Relationship Id="rId178" Type="http://schemas.openxmlformats.org/officeDocument/2006/relationships/tags" Target="../tags/tag178.xml"/><Relationship Id="rId301" Type="http://schemas.openxmlformats.org/officeDocument/2006/relationships/tags" Target="../tags/tag301.xml"/><Relationship Id="rId61" Type="http://schemas.openxmlformats.org/officeDocument/2006/relationships/tags" Target="../tags/tag61.xml"/><Relationship Id="rId82" Type="http://schemas.openxmlformats.org/officeDocument/2006/relationships/tags" Target="../tags/tag82.xml"/><Relationship Id="rId199" Type="http://schemas.openxmlformats.org/officeDocument/2006/relationships/tags" Target="../tags/tag199.xml"/><Relationship Id="rId203" Type="http://schemas.openxmlformats.org/officeDocument/2006/relationships/tags" Target="../tags/tag203.xml"/><Relationship Id="rId19" Type="http://schemas.openxmlformats.org/officeDocument/2006/relationships/tags" Target="../tags/tag19.xml"/><Relationship Id="rId224" Type="http://schemas.openxmlformats.org/officeDocument/2006/relationships/tags" Target="../tags/tag224.xml"/><Relationship Id="rId245" Type="http://schemas.openxmlformats.org/officeDocument/2006/relationships/tags" Target="../tags/tag245.xml"/><Relationship Id="rId266" Type="http://schemas.openxmlformats.org/officeDocument/2006/relationships/tags" Target="../tags/tag266.xml"/><Relationship Id="rId287" Type="http://schemas.openxmlformats.org/officeDocument/2006/relationships/tags" Target="../tags/tag287.xml"/><Relationship Id="rId30" Type="http://schemas.openxmlformats.org/officeDocument/2006/relationships/tags" Target="../tags/tag30.xml"/><Relationship Id="rId105" Type="http://schemas.openxmlformats.org/officeDocument/2006/relationships/tags" Target="../tags/tag105.xml"/><Relationship Id="rId126" Type="http://schemas.openxmlformats.org/officeDocument/2006/relationships/tags" Target="../tags/tag126.xml"/><Relationship Id="rId147" Type="http://schemas.openxmlformats.org/officeDocument/2006/relationships/tags" Target="../tags/tag147.xml"/><Relationship Id="rId168" Type="http://schemas.openxmlformats.org/officeDocument/2006/relationships/tags" Target="../tags/tag168.xml"/><Relationship Id="rId312" Type="http://schemas.openxmlformats.org/officeDocument/2006/relationships/tags" Target="../tags/tag312.xml"/><Relationship Id="rId51" Type="http://schemas.openxmlformats.org/officeDocument/2006/relationships/tags" Target="../tags/tag51.xml"/><Relationship Id="rId72" Type="http://schemas.openxmlformats.org/officeDocument/2006/relationships/tags" Target="../tags/tag72.xml"/><Relationship Id="rId93" Type="http://schemas.openxmlformats.org/officeDocument/2006/relationships/tags" Target="../tags/tag93.xml"/><Relationship Id="rId189" Type="http://schemas.openxmlformats.org/officeDocument/2006/relationships/tags" Target="../tags/tag189.xml"/><Relationship Id="rId3" Type="http://schemas.openxmlformats.org/officeDocument/2006/relationships/tags" Target="../tags/tag3.xml"/><Relationship Id="rId214" Type="http://schemas.openxmlformats.org/officeDocument/2006/relationships/tags" Target="../tags/tag214.xml"/><Relationship Id="rId235" Type="http://schemas.openxmlformats.org/officeDocument/2006/relationships/tags" Target="../tags/tag235.xml"/><Relationship Id="rId256" Type="http://schemas.openxmlformats.org/officeDocument/2006/relationships/tags" Target="../tags/tag256.xml"/><Relationship Id="rId277" Type="http://schemas.openxmlformats.org/officeDocument/2006/relationships/tags" Target="../tags/tag277.xml"/><Relationship Id="rId298" Type="http://schemas.openxmlformats.org/officeDocument/2006/relationships/tags" Target="../tags/tag298.xml"/><Relationship Id="rId116" Type="http://schemas.openxmlformats.org/officeDocument/2006/relationships/tags" Target="../tags/tag116.xml"/><Relationship Id="rId137" Type="http://schemas.openxmlformats.org/officeDocument/2006/relationships/tags" Target="../tags/tag137.xml"/><Relationship Id="rId158" Type="http://schemas.openxmlformats.org/officeDocument/2006/relationships/tags" Target="../tags/tag158.xml"/><Relationship Id="rId302" Type="http://schemas.openxmlformats.org/officeDocument/2006/relationships/tags" Target="../tags/tag302.xml"/><Relationship Id="rId20" Type="http://schemas.openxmlformats.org/officeDocument/2006/relationships/tags" Target="../tags/tag20.xml"/><Relationship Id="rId41" Type="http://schemas.openxmlformats.org/officeDocument/2006/relationships/tags" Target="../tags/tag41.xml"/><Relationship Id="rId62" Type="http://schemas.openxmlformats.org/officeDocument/2006/relationships/tags" Target="../tags/tag62.xml"/><Relationship Id="rId83" Type="http://schemas.openxmlformats.org/officeDocument/2006/relationships/tags" Target="../tags/tag83.xml"/><Relationship Id="rId179" Type="http://schemas.openxmlformats.org/officeDocument/2006/relationships/tags" Target="../tags/tag179.xml"/><Relationship Id="rId190" Type="http://schemas.openxmlformats.org/officeDocument/2006/relationships/tags" Target="../tags/tag190.xml"/><Relationship Id="rId204" Type="http://schemas.openxmlformats.org/officeDocument/2006/relationships/tags" Target="../tags/tag204.xml"/><Relationship Id="rId225" Type="http://schemas.openxmlformats.org/officeDocument/2006/relationships/tags" Target="../tags/tag225.xml"/><Relationship Id="rId246" Type="http://schemas.openxmlformats.org/officeDocument/2006/relationships/tags" Target="../tags/tag246.xml"/><Relationship Id="rId267" Type="http://schemas.openxmlformats.org/officeDocument/2006/relationships/tags" Target="../tags/tag267.xml"/><Relationship Id="rId288" Type="http://schemas.openxmlformats.org/officeDocument/2006/relationships/tags" Target="../tags/tag288.xml"/><Relationship Id="rId106" Type="http://schemas.openxmlformats.org/officeDocument/2006/relationships/tags" Target="../tags/tag106.xml"/><Relationship Id="rId127" Type="http://schemas.openxmlformats.org/officeDocument/2006/relationships/tags" Target="../tags/tag127.xml"/><Relationship Id="rId313" Type="http://schemas.openxmlformats.org/officeDocument/2006/relationships/tags" Target="../tags/tag313.xml"/><Relationship Id="rId10" Type="http://schemas.openxmlformats.org/officeDocument/2006/relationships/tags" Target="../tags/tag10.xml"/><Relationship Id="rId31" Type="http://schemas.openxmlformats.org/officeDocument/2006/relationships/tags" Target="../tags/tag31.xml"/><Relationship Id="rId52" Type="http://schemas.openxmlformats.org/officeDocument/2006/relationships/tags" Target="../tags/tag52.xml"/><Relationship Id="rId73" Type="http://schemas.openxmlformats.org/officeDocument/2006/relationships/tags" Target="../tags/tag73.xml"/><Relationship Id="rId94" Type="http://schemas.openxmlformats.org/officeDocument/2006/relationships/tags" Target="../tags/tag94.xml"/><Relationship Id="rId148" Type="http://schemas.openxmlformats.org/officeDocument/2006/relationships/tags" Target="../tags/tag148.xml"/><Relationship Id="rId169" Type="http://schemas.openxmlformats.org/officeDocument/2006/relationships/tags" Target="../tags/tag169.xml"/><Relationship Id="rId4" Type="http://schemas.openxmlformats.org/officeDocument/2006/relationships/tags" Target="../tags/tag4.xml"/><Relationship Id="rId180" Type="http://schemas.openxmlformats.org/officeDocument/2006/relationships/tags" Target="../tags/tag180.xml"/><Relationship Id="rId215" Type="http://schemas.openxmlformats.org/officeDocument/2006/relationships/tags" Target="../tags/tag215.xml"/><Relationship Id="rId236" Type="http://schemas.openxmlformats.org/officeDocument/2006/relationships/tags" Target="../tags/tag236.xml"/><Relationship Id="rId257" Type="http://schemas.openxmlformats.org/officeDocument/2006/relationships/tags" Target="../tags/tag257.xml"/><Relationship Id="rId278" Type="http://schemas.openxmlformats.org/officeDocument/2006/relationships/tags" Target="../tags/tag278.xml"/><Relationship Id="rId303" Type="http://schemas.openxmlformats.org/officeDocument/2006/relationships/tags" Target="../tags/tag303.xml"/><Relationship Id="rId42" Type="http://schemas.openxmlformats.org/officeDocument/2006/relationships/tags" Target="../tags/tag42.xml"/><Relationship Id="rId84" Type="http://schemas.openxmlformats.org/officeDocument/2006/relationships/tags" Target="../tags/tag84.xml"/><Relationship Id="rId138" Type="http://schemas.openxmlformats.org/officeDocument/2006/relationships/tags" Target="../tags/tag138.xml"/><Relationship Id="rId191" Type="http://schemas.openxmlformats.org/officeDocument/2006/relationships/tags" Target="../tags/tag191.xml"/><Relationship Id="rId205" Type="http://schemas.openxmlformats.org/officeDocument/2006/relationships/tags" Target="../tags/tag205.xml"/><Relationship Id="rId247" Type="http://schemas.openxmlformats.org/officeDocument/2006/relationships/tags" Target="../tags/tag247.xml"/><Relationship Id="rId107" Type="http://schemas.openxmlformats.org/officeDocument/2006/relationships/tags" Target="../tags/tag107.xml"/><Relationship Id="rId289" Type="http://schemas.openxmlformats.org/officeDocument/2006/relationships/tags" Target="../tags/tag289.xml"/><Relationship Id="rId11" Type="http://schemas.openxmlformats.org/officeDocument/2006/relationships/tags" Target="../tags/tag11.xml"/><Relationship Id="rId53" Type="http://schemas.openxmlformats.org/officeDocument/2006/relationships/tags" Target="../tags/tag53.xml"/><Relationship Id="rId149" Type="http://schemas.openxmlformats.org/officeDocument/2006/relationships/tags" Target="../tags/tag149.xml"/><Relationship Id="rId314" Type="http://schemas.openxmlformats.org/officeDocument/2006/relationships/slideLayout" Target="../slideLayouts/slideLayout2.xml"/><Relationship Id="rId95" Type="http://schemas.openxmlformats.org/officeDocument/2006/relationships/tags" Target="../tags/tag95.xml"/><Relationship Id="rId160" Type="http://schemas.openxmlformats.org/officeDocument/2006/relationships/tags" Target="../tags/tag160.xml"/><Relationship Id="rId216" Type="http://schemas.openxmlformats.org/officeDocument/2006/relationships/tags" Target="../tags/tag216.xml"/><Relationship Id="rId258" Type="http://schemas.openxmlformats.org/officeDocument/2006/relationships/tags" Target="../tags/tag258.xml"/><Relationship Id="rId22" Type="http://schemas.openxmlformats.org/officeDocument/2006/relationships/tags" Target="../tags/tag22.xml"/><Relationship Id="rId64" Type="http://schemas.openxmlformats.org/officeDocument/2006/relationships/tags" Target="../tags/tag64.xml"/><Relationship Id="rId118" Type="http://schemas.openxmlformats.org/officeDocument/2006/relationships/tags" Target="../tags/tag118.xml"/><Relationship Id="rId171" Type="http://schemas.openxmlformats.org/officeDocument/2006/relationships/tags" Target="../tags/tag171.xml"/><Relationship Id="rId227" Type="http://schemas.openxmlformats.org/officeDocument/2006/relationships/tags" Target="../tags/tag227.xml"/><Relationship Id="rId269" Type="http://schemas.openxmlformats.org/officeDocument/2006/relationships/tags" Target="../tags/tag269.xml"/><Relationship Id="rId33" Type="http://schemas.openxmlformats.org/officeDocument/2006/relationships/tags" Target="../tags/tag33.xml"/><Relationship Id="rId129" Type="http://schemas.openxmlformats.org/officeDocument/2006/relationships/tags" Target="../tags/tag129.xml"/><Relationship Id="rId280" Type="http://schemas.openxmlformats.org/officeDocument/2006/relationships/tags" Target="../tags/tag280.xml"/><Relationship Id="rId75" Type="http://schemas.openxmlformats.org/officeDocument/2006/relationships/tags" Target="../tags/tag75.xml"/><Relationship Id="rId140" Type="http://schemas.openxmlformats.org/officeDocument/2006/relationships/tags" Target="../tags/tag140.xml"/><Relationship Id="rId182" Type="http://schemas.openxmlformats.org/officeDocument/2006/relationships/tags" Target="../tags/tag182.xml"/><Relationship Id="rId6" Type="http://schemas.openxmlformats.org/officeDocument/2006/relationships/tags" Target="../tags/tag6.xml"/><Relationship Id="rId238" Type="http://schemas.openxmlformats.org/officeDocument/2006/relationships/tags" Target="../tags/tag238.xml"/><Relationship Id="rId291" Type="http://schemas.openxmlformats.org/officeDocument/2006/relationships/tags" Target="../tags/tag291.xml"/><Relationship Id="rId305" Type="http://schemas.openxmlformats.org/officeDocument/2006/relationships/tags" Target="../tags/tag305.xml"/><Relationship Id="rId44" Type="http://schemas.openxmlformats.org/officeDocument/2006/relationships/tags" Target="../tags/tag44.xml"/><Relationship Id="rId86" Type="http://schemas.openxmlformats.org/officeDocument/2006/relationships/tags" Target="../tags/tag86.xml"/><Relationship Id="rId151" Type="http://schemas.openxmlformats.org/officeDocument/2006/relationships/tags" Target="../tags/tag151.xml"/></Relationships>
</file>

<file path=ppt/slides/_rels/slide14.xml.rels><?xml version="1.0" encoding="UTF-8" standalone="yes"?>
<Relationships xmlns="http://schemas.openxmlformats.org/package/2006/relationships"><Relationship Id="rId117" Type="http://schemas.openxmlformats.org/officeDocument/2006/relationships/tags" Target="../tags/tag430.xml"/><Relationship Id="rId21" Type="http://schemas.openxmlformats.org/officeDocument/2006/relationships/tags" Target="../tags/tag334.xml"/><Relationship Id="rId63" Type="http://schemas.openxmlformats.org/officeDocument/2006/relationships/tags" Target="../tags/tag376.xml"/><Relationship Id="rId159" Type="http://schemas.openxmlformats.org/officeDocument/2006/relationships/tags" Target="../tags/tag472.xml"/><Relationship Id="rId170" Type="http://schemas.openxmlformats.org/officeDocument/2006/relationships/tags" Target="../tags/tag483.xml"/><Relationship Id="rId226" Type="http://schemas.openxmlformats.org/officeDocument/2006/relationships/tags" Target="../tags/tag539.xml"/><Relationship Id="rId268" Type="http://schemas.openxmlformats.org/officeDocument/2006/relationships/tags" Target="../tags/tag581.xml"/><Relationship Id="rId32" Type="http://schemas.openxmlformats.org/officeDocument/2006/relationships/tags" Target="../tags/tag345.xml"/><Relationship Id="rId74" Type="http://schemas.openxmlformats.org/officeDocument/2006/relationships/tags" Target="../tags/tag387.xml"/><Relationship Id="rId128" Type="http://schemas.openxmlformats.org/officeDocument/2006/relationships/tags" Target="../tags/tag441.xml"/><Relationship Id="rId5" Type="http://schemas.openxmlformats.org/officeDocument/2006/relationships/tags" Target="../tags/tag318.xml"/><Relationship Id="rId95" Type="http://schemas.openxmlformats.org/officeDocument/2006/relationships/tags" Target="../tags/tag408.xml"/><Relationship Id="rId160" Type="http://schemas.openxmlformats.org/officeDocument/2006/relationships/tags" Target="../tags/tag473.xml"/><Relationship Id="rId181" Type="http://schemas.openxmlformats.org/officeDocument/2006/relationships/tags" Target="../tags/tag494.xml"/><Relationship Id="rId216" Type="http://schemas.openxmlformats.org/officeDocument/2006/relationships/tags" Target="../tags/tag529.xml"/><Relationship Id="rId237" Type="http://schemas.openxmlformats.org/officeDocument/2006/relationships/tags" Target="../tags/tag550.xml"/><Relationship Id="rId258" Type="http://schemas.openxmlformats.org/officeDocument/2006/relationships/tags" Target="../tags/tag571.xml"/><Relationship Id="rId22" Type="http://schemas.openxmlformats.org/officeDocument/2006/relationships/tags" Target="../tags/tag335.xml"/><Relationship Id="rId43" Type="http://schemas.openxmlformats.org/officeDocument/2006/relationships/tags" Target="../tags/tag356.xml"/><Relationship Id="rId64" Type="http://schemas.openxmlformats.org/officeDocument/2006/relationships/tags" Target="../tags/tag377.xml"/><Relationship Id="rId118" Type="http://schemas.openxmlformats.org/officeDocument/2006/relationships/tags" Target="../tags/tag431.xml"/><Relationship Id="rId139" Type="http://schemas.openxmlformats.org/officeDocument/2006/relationships/tags" Target="../tags/tag452.xml"/><Relationship Id="rId85" Type="http://schemas.openxmlformats.org/officeDocument/2006/relationships/tags" Target="../tags/tag398.xml"/><Relationship Id="rId150" Type="http://schemas.openxmlformats.org/officeDocument/2006/relationships/tags" Target="../tags/tag463.xml"/><Relationship Id="rId171" Type="http://schemas.openxmlformats.org/officeDocument/2006/relationships/tags" Target="../tags/tag484.xml"/><Relationship Id="rId192" Type="http://schemas.openxmlformats.org/officeDocument/2006/relationships/tags" Target="../tags/tag505.xml"/><Relationship Id="rId206" Type="http://schemas.openxmlformats.org/officeDocument/2006/relationships/tags" Target="../tags/tag519.xml"/><Relationship Id="rId227" Type="http://schemas.openxmlformats.org/officeDocument/2006/relationships/tags" Target="../tags/tag540.xml"/><Relationship Id="rId248" Type="http://schemas.openxmlformats.org/officeDocument/2006/relationships/tags" Target="../tags/tag561.xml"/><Relationship Id="rId269" Type="http://schemas.openxmlformats.org/officeDocument/2006/relationships/tags" Target="../tags/tag582.xml"/><Relationship Id="rId12" Type="http://schemas.openxmlformats.org/officeDocument/2006/relationships/tags" Target="../tags/tag325.xml"/><Relationship Id="rId33" Type="http://schemas.openxmlformats.org/officeDocument/2006/relationships/tags" Target="../tags/tag346.xml"/><Relationship Id="rId108" Type="http://schemas.openxmlformats.org/officeDocument/2006/relationships/tags" Target="../tags/tag421.xml"/><Relationship Id="rId129" Type="http://schemas.openxmlformats.org/officeDocument/2006/relationships/tags" Target="../tags/tag442.xml"/><Relationship Id="rId54" Type="http://schemas.openxmlformats.org/officeDocument/2006/relationships/tags" Target="../tags/tag367.xml"/><Relationship Id="rId75" Type="http://schemas.openxmlformats.org/officeDocument/2006/relationships/tags" Target="../tags/tag388.xml"/><Relationship Id="rId96" Type="http://schemas.openxmlformats.org/officeDocument/2006/relationships/tags" Target="../tags/tag409.xml"/><Relationship Id="rId140" Type="http://schemas.openxmlformats.org/officeDocument/2006/relationships/tags" Target="../tags/tag453.xml"/><Relationship Id="rId161" Type="http://schemas.openxmlformats.org/officeDocument/2006/relationships/tags" Target="../tags/tag474.xml"/><Relationship Id="rId182" Type="http://schemas.openxmlformats.org/officeDocument/2006/relationships/tags" Target="../tags/tag495.xml"/><Relationship Id="rId217" Type="http://schemas.openxmlformats.org/officeDocument/2006/relationships/tags" Target="../tags/tag530.xml"/><Relationship Id="rId6" Type="http://schemas.openxmlformats.org/officeDocument/2006/relationships/tags" Target="../tags/tag319.xml"/><Relationship Id="rId238" Type="http://schemas.openxmlformats.org/officeDocument/2006/relationships/tags" Target="../tags/tag551.xml"/><Relationship Id="rId259" Type="http://schemas.openxmlformats.org/officeDocument/2006/relationships/tags" Target="../tags/tag572.xml"/><Relationship Id="rId23" Type="http://schemas.openxmlformats.org/officeDocument/2006/relationships/tags" Target="../tags/tag336.xml"/><Relationship Id="rId119" Type="http://schemas.openxmlformats.org/officeDocument/2006/relationships/tags" Target="../tags/tag432.xml"/><Relationship Id="rId270" Type="http://schemas.openxmlformats.org/officeDocument/2006/relationships/tags" Target="../tags/tag583.xml"/><Relationship Id="rId44" Type="http://schemas.openxmlformats.org/officeDocument/2006/relationships/tags" Target="../tags/tag357.xml"/><Relationship Id="rId65" Type="http://schemas.openxmlformats.org/officeDocument/2006/relationships/tags" Target="../tags/tag378.xml"/><Relationship Id="rId86" Type="http://schemas.openxmlformats.org/officeDocument/2006/relationships/tags" Target="../tags/tag399.xml"/><Relationship Id="rId130" Type="http://schemas.openxmlformats.org/officeDocument/2006/relationships/tags" Target="../tags/tag443.xml"/><Relationship Id="rId151" Type="http://schemas.openxmlformats.org/officeDocument/2006/relationships/tags" Target="../tags/tag464.xml"/><Relationship Id="rId172" Type="http://schemas.openxmlformats.org/officeDocument/2006/relationships/tags" Target="../tags/tag485.xml"/><Relationship Id="rId193" Type="http://schemas.openxmlformats.org/officeDocument/2006/relationships/tags" Target="../tags/tag506.xml"/><Relationship Id="rId207" Type="http://schemas.openxmlformats.org/officeDocument/2006/relationships/tags" Target="../tags/tag520.xml"/><Relationship Id="rId228" Type="http://schemas.openxmlformats.org/officeDocument/2006/relationships/tags" Target="../tags/tag541.xml"/><Relationship Id="rId249" Type="http://schemas.openxmlformats.org/officeDocument/2006/relationships/tags" Target="../tags/tag562.xml"/><Relationship Id="rId13" Type="http://schemas.openxmlformats.org/officeDocument/2006/relationships/tags" Target="../tags/tag326.xml"/><Relationship Id="rId109" Type="http://schemas.openxmlformats.org/officeDocument/2006/relationships/tags" Target="../tags/tag422.xml"/><Relationship Id="rId260" Type="http://schemas.openxmlformats.org/officeDocument/2006/relationships/tags" Target="../tags/tag573.xml"/><Relationship Id="rId34" Type="http://schemas.openxmlformats.org/officeDocument/2006/relationships/tags" Target="../tags/tag347.xml"/><Relationship Id="rId55" Type="http://schemas.openxmlformats.org/officeDocument/2006/relationships/tags" Target="../tags/tag368.xml"/><Relationship Id="rId76" Type="http://schemas.openxmlformats.org/officeDocument/2006/relationships/tags" Target="../tags/tag389.xml"/><Relationship Id="rId97" Type="http://schemas.openxmlformats.org/officeDocument/2006/relationships/tags" Target="../tags/tag410.xml"/><Relationship Id="rId120" Type="http://schemas.openxmlformats.org/officeDocument/2006/relationships/tags" Target="../tags/tag433.xml"/><Relationship Id="rId141" Type="http://schemas.openxmlformats.org/officeDocument/2006/relationships/tags" Target="../tags/tag454.xml"/><Relationship Id="rId7" Type="http://schemas.openxmlformats.org/officeDocument/2006/relationships/tags" Target="../tags/tag320.xml"/><Relationship Id="rId162" Type="http://schemas.openxmlformats.org/officeDocument/2006/relationships/tags" Target="../tags/tag475.xml"/><Relationship Id="rId183" Type="http://schemas.openxmlformats.org/officeDocument/2006/relationships/tags" Target="../tags/tag496.xml"/><Relationship Id="rId218" Type="http://schemas.openxmlformats.org/officeDocument/2006/relationships/tags" Target="../tags/tag531.xml"/><Relationship Id="rId239" Type="http://schemas.openxmlformats.org/officeDocument/2006/relationships/tags" Target="../tags/tag552.xml"/><Relationship Id="rId250" Type="http://schemas.openxmlformats.org/officeDocument/2006/relationships/tags" Target="../tags/tag563.xml"/><Relationship Id="rId271" Type="http://schemas.openxmlformats.org/officeDocument/2006/relationships/slideLayout" Target="../slideLayouts/slideLayout2.xml"/><Relationship Id="rId24" Type="http://schemas.openxmlformats.org/officeDocument/2006/relationships/tags" Target="../tags/tag337.xml"/><Relationship Id="rId45" Type="http://schemas.openxmlformats.org/officeDocument/2006/relationships/tags" Target="../tags/tag358.xml"/><Relationship Id="rId66" Type="http://schemas.openxmlformats.org/officeDocument/2006/relationships/tags" Target="../tags/tag379.xml"/><Relationship Id="rId87" Type="http://schemas.openxmlformats.org/officeDocument/2006/relationships/tags" Target="../tags/tag400.xml"/><Relationship Id="rId110" Type="http://schemas.openxmlformats.org/officeDocument/2006/relationships/tags" Target="../tags/tag423.xml"/><Relationship Id="rId131" Type="http://schemas.openxmlformats.org/officeDocument/2006/relationships/tags" Target="../tags/tag444.xml"/><Relationship Id="rId152" Type="http://schemas.openxmlformats.org/officeDocument/2006/relationships/tags" Target="../tags/tag465.xml"/><Relationship Id="rId173" Type="http://schemas.openxmlformats.org/officeDocument/2006/relationships/tags" Target="../tags/tag486.xml"/><Relationship Id="rId194" Type="http://schemas.openxmlformats.org/officeDocument/2006/relationships/tags" Target="../tags/tag507.xml"/><Relationship Id="rId208" Type="http://schemas.openxmlformats.org/officeDocument/2006/relationships/tags" Target="../tags/tag521.xml"/><Relationship Id="rId229" Type="http://schemas.openxmlformats.org/officeDocument/2006/relationships/tags" Target="../tags/tag542.xml"/><Relationship Id="rId240" Type="http://schemas.openxmlformats.org/officeDocument/2006/relationships/tags" Target="../tags/tag553.xml"/><Relationship Id="rId261" Type="http://schemas.openxmlformats.org/officeDocument/2006/relationships/tags" Target="../tags/tag574.xml"/><Relationship Id="rId14" Type="http://schemas.openxmlformats.org/officeDocument/2006/relationships/tags" Target="../tags/tag327.xml"/><Relationship Id="rId35" Type="http://schemas.openxmlformats.org/officeDocument/2006/relationships/tags" Target="../tags/tag348.xml"/><Relationship Id="rId56" Type="http://schemas.openxmlformats.org/officeDocument/2006/relationships/tags" Target="../tags/tag369.xml"/><Relationship Id="rId77" Type="http://schemas.openxmlformats.org/officeDocument/2006/relationships/tags" Target="../tags/tag390.xml"/><Relationship Id="rId100" Type="http://schemas.openxmlformats.org/officeDocument/2006/relationships/tags" Target="../tags/tag413.xml"/><Relationship Id="rId8" Type="http://schemas.openxmlformats.org/officeDocument/2006/relationships/tags" Target="../tags/tag321.xml"/><Relationship Id="rId98" Type="http://schemas.openxmlformats.org/officeDocument/2006/relationships/tags" Target="../tags/tag411.xml"/><Relationship Id="rId121" Type="http://schemas.openxmlformats.org/officeDocument/2006/relationships/tags" Target="../tags/tag434.xml"/><Relationship Id="rId142" Type="http://schemas.openxmlformats.org/officeDocument/2006/relationships/tags" Target="../tags/tag455.xml"/><Relationship Id="rId163" Type="http://schemas.openxmlformats.org/officeDocument/2006/relationships/tags" Target="../tags/tag476.xml"/><Relationship Id="rId184" Type="http://schemas.openxmlformats.org/officeDocument/2006/relationships/tags" Target="../tags/tag497.xml"/><Relationship Id="rId219" Type="http://schemas.openxmlformats.org/officeDocument/2006/relationships/tags" Target="../tags/tag532.xml"/><Relationship Id="rId230" Type="http://schemas.openxmlformats.org/officeDocument/2006/relationships/tags" Target="../tags/tag543.xml"/><Relationship Id="rId251" Type="http://schemas.openxmlformats.org/officeDocument/2006/relationships/tags" Target="../tags/tag564.xml"/><Relationship Id="rId25" Type="http://schemas.openxmlformats.org/officeDocument/2006/relationships/tags" Target="../tags/tag338.xml"/><Relationship Id="rId46" Type="http://schemas.openxmlformats.org/officeDocument/2006/relationships/tags" Target="../tags/tag359.xml"/><Relationship Id="rId67" Type="http://schemas.openxmlformats.org/officeDocument/2006/relationships/tags" Target="../tags/tag380.xml"/><Relationship Id="rId272" Type="http://schemas.openxmlformats.org/officeDocument/2006/relationships/notesSlide" Target="../notesSlides/notesSlide14.xml"/><Relationship Id="rId88" Type="http://schemas.openxmlformats.org/officeDocument/2006/relationships/tags" Target="../tags/tag401.xml"/><Relationship Id="rId111" Type="http://schemas.openxmlformats.org/officeDocument/2006/relationships/tags" Target="../tags/tag424.xml"/><Relationship Id="rId132" Type="http://schemas.openxmlformats.org/officeDocument/2006/relationships/tags" Target="../tags/tag445.xml"/><Relationship Id="rId153" Type="http://schemas.openxmlformats.org/officeDocument/2006/relationships/tags" Target="../tags/tag466.xml"/><Relationship Id="rId174" Type="http://schemas.openxmlformats.org/officeDocument/2006/relationships/tags" Target="../tags/tag487.xml"/><Relationship Id="rId195" Type="http://schemas.openxmlformats.org/officeDocument/2006/relationships/tags" Target="../tags/tag508.xml"/><Relationship Id="rId209" Type="http://schemas.openxmlformats.org/officeDocument/2006/relationships/tags" Target="../tags/tag522.xml"/><Relationship Id="rId220" Type="http://schemas.openxmlformats.org/officeDocument/2006/relationships/tags" Target="../tags/tag533.xml"/><Relationship Id="rId241" Type="http://schemas.openxmlformats.org/officeDocument/2006/relationships/tags" Target="../tags/tag554.xml"/><Relationship Id="rId15" Type="http://schemas.openxmlformats.org/officeDocument/2006/relationships/tags" Target="../tags/tag328.xml"/><Relationship Id="rId36" Type="http://schemas.openxmlformats.org/officeDocument/2006/relationships/tags" Target="../tags/tag349.xml"/><Relationship Id="rId57" Type="http://schemas.openxmlformats.org/officeDocument/2006/relationships/tags" Target="../tags/tag370.xml"/><Relationship Id="rId262" Type="http://schemas.openxmlformats.org/officeDocument/2006/relationships/tags" Target="../tags/tag575.xml"/><Relationship Id="rId78" Type="http://schemas.openxmlformats.org/officeDocument/2006/relationships/tags" Target="../tags/tag391.xml"/><Relationship Id="rId99" Type="http://schemas.openxmlformats.org/officeDocument/2006/relationships/tags" Target="../tags/tag412.xml"/><Relationship Id="rId101" Type="http://schemas.openxmlformats.org/officeDocument/2006/relationships/tags" Target="../tags/tag414.xml"/><Relationship Id="rId122" Type="http://schemas.openxmlformats.org/officeDocument/2006/relationships/tags" Target="../tags/tag435.xml"/><Relationship Id="rId143" Type="http://schemas.openxmlformats.org/officeDocument/2006/relationships/tags" Target="../tags/tag456.xml"/><Relationship Id="rId164" Type="http://schemas.openxmlformats.org/officeDocument/2006/relationships/tags" Target="../tags/tag477.xml"/><Relationship Id="rId185" Type="http://schemas.openxmlformats.org/officeDocument/2006/relationships/tags" Target="../tags/tag498.xml"/><Relationship Id="rId9" Type="http://schemas.openxmlformats.org/officeDocument/2006/relationships/tags" Target="../tags/tag322.xml"/><Relationship Id="rId210" Type="http://schemas.openxmlformats.org/officeDocument/2006/relationships/tags" Target="../tags/tag523.xml"/><Relationship Id="rId26" Type="http://schemas.openxmlformats.org/officeDocument/2006/relationships/tags" Target="../tags/tag339.xml"/><Relationship Id="rId231" Type="http://schemas.openxmlformats.org/officeDocument/2006/relationships/tags" Target="../tags/tag544.xml"/><Relationship Id="rId252" Type="http://schemas.openxmlformats.org/officeDocument/2006/relationships/tags" Target="../tags/tag565.xml"/><Relationship Id="rId273" Type="http://schemas.openxmlformats.org/officeDocument/2006/relationships/image" Target="../media/image35.png"/><Relationship Id="rId47" Type="http://schemas.openxmlformats.org/officeDocument/2006/relationships/tags" Target="../tags/tag360.xml"/><Relationship Id="rId68" Type="http://schemas.openxmlformats.org/officeDocument/2006/relationships/tags" Target="../tags/tag381.xml"/><Relationship Id="rId89" Type="http://schemas.openxmlformats.org/officeDocument/2006/relationships/tags" Target="../tags/tag402.xml"/><Relationship Id="rId112" Type="http://schemas.openxmlformats.org/officeDocument/2006/relationships/tags" Target="../tags/tag425.xml"/><Relationship Id="rId133" Type="http://schemas.openxmlformats.org/officeDocument/2006/relationships/tags" Target="../tags/tag446.xml"/><Relationship Id="rId154" Type="http://schemas.openxmlformats.org/officeDocument/2006/relationships/tags" Target="../tags/tag467.xml"/><Relationship Id="rId175" Type="http://schemas.openxmlformats.org/officeDocument/2006/relationships/tags" Target="../tags/tag488.xml"/><Relationship Id="rId196" Type="http://schemas.openxmlformats.org/officeDocument/2006/relationships/tags" Target="../tags/tag509.xml"/><Relationship Id="rId200" Type="http://schemas.openxmlformats.org/officeDocument/2006/relationships/tags" Target="../tags/tag513.xml"/><Relationship Id="rId16" Type="http://schemas.openxmlformats.org/officeDocument/2006/relationships/tags" Target="../tags/tag329.xml"/><Relationship Id="rId221" Type="http://schemas.openxmlformats.org/officeDocument/2006/relationships/tags" Target="../tags/tag534.xml"/><Relationship Id="rId242" Type="http://schemas.openxmlformats.org/officeDocument/2006/relationships/tags" Target="../tags/tag555.xml"/><Relationship Id="rId263" Type="http://schemas.openxmlformats.org/officeDocument/2006/relationships/tags" Target="../tags/tag576.xml"/><Relationship Id="rId37" Type="http://schemas.openxmlformats.org/officeDocument/2006/relationships/tags" Target="../tags/tag350.xml"/><Relationship Id="rId58" Type="http://schemas.openxmlformats.org/officeDocument/2006/relationships/tags" Target="../tags/tag371.xml"/><Relationship Id="rId79" Type="http://schemas.openxmlformats.org/officeDocument/2006/relationships/tags" Target="../tags/tag392.xml"/><Relationship Id="rId102" Type="http://schemas.openxmlformats.org/officeDocument/2006/relationships/tags" Target="../tags/tag415.xml"/><Relationship Id="rId123" Type="http://schemas.openxmlformats.org/officeDocument/2006/relationships/tags" Target="../tags/tag436.xml"/><Relationship Id="rId144" Type="http://schemas.openxmlformats.org/officeDocument/2006/relationships/tags" Target="../tags/tag457.xml"/><Relationship Id="rId90" Type="http://schemas.openxmlformats.org/officeDocument/2006/relationships/tags" Target="../tags/tag403.xml"/><Relationship Id="rId165" Type="http://schemas.openxmlformats.org/officeDocument/2006/relationships/tags" Target="../tags/tag478.xml"/><Relationship Id="rId186" Type="http://schemas.openxmlformats.org/officeDocument/2006/relationships/tags" Target="../tags/tag499.xml"/><Relationship Id="rId211" Type="http://schemas.openxmlformats.org/officeDocument/2006/relationships/tags" Target="../tags/tag524.xml"/><Relationship Id="rId232" Type="http://schemas.openxmlformats.org/officeDocument/2006/relationships/tags" Target="../tags/tag545.xml"/><Relationship Id="rId253" Type="http://schemas.openxmlformats.org/officeDocument/2006/relationships/tags" Target="../tags/tag566.xml"/><Relationship Id="rId274" Type="http://schemas.openxmlformats.org/officeDocument/2006/relationships/image" Target="../media/image36.png"/><Relationship Id="rId27" Type="http://schemas.openxmlformats.org/officeDocument/2006/relationships/tags" Target="../tags/tag340.xml"/><Relationship Id="rId48" Type="http://schemas.openxmlformats.org/officeDocument/2006/relationships/tags" Target="../tags/tag361.xml"/><Relationship Id="rId69" Type="http://schemas.openxmlformats.org/officeDocument/2006/relationships/tags" Target="../tags/tag382.xml"/><Relationship Id="rId113" Type="http://schemas.openxmlformats.org/officeDocument/2006/relationships/tags" Target="../tags/tag426.xml"/><Relationship Id="rId134" Type="http://schemas.openxmlformats.org/officeDocument/2006/relationships/tags" Target="../tags/tag447.xml"/><Relationship Id="rId80" Type="http://schemas.openxmlformats.org/officeDocument/2006/relationships/tags" Target="../tags/tag393.xml"/><Relationship Id="rId155" Type="http://schemas.openxmlformats.org/officeDocument/2006/relationships/tags" Target="../tags/tag468.xml"/><Relationship Id="rId176" Type="http://schemas.openxmlformats.org/officeDocument/2006/relationships/tags" Target="../tags/tag489.xml"/><Relationship Id="rId197" Type="http://schemas.openxmlformats.org/officeDocument/2006/relationships/tags" Target="../tags/tag510.xml"/><Relationship Id="rId201" Type="http://schemas.openxmlformats.org/officeDocument/2006/relationships/tags" Target="../tags/tag514.xml"/><Relationship Id="rId222" Type="http://schemas.openxmlformats.org/officeDocument/2006/relationships/tags" Target="../tags/tag535.xml"/><Relationship Id="rId243" Type="http://schemas.openxmlformats.org/officeDocument/2006/relationships/tags" Target="../tags/tag556.xml"/><Relationship Id="rId264" Type="http://schemas.openxmlformats.org/officeDocument/2006/relationships/tags" Target="../tags/tag577.xml"/><Relationship Id="rId17" Type="http://schemas.openxmlformats.org/officeDocument/2006/relationships/tags" Target="../tags/tag330.xml"/><Relationship Id="rId38" Type="http://schemas.openxmlformats.org/officeDocument/2006/relationships/tags" Target="../tags/tag351.xml"/><Relationship Id="rId59" Type="http://schemas.openxmlformats.org/officeDocument/2006/relationships/tags" Target="../tags/tag372.xml"/><Relationship Id="rId103" Type="http://schemas.openxmlformats.org/officeDocument/2006/relationships/tags" Target="../tags/tag416.xml"/><Relationship Id="rId124" Type="http://schemas.openxmlformats.org/officeDocument/2006/relationships/tags" Target="../tags/tag437.xml"/><Relationship Id="rId70" Type="http://schemas.openxmlformats.org/officeDocument/2006/relationships/tags" Target="../tags/tag383.xml"/><Relationship Id="rId91" Type="http://schemas.openxmlformats.org/officeDocument/2006/relationships/tags" Target="../tags/tag404.xml"/><Relationship Id="rId145" Type="http://schemas.openxmlformats.org/officeDocument/2006/relationships/tags" Target="../tags/tag458.xml"/><Relationship Id="rId166" Type="http://schemas.openxmlformats.org/officeDocument/2006/relationships/tags" Target="../tags/tag479.xml"/><Relationship Id="rId187" Type="http://schemas.openxmlformats.org/officeDocument/2006/relationships/tags" Target="../tags/tag500.xml"/><Relationship Id="rId1" Type="http://schemas.openxmlformats.org/officeDocument/2006/relationships/tags" Target="../tags/tag314.xml"/><Relationship Id="rId212" Type="http://schemas.openxmlformats.org/officeDocument/2006/relationships/tags" Target="../tags/tag525.xml"/><Relationship Id="rId233" Type="http://schemas.openxmlformats.org/officeDocument/2006/relationships/tags" Target="../tags/tag546.xml"/><Relationship Id="rId254" Type="http://schemas.openxmlformats.org/officeDocument/2006/relationships/tags" Target="../tags/tag567.xml"/><Relationship Id="rId28" Type="http://schemas.openxmlformats.org/officeDocument/2006/relationships/tags" Target="../tags/tag341.xml"/><Relationship Id="rId49" Type="http://schemas.openxmlformats.org/officeDocument/2006/relationships/tags" Target="../tags/tag362.xml"/><Relationship Id="rId114" Type="http://schemas.openxmlformats.org/officeDocument/2006/relationships/tags" Target="../tags/tag427.xml"/><Relationship Id="rId60" Type="http://schemas.openxmlformats.org/officeDocument/2006/relationships/tags" Target="../tags/tag373.xml"/><Relationship Id="rId81" Type="http://schemas.openxmlformats.org/officeDocument/2006/relationships/tags" Target="../tags/tag394.xml"/><Relationship Id="rId135" Type="http://schemas.openxmlformats.org/officeDocument/2006/relationships/tags" Target="../tags/tag448.xml"/><Relationship Id="rId156" Type="http://schemas.openxmlformats.org/officeDocument/2006/relationships/tags" Target="../tags/tag469.xml"/><Relationship Id="rId177" Type="http://schemas.openxmlformats.org/officeDocument/2006/relationships/tags" Target="../tags/tag490.xml"/><Relationship Id="rId198" Type="http://schemas.openxmlformats.org/officeDocument/2006/relationships/tags" Target="../tags/tag511.xml"/><Relationship Id="rId202" Type="http://schemas.openxmlformats.org/officeDocument/2006/relationships/tags" Target="../tags/tag515.xml"/><Relationship Id="rId223" Type="http://schemas.openxmlformats.org/officeDocument/2006/relationships/tags" Target="../tags/tag536.xml"/><Relationship Id="rId244" Type="http://schemas.openxmlformats.org/officeDocument/2006/relationships/tags" Target="../tags/tag557.xml"/><Relationship Id="rId18" Type="http://schemas.openxmlformats.org/officeDocument/2006/relationships/tags" Target="../tags/tag331.xml"/><Relationship Id="rId39" Type="http://schemas.openxmlformats.org/officeDocument/2006/relationships/tags" Target="../tags/tag352.xml"/><Relationship Id="rId265" Type="http://schemas.openxmlformats.org/officeDocument/2006/relationships/tags" Target="../tags/tag578.xml"/><Relationship Id="rId50" Type="http://schemas.openxmlformats.org/officeDocument/2006/relationships/tags" Target="../tags/tag363.xml"/><Relationship Id="rId104" Type="http://schemas.openxmlformats.org/officeDocument/2006/relationships/tags" Target="../tags/tag417.xml"/><Relationship Id="rId125" Type="http://schemas.openxmlformats.org/officeDocument/2006/relationships/tags" Target="../tags/tag438.xml"/><Relationship Id="rId146" Type="http://schemas.openxmlformats.org/officeDocument/2006/relationships/tags" Target="../tags/tag459.xml"/><Relationship Id="rId167" Type="http://schemas.openxmlformats.org/officeDocument/2006/relationships/tags" Target="../tags/tag480.xml"/><Relationship Id="rId188" Type="http://schemas.openxmlformats.org/officeDocument/2006/relationships/tags" Target="../tags/tag501.xml"/><Relationship Id="rId71" Type="http://schemas.openxmlformats.org/officeDocument/2006/relationships/tags" Target="../tags/tag384.xml"/><Relationship Id="rId92" Type="http://schemas.openxmlformats.org/officeDocument/2006/relationships/tags" Target="../tags/tag405.xml"/><Relationship Id="rId213" Type="http://schemas.openxmlformats.org/officeDocument/2006/relationships/tags" Target="../tags/tag526.xml"/><Relationship Id="rId234" Type="http://schemas.openxmlformats.org/officeDocument/2006/relationships/tags" Target="../tags/tag547.xml"/><Relationship Id="rId2" Type="http://schemas.openxmlformats.org/officeDocument/2006/relationships/tags" Target="../tags/tag315.xml"/><Relationship Id="rId29" Type="http://schemas.openxmlformats.org/officeDocument/2006/relationships/tags" Target="../tags/tag342.xml"/><Relationship Id="rId255" Type="http://schemas.openxmlformats.org/officeDocument/2006/relationships/tags" Target="../tags/tag568.xml"/><Relationship Id="rId40" Type="http://schemas.openxmlformats.org/officeDocument/2006/relationships/tags" Target="../tags/tag353.xml"/><Relationship Id="rId115" Type="http://schemas.openxmlformats.org/officeDocument/2006/relationships/tags" Target="../tags/tag428.xml"/><Relationship Id="rId136" Type="http://schemas.openxmlformats.org/officeDocument/2006/relationships/tags" Target="../tags/tag449.xml"/><Relationship Id="rId157" Type="http://schemas.openxmlformats.org/officeDocument/2006/relationships/tags" Target="../tags/tag470.xml"/><Relationship Id="rId178" Type="http://schemas.openxmlformats.org/officeDocument/2006/relationships/tags" Target="../tags/tag491.xml"/><Relationship Id="rId61" Type="http://schemas.openxmlformats.org/officeDocument/2006/relationships/tags" Target="../tags/tag374.xml"/><Relationship Id="rId82" Type="http://schemas.openxmlformats.org/officeDocument/2006/relationships/tags" Target="../tags/tag395.xml"/><Relationship Id="rId199" Type="http://schemas.openxmlformats.org/officeDocument/2006/relationships/tags" Target="../tags/tag512.xml"/><Relationship Id="rId203" Type="http://schemas.openxmlformats.org/officeDocument/2006/relationships/tags" Target="../tags/tag516.xml"/><Relationship Id="rId19" Type="http://schemas.openxmlformats.org/officeDocument/2006/relationships/tags" Target="../tags/tag332.xml"/><Relationship Id="rId224" Type="http://schemas.openxmlformats.org/officeDocument/2006/relationships/tags" Target="../tags/tag537.xml"/><Relationship Id="rId245" Type="http://schemas.openxmlformats.org/officeDocument/2006/relationships/tags" Target="../tags/tag558.xml"/><Relationship Id="rId266" Type="http://schemas.openxmlformats.org/officeDocument/2006/relationships/tags" Target="../tags/tag579.xml"/><Relationship Id="rId30" Type="http://schemas.openxmlformats.org/officeDocument/2006/relationships/tags" Target="../tags/tag343.xml"/><Relationship Id="rId105" Type="http://schemas.openxmlformats.org/officeDocument/2006/relationships/tags" Target="../tags/tag418.xml"/><Relationship Id="rId126" Type="http://schemas.openxmlformats.org/officeDocument/2006/relationships/tags" Target="../tags/tag439.xml"/><Relationship Id="rId147" Type="http://schemas.openxmlformats.org/officeDocument/2006/relationships/tags" Target="../tags/tag460.xml"/><Relationship Id="rId168" Type="http://schemas.openxmlformats.org/officeDocument/2006/relationships/tags" Target="../tags/tag481.xml"/><Relationship Id="rId51" Type="http://schemas.openxmlformats.org/officeDocument/2006/relationships/tags" Target="../tags/tag364.xml"/><Relationship Id="rId72" Type="http://schemas.openxmlformats.org/officeDocument/2006/relationships/tags" Target="../tags/tag385.xml"/><Relationship Id="rId93" Type="http://schemas.openxmlformats.org/officeDocument/2006/relationships/tags" Target="../tags/tag406.xml"/><Relationship Id="rId189" Type="http://schemas.openxmlformats.org/officeDocument/2006/relationships/tags" Target="../tags/tag502.xml"/><Relationship Id="rId3" Type="http://schemas.openxmlformats.org/officeDocument/2006/relationships/tags" Target="../tags/tag316.xml"/><Relationship Id="rId214" Type="http://schemas.openxmlformats.org/officeDocument/2006/relationships/tags" Target="../tags/tag527.xml"/><Relationship Id="rId235" Type="http://schemas.openxmlformats.org/officeDocument/2006/relationships/tags" Target="../tags/tag548.xml"/><Relationship Id="rId256" Type="http://schemas.openxmlformats.org/officeDocument/2006/relationships/tags" Target="../tags/tag569.xml"/><Relationship Id="rId116" Type="http://schemas.openxmlformats.org/officeDocument/2006/relationships/tags" Target="../tags/tag429.xml"/><Relationship Id="rId137" Type="http://schemas.openxmlformats.org/officeDocument/2006/relationships/tags" Target="../tags/tag450.xml"/><Relationship Id="rId158" Type="http://schemas.openxmlformats.org/officeDocument/2006/relationships/tags" Target="../tags/tag471.xml"/><Relationship Id="rId20" Type="http://schemas.openxmlformats.org/officeDocument/2006/relationships/tags" Target="../tags/tag333.xml"/><Relationship Id="rId41" Type="http://schemas.openxmlformats.org/officeDocument/2006/relationships/tags" Target="../tags/tag354.xml"/><Relationship Id="rId62" Type="http://schemas.openxmlformats.org/officeDocument/2006/relationships/tags" Target="../tags/tag375.xml"/><Relationship Id="rId83" Type="http://schemas.openxmlformats.org/officeDocument/2006/relationships/tags" Target="../tags/tag396.xml"/><Relationship Id="rId179" Type="http://schemas.openxmlformats.org/officeDocument/2006/relationships/tags" Target="../tags/tag492.xml"/><Relationship Id="rId190" Type="http://schemas.openxmlformats.org/officeDocument/2006/relationships/tags" Target="../tags/tag503.xml"/><Relationship Id="rId204" Type="http://schemas.openxmlformats.org/officeDocument/2006/relationships/tags" Target="../tags/tag517.xml"/><Relationship Id="rId225" Type="http://schemas.openxmlformats.org/officeDocument/2006/relationships/tags" Target="../tags/tag538.xml"/><Relationship Id="rId246" Type="http://schemas.openxmlformats.org/officeDocument/2006/relationships/tags" Target="../tags/tag559.xml"/><Relationship Id="rId267" Type="http://schemas.openxmlformats.org/officeDocument/2006/relationships/tags" Target="../tags/tag580.xml"/><Relationship Id="rId106" Type="http://schemas.openxmlformats.org/officeDocument/2006/relationships/tags" Target="../tags/tag419.xml"/><Relationship Id="rId127" Type="http://schemas.openxmlformats.org/officeDocument/2006/relationships/tags" Target="../tags/tag440.xml"/><Relationship Id="rId10" Type="http://schemas.openxmlformats.org/officeDocument/2006/relationships/tags" Target="../tags/tag323.xml"/><Relationship Id="rId31" Type="http://schemas.openxmlformats.org/officeDocument/2006/relationships/tags" Target="../tags/tag344.xml"/><Relationship Id="rId52" Type="http://schemas.openxmlformats.org/officeDocument/2006/relationships/tags" Target="../tags/tag365.xml"/><Relationship Id="rId73" Type="http://schemas.openxmlformats.org/officeDocument/2006/relationships/tags" Target="../tags/tag386.xml"/><Relationship Id="rId94" Type="http://schemas.openxmlformats.org/officeDocument/2006/relationships/tags" Target="../tags/tag407.xml"/><Relationship Id="rId148" Type="http://schemas.openxmlformats.org/officeDocument/2006/relationships/tags" Target="../tags/tag461.xml"/><Relationship Id="rId169" Type="http://schemas.openxmlformats.org/officeDocument/2006/relationships/tags" Target="../tags/tag482.xml"/><Relationship Id="rId4" Type="http://schemas.openxmlformats.org/officeDocument/2006/relationships/tags" Target="../tags/tag317.xml"/><Relationship Id="rId180" Type="http://schemas.openxmlformats.org/officeDocument/2006/relationships/tags" Target="../tags/tag493.xml"/><Relationship Id="rId215" Type="http://schemas.openxmlformats.org/officeDocument/2006/relationships/tags" Target="../tags/tag528.xml"/><Relationship Id="rId236" Type="http://schemas.openxmlformats.org/officeDocument/2006/relationships/tags" Target="../tags/tag549.xml"/><Relationship Id="rId257" Type="http://schemas.openxmlformats.org/officeDocument/2006/relationships/tags" Target="../tags/tag570.xml"/><Relationship Id="rId42" Type="http://schemas.openxmlformats.org/officeDocument/2006/relationships/tags" Target="../tags/tag355.xml"/><Relationship Id="rId84" Type="http://schemas.openxmlformats.org/officeDocument/2006/relationships/tags" Target="../tags/tag397.xml"/><Relationship Id="rId138" Type="http://schemas.openxmlformats.org/officeDocument/2006/relationships/tags" Target="../tags/tag451.xml"/><Relationship Id="rId191" Type="http://schemas.openxmlformats.org/officeDocument/2006/relationships/tags" Target="../tags/tag504.xml"/><Relationship Id="rId205" Type="http://schemas.openxmlformats.org/officeDocument/2006/relationships/tags" Target="../tags/tag518.xml"/><Relationship Id="rId247" Type="http://schemas.openxmlformats.org/officeDocument/2006/relationships/tags" Target="../tags/tag560.xml"/><Relationship Id="rId107" Type="http://schemas.openxmlformats.org/officeDocument/2006/relationships/tags" Target="../tags/tag420.xml"/><Relationship Id="rId11" Type="http://schemas.openxmlformats.org/officeDocument/2006/relationships/tags" Target="../tags/tag324.xml"/><Relationship Id="rId53" Type="http://schemas.openxmlformats.org/officeDocument/2006/relationships/tags" Target="../tags/tag366.xml"/><Relationship Id="rId149" Type="http://schemas.openxmlformats.org/officeDocument/2006/relationships/tags" Target="../tags/tag46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17" Type="http://schemas.openxmlformats.org/officeDocument/2006/relationships/tags" Target="../tags/tag700.xml"/><Relationship Id="rId299" Type="http://schemas.openxmlformats.org/officeDocument/2006/relationships/tags" Target="../tags/tag882.xml"/><Relationship Id="rId21" Type="http://schemas.openxmlformats.org/officeDocument/2006/relationships/tags" Target="../tags/tag604.xml"/><Relationship Id="rId63" Type="http://schemas.openxmlformats.org/officeDocument/2006/relationships/tags" Target="../tags/tag646.xml"/><Relationship Id="rId159" Type="http://schemas.openxmlformats.org/officeDocument/2006/relationships/tags" Target="../tags/tag742.xml"/><Relationship Id="rId324" Type="http://schemas.openxmlformats.org/officeDocument/2006/relationships/tags" Target="../tags/tag907.xml"/><Relationship Id="rId170" Type="http://schemas.openxmlformats.org/officeDocument/2006/relationships/tags" Target="../tags/tag753.xml"/><Relationship Id="rId226" Type="http://schemas.openxmlformats.org/officeDocument/2006/relationships/tags" Target="../tags/tag809.xml"/><Relationship Id="rId268" Type="http://schemas.openxmlformats.org/officeDocument/2006/relationships/tags" Target="../tags/tag851.xml"/><Relationship Id="rId32" Type="http://schemas.openxmlformats.org/officeDocument/2006/relationships/tags" Target="../tags/tag615.xml"/><Relationship Id="rId74" Type="http://schemas.openxmlformats.org/officeDocument/2006/relationships/tags" Target="../tags/tag657.xml"/><Relationship Id="rId128" Type="http://schemas.openxmlformats.org/officeDocument/2006/relationships/tags" Target="../tags/tag711.xml"/><Relationship Id="rId5" Type="http://schemas.openxmlformats.org/officeDocument/2006/relationships/tags" Target="../tags/tag588.xml"/><Relationship Id="rId181" Type="http://schemas.openxmlformats.org/officeDocument/2006/relationships/tags" Target="../tags/tag764.xml"/><Relationship Id="rId237" Type="http://schemas.openxmlformats.org/officeDocument/2006/relationships/tags" Target="../tags/tag820.xml"/><Relationship Id="rId279" Type="http://schemas.openxmlformats.org/officeDocument/2006/relationships/tags" Target="../tags/tag862.xml"/><Relationship Id="rId43" Type="http://schemas.openxmlformats.org/officeDocument/2006/relationships/tags" Target="../tags/tag626.xml"/><Relationship Id="rId139" Type="http://schemas.openxmlformats.org/officeDocument/2006/relationships/tags" Target="../tags/tag722.xml"/><Relationship Id="rId290" Type="http://schemas.openxmlformats.org/officeDocument/2006/relationships/tags" Target="../tags/tag873.xml"/><Relationship Id="rId304" Type="http://schemas.openxmlformats.org/officeDocument/2006/relationships/tags" Target="../tags/tag887.xml"/><Relationship Id="rId85" Type="http://schemas.openxmlformats.org/officeDocument/2006/relationships/tags" Target="../tags/tag668.xml"/><Relationship Id="rId150" Type="http://schemas.openxmlformats.org/officeDocument/2006/relationships/tags" Target="../tags/tag733.xml"/><Relationship Id="rId192" Type="http://schemas.openxmlformats.org/officeDocument/2006/relationships/tags" Target="../tags/tag775.xml"/><Relationship Id="rId206" Type="http://schemas.openxmlformats.org/officeDocument/2006/relationships/tags" Target="../tags/tag789.xml"/><Relationship Id="rId248" Type="http://schemas.openxmlformats.org/officeDocument/2006/relationships/tags" Target="../tags/tag831.xml"/><Relationship Id="rId12" Type="http://schemas.openxmlformats.org/officeDocument/2006/relationships/tags" Target="../tags/tag595.xml"/><Relationship Id="rId108" Type="http://schemas.openxmlformats.org/officeDocument/2006/relationships/tags" Target="../tags/tag691.xml"/><Relationship Id="rId315" Type="http://schemas.openxmlformats.org/officeDocument/2006/relationships/tags" Target="../tags/tag898.xml"/><Relationship Id="rId54" Type="http://schemas.openxmlformats.org/officeDocument/2006/relationships/tags" Target="../tags/tag637.xml"/><Relationship Id="rId96" Type="http://schemas.openxmlformats.org/officeDocument/2006/relationships/tags" Target="../tags/tag679.xml"/><Relationship Id="rId161" Type="http://schemas.openxmlformats.org/officeDocument/2006/relationships/tags" Target="../tags/tag744.xml"/><Relationship Id="rId217" Type="http://schemas.openxmlformats.org/officeDocument/2006/relationships/tags" Target="../tags/tag800.xml"/><Relationship Id="rId259" Type="http://schemas.openxmlformats.org/officeDocument/2006/relationships/tags" Target="../tags/tag842.xml"/><Relationship Id="rId23" Type="http://schemas.openxmlformats.org/officeDocument/2006/relationships/tags" Target="../tags/tag606.xml"/><Relationship Id="rId119" Type="http://schemas.openxmlformats.org/officeDocument/2006/relationships/tags" Target="../tags/tag702.xml"/><Relationship Id="rId270" Type="http://schemas.openxmlformats.org/officeDocument/2006/relationships/tags" Target="../tags/tag853.xml"/><Relationship Id="rId326" Type="http://schemas.openxmlformats.org/officeDocument/2006/relationships/tags" Target="../tags/tag909.xml"/><Relationship Id="rId65" Type="http://schemas.openxmlformats.org/officeDocument/2006/relationships/tags" Target="../tags/tag648.xml"/><Relationship Id="rId130" Type="http://schemas.openxmlformats.org/officeDocument/2006/relationships/tags" Target="../tags/tag713.xml"/><Relationship Id="rId172" Type="http://schemas.openxmlformats.org/officeDocument/2006/relationships/tags" Target="../tags/tag755.xml"/><Relationship Id="rId228" Type="http://schemas.openxmlformats.org/officeDocument/2006/relationships/tags" Target="../tags/tag811.xml"/><Relationship Id="rId281" Type="http://schemas.openxmlformats.org/officeDocument/2006/relationships/tags" Target="../tags/tag864.xml"/><Relationship Id="rId34" Type="http://schemas.openxmlformats.org/officeDocument/2006/relationships/tags" Target="../tags/tag617.xml"/><Relationship Id="rId76" Type="http://schemas.openxmlformats.org/officeDocument/2006/relationships/tags" Target="../tags/tag659.xml"/><Relationship Id="rId141" Type="http://schemas.openxmlformats.org/officeDocument/2006/relationships/tags" Target="../tags/tag724.xml"/><Relationship Id="rId7" Type="http://schemas.openxmlformats.org/officeDocument/2006/relationships/tags" Target="../tags/tag590.xml"/><Relationship Id="rId183" Type="http://schemas.openxmlformats.org/officeDocument/2006/relationships/tags" Target="../tags/tag766.xml"/><Relationship Id="rId239" Type="http://schemas.openxmlformats.org/officeDocument/2006/relationships/tags" Target="../tags/tag822.xml"/><Relationship Id="rId250" Type="http://schemas.openxmlformats.org/officeDocument/2006/relationships/tags" Target="../tags/tag833.xml"/><Relationship Id="rId292" Type="http://schemas.openxmlformats.org/officeDocument/2006/relationships/tags" Target="../tags/tag875.xml"/><Relationship Id="rId306" Type="http://schemas.openxmlformats.org/officeDocument/2006/relationships/tags" Target="../tags/tag889.xml"/><Relationship Id="rId24" Type="http://schemas.openxmlformats.org/officeDocument/2006/relationships/tags" Target="../tags/tag607.xml"/><Relationship Id="rId45" Type="http://schemas.openxmlformats.org/officeDocument/2006/relationships/tags" Target="../tags/tag628.xml"/><Relationship Id="rId66" Type="http://schemas.openxmlformats.org/officeDocument/2006/relationships/tags" Target="../tags/tag649.xml"/><Relationship Id="rId87" Type="http://schemas.openxmlformats.org/officeDocument/2006/relationships/tags" Target="../tags/tag670.xml"/><Relationship Id="rId110" Type="http://schemas.openxmlformats.org/officeDocument/2006/relationships/tags" Target="../tags/tag693.xml"/><Relationship Id="rId131" Type="http://schemas.openxmlformats.org/officeDocument/2006/relationships/tags" Target="../tags/tag714.xml"/><Relationship Id="rId327" Type="http://schemas.openxmlformats.org/officeDocument/2006/relationships/tags" Target="../tags/tag910.xml"/><Relationship Id="rId152" Type="http://schemas.openxmlformats.org/officeDocument/2006/relationships/tags" Target="../tags/tag735.xml"/><Relationship Id="rId173" Type="http://schemas.openxmlformats.org/officeDocument/2006/relationships/tags" Target="../tags/tag756.xml"/><Relationship Id="rId194" Type="http://schemas.openxmlformats.org/officeDocument/2006/relationships/tags" Target="../tags/tag777.xml"/><Relationship Id="rId208" Type="http://schemas.openxmlformats.org/officeDocument/2006/relationships/tags" Target="../tags/tag791.xml"/><Relationship Id="rId229" Type="http://schemas.openxmlformats.org/officeDocument/2006/relationships/tags" Target="../tags/tag812.xml"/><Relationship Id="rId240" Type="http://schemas.openxmlformats.org/officeDocument/2006/relationships/tags" Target="../tags/tag823.xml"/><Relationship Id="rId261" Type="http://schemas.openxmlformats.org/officeDocument/2006/relationships/tags" Target="../tags/tag844.xml"/><Relationship Id="rId14" Type="http://schemas.openxmlformats.org/officeDocument/2006/relationships/tags" Target="../tags/tag597.xml"/><Relationship Id="rId35" Type="http://schemas.openxmlformats.org/officeDocument/2006/relationships/tags" Target="../tags/tag618.xml"/><Relationship Id="rId56" Type="http://schemas.openxmlformats.org/officeDocument/2006/relationships/tags" Target="../tags/tag639.xml"/><Relationship Id="rId77" Type="http://schemas.openxmlformats.org/officeDocument/2006/relationships/tags" Target="../tags/tag660.xml"/><Relationship Id="rId100" Type="http://schemas.openxmlformats.org/officeDocument/2006/relationships/tags" Target="../tags/tag683.xml"/><Relationship Id="rId282" Type="http://schemas.openxmlformats.org/officeDocument/2006/relationships/tags" Target="../tags/tag865.xml"/><Relationship Id="rId317" Type="http://schemas.openxmlformats.org/officeDocument/2006/relationships/tags" Target="../tags/tag900.xml"/><Relationship Id="rId8" Type="http://schemas.openxmlformats.org/officeDocument/2006/relationships/tags" Target="../tags/tag591.xml"/><Relationship Id="rId98" Type="http://schemas.openxmlformats.org/officeDocument/2006/relationships/tags" Target="../tags/tag681.xml"/><Relationship Id="rId121" Type="http://schemas.openxmlformats.org/officeDocument/2006/relationships/tags" Target="../tags/tag704.xml"/><Relationship Id="rId142" Type="http://schemas.openxmlformats.org/officeDocument/2006/relationships/tags" Target="../tags/tag725.xml"/><Relationship Id="rId163" Type="http://schemas.openxmlformats.org/officeDocument/2006/relationships/tags" Target="../tags/tag746.xml"/><Relationship Id="rId184" Type="http://schemas.openxmlformats.org/officeDocument/2006/relationships/tags" Target="../tags/tag767.xml"/><Relationship Id="rId219" Type="http://schemas.openxmlformats.org/officeDocument/2006/relationships/tags" Target="../tags/tag802.xml"/><Relationship Id="rId230" Type="http://schemas.openxmlformats.org/officeDocument/2006/relationships/tags" Target="../tags/tag813.xml"/><Relationship Id="rId251" Type="http://schemas.openxmlformats.org/officeDocument/2006/relationships/tags" Target="../tags/tag834.xml"/><Relationship Id="rId25" Type="http://schemas.openxmlformats.org/officeDocument/2006/relationships/tags" Target="../tags/tag608.xml"/><Relationship Id="rId46" Type="http://schemas.openxmlformats.org/officeDocument/2006/relationships/tags" Target="../tags/tag629.xml"/><Relationship Id="rId67" Type="http://schemas.openxmlformats.org/officeDocument/2006/relationships/tags" Target="../tags/tag650.xml"/><Relationship Id="rId272" Type="http://schemas.openxmlformats.org/officeDocument/2006/relationships/tags" Target="../tags/tag855.xml"/><Relationship Id="rId293" Type="http://schemas.openxmlformats.org/officeDocument/2006/relationships/tags" Target="../tags/tag876.xml"/><Relationship Id="rId307" Type="http://schemas.openxmlformats.org/officeDocument/2006/relationships/tags" Target="../tags/tag890.xml"/><Relationship Id="rId328" Type="http://schemas.openxmlformats.org/officeDocument/2006/relationships/tags" Target="../tags/tag911.xml"/><Relationship Id="rId88" Type="http://schemas.openxmlformats.org/officeDocument/2006/relationships/tags" Target="../tags/tag671.xml"/><Relationship Id="rId111" Type="http://schemas.openxmlformats.org/officeDocument/2006/relationships/tags" Target="../tags/tag694.xml"/><Relationship Id="rId132" Type="http://schemas.openxmlformats.org/officeDocument/2006/relationships/tags" Target="../tags/tag715.xml"/><Relationship Id="rId153" Type="http://schemas.openxmlformats.org/officeDocument/2006/relationships/tags" Target="../tags/tag736.xml"/><Relationship Id="rId174" Type="http://schemas.openxmlformats.org/officeDocument/2006/relationships/tags" Target="../tags/tag757.xml"/><Relationship Id="rId195" Type="http://schemas.openxmlformats.org/officeDocument/2006/relationships/tags" Target="../tags/tag778.xml"/><Relationship Id="rId209" Type="http://schemas.openxmlformats.org/officeDocument/2006/relationships/tags" Target="../tags/tag792.xml"/><Relationship Id="rId220" Type="http://schemas.openxmlformats.org/officeDocument/2006/relationships/tags" Target="../tags/tag803.xml"/><Relationship Id="rId241" Type="http://schemas.openxmlformats.org/officeDocument/2006/relationships/tags" Target="../tags/tag824.xml"/><Relationship Id="rId15" Type="http://schemas.openxmlformats.org/officeDocument/2006/relationships/tags" Target="../tags/tag598.xml"/><Relationship Id="rId36" Type="http://schemas.openxmlformats.org/officeDocument/2006/relationships/tags" Target="../tags/tag619.xml"/><Relationship Id="rId57" Type="http://schemas.openxmlformats.org/officeDocument/2006/relationships/tags" Target="../tags/tag640.xml"/><Relationship Id="rId262" Type="http://schemas.openxmlformats.org/officeDocument/2006/relationships/tags" Target="../tags/tag845.xml"/><Relationship Id="rId283" Type="http://schemas.openxmlformats.org/officeDocument/2006/relationships/tags" Target="../tags/tag866.xml"/><Relationship Id="rId318" Type="http://schemas.openxmlformats.org/officeDocument/2006/relationships/tags" Target="../tags/tag901.xml"/><Relationship Id="rId78" Type="http://schemas.openxmlformats.org/officeDocument/2006/relationships/tags" Target="../tags/tag661.xml"/><Relationship Id="rId99" Type="http://schemas.openxmlformats.org/officeDocument/2006/relationships/tags" Target="../tags/tag682.xml"/><Relationship Id="rId101" Type="http://schemas.openxmlformats.org/officeDocument/2006/relationships/tags" Target="../tags/tag684.xml"/><Relationship Id="rId122" Type="http://schemas.openxmlformats.org/officeDocument/2006/relationships/tags" Target="../tags/tag705.xml"/><Relationship Id="rId143" Type="http://schemas.openxmlformats.org/officeDocument/2006/relationships/tags" Target="../tags/tag726.xml"/><Relationship Id="rId164" Type="http://schemas.openxmlformats.org/officeDocument/2006/relationships/tags" Target="../tags/tag747.xml"/><Relationship Id="rId185" Type="http://schemas.openxmlformats.org/officeDocument/2006/relationships/tags" Target="../tags/tag768.xml"/><Relationship Id="rId9" Type="http://schemas.openxmlformats.org/officeDocument/2006/relationships/tags" Target="../tags/tag592.xml"/><Relationship Id="rId210" Type="http://schemas.openxmlformats.org/officeDocument/2006/relationships/tags" Target="../tags/tag793.xml"/><Relationship Id="rId26" Type="http://schemas.openxmlformats.org/officeDocument/2006/relationships/tags" Target="../tags/tag609.xml"/><Relationship Id="rId231" Type="http://schemas.openxmlformats.org/officeDocument/2006/relationships/tags" Target="../tags/tag814.xml"/><Relationship Id="rId252" Type="http://schemas.openxmlformats.org/officeDocument/2006/relationships/tags" Target="../tags/tag835.xml"/><Relationship Id="rId273" Type="http://schemas.openxmlformats.org/officeDocument/2006/relationships/tags" Target="../tags/tag856.xml"/><Relationship Id="rId294" Type="http://schemas.openxmlformats.org/officeDocument/2006/relationships/tags" Target="../tags/tag877.xml"/><Relationship Id="rId308" Type="http://schemas.openxmlformats.org/officeDocument/2006/relationships/tags" Target="../tags/tag891.xml"/><Relationship Id="rId329" Type="http://schemas.openxmlformats.org/officeDocument/2006/relationships/tags" Target="../tags/tag912.xml"/><Relationship Id="rId47" Type="http://schemas.openxmlformats.org/officeDocument/2006/relationships/tags" Target="../tags/tag630.xml"/><Relationship Id="rId68" Type="http://schemas.openxmlformats.org/officeDocument/2006/relationships/tags" Target="../tags/tag651.xml"/><Relationship Id="rId89" Type="http://schemas.openxmlformats.org/officeDocument/2006/relationships/tags" Target="../tags/tag672.xml"/><Relationship Id="rId112" Type="http://schemas.openxmlformats.org/officeDocument/2006/relationships/tags" Target="../tags/tag695.xml"/><Relationship Id="rId133" Type="http://schemas.openxmlformats.org/officeDocument/2006/relationships/tags" Target="../tags/tag716.xml"/><Relationship Id="rId154" Type="http://schemas.openxmlformats.org/officeDocument/2006/relationships/tags" Target="../tags/tag737.xml"/><Relationship Id="rId175" Type="http://schemas.openxmlformats.org/officeDocument/2006/relationships/tags" Target="../tags/tag758.xml"/><Relationship Id="rId196" Type="http://schemas.openxmlformats.org/officeDocument/2006/relationships/tags" Target="../tags/tag779.xml"/><Relationship Id="rId200" Type="http://schemas.openxmlformats.org/officeDocument/2006/relationships/tags" Target="../tags/tag783.xml"/><Relationship Id="rId16" Type="http://schemas.openxmlformats.org/officeDocument/2006/relationships/tags" Target="../tags/tag599.xml"/><Relationship Id="rId221" Type="http://schemas.openxmlformats.org/officeDocument/2006/relationships/tags" Target="../tags/tag804.xml"/><Relationship Id="rId242" Type="http://schemas.openxmlformats.org/officeDocument/2006/relationships/tags" Target="../tags/tag825.xml"/><Relationship Id="rId263" Type="http://schemas.openxmlformats.org/officeDocument/2006/relationships/tags" Target="../tags/tag846.xml"/><Relationship Id="rId284" Type="http://schemas.openxmlformats.org/officeDocument/2006/relationships/tags" Target="../tags/tag867.xml"/><Relationship Id="rId319" Type="http://schemas.openxmlformats.org/officeDocument/2006/relationships/tags" Target="../tags/tag902.xml"/><Relationship Id="rId37" Type="http://schemas.openxmlformats.org/officeDocument/2006/relationships/tags" Target="../tags/tag620.xml"/><Relationship Id="rId58" Type="http://schemas.openxmlformats.org/officeDocument/2006/relationships/tags" Target="../tags/tag641.xml"/><Relationship Id="rId79" Type="http://schemas.openxmlformats.org/officeDocument/2006/relationships/tags" Target="../tags/tag662.xml"/><Relationship Id="rId102" Type="http://schemas.openxmlformats.org/officeDocument/2006/relationships/tags" Target="../tags/tag685.xml"/><Relationship Id="rId123" Type="http://schemas.openxmlformats.org/officeDocument/2006/relationships/tags" Target="../tags/tag706.xml"/><Relationship Id="rId144" Type="http://schemas.openxmlformats.org/officeDocument/2006/relationships/tags" Target="../tags/tag727.xml"/><Relationship Id="rId330" Type="http://schemas.openxmlformats.org/officeDocument/2006/relationships/slideLayout" Target="../slideLayouts/slideLayout2.xml"/><Relationship Id="rId90" Type="http://schemas.openxmlformats.org/officeDocument/2006/relationships/tags" Target="../tags/tag673.xml"/><Relationship Id="rId165" Type="http://schemas.openxmlformats.org/officeDocument/2006/relationships/tags" Target="../tags/tag748.xml"/><Relationship Id="rId186" Type="http://schemas.openxmlformats.org/officeDocument/2006/relationships/tags" Target="../tags/tag769.xml"/><Relationship Id="rId211" Type="http://schemas.openxmlformats.org/officeDocument/2006/relationships/tags" Target="../tags/tag794.xml"/><Relationship Id="rId232" Type="http://schemas.openxmlformats.org/officeDocument/2006/relationships/tags" Target="../tags/tag815.xml"/><Relationship Id="rId253" Type="http://schemas.openxmlformats.org/officeDocument/2006/relationships/tags" Target="../tags/tag836.xml"/><Relationship Id="rId274" Type="http://schemas.openxmlformats.org/officeDocument/2006/relationships/tags" Target="../tags/tag857.xml"/><Relationship Id="rId295" Type="http://schemas.openxmlformats.org/officeDocument/2006/relationships/tags" Target="../tags/tag878.xml"/><Relationship Id="rId309" Type="http://schemas.openxmlformats.org/officeDocument/2006/relationships/tags" Target="../tags/tag892.xml"/><Relationship Id="rId27" Type="http://schemas.openxmlformats.org/officeDocument/2006/relationships/tags" Target="../tags/tag610.xml"/><Relationship Id="rId48" Type="http://schemas.openxmlformats.org/officeDocument/2006/relationships/tags" Target="../tags/tag631.xml"/><Relationship Id="rId69" Type="http://schemas.openxmlformats.org/officeDocument/2006/relationships/tags" Target="../tags/tag652.xml"/><Relationship Id="rId113" Type="http://schemas.openxmlformats.org/officeDocument/2006/relationships/tags" Target="../tags/tag696.xml"/><Relationship Id="rId134" Type="http://schemas.openxmlformats.org/officeDocument/2006/relationships/tags" Target="../tags/tag717.xml"/><Relationship Id="rId320" Type="http://schemas.openxmlformats.org/officeDocument/2006/relationships/tags" Target="../tags/tag903.xml"/><Relationship Id="rId80" Type="http://schemas.openxmlformats.org/officeDocument/2006/relationships/tags" Target="../tags/tag663.xml"/><Relationship Id="rId155" Type="http://schemas.openxmlformats.org/officeDocument/2006/relationships/tags" Target="../tags/tag738.xml"/><Relationship Id="rId176" Type="http://schemas.openxmlformats.org/officeDocument/2006/relationships/tags" Target="../tags/tag759.xml"/><Relationship Id="rId197" Type="http://schemas.openxmlformats.org/officeDocument/2006/relationships/tags" Target="../tags/tag780.xml"/><Relationship Id="rId201" Type="http://schemas.openxmlformats.org/officeDocument/2006/relationships/tags" Target="../tags/tag784.xml"/><Relationship Id="rId222" Type="http://schemas.openxmlformats.org/officeDocument/2006/relationships/tags" Target="../tags/tag805.xml"/><Relationship Id="rId243" Type="http://schemas.openxmlformats.org/officeDocument/2006/relationships/tags" Target="../tags/tag826.xml"/><Relationship Id="rId264" Type="http://schemas.openxmlformats.org/officeDocument/2006/relationships/tags" Target="../tags/tag847.xml"/><Relationship Id="rId285" Type="http://schemas.openxmlformats.org/officeDocument/2006/relationships/tags" Target="../tags/tag868.xml"/><Relationship Id="rId17" Type="http://schemas.openxmlformats.org/officeDocument/2006/relationships/tags" Target="../tags/tag600.xml"/><Relationship Id="rId38" Type="http://schemas.openxmlformats.org/officeDocument/2006/relationships/tags" Target="../tags/tag621.xml"/><Relationship Id="rId59" Type="http://schemas.openxmlformats.org/officeDocument/2006/relationships/tags" Target="../tags/tag642.xml"/><Relationship Id="rId103" Type="http://schemas.openxmlformats.org/officeDocument/2006/relationships/tags" Target="../tags/tag686.xml"/><Relationship Id="rId124" Type="http://schemas.openxmlformats.org/officeDocument/2006/relationships/tags" Target="../tags/tag707.xml"/><Relationship Id="rId310" Type="http://schemas.openxmlformats.org/officeDocument/2006/relationships/tags" Target="../tags/tag893.xml"/><Relationship Id="rId70" Type="http://schemas.openxmlformats.org/officeDocument/2006/relationships/tags" Target="../tags/tag653.xml"/><Relationship Id="rId91" Type="http://schemas.openxmlformats.org/officeDocument/2006/relationships/tags" Target="../tags/tag674.xml"/><Relationship Id="rId145" Type="http://schemas.openxmlformats.org/officeDocument/2006/relationships/tags" Target="../tags/tag728.xml"/><Relationship Id="rId166" Type="http://schemas.openxmlformats.org/officeDocument/2006/relationships/tags" Target="../tags/tag749.xml"/><Relationship Id="rId187" Type="http://schemas.openxmlformats.org/officeDocument/2006/relationships/tags" Target="../tags/tag770.xml"/><Relationship Id="rId331" Type="http://schemas.openxmlformats.org/officeDocument/2006/relationships/notesSlide" Target="../notesSlides/notesSlide16.xml"/><Relationship Id="rId1" Type="http://schemas.openxmlformats.org/officeDocument/2006/relationships/tags" Target="../tags/tag584.xml"/><Relationship Id="rId212" Type="http://schemas.openxmlformats.org/officeDocument/2006/relationships/tags" Target="../tags/tag795.xml"/><Relationship Id="rId233" Type="http://schemas.openxmlformats.org/officeDocument/2006/relationships/tags" Target="../tags/tag816.xml"/><Relationship Id="rId254" Type="http://schemas.openxmlformats.org/officeDocument/2006/relationships/tags" Target="../tags/tag837.xml"/><Relationship Id="rId28" Type="http://schemas.openxmlformats.org/officeDocument/2006/relationships/tags" Target="../tags/tag611.xml"/><Relationship Id="rId49" Type="http://schemas.openxmlformats.org/officeDocument/2006/relationships/tags" Target="../tags/tag632.xml"/><Relationship Id="rId114" Type="http://schemas.openxmlformats.org/officeDocument/2006/relationships/tags" Target="../tags/tag697.xml"/><Relationship Id="rId275" Type="http://schemas.openxmlformats.org/officeDocument/2006/relationships/tags" Target="../tags/tag858.xml"/><Relationship Id="rId296" Type="http://schemas.openxmlformats.org/officeDocument/2006/relationships/tags" Target="../tags/tag879.xml"/><Relationship Id="rId300" Type="http://schemas.openxmlformats.org/officeDocument/2006/relationships/tags" Target="../tags/tag883.xml"/><Relationship Id="rId60" Type="http://schemas.openxmlformats.org/officeDocument/2006/relationships/tags" Target="../tags/tag643.xml"/><Relationship Id="rId81" Type="http://schemas.openxmlformats.org/officeDocument/2006/relationships/tags" Target="../tags/tag664.xml"/><Relationship Id="rId135" Type="http://schemas.openxmlformats.org/officeDocument/2006/relationships/tags" Target="../tags/tag718.xml"/><Relationship Id="rId156" Type="http://schemas.openxmlformats.org/officeDocument/2006/relationships/tags" Target="../tags/tag739.xml"/><Relationship Id="rId177" Type="http://schemas.openxmlformats.org/officeDocument/2006/relationships/tags" Target="../tags/tag760.xml"/><Relationship Id="rId198" Type="http://schemas.openxmlformats.org/officeDocument/2006/relationships/tags" Target="../tags/tag781.xml"/><Relationship Id="rId321" Type="http://schemas.openxmlformats.org/officeDocument/2006/relationships/tags" Target="../tags/tag904.xml"/><Relationship Id="rId202" Type="http://schemas.openxmlformats.org/officeDocument/2006/relationships/tags" Target="../tags/tag785.xml"/><Relationship Id="rId223" Type="http://schemas.openxmlformats.org/officeDocument/2006/relationships/tags" Target="../tags/tag806.xml"/><Relationship Id="rId244" Type="http://schemas.openxmlformats.org/officeDocument/2006/relationships/tags" Target="../tags/tag827.xml"/><Relationship Id="rId18" Type="http://schemas.openxmlformats.org/officeDocument/2006/relationships/tags" Target="../tags/tag601.xml"/><Relationship Id="rId39" Type="http://schemas.openxmlformats.org/officeDocument/2006/relationships/tags" Target="../tags/tag622.xml"/><Relationship Id="rId265" Type="http://schemas.openxmlformats.org/officeDocument/2006/relationships/tags" Target="../tags/tag848.xml"/><Relationship Id="rId286" Type="http://schemas.openxmlformats.org/officeDocument/2006/relationships/tags" Target="../tags/tag869.xml"/><Relationship Id="rId50" Type="http://schemas.openxmlformats.org/officeDocument/2006/relationships/tags" Target="../tags/tag633.xml"/><Relationship Id="rId104" Type="http://schemas.openxmlformats.org/officeDocument/2006/relationships/tags" Target="../tags/tag687.xml"/><Relationship Id="rId125" Type="http://schemas.openxmlformats.org/officeDocument/2006/relationships/tags" Target="../tags/tag708.xml"/><Relationship Id="rId146" Type="http://schemas.openxmlformats.org/officeDocument/2006/relationships/tags" Target="../tags/tag729.xml"/><Relationship Id="rId167" Type="http://schemas.openxmlformats.org/officeDocument/2006/relationships/tags" Target="../tags/tag750.xml"/><Relationship Id="rId188" Type="http://schemas.openxmlformats.org/officeDocument/2006/relationships/tags" Target="../tags/tag771.xml"/><Relationship Id="rId311" Type="http://schemas.openxmlformats.org/officeDocument/2006/relationships/tags" Target="../tags/tag894.xml"/><Relationship Id="rId332" Type="http://schemas.openxmlformats.org/officeDocument/2006/relationships/image" Target="../media/image340.png"/><Relationship Id="rId71" Type="http://schemas.openxmlformats.org/officeDocument/2006/relationships/tags" Target="../tags/tag654.xml"/><Relationship Id="rId92" Type="http://schemas.openxmlformats.org/officeDocument/2006/relationships/tags" Target="../tags/tag675.xml"/><Relationship Id="rId213" Type="http://schemas.openxmlformats.org/officeDocument/2006/relationships/tags" Target="../tags/tag796.xml"/><Relationship Id="rId234" Type="http://schemas.openxmlformats.org/officeDocument/2006/relationships/tags" Target="../tags/tag817.xml"/><Relationship Id="rId2" Type="http://schemas.openxmlformats.org/officeDocument/2006/relationships/tags" Target="../tags/tag585.xml"/><Relationship Id="rId29" Type="http://schemas.openxmlformats.org/officeDocument/2006/relationships/tags" Target="../tags/tag612.xml"/><Relationship Id="rId255" Type="http://schemas.openxmlformats.org/officeDocument/2006/relationships/tags" Target="../tags/tag838.xml"/><Relationship Id="rId276" Type="http://schemas.openxmlformats.org/officeDocument/2006/relationships/tags" Target="../tags/tag859.xml"/><Relationship Id="rId297" Type="http://schemas.openxmlformats.org/officeDocument/2006/relationships/tags" Target="../tags/tag880.xml"/><Relationship Id="rId40" Type="http://schemas.openxmlformats.org/officeDocument/2006/relationships/tags" Target="../tags/tag623.xml"/><Relationship Id="rId115" Type="http://schemas.openxmlformats.org/officeDocument/2006/relationships/tags" Target="../tags/tag698.xml"/><Relationship Id="rId136" Type="http://schemas.openxmlformats.org/officeDocument/2006/relationships/tags" Target="../tags/tag719.xml"/><Relationship Id="rId157" Type="http://schemas.openxmlformats.org/officeDocument/2006/relationships/tags" Target="../tags/tag740.xml"/><Relationship Id="rId178" Type="http://schemas.openxmlformats.org/officeDocument/2006/relationships/tags" Target="../tags/tag761.xml"/><Relationship Id="rId301" Type="http://schemas.openxmlformats.org/officeDocument/2006/relationships/tags" Target="../tags/tag884.xml"/><Relationship Id="rId322" Type="http://schemas.openxmlformats.org/officeDocument/2006/relationships/tags" Target="../tags/tag905.xml"/><Relationship Id="rId61" Type="http://schemas.openxmlformats.org/officeDocument/2006/relationships/tags" Target="../tags/tag644.xml"/><Relationship Id="rId82" Type="http://schemas.openxmlformats.org/officeDocument/2006/relationships/tags" Target="../tags/tag665.xml"/><Relationship Id="rId199" Type="http://schemas.openxmlformats.org/officeDocument/2006/relationships/tags" Target="../tags/tag782.xml"/><Relationship Id="rId203" Type="http://schemas.openxmlformats.org/officeDocument/2006/relationships/tags" Target="../tags/tag786.xml"/><Relationship Id="rId19" Type="http://schemas.openxmlformats.org/officeDocument/2006/relationships/tags" Target="../tags/tag602.xml"/><Relationship Id="rId224" Type="http://schemas.openxmlformats.org/officeDocument/2006/relationships/tags" Target="../tags/tag807.xml"/><Relationship Id="rId245" Type="http://schemas.openxmlformats.org/officeDocument/2006/relationships/tags" Target="../tags/tag828.xml"/><Relationship Id="rId266" Type="http://schemas.openxmlformats.org/officeDocument/2006/relationships/tags" Target="../tags/tag849.xml"/><Relationship Id="rId287" Type="http://schemas.openxmlformats.org/officeDocument/2006/relationships/tags" Target="../tags/tag870.xml"/><Relationship Id="rId30" Type="http://schemas.openxmlformats.org/officeDocument/2006/relationships/tags" Target="../tags/tag613.xml"/><Relationship Id="rId105" Type="http://schemas.openxmlformats.org/officeDocument/2006/relationships/tags" Target="../tags/tag688.xml"/><Relationship Id="rId126" Type="http://schemas.openxmlformats.org/officeDocument/2006/relationships/tags" Target="../tags/tag709.xml"/><Relationship Id="rId147" Type="http://schemas.openxmlformats.org/officeDocument/2006/relationships/tags" Target="../tags/tag730.xml"/><Relationship Id="rId168" Type="http://schemas.openxmlformats.org/officeDocument/2006/relationships/tags" Target="../tags/tag751.xml"/><Relationship Id="rId312" Type="http://schemas.openxmlformats.org/officeDocument/2006/relationships/tags" Target="../tags/tag895.xml"/><Relationship Id="rId333" Type="http://schemas.openxmlformats.org/officeDocument/2006/relationships/image" Target="../media/image350.png"/><Relationship Id="rId51" Type="http://schemas.openxmlformats.org/officeDocument/2006/relationships/tags" Target="../tags/tag634.xml"/><Relationship Id="rId72" Type="http://schemas.openxmlformats.org/officeDocument/2006/relationships/tags" Target="../tags/tag655.xml"/><Relationship Id="rId93" Type="http://schemas.openxmlformats.org/officeDocument/2006/relationships/tags" Target="../tags/tag676.xml"/><Relationship Id="rId189" Type="http://schemas.openxmlformats.org/officeDocument/2006/relationships/tags" Target="../tags/tag772.xml"/><Relationship Id="rId3" Type="http://schemas.openxmlformats.org/officeDocument/2006/relationships/tags" Target="../tags/tag586.xml"/><Relationship Id="rId214" Type="http://schemas.openxmlformats.org/officeDocument/2006/relationships/tags" Target="../tags/tag797.xml"/><Relationship Id="rId235" Type="http://schemas.openxmlformats.org/officeDocument/2006/relationships/tags" Target="../tags/tag818.xml"/><Relationship Id="rId256" Type="http://schemas.openxmlformats.org/officeDocument/2006/relationships/tags" Target="../tags/tag839.xml"/><Relationship Id="rId277" Type="http://schemas.openxmlformats.org/officeDocument/2006/relationships/tags" Target="../tags/tag860.xml"/><Relationship Id="rId298" Type="http://schemas.openxmlformats.org/officeDocument/2006/relationships/tags" Target="../tags/tag881.xml"/><Relationship Id="rId116" Type="http://schemas.openxmlformats.org/officeDocument/2006/relationships/tags" Target="../tags/tag699.xml"/><Relationship Id="rId137" Type="http://schemas.openxmlformats.org/officeDocument/2006/relationships/tags" Target="../tags/tag720.xml"/><Relationship Id="rId158" Type="http://schemas.openxmlformats.org/officeDocument/2006/relationships/tags" Target="../tags/tag741.xml"/><Relationship Id="rId302" Type="http://schemas.openxmlformats.org/officeDocument/2006/relationships/tags" Target="../tags/tag885.xml"/><Relationship Id="rId323" Type="http://schemas.openxmlformats.org/officeDocument/2006/relationships/tags" Target="../tags/tag906.xml"/><Relationship Id="rId20" Type="http://schemas.openxmlformats.org/officeDocument/2006/relationships/tags" Target="../tags/tag603.xml"/><Relationship Id="rId41" Type="http://schemas.openxmlformats.org/officeDocument/2006/relationships/tags" Target="../tags/tag624.xml"/><Relationship Id="rId62" Type="http://schemas.openxmlformats.org/officeDocument/2006/relationships/tags" Target="../tags/tag645.xml"/><Relationship Id="rId83" Type="http://schemas.openxmlformats.org/officeDocument/2006/relationships/tags" Target="../tags/tag666.xml"/><Relationship Id="rId179" Type="http://schemas.openxmlformats.org/officeDocument/2006/relationships/tags" Target="../tags/tag762.xml"/><Relationship Id="rId190" Type="http://schemas.openxmlformats.org/officeDocument/2006/relationships/tags" Target="../tags/tag773.xml"/><Relationship Id="rId204" Type="http://schemas.openxmlformats.org/officeDocument/2006/relationships/tags" Target="../tags/tag787.xml"/><Relationship Id="rId225" Type="http://schemas.openxmlformats.org/officeDocument/2006/relationships/tags" Target="../tags/tag808.xml"/><Relationship Id="rId246" Type="http://schemas.openxmlformats.org/officeDocument/2006/relationships/tags" Target="../tags/tag829.xml"/><Relationship Id="rId267" Type="http://schemas.openxmlformats.org/officeDocument/2006/relationships/tags" Target="../tags/tag850.xml"/><Relationship Id="rId288" Type="http://schemas.openxmlformats.org/officeDocument/2006/relationships/tags" Target="../tags/tag871.xml"/><Relationship Id="rId106" Type="http://schemas.openxmlformats.org/officeDocument/2006/relationships/tags" Target="../tags/tag689.xml"/><Relationship Id="rId127" Type="http://schemas.openxmlformats.org/officeDocument/2006/relationships/tags" Target="../tags/tag710.xml"/><Relationship Id="rId313" Type="http://schemas.openxmlformats.org/officeDocument/2006/relationships/tags" Target="../tags/tag896.xml"/><Relationship Id="rId10" Type="http://schemas.openxmlformats.org/officeDocument/2006/relationships/tags" Target="../tags/tag593.xml"/><Relationship Id="rId31" Type="http://schemas.openxmlformats.org/officeDocument/2006/relationships/tags" Target="../tags/tag614.xml"/><Relationship Id="rId52" Type="http://schemas.openxmlformats.org/officeDocument/2006/relationships/tags" Target="../tags/tag635.xml"/><Relationship Id="rId73" Type="http://schemas.openxmlformats.org/officeDocument/2006/relationships/tags" Target="../tags/tag656.xml"/><Relationship Id="rId94" Type="http://schemas.openxmlformats.org/officeDocument/2006/relationships/tags" Target="../tags/tag677.xml"/><Relationship Id="rId148" Type="http://schemas.openxmlformats.org/officeDocument/2006/relationships/tags" Target="../tags/tag731.xml"/><Relationship Id="rId169" Type="http://schemas.openxmlformats.org/officeDocument/2006/relationships/tags" Target="../tags/tag752.xml"/><Relationship Id="rId4" Type="http://schemas.openxmlformats.org/officeDocument/2006/relationships/tags" Target="../tags/tag587.xml"/><Relationship Id="rId180" Type="http://schemas.openxmlformats.org/officeDocument/2006/relationships/tags" Target="../tags/tag763.xml"/><Relationship Id="rId215" Type="http://schemas.openxmlformats.org/officeDocument/2006/relationships/tags" Target="../tags/tag798.xml"/><Relationship Id="rId236" Type="http://schemas.openxmlformats.org/officeDocument/2006/relationships/tags" Target="../tags/tag819.xml"/><Relationship Id="rId257" Type="http://schemas.openxmlformats.org/officeDocument/2006/relationships/tags" Target="../tags/tag840.xml"/><Relationship Id="rId278" Type="http://schemas.openxmlformats.org/officeDocument/2006/relationships/tags" Target="../tags/tag861.xml"/><Relationship Id="rId303" Type="http://schemas.openxmlformats.org/officeDocument/2006/relationships/tags" Target="../tags/tag886.xml"/><Relationship Id="rId42" Type="http://schemas.openxmlformats.org/officeDocument/2006/relationships/tags" Target="../tags/tag625.xml"/><Relationship Id="rId84" Type="http://schemas.openxmlformats.org/officeDocument/2006/relationships/tags" Target="../tags/tag667.xml"/><Relationship Id="rId138" Type="http://schemas.openxmlformats.org/officeDocument/2006/relationships/tags" Target="../tags/tag721.xml"/><Relationship Id="rId191" Type="http://schemas.openxmlformats.org/officeDocument/2006/relationships/tags" Target="../tags/tag774.xml"/><Relationship Id="rId205" Type="http://schemas.openxmlformats.org/officeDocument/2006/relationships/tags" Target="../tags/tag788.xml"/><Relationship Id="rId247" Type="http://schemas.openxmlformats.org/officeDocument/2006/relationships/tags" Target="../tags/tag830.xml"/><Relationship Id="rId107" Type="http://schemas.openxmlformats.org/officeDocument/2006/relationships/tags" Target="../tags/tag690.xml"/><Relationship Id="rId289" Type="http://schemas.openxmlformats.org/officeDocument/2006/relationships/tags" Target="../tags/tag872.xml"/><Relationship Id="rId11" Type="http://schemas.openxmlformats.org/officeDocument/2006/relationships/tags" Target="../tags/tag594.xml"/><Relationship Id="rId53" Type="http://schemas.openxmlformats.org/officeDocument/2006/relationships/tags" Target="../tags/tag636.xml"/><Relationship Id="rId149" Type="http://schemas.openxmlformats.org/officeDocument/2006/relationships/tags" Target="../tags/tag732.xml"/><Relationship Id="rId314" Type="http://schemas.openxmlformats.org/officeDocument/2006/relationships/tags" Target="../tags/tag897.xml"/><Relationship Id="rId95" Type="http://schemas.openxmlformats.org/officeDocument/2006/relationships/tags" Target="../tags/tag678.xml"/><Relationship Id="rId160" Type="http://schemas.openxmlformats.org/officeDocument/2006/relationships/tags" Target="../tags/tag743.xml"/><Relationship Id="rId216" Type="http://schemas.openxmlformats.org/officeDocument/2006/relationships/tags" Target="../tags/tag799.xml"/><Relationship Id="rId258" Type="http://schemas.openxmlformats.org/officeDocument/2006/relationships/tags" Target="../tags/tag841.xml"/><Relationship Id="rId22" Type="http://schemas.openxmlformats.org/officeDocument/2006/relationships/tags" Target="../tags/tag605.xml"/><Relationship Id="rId64" Type="http://schemas.openxmlformats.org/officeDocument/2006/relationships/tags" Target="../tags/tag647.xml"/><Relationship Id="rId118" Type="http://schemas.openxmlformats.org/officeDocument/2006/relationships/tags" Target="../tags/tag701.xml"/><Relationship Id="rId325" Type="http://schemas.openxmlformats.org/officeDocument/2006/relationships/tags" Target="../tags/tag908.xml"/><Relationship Id="rId171" Type="http://schemas.openxmlformats.org/officeDocument/2006/relationships/tags" Target="../tags/tag754.xml"/><Relationship Id="rId227" Type="http://schemas.openxmlformats.org/officeDocument/2006/relationships/tags" Target="../tags/tag810.xml"/><Relationship Id="rId269" Type="http://schemas.openxmlformats.org/officeDocument/2006/relationships/tags" Target="../tags/tag852.xml"/><Relationship Id="rId33" Type="http://schemas.openxmlformats.org/officeDocument/2006/relationships/tags" Target="../tags/tag616.xml"/><Relationship Id="rId129" Type="http://schemas.openxmlformats.org/officeDocument/2006/relationships/tags" Target="../tags/tag712.xml"/><Relationship Id="rId280" Type="http://schemas.openxmlformats.org/officeDocument/2006/relationships/tags" Target="../tags/tag863.xml"/><Relationship Id="rId75" Type="http://schemas.openxmlformats.org/officeDocument/2006/relationships/tags" Target="../tags/tag658.xml"/><Relationship Id="rId140" Type="http://schemas.openxmlformats.org/officeDocument/2006/relationships/tags" Target="../tags/tag723.xml"/><Relationship Id="rId182" Type="http://schemas.openxmlformats.org/officeDocument/2006/relationships/tags" Target="../tags/tag765.xml"/><Relationship Id="rId6" Type="http://schemas.openxmlformats.org/officeDocument/2006/relationships/tags" Target="../tags/tag589.xml"/><Relationship Id="rId238" Type="http://schemas.openxmlformats.org/officeDocument/2006/relationships/tags" Target="../tags/tag821.xml"/><Relationship Id="rId291" Type="http://schemas.openxmlformats.org/officeDocument/2006/relationships/tags" Target="../tags/tag874.xml"/><Relationship Id="rId305" Type="http://schemas.openxmlformats.org/officeDocument/2006/relationships/tags" Target="../tags/tag888.xml"/><Relationship Id="rId44" Type="http://schemas.openxmlformats.org/officeDocument/2006/relationships/tags" Target="../tags/tag627.xml"/><Relationship Id="rId86" Type="http://schemas.openxmlformats.org/officeDocument/2006/relationships/tags" Target="../tags/tag669.xml"/><Relationship Id="rId151" Type="http://schemas.openxmlformats.org/officeDocument/2006/relationships/tags" Target="../tags/tag734.xml"/><Relationship Id="rId193" Type="http://schemas.openxmlformats.org/officeDocument/2006/relationships/tags" Target="../tags/tag776.xml"/><Relationship Id="rId207" Type="http://schemas.openxmlformats.org/officeDocument/2006/relationships/tags" Target="../tags/tag790.xml"/><Relationship Id="rId249" Type="http://schemas.openxmlformats.org/officeDocument/2006/relationships/tags" Target="../tags/tag832.xml"/><Relationship Id="rId13" Type="http://schemas.openxmlformats.org/officeDocument/2006/relationships/tags" Target="../tags/tag596.xml"/><Relationship Id="rId109" Type="http://schemas.openxmlformats.org/officeDocument/2006/relationships/tags" Target="../tags/tag692.xml"/><Relationship Id="rId260" Type="http://schemas.openxmlformats.org/officeDocument/2006/relationships/tags" Target="../tags/tag843.xml"/><Relationship Id="rId316" Type="http://schemas.openxmlformats.org/officeDocument/2006/relationships/tags" Target="../tags/tag899.xml"/><Relationship Id="rId55" Type="http://schemas.openxmlformats.org/officeDocument/2006/relationships/tags" Target="../tags/tag638.xml"/><Relationship Id="rId97" Type="http://schemas.openxmlformats.org/officeDocument/2006/relationships/tags" Target="../tags/tag680.xml"/><Relationship Id="rId120" Type="http://schemas.openxmlformats.org/officeDocument/2006/relationships/tags" Target="../tags/tag703.xml"/><Relationship Id="rId162" Type="http://schemas.openxmlformats.org/officeDocument/2006/relationships/tags" Target="../tags/tag745.xml"/><Relationship Id="rId218" Type="http://schemas.openxmlformats.org/officeDocument/2006/relationships/tags" Target="../tags/tag801.xml"/><Relationship Id="rId271" Type="http://schemas.openxmlformats.org/officeDocument/2006/relationships/tags" Target="../tags/tag854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0.png"/><Relationship Id="rId7" Type="http://schemas.openxmlformats.org/officeDocument/2006/relationships/image" Target="../media/image40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9.png"/><Relationship Id="rId5" Type="http://schemas.openxmlformats.org/officeDocument/2006/relationships/image" Target="../media/image38.png"/><Relationship Id="rId4" Type="http://schemas.openxmlformats.org/officeDocument/2006/relationships/image" Target="../media/image37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0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3.svg"/><Relationship Id="rId5" Type="http://schemas.openxmlformats.org/officeDocument/2006/relationships/image" Target="../media/image42.png"/><Relationship Id="rId4" Type="http://schemas.openxmlformats.org/officeDocument/2006/relationships/image" Target="../media/image41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5.svg"/><Relationship Id="rId5" Type="http://schemas.openxmlformats.org/officeDocument/2006/relationships/image" Target="../media/image44.png"/><Relationship Id="rId4" Type="http://schemas.openxmlformats.org/officeDocument/2006/relationships/image" Target="../media/image420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7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>
            <a:extLst>
              <a:ext uri="{FF2B5EF4-FFF2-40B4-BE49-F238E27FC236}">
                <a16:creationId xmlns:a16="http://schemas.microsoft.com/office/drawing/2014/main" id="{8C58A0CC-827F-80DA-D103-621E3D10BB2D}"/>
              </a:ext>
            </a:extLst>
          </p:cNvPr>
          <p:cNvSpPr/>
          <p:nvPr/>
        </p:nvSpPr>
        <p:spPr>
          <a:xfrm>
            <a:off x="0" y="1349598"/>
            <a:ext cx="12207766" cy="2689684"/>
          </a:xfrm>
          <a:prstGeom prst="rect">
            <a:avLst/>
          </a:prstGeom>
          <a:solidFill>
            <a:srgbClr val="01205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315F9B17-5808-981F-82CD-F413502A9402}"/>
              </a:ext>
            </a:extLst>
          </p:cNvPr>
          <p:cNvSpPr txBox="1"/>
          <p:nvPr/>
        </p:nvSpPr>
        <p:spPr>
          <a:xfrm>
            <a:off x="236803" y="2104764"/>
            <a:ext cx="11749927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3200" b="1" dirty="0">
                <a:solidFill>
                  <a:schemeClr val="bg1"/>
                </a:solidFill>
              </a:rPr>
              <a:t>Relation-Level Structural Analysis of Predictive Multiplicity </a:t>
            </a:r>
          </a:p>
          <a:p>
            <a:pPr algn="ctr"/>
            <a:r>
              <a:rPr lang="en-US" altLang="zh-CN" sz="3200" b="1" dirty="0">
                <a:solidFill>
                  <a:schemeClr val="bg1"/>
                </a:solidFill>
              </a:rPr>
              <a:t>in Knowledge Graph Embedding for Link Prediction</a:t>
            </a:r>
            <a:endParaRPr lang="zh-CN" altLang="en-US" sz="3200" b="1" dirty="0">
              <a:solidFill>
                <a:schemeClr val="bg1"/>
              </a:solidFill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04DDB65D-00CF-D4CC-6678-C01DABDBDAC6}"/>
              </a:ext>
            </a:extLst>
          </p:cNvPr>
          <p:cNvSpPr txBox="1"/>
          <p:nvPr/>
        </p:nvSpPr>
        <p:spPr>
          <a:xfrm>
            <a:off x="3063766" y="4168134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b="1" dirty="0"/>
              <a:t>知識</a:t>
            </a:r>
            <a:r>
              <a:rPr lang="ja-JP" altLang="en-US" b="1"/>
              <a:t>グラフ</a:t>
            </a:r>
            <a:r>
              <a:rPr lang="zh-CN" altLang="en-US" b="1" dirty="0"/>
              <a:t>埋</a:t>
            </a:r>
            <a:r>
              <a:rPr lang="ja-JP" altLang="en-US" b="1"/>
              <a:t>め</a:t>
            </a:r>
            <a:r>
              <a:rPr lang="zh-CN" altLang="en-US" b="1" dirty="0"/>
              <a:t>込</a:t>
            </a:r>
            <a:r>
              <a:rPr lang="ja-JP" altLang="en-US" b="1"/>
              <a:t>みにおける</a:t>
            </a:r>
            <a:r>
              <a:rPr lang="zh-CN" altLang="en-US" b="1" dirty="0"/>
              <a:t>予測多重性</a:t>
            </a:r>
            <a:r>
              <a:rPr lang="ja-JP" altLang="en-US" b="1"/>
              <a:t>をもたらす</a:t>
            </a:r>
            <a:endParaRPr lang="en-US" altLang="ja-JP" b="1" dirty="0"/>
          </a:p>
          <a:p>
            <a:pPr algn="ctr"/>
            <a:r>
              <a:rPr lang="zh-CN" altLang="en-US" b="1" dirty="0"/>
              <a:t>関係</a:t>
            </a:r>
            <a:r>
              <a:rPr lang="ja-JP" altLang="en-US" b="1"/>
              <a:t>レベル</a:t>
            </a:r>
            <a:r>
              <a:rPr lang="zh-CN" altLang="en-US" b="1" dirty="0"/>
              <a:t>構造要因</a:t>
            </a:r>
            <a:r>
              <a:rPr lang="ja-JP" altLang="en-US" b="1"/>
              <a:t>の</a:t>
            </a:r>
            <a:r>
              <a:rPr lang="zh-CN" altLang="en-US" b="1" dirty="0"/>
              <a:t>解明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A8088829-2F92-D7CA-6835-F3916E9233F0}"/>
              </a:ext>
            </a:extLst>
          </p:cNvPr>
          <p:cNvSpPr txBox="1"/>
          <p:nvPr/>
        </p:nvSpPr>
        <p:spPr>
          <a:xfrm>
            <a:off x="5270229" y="5538651"/>
            <a:ext cx="15408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M2+  </a:t>
            </a:r>
            <a:r>
              <a:rPr kumimoji="1" lang="zh-CN" altLang="en-US" dirty="0"/>
              <a:t>趙 怡名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78950DE4-B4D9-2472-B018-B07B9B434814}"/>
              </a:ext>
            </a:extLst>
          </p:cNvPr>
          <p:cNvSpPr txBox="1"/>
          <p:nvPr/>
        </p:nvSpPr>
        <p:spPr>
          <a:xfrm>
            <a:off x="4520889" y="826378"/>
            <a:ext cx="315022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2800" b="1" dirty="0">
                <a:solidFill>
                  <a:schemeClr val="bg1">
                    <a:lumMod val="50000"/>
                  </a:schemeClr>
                </a:solidFill>
              </a:rPr>
              <a:t>Research Progress</a:t>
            </a:r>
            <a:endParaRPr kumimoji="1" lang="zh-CN" altLang="en-US" sz="2800" b="1" dirty="0">
              <a:solidFill>
                <a:schemeClr val="bg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4472741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549ABD39-681E-040E-F965-0957C96CFDA9}"/>
              </a:ext>
            </a:extLst>
          </p:cNvPr>
          <p:cNvSpPr txBox="1"/>
          <p:nvPr/>
        </p:nvSpPr>
        <p:spPr>
          <a:xfrm>
            <a:off x="182116" y="165229"/>
            <a:ext cx="980108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</a:rPr>
              <a:t>Background: Knowledge graph embedding link prediction</a:t>
            </a:r>
            <a:endParaRPr kumimoji="1" lang="zh-CN" altLang="en-US" sz="2800" b="1" dirty="0">
              <a:solidFill>
                <a:schemeClr val="bg1"/>
              </a:solidFill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9A68288B-BEF3-FE80-7397-CB053D347F7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1947" y="1334546"/>
            <a:ext cx="1624562" cy="646331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CDC328E9-0FB7-741B-B557-E02054C7428C}"/>
              </a:ext>
            </a:extLst>
          </p:cNvPr>
          <p:cNvSpPr txBox="1"/>
          <p:nvPr/>
        </p:nvSpPr>
        <p:spPr>
          <a:xfrm>
            <a:off x="1255377" y="2244686"/>
            <a:ext cx="7377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>
                <a:solidFill>
                  <a:schemeClr val="tx1">
                    <a:lumMod val="85000"/>
                    <a:lumOff val="15000"/>
                  </a:schemeClr>
                </a:solidFill>
              </a:rPr>
              <a:t>Triple</a:t>
            </a:r>
            <a:endParaRPr kumimoji="1" lang="zh-CN" altLang="en-US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D80CE9A-7019-3EF5-4F6B-780278D56CD7}"/>
              </a:ext>
            </a:extLst>
          </p:cNvPr>
          <p:cNvSpPr txBox="1"/>
          <p:nvPr/>
        </p:nvSpPr>
        <p:spPr>
          <a:xfrm>
            <a:off x="3047999" y="1271060"/>
            <a:ext cx="2055224" cy="12964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zh-CN" dirty="0">
                <a:solidFill>
                  <a:schemeClr val="tx1">
                    <a:lumMod val="85000"/>
                    <a:lumOff val="15000"/>
                  </a:schemeClr>
                </a:solidFill>
              </a:rPr>
              <a:t>A:</a:t>
            </a:r>
            <a:r>
              <a:rPr lang="zh-CN" altLang="en-US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en-US" altLang="zh-CN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IBM Plex Sans JP"/>
              </a:rPr>
              <a:t>head entity</a:t>
            </a:r>
            <a:br>
              <a:rPr lang="en-US" altLang="zh-CN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IBM Plex Sans JP"/>
              </a:rPr>
            </a:br>
            <a:r>
              <a:rPr lang="en-US" altLang="zh-CN" dirty="0">
                <a:solidFill>
                  <a:schemeClr val="tx1">
                    <a:lumMod val="85000"/>
                    <a:lumOff val="15000"/>
                  </a:schemeClr>
                </a:solidFill>
              </a:rPr>
              <a:t>B:</a:t>
            </a:r>
            <a:r>
              <a:rPr lang="zh-CN" altLang="en-US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en-US" altLang="zh-CN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IBM Plex Sans JP"/>
              </a:rPr>
              <a:t>relation</a:t>
            </a:r>
            <a:br>
              <a:rPr lang="en-US" altLang="zh-CN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en-US" altLang="zh-CN" dirty="0">
                <a:solidFill>
                  <a:schemeClr val="tx1">
                    <a:lumMod val="85000"/>
                    <a:lumOff val="15000"/>
                  </a:schemeClr>
                </a:solidFill>
              </a:rPr>
              <a:t>C:</a:t>
            </a:r>
            <a:r>
              <a:rPr lang="zh-CN" altLang="en-US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en-US" altLang="ja-JP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IBM Plex Sans JP"/>
              </a:rPr>
              <a:t>tail entity</a:t>
            </a:r>
            <a:endParaRPr lang="zh-CN" altLang="en-US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846C0834-EA3B-DE20-771E-D23CD245A356}"/>
              </a:ext>
            </a:extLst>
          </p:cNvPr>
          <p:cNvSpPr txBox="1"/>
          <p:nvPr/>
        </p:nvSpPr>
        <p:spPr>
          <a:xfrm>
            <a:off x="1255377" y="5978634"/>
            <a:ext cx="33691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>
                <a:solidFill>
                  <a:schemeClr val="tx1">
                    <a:lumMod val="85000"/>
                    <a:lumOff val="15000"/>
                  </a:schemeClr>
                </a:solidFill>
              </a:rPr>
              <a:t>Example of Knowledge graph</a:t>
            </a:r>
            <a:r>
              <a:rPr lang="en-US" altLang="zh-CN" baseline="300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[1]</a:t>
            </a:r>
            <a:endParaRPr lang="zh-CN" altLang="en-US" baseline="300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A6D10C5E-9EAF-3EAE-29EE-24508EE126A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7742" y="3660066"/>
            <a:ext cx="3541086" cy="2318568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BD198A9A-4275-05F7-9A4D-0005E364AD93}"/>
                  </a:ext>
                </a:extLst>
              </p:cNvPr>
              <p:cNvSpPr txBox="1"/>
              <p:nvPr/>
            </p:nvSpPr>
            <p:spPr>
              <a:xfrm>
                <a:off x="7061949" y="1136683"/>
                <a:ext cx="4008347" cy="113409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>
                  <a:lnSpc>
                    <a:spcPct val="150000"/>
                  </a:lnSpc>
                </a:pPr>
                <a:r>
                  <a:rPr lang="en-US" altLang="zh-CN" b="0" dirty="0">
                    <a:solidFill>
                      <a:schemeClr val="tx1"/>
                    </a:solidFill>
                  </a:rPr>
                  <a:t>Knowledge</a:t>
                </a:r>
                <a:r>
                  <a:rPr lang="zh-CN" altLang="en-US" b="0" dirty="0">
                    <a:solidFill>
                      <a:schemeClr val="tx1"/>
                    </a:solidFill>
                  </a:rPr>
                  <a:t> </a:t>
                </a:r>
                <a:r>
                  <a:rPr lang="en-US" altLang="zh-CN" dirty="0"/>
                  <a:t>g</a:t>
                </a:r>
                <a:r>
                  <a:rPr lang="en-US" altLang="zh-CN" b="0" dirty="0">
                    <a:solidFill>
                      <a:schemeClr val="tx1"/>
                    </a:solidFill>
                  </a:rPr>
                  <a:t>raph </a:t>
                </a:r>
                <a:r>
                  <a:rPr lang="en-US" altLang="zh-CN" dirty="0"/>
                  <a:t>link prediction</a:t>
                </a:r>
                <a:br>
                  <a:rPr lang="en-US" altLang="zh-CN" dirty="0"/>
                </a:br>
                <a:r>
                  <a:rPr lang="en-US" altLang="zh-CN" sz="1100" dirty="0"/>
                  <a:t> (Tail prediction &amp; Head prediction)</a:t>
                </a:r>
                <a:endParaRPr lang="en-US" altLang="zh-CN" sz="1100" b="0" i="1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  <a:p>
                <a:pPr algn="ctr"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Goal</m:t>
                    </m:r>
                    <m:r>
                      <a:rPr lang="zh-CN" altLang="en-US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：</m:t>
                    </m:r>
                    <m:d>
                      <m:dPr>
                        <m:ctrlP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h</m:t>
                        </m:r>
                        <m: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 , </m:t>
                        </m:r>
                        <m: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 , ?</m:t>
                        </m:r>
                      </m:e>
                    </m:d>
                  </m:oMath>
                </a14:m>
                <a:r>
                  <a:rPr lang="en-US" altLang="zh-CN" b="0" dirty="0">
                    <a:solidFill>
                      <a:schemeClr val="tx1"/>
                    </a:solidFill>
                  </a:rPr>
                  <a:t> or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? , </m:t>
                        </m:r>
                        <m: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 , </m:t>
                        </m:r>
                        <m:r>
                          <m:rPr>
                            <m:sty m:val="p"/>
                          </m:rP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t</m:t>
                        </m:r>
                      </m:e>
                    </m:d>
                  </m:oMath>
                </a14:m>
                <a:r>
                  <a:rPr lang="en-US" altLang="zh-CN" b="0" dirty="0">
                    <a:solidFill>
                      <a:schemeClr val="tx1"/>
                    </a:solidFill>
                  </a:rPr>
                  <a:t> </a:t>
                </a:r>
              </a:p>
            </p:txBody>
          </p:sp>
        </mc:Choice>
        <mc:Fallback xmlns=""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BD198A9A-4275-05F7-9A4D-0005E364AD9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61949" y="1136683"/>
                <a:ext cx="4008347" cy="1134093"/>
              </a:xfrm>
              <a:prstGeom prst="rect">
                <a:avLst/>
              </a:prstGeom>
              <a:blipFill>
                <a:blip r:embed="rId5"/>
                <a:stretch>
                  <a:fillRect b="-769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文本框 10">
            <a:extLst>
              <a:ext uri="{FF2B5EF4-FFF2-40B4-BE49-F238E27FC236}">
                <a16:creationId xmlns:a16="http://schemas.microsoft.com/office/drawing/2014/main" id="{1F1093DB-9A07-F093-C99D-034280FCDAFD}"/>
              </a:ext>
            </a:extLst>
          </p:cNvPr>
          <p:cNvSpPr txBox="1"/>
          <p:nvPr/>
        </p:nvSpPr>
        <p:spPr>
          <a:xfrm>
            <a:off x="7975919" y="2777613"/>
            <a:ext cx="21804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(</a:t>
            </a:r>
            <a:r>
              <a:rPr lang="en-US" altLang="zh-CN" dirty="0">
                <a:highlight>
                  <a:srgbClr val="C0C0C0"/>
                </a:highlight>
              </a:rPr>
              <a:t>Paris</a:t>
            </a:r>
            <a:r>
              <a:rPr lang="en-US" altLang="zh-CN" dirty="0"/>
              <a:t>,</a:t>
            </a:r>
            <a:r>
              <a:rPr lang="zh-CN" altLang="en-US" dirty="0"/>
              <a:t> </a:t>
            </a:r>
            <a:r>
              <a:rPr lang="en-US" altLang="zh-CN" dirty="0" err="1">
                <a:highlight>
                  <a:srgbClr val="C0C0C0"/>
                </a:highlight>
              </a:rPr>
              <a:t>capital_of</a:t>
            </a:r>
            <a:r>
              <a:rPr lang="zh-CN" altLang="en-US" dirty="0"/>
              <a:t> </a:t>
            </a:r>
            <a:r>
              <a:rPr lang="en-US" altLang="zh-CN" dirty="0"/>
              <a:t>,</a:t>
            </a:r>
            <a:r>
              <a:rPr lang="zh-CN" altLang="en-US" dirty="0"/>
              <a:t> </a:t>
            </a:r>
            <a:r>
              <a:rPr lang="en-US" altLang="zh-CN" dirty="0">
                <a:highlight>
                  <a:srgbClr val="C0C0C0"/>
                </a:highlight>
              </a:rPr>
              <a:t>?</a:t>
            </a:r>
            <a:r>
              <a:rPr lang="zh-CN" altLang="en-US" dirty="0"/>
              <a:t> </a:t>
            </a:r>
            <a:r>
              <a:rPr lang="en-US" altLang="zh-CN" dirty="0"/>
              <a:t>)</a:t>
            </a:r>
            <a:endParaRPr lang="en-US" altLang="zh-CN" b="1" dirty="0"/>
          </a:p>
        </p:txBody>
      </p:sp>
      <p:cxnSp>
        <p:nvCxnSpPr>
          <p:cNvPr id="14" name="直线连接符 13">
            <a:extLst>
              <a:ext uri="{FF2B5EF4-FFF2-40B4-BE49-F238E27FC236}">
                <a16:creationId xmlns:a16="http://schemas.microsoft.com/office/drawing/2014/main" id="{119C5C5D-C201-602A-8370-B31809C73B49}"/>
              </a:ext>
            </a:extLst>
          </p:cNvPr>
          <p:cNvCxnSpPr/>
          <p:nvPr/>
        </p:nvCxnSpPr>
        <p:spPr>
          <a:xfrm>
            <a:off x="5817325" y="1271060"/>
            <a:ext cx="0" cy="4988034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6" name="文本框 15">
            <a:extLst>
              <a:ext uri="{FF2B5EF4-FFF2-40B4-BE49-F238E27FC236}">
                <a16:creationId xmlns:a16="http://schemas.microsoft.com/office/drawing/2014/main" id="{B9ED28F7-BA6B-9458-BCDF-AEBF2592F11C}"/>
              </a:ext>
            </a:extLst>
          </p:cNvPr>
          <p:cNvSpPr txBox="1"/>
          <p:nvPr/>
        </p:nvSpPr>
        <p:spPr>
          <a:xfrm>
            <a:off x="7975918" y="3312472"/>
            <a:ext cx="243416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200" dirty="0"/>
              <a:t>Two possible ranking outcomes</a:t>
            </a:r>
            <a:endParaRPr lang="zh-CN" altLang="en-US" sz="1200" dirty="0"/>
          </a:p>
        </p:txBody>
      </p:sp>
      <p:graphicFrame>
        <p:nvGraphicFramePr>
          <p:cNvPr id="17" name="表格 16">
            <a:extLst>
              <a:ext uri="{FF2B5EF4-FFF2-40B4-BE49-F238E27FC236}">
                <a16:creationId xmlns:a16="http://schemas.microsoft.com/office/drawing/2014/main" id="{ADA8D642-4796-29C0-80CB-8F6C09FADB7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09310840"/>
              </p:ext>
            </p:extLst>
          </p:nvPr>
        </p:nvGraphicFramePr>
        <p:xfrm>
          <a:off x="6531428" y="3660066"/>
          <a:ext cx="1959190" cy="2048736"/>
        </p:xfrm>
        <a:graphic>
          <a:graphicData uri="http://schemas.openxmlformats.org/drawingml/2006/table">
            <a:tbl>
              <a:tblPr firstRow="1" bandRow="1">
                <a:tableStyleId>{616DA210-FB5B-4158-B5E0-FEB733F419BA}</a:tableStyleId>
              </a:tblPr>
              <a:tblGrid>
                <a:gridCol w="979595">
                  <a:extLst>
                    <a:ext uri="{9D8B030D-6E8A-4147-A177-3AD203B41FA5}">
                      <a16:colId xmlns:a16="http://schemas.microsoft.com/office/drawing/2014/main" val="1640990132"/>
                    </a:ext>
                  </a:extLst>
                </a:gridCol>
                <a:gridCol w="979595">
                  <a:extLst>
                    <a:ext uri="{9D8B030D-6E8A-4147-A177-3AD203B41FA5}">
                      <a16:colId xmlns:a16="http://schemas.microsoft.com/office/drawing/2014/main" val="3417507578"/>
                    </a:ext>
                  </a:extLst>
                </a:gridCol>
              </a:tblGrid>
              <a:tr h="256092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dirty="0"/>
                        <a:t>Ranking</a:t>
                      </a:r>
                      <a:endParaRPr lang="zh-CN" altLang="en-US" sz="1050" dirty="0"/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dirty="0"/>
                        <a:t>Entity</a:t>
                      </a:r>
                      <a:endParaRPr lang="zh-CN" altLang="en-US" sz="105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609971022"/>
                  </a:ext>
                </a:extLst>
              </a:tr>
              <a:tr h="256092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>
                          <a:solidFill>
                            <a:srgbClr val="FF0000"/>
                          </a:solidFill>
                        </a:rPr>
                        <a:t>1</a:t>
                      </a:r>
                      <a:endParaRPr lang="zh-CN" altLang="en-US" sz="1050" b="1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>
                          <a:solidFill>
                            <a:srgbClr val="FF0000"/>
                          </a:solidFill>
                        </a:rPr>
                        <a:t>France</a:t>
                      </a:r>
                      <a:endParaRPr lang="zh-CN" altLang="en-US" sz="1050" b="1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547510868"/>
                  </a:ext>
                </a:extLst>
              </a:tr>
              <a:tr h="256092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dirty="0"/>
                        <a:t>2</a:t>
                      </a:r>
                      <a:endParaRPr lang="zh-CN" altLang="en-US" sz="1050" dirty="0"/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dirty="0"/>
                        <a:t>Germany</a:t>
                      </a:r>
                      <a:endParaRPr lang="zh-CN" altLang="en-US" sz="105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961018585"/>
                  </a:ext>
                </a:extLst>
              </a:tr>
              <a:tr h="256092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dirty="0"/>
                        <a:t>3</a:t>
                      </a:r>
                      <a:endParaRPr lang="zh-CN" altLang="en-US" sz="1050" dirty="0"/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dirty="0"/>
                        <a:t>Italy</a:t>
                      </a:r>
                      <a:endParaRPr lang="zh-CN" altLang="en-US" sz="105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652843934"/>
                  </a:ext>
                </a:extLst>
              </a:tr>
              <a:tr h="256092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dirty="0"/>
                        <a:t>…</a:t>
                      </a:r>
                      <a:endParaRPr lang="zh-CN" altLang="en-US" sz="1050" dirty="0"/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dirty="0"/>
                        <a:t>…</a:t>
                      </a:r>
                      <a:endParaRPr lang="zh-CN" altLang="en-US" sz="105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224805607"/>
                  </a:ext>
                </a:extLst>
              </a:tr>
              <a:tr h="256092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dirty="0"/>
                        <a:t>10</a:t>
                      </a:r>
                      <a:endParaRPr lang="zh-CN" altLang="en-US" sz="1050" dirty="0"/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dirty="0"/>
                        <a:t>Spain</a:t>
                      </a:r>
                      <a:endParaRPr lang="zh-CN" altLang="en-US" sz="105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960224026"/>
                  </a:ext>
                </a:extLst>
              </a:tr>
              <a:tr h="256092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dirty="0"/>
                        <a:t>11</a:t>
                      </a:r>
                      <a:endParaRPr lang="zh-CN" altLang="en-US" sz="1050" dirty="0"/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dirty="0"/>
                        <a:t>China</a:t>
                      </a:r>
                      <a:endParaRPr lang="zh-CN" altLang="en-US" sz="105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464878986"/>
                  </a:ext>
                </a:extLst>
              </a:tr>
              <a:tr h="256092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dirty="0"/>
                        <a:t>…</a:t>
                      </a:r>
                      <a:endParaRPr lang="zh-CN" altLang="en-US" sz="1050" dirty="0"/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dirty="0"/>
                        <a:t>…</a:t>
                      </a:r>
                      <a:endParaRPr lang="zh-CN" altLang="en-US" sz="105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99747484"/>
                  </a:ext>
                </a:extLst>
              </a:tr>
            </a:tbl>
          </a:graphicData>
        </a:graphic>
      </p:graphicFrame>
      <p:graphicFrame>
        <p:nvGraphicFramePr>
          <p:cNvPr id="18" name="表格 17">
            <a:extLst>
              <a:ext uri="{FF2B5EF4-FFF2-40B4-BE49-F238E27FC236}">
                <a16:creationId xmlns:a16="http://schemas.microsoft.com/office/drawing/2014/main" id="{A9631088-E73E-77C5-8EF3-B5DA0C64CF8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56421696"/>
              </p:ext>
            </p:extLst>
          </p:nvPr>
        </p:nvGraphicFramePr>
        <p:xfrm>
          <a:off x="9641572" y="3660066"/>
          <a:ext cx="1959190" cy="2048736"/>
        </p:xfrm>
        <a:graphic>
          <a:graphicData uri="http://schemas.openxmlformats.org/drawingml/2006/table">
            <a:tbl>
              <a:tblPr firstRow="1" bandRow="1">
                <a:tableStyleId>{616DA210-FB5B-4158-B5E0-FEB733F419BA}</a:tableStyleId>
              </a:tblPr>
              <a:tblGrid>
                <a:gridCol w="979595">
                  <a:extLst>
                    <a:ext uri="{9D8B030D-6E8A-4147-A177-3AD203B41FA5}">
                      <a16:colId xmlns:a16="http://schemas.microsoft.com/office/drawing/2014/main" val="1640990132"/>
                    </a:ext>
                  </a:extLst>
                </a:gridCol>
                <a:gridCol w="979595">
                  <a:extLst>
                    <a:ext uri="{9D8B030D-6E8A-4147-A177-3AD203B41FA5}">
                      <a16:colId xmlns:a16="http://schemas.microsoft.com/office/drawing/2014/main" val="3417507578"/>
                    </a:ext>
                  </a:extLst>
                </a:gridCol>
              </a:tblGrid>
              <a:tr h="256092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dirty="0"/>
                        <a:t>Ranking</a:t>
                      </a:r>
                      <a:endParaRPr lang="zh-CN" altLang="en-US" sz="1050" dirty="0"/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dirty="0"/>
                        <a:t>Entity</a:t>
                      </a:r>
                      <a:endParaRPr lang="zh-CN" altLang="en-US" sz="105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609971022"/>
                  </a:ext>
                </a:extLst>
              </a:tr>
              <a:tr h="256092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CN" altLang="en-US" sz="105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0" dirty="0">
                          <a:solidFill>
                            <a:schemeClr val="tx1"/>
                          </a:solidFill>
                        </a:rPr>
                        <a:t>Germany</a:t>
                      </a:r>
                      <a:endParaRPr lang="zh-CN" altLang="en-US" sz="105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547510868"/>
                  </a:ext>
                </a:extLst>
              </a:tr>
              <a:tr h="256092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dirty="0"/>
                        <a:t>2</a:t>
                      </a:r>
                      <a:endParaRPr lang="zh-CN" altLang="en-US" sz="1050" dirty="0"/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dirty="0"/>
                        <a:t>Spain</a:t>
                      </a:r>
                      <a:endParaRPr lang="zh-CN" altLang="en-US" sz="105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961018585"/>
                  </a:ext>
                </a:extLst>
              </a:tr>
              <a:tr h="256092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dirty="0"/>
                        <a:t>3</a:t>
                      </a:r>
                      <a:endParaRPr lang="zh-CN" altLang="en-US" sz="1050" dirty="0"/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dirty="0"/>
                        <a:t>Italy</a:t>
                      </a:r>
                      <a:endParaRPr lang="zh-CN" altLang="en-US" sz="105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652843934"/>
                  </a:ext>
                </a:extLst>
              </a:tr>
              <a:tr h="256092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dirty="0"/>
                        <a:t>…</a:t>
                      </a:r>
                      <a:endParaRPr lang="zh-CN" altLang="en-US" sz="1050" dirty="0"/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dirty="0"/>
                        <a:t>…</a:t>
                      </a:r>
                      <a:endParaRPr lang="zh-CN" altLang="en-US" sz="105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224805607"/>
                  </a:ext>
                </a:extLst>
              </a:tr>
              <a:tr h="256092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dirty="0"/>
                        <a:t>10</a:t>
                      </a:r>
                      <a:endParaRPr lang="zh-CN" altLang="en-US" sz="1050" dirty="0"/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dirty="0"/>
                        <a:t>China</a:t>
                      </a:r>
                      <a:endParaRPr lang="zh-CN" altLang="en-US" sz="105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960224026"/>
                  </a:ext>
                </a:extLst>
              </a:tr>
              <a:tr h="256092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>
                          <a:solidFill>
                            <a:srgbClr val="FF0000"/>
                          </a:solidFill>
                        </a:rPr>
                        <a:t>11</a:t>
                      </a:r>
                      <a:endParaRPr lang="zh-CN" altLang="en-US" sz="1050" b="1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>
                          <a:solidFill>
                            <a:srgbClr val="FF0000"/>
                          </a:solidFill>
                        </a:rPr>
                        <a:t>France</a:t>
                      </a:r>
                      <a:endParaRPr lang="zh-CN" altLang="en-US" sz="1050" b="1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464878986"/>
                  </a:ext>
                </a:extLst>
              </a:tr>
              <a:tr h="256092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dirty="0"/>
                        <a:t>…</a:t>
                      </a:r>
                      <a:endParaRPr lang="zh-CN" altLang="en-US" sz="1050" dirty="0"/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dirty="0"/>
                        <a:t>…</a:t>
                      </a:r>
                      <a:endParaRPr lang="zh-CN" altLang="en-US" sz="105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266118203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19" name="文本框 18">
                <a:extLst>
                  <a:ext uri="{FF2B5EF4-FFF2-40B4-BE49-F238E27FC236}">
                    <a16:creationId xmlns:a16="http://schemas.microsoft.com/office/drawing/2014/main" id="{50CE3845-E4FC-FEC1-5D2B-6F544F7EB6E2}"/>
                  </a:ext>
                </a:extLst>
              </p:cNvPr>
              <p:cNvSpPr txBox="1"/>
              <p:nvPr/>
            </p:nvSpPr>
            <p:spPr>
              <a:xfrm>
                <a:off x="6096000" y="6202911"/>
                <a:ext cx="289855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dirty="0"/>
                  <a:t>Evaluation metric: 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𝐻𝑖𝑡𝑠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@10</m:t>
                    </m:r>
                  </m:oMath>
                </a14:m>
                <a:endParaRPr kumimoji="1" lang="zh-CN" altLang="en-US" dirty="0"/>
              </a:p>
            </p:txBody>
          </p:sp>
        </mc:Choice>
        <mc:Fallback xmlns="">
          <p:sp>
            <p:nvSpPr>
              <p:cNvPr id="19" name="文本框 18">
                <a:extLst>
                  <a:ext uri="{FF2B5EF4-FFF2-40B4-BE49-F238E27FC236}">
                    <a16:creationId xmlns:a16="http://schemas.microsoft.com/office/drawing/2014/main" id="{50CE3845-E4FC-FEC1-5D2B-6F544F7EB6E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00" y="6202911"/>
                <a:ext cx="2898550" cy="369332"/>
              </a:xfrm>
              <a:prstGeom prst="rect">
                <a:avLst/>
              </a:prstGeom>
              <a:blipFill>
                <a:blip r:embed="rId6"/>
                <a:stretch>
                  <a:fillRect l="-1754" t="-6667" b="-266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文本框 21">
            <a:extLst>
              <a:ext uri="{FF2B5EF4-FFF2-40B4-BE49-F238E27FC236}">
                <a16:creationId xmlns:a16="http://schemas.microsoft.com/office/drawing/2014/main" id="{0BE45748-B07A-B4EE-E7D5-C483ECF5AF06}"/>
              </a:ext>
            </a:extLst>
          </p:cNvPr>
          <p:cNvSpPr txBox="1"/>
          <p:nvPr/>
        </p:nvSpPr>
        <p:spPr>
          <a:xfrm>
            <a:off x="9066123" y="6156744"/>
            <a:ext cx="311008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200" dirty="0"/>
              <a:t>The proportion of test queries for which </a:t>
            </a:r>
          </a:p>
          <a:p>
            <a:r>
              <a:rPr lang="en-US" altLang="zh-CN" sz="1200" dirty="0"/>
              <a:t>this top-10 success condition is satisfied.</a:t>
            </a:r>
            <a:endParaRPr lang="zh-CN" altLang="en-US" sz="12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文本框 23">
                <a:extLst>
                  <a:ext uri="{FF2B5EF4-FFF2-40B4-BE49-F238E27FC236}">
                    <a16:creationId xmlns:a16="http://schemas.microsoft.com/office/drawing/2014/main" id="{5241403C-E95D-C2CE-13D8-76E85E64BF92}"/>
                  </a:ext>
                </a:extLst>
              </p:cNvPr>
              <p:cNvSpPr txBox="1"/>
              <p:nvPr/>
            </p:nvSpPr>
            <p:spPr>
              <a:xfrm>
                <a:off x="6946387" y="5760504"/>
                <a:ext cx="1129271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i="1" dirty="0" smtClean="0">
                          <a:latin typeface="Cambria Math" panose="02040503050406030204" pitchFamily="18" charset="0"/>
                        </a:rPr>
                        <m:t>𝐻𝑖𝑡</m:t>
                      </m:r>
                      <m:r>
                        <a:rPr lang="en-US" altLang="zh-CN" sz="1200" i="1" dirty="0" smtClean="0">
                          <a:latin typeface="Cambria Math" panose="02040503050406030204" pitchFamily="18" charset="0"/>
                        </a:rPr>
                        <m:t>@10</m:t>
                      </m:r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24" name="文本框 23">
                <a:extLst>
                  <a:ext uri="{FF2B5EF4-FFF2-40B4-BE49-F238E27FC236}">
                    <a16:creationId xmlns:a16="http://schemas.microsoft.com/office/drawing/2014/main" id="{5241403C-E95D-C2CE-13D8-76E85E64BF9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46387" y="5760504"/>
                <a:ext cx="1129271" cy="276999"/>
              </a:xfrm>
              <a:prstGeom prst="rect">
                <a:avLst/>
              </a:prstGeom>
              <a:blipFill>
                <a:blip r:embed="rId7"/>
                <a:stretch>
                  <a:fillRect b="-1304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文本框 25">
                <a:extLst>
                  <a:ext uri="{FF2B5EF4-FFF2-40B4-BE49-F238E27FC236}">
                    <a16:creationId xmlns:a16="http://schemas.microsoft.com/office/drawing/2014/main" id="{90646E14-7E9C-5C2C-62DF-3C97CC33A32D}"/>
                  </a:ext>
                </a:extLst>
              </p:cNvPr>
              <p:cNvSpPr txBox="1"/>
              <p:nvPr/>
            </p:nvSpPr>
            <p:spPr>
              <a:xfrm>
                <a:off x="9968720" y="5760504"/>
                <a:ext cx="1304894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b="0" i="1" smtClean="0">
                          <a:latin typeface="Cambria Math" panose="02040503050406030204" pitchFamily="18" charset="0"/>
                        </a:rPr>
                        <m:t>𝑀𝑖𝑠𝑠</m:t>
                      </m:r>
                      <m:r>
                        <a:rPr lang="en-US" altLang="zh-CN" sz="1200" b="0" i="1" smtClean="0">
                          <a:latin typeface="Cambria Math" panose="02040503050406030204" pitchFamily="18" charset="0"/>
                        </a:rPr>
                        <m:t>@10</m:t>
                      </m:r>
                    </m:oMath>
                  </m:oMathPara>
                </a14:m>
                <a:endParaRPr lang="en-US" altLang="zh-CN" sz="1200" b="0" dirty="0"/>
              </a:p>
            </p:txBody>
          </p:sp>
        </mc:Choice>
        <mc:Fallback xmlns="">
          <p:sp>
            <p:nvSpPr>
              <p:cNvPr id="26" name="文本框 25">
                <a:extLst>
                  <a:ext uri="{FF2B5EF4-FFF2-40B4-BE49-F238E27FC236}">
                    <a16:creationId xmlns:a16="http://schemas.microsoft.com/office/drawing/2014/main" id="{90646E14-7E9C-5C2C-62DF-3C97CC33A32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68720" y="5760504"/>
                <a:ext cx="1304894" cy="276999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31E363EA-6542-3FF9-F984-EE03B64C00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61953" y="243216"/>
            <a:ext cx="2743200" cy="365125"/>
          </a:xfrm>
        </p:spPr>
        <p:txBody>
          <a:bodyPr/>
          <a:lstStyle/>
          <a:p>
            <a:fld id="{1D774731-12CD-3345-9473-330CE81C7131}" type="slidenum">
              <a:rPr kumimoji="1" lang="zh-CN" altLang="en-US" smtClean="0"/>
              <a:t>2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4708819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矩形 39">
            <a:extLst>
              <a:ext uri="{FF2B5EF4-FFF2-40B4-BE49-F238E27FC236}">
                <a16:creationId xmlns:a16="http://schemas.microsoft.com/office/drawing/2014/main" id="{CD60178F-3CDC-A2B6-4AD9-C84ABA652798}"/>
              </a:ext>
            </a:extLst>
          </p:cNvPr>
          <p:cNvSpPr/>
          <p:nvPr/>
        </p:nvSpPr>
        <p:spPr>
          <a:xfrm>
            <a:off x="7348789" y="5398777"/>
            <a:ext cx="4700478" cy="1061812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39CC4D32-8475-956B-EC34-9BF23D76F5CC}"/>
              </a:ext>
            </a:extLst>
          </p:cNvPr>
          <p:cNvSpPr txBox="1"/>
          <p:nvPr/>
        </p:nvSpPr>
        <p:spPr>
          <a:xfrm>
            <a:off x="182116" y="165229"/>
            <a:ext cx="584967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</a:rPr>
              <a:t>Prior Work: Predictive Multiplicity</a:t>
            </a:r>
            <a:endParaRPr lang="en-US" altLang="zh-CN" sz="2800" dirty="0">
              <a:solidFill>
                <a:schemeClr val="bg1"/>
              </a:solidFill>
            </a:endParaRPr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98D9E416-6EAF-97E5-7D93-D870294348B3}"/>
              </a:ext>
            </a:extLst>
          </p:cNvPr>
          <p:cNvSpPr txBox="1"/>
          <p:nvPr/>
        </p:nvSpPr>
        <p:spPr>
          <a:xfrm>
            <a:off x="173200" y="1056721"/>
            <a:ext cx="351891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b="1" dirty="0"/>
              <a:t>Predictive multiplicity</a:t>
            </a:r>
            <a:r>
              <a:rPr lang="en-US" altLang="zh-CN" sz="2400" baseline="30000" dirty="0"/>
              <a:t>[2]</a:t>
            </a:r>
            <a:r>
              <a:rPr lang="en-US" altLang="zh-CN" sz="2400" b="1" dirty="0"/>
              <a:t> </a:t>
            </a:r>
            <a:endParaRPr kumimoji="1" lang="zh-CN" altLang="en-US" sz="2400" b="1" dirty="0"/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9D29BA0A-8BDE-4928-4C01-1C8517E9DA77}"/>
              </a:ext>
            </a:extLst>
          </p:cNvPr>
          <p:cNvSpPr txBox="1"/>
          <p:nvPr/>
        </p:nvSpPr>
        <p:spPr>
          <a:xfrm>
            <a:off x="174523" y="1532382"/>
            <a:ext cx="5287574" cy="815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en-US" altLang="zh-CN" sz="1400" dirty="0"/>
              <a:t>Even when models have similar overall performance, they may still disagree on whether a specific query is a top-K hit or miss.</a:t>
            </a:r>
          </a:p>
          <a:p>
            <a:r>
              <a:rPr lang="en-US" altLang="zh-CN" sz="1400" dirty="0"/>
              <a:t>This phenomenon is quantified by </a:t>
            </a:r>
            <a:r>
              <a:rPr lang="en-US" altLang="zh-CN" sz="1400" b="1" dirty="0"/>
              <a:t>ambiguity</a:t>
            </a:r>
            <a:r>
              <a:rPr lang="en-US" altLang="zh-CN" sz="1400" dirty="0"/>
              <a:t> and </a:t>
            </a:r>
            <a:r>
              <a:rPr lang="en-US" altLang="zh-CN" sz="1400" b="1" dirty="0"/>
              <a:t>discrepancy</a:t>
            </a:r>
            <a:r>
              <a:rPr lang="en-US" altLang="zh-CN" sz="1400" dirty="0"/>
              <a:t>.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2524808F-A8E7-4196-C709-13D671A7160A}"/>
              </a:ext>
            </a:extLst>
          </p:cNvPr>
          <p:cNvSpPr txBox="1"/>
          <p:nvPr/>
        </p:nvSpPr>
        <p:spPr>
          <a:xfrm>
            <a:off x="145329" y="2676597"/>
            <a:ext cx="694453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b="1" dirty="0"/>
              <a:t>Toy Example: Same Overall Performance with Query-Level Disagreement</a:t>
            </a:r>
            <a:endParaRPr kumimoji="1" lang="zh-CN" altLang="en-US" sz="16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" name="表格 2">
                <a:extLst>
                  <a:ext uri="{FF2B5EF4-FFF2-40B4-BE49-F238E27FC236}">
                    <a16:creationId xmlns:a16="http://schemas.microsoft.com/office/drawing/2014/main" id="{787CAF62-3673-4369-60F5-A88B6385DEF6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489299379"/>
                  </p:ext>
                </p:extLst>
              </p:nvPr>
            </p:nvGraphicFramePr>
            <p:xfrm>
              <a:off x="219694" y="3040589"/>
              <a:ext cx="6795801" cy="34200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3239697">
                      <a:extLst>
                        <a:ext uri="{9D8B030D-6E8A-4147-A177-3AD203B41FA5}">
                          <a16:colId xmlns:a16="http://schemas.microsoft.com/office/drawing/2014/main" val="1260458832"/>
                        </a:ext>
                      </a:extLst>
                    </a:gridCol>
                    <a:gridCol w="1185368">
                      <a:extLst>
                        <a:ext uri="{9D8B030D-6E8A-4147-A177-3AD203B41FA5}">
                          <a16:colId xmlns:a16="http://schemas.microsoft.com/office/drawing/2014/main" val="1945384098"/>
                        </a:ext>
                      </a:extLst>
                    </a:gridCol>
                    <a:gridCol w="1154792">
                      <a:extLst>
                        <a:ext uri="{9D8B030D-6E8A-4147-A177-3AD203B41FA5}">
                          <a16:colId xmlns:a16="http://schemas.microsoft.com/office/drawing/2014/main" val="1021003462"/>
                        </a:ext>
                      </a:extLst>
                    </a:gridCol>
                    <a:gridCol w="1215944">
                      <a:extLst>
                        <a:ext uri="{9D8B030D-6E8A-4147-A177-3AD203B41FA5}">
                          <a16:colId xmlns:a16="http://schemas.microsoft.com/office/drawing/2014/main" val="2394332897"/>
                        </a:ext>
                      </a:extLst>
                    </a:gridCol>
                  </a:tblGrid>
                  <a:tr h="7200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800" dirty="0"/>
                            <a:t>Query 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CN" sz="1800" b="1" i="1" smtClean="0">
                                  <a:latin typeface="Cambria Math" panose="02040503050406030204" pitchFamily="18" charset="0"/>
                                </a:rPr>
                                <m:t>𝒒</m:t>
                              </m:r>
                            </m:oMath>
                          </a14:m>
                          <a:endParaRPr lang="en-US" altLang="zh-CN" sz="1800" b="1" dirty="0"/>
                        </a:p>
                      </a:txBody>
                      <a:tcPr marL="92128" marR="92128" marT="46063" marB="46063" anchor="ctr">
                        <a:solidFill>
                          <a:srgbClr val="2268AB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800" dirty="0"/>
                            <a:t>Model A</a:t>
                          </a:r>
                          <a:endParaRPr lang="zh-CN" altLang="en-US" sz="1800" dirty="0"/>
                        </a:p>
                      </a:txBody>
                      <a:tcPr marL="92128" marR="92128" marT="46063" marB="46063" anchor="ctr">
                        <a:solidFill>
                          <a:srgbClr val="2268AB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800" dirty="0"/>
                            <a:t>Model B</a:t>
                          </a:r>
                          <a:endParaRPr lang="zh-CN" altLang="en-US" sz="1800" dirty="0"/>
                        </a:p>
                      </a:txBody>
                      <a:tcPr marL="92128" marR="92128" marT="46063" marB="46063" anchor="ctr">
                        <a:solidFill>
                          <a:srgbClr val="2268AB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800" dirty="0"/>
                            <a:t>Model C</a:t>
                          </a:r>
                          <a:endParaRPr lang="zh-CN" altLang="en-US" sz="1800" dirty="0"/>
                        </a:p>
                      </a:txBody>
                      <a:tcPr marL="92128" marR="92128" marT="46063" marB="46063" anchor="ctr">
                        <a:solidFill>
                          <a:srgbClr val="2268AB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83335933"/>
                      </a:ext>
                    </a:extLst>
                  </a:tr>
                  <a:tr h="54000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altLang="zh-CN" sz="1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800" b="0" i="1" smtClean="0">
                                      <a:latin typeface="Cambria Math" panose="02040503050406030204" pitchFamily="18" charset="0"/>
                                    </a:rPr>
                                    <m:t>𝑞</m:t>
                                  </m:r>
                                </m:e>
                                <m:sub>
                                  <m:r>
                                    <a:rPr lang="en-US" altLang="zh-CN" sz="1800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oMath>
                          </a14:m>
                          <a:r>
                            <a:rPr lang="en-US" altLang="zh-CN" sz="1800" b="0" i="0" dirty="0">
                              <a:latin typeface="Cambria Math" panose="02040503050406030204" pitchFamily="18" charset="0"/>
                            </a:rPr>
                            <a:t>:</a:t>
                          </a:r>
                          <a:r>
                            <a:rPr lang="en-US" altLang="zh-CN" sz="1400" b="0" i="0" baseline="0" dirty="0">
                              <a:latin typeface="Cambria Math" panose="02040503050406030204" pitchFamily="18" charset="0"/>
                            </a:rPr>
                            <a:t> </a:t>
                          </a:r>
                          <a:r>
                            <a:rPr lang="en-US" altLang="zh-CN" sz="1400" b="0" i="0" dirty="0">
                              <a:latin typeface="Consolas" panose="020B0609020204030204" pitchFamily="49" charset="0"/>
                              <a:cs typeface="Consolas" panose="020B0609020204030204" pitchFamily="49" charset="0"/>
                            </a:rPr>
                            <a:t>(Paris, </a:t>
                          </a:r>
                          <a:r>
                            <a:rPr lang="en-US" altLang="zh-CN" sz="1400" b="0" i="0" dirty="0" err="1">
                              <a:latin typeface="Consolas" panose="020B0609020204030204" pitchFamily="49" charset="0"/>
                              <a:cs typeface="Consolas" panose="020B0609020204030204" pitchFamily="49" charset="0"/>
                            </a:rPr>
                            <a:t>capital_of</a:t>
                          </a:r>
                          <a:r>
                            <a:rPr lang="en-US" altLang="zh-CN" sz="1400" b="0" i="0" dirty="0">
                              <a:latin typeface="Consolas" panose="020B0609020204030204" pitchFamily="49" charset="0"/>
                              <a:cs typeface="Consolas" panose="020B0609020204030204" pitchFamily="49" charset="0"/>
                            </a:rPr>
                            <a:t>,</a:t>
                          </a:r>
                          <a:r>
                            <a:rPr lang="en-US" altLang="zh-CN" sz="1400" b="0" i="0" baseline="0" dirty="0">
                              <a:latin typeface="Consolas" panose="020B0609020204030204" pitchFamily="49" charset="0"/>
                              <a:cs typeface="Consolas" panose="020B0609020204030204" pitchFamily="49" charset="0"/>
                            </a:rPr>
                            <a:t> ?</a:t>
                          </a:r>
                          <a:r>
                            <a:rPr lang="en-US" altLang="zh-CN" sz="1400" b="0" i="0" dirty="0">
                              <a:latin typeface="Consolas" panose="020B0609020204030204" pitchFamily="49" charset="0"/>
                              <a:cs typeface="Consolas" panose="020B0609020204030204" pitchFamily="49" charset="0"/>
                            </a:rPr>
                            <a:t>)</a:t>
                          </a:r>
                          <a:endParaRPr lang="en-US" altLang="zh-CN" sz="1800" b="0" i="0" dirty="0">
                            <a:latin typeface="Consolas" panose="020B0609020204030204" pitchFamily="49" charset="0"/>
                            <a:cs typeface="Consolas" panose="020B0609020204030204" pitchFamily="49" charset="0"/>
                          </a:endParaRPr>
                        </a:p>
                      </a:txBody>
                      <a:tcPr marL="92128" marR="92128" marT="46063" marB="46063" anchor="ctr">
                        <a:lnB w="1270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600" b="1" dirty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</a:rPr>
                            <a:t>Hit</a:t>
                          </a:r>
                          <a:endParaRPr lang="zh-CN" altLang="en-US" sz="1600" b="1" dirty="0">
                            <a:solidFill>
                              <a:schemeClr val="accent6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 marL="92128" marR="92128" marT="46063" marB="46063" anchor="ctr">
                        <a:lnB w="1270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600" b="1" dirty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</a:rPr>
                            <a:t>Hit</a:t>
                          </a:r>
                          <a:endParaRPr lang="zh-CN" altLang="en-US" sz="1600" b="1" dirty="0">
                            <a:solidFill>
                              <a:schemeClr val="accent6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 marL="92128" marR="92128" marT="46063" marB="46063" anchor="ctr">
                        <a:lnB w="1270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" altLang="zh-CN" sz="1600" b="1" dirty="0">
                              <a:solidFill>
                                <a:srgbClr val="C00000"/>
                              </a:solidFill>
                            </a:rPr>
                            <a:t>Miss</a:t>
                          </a:r>
                          <a:endParaRPr lang="zh-CN" altLang="en-US" sz="1600" b="1" dirty="0">
                            <a:solidFill>
                              <a:srgbClr val="C00000"/>
                            </a:solidFill>
                          </a:endParaRPr>
                        </a:p>
                      </a:txBody>
                      <a:tcPr marL="92128" marR="92128" marT="46063" marB="46063" anchor="ctr">
                        <a:lnB w="1270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091866564"/>
                      </a:ext>
                    </a:extLst>
                  </a:tr>
                  <a:tr h="54000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altLang="zh-CN" sz="1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800" b="0" i="1" smtClean="0">
                                      <a:latin typeface="Cambria Math" panose="02040503050406030204" pitchFamily="18" charset="0"/>
                                    </a:rPr>
                                    <m:t>𝑞</m:t>
                                  </m:r>
                                </m:e>
                                <m:sub>
                                  <m:r>
                                    <a:rPr lang="en-US" altLang="zh-CN" sz="18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oMath>
                          </a14:m>
                          <a:r>
                            <a:rPr lang="en-US" altLang="zh-CN" sz="1800" b="0" i="0" dirty="0">
                              <a:latin typeface="Cambria Math" panose="02040503050406030204" pitchFamily="18" charset="0"/>
                            </a:rPr>
                            <a:t>:</a:t>
                          </a:r>
                          <a:r>
                            <a:rPr lang="en-US" altLang="zh-CN" sz="1800" b="0" i="0" baseline="0" dirty="0">
                              <a:latin typeface="Cambria Math" panose="02040503050406030204" pitchFamily="18" charset="0"/>
                            </a:rPr>
                            <a:t> </a:t>
                          </a:r>
                          <a:r>
                            <a:rPr lang="en-US" altLang="zh-CN" sz="1400" b="0" i="0" kern="1200" dirty="0">
                              <a:solidFill>
                                <a:schemeClr val="dk1"/>
                              </a:solidFill>
                              <a:latin typeface="Consolas" panose="020B0609020204030204" pitchFamily="49" charset="0"/>
                              <a:ea typeface="+mn-ea"/>
                              <a:cs typeface="Consolas" panose="020B0609020204030204" pitchFamily="49" charset="0"/>
                            </a:rPr>
                            <a:t>(</a:t>
                          </a:r>
                          <a:r>
                            <a:rPr lang="en-US" altLang="zh-CN" sz="1400" b="0" i="0" kern="1200" dirty="0" err="1">
                              <a:solidFill>
                                <a:schemeClr val="dk1"/>
                              </a:solidFill>
                              <a:latin typeface="Consolas" panose="020B0609020204030204" pitchFamily="49" charset="0"/>
                              <a:ea typeface="+mn-ea"/>
                              <a:cs typeface="Consolas" panose="020B0609020204030204" pitchFamily="49" charset="0"/>
                            </a:rPr>
                            <a:t>CompanyA</a:t>
                          </a:r>
                          <a:r>
                            <a:rPr lang="en-US" altLang="zh-CN" sz="1400" b="0" i="0" kern="1200" dirty="0">
                              <a:solidFill>
                                <a:schemeClr val="dk1"/>
                              </a:solidFill>
                              <a:latin typeface="Consolas" panose="020B0609020204030204" pitchFamily="49" charset="0"/>
                              <a:ea typeface="+mn-ea"/>
                              <a:cs typeface="Consolas" panose="020B0609020204030204" pitchFamily="49" charset="0"/>
                            </a:rPr>
                            <a:t>, </a:t>
                          </a:r>
                          <a:r>
                            <a:rPr lang="en-US" altLang="zh-CN" sz="1400" b="0" i="0" kern="1200" dirty="0" err="1">
                              <a:solidFill>
                                <a:schemeClr val="dk1"/>
                              </a:solidFill>
                              <a:latin typeface="Consolas" panose="020B0609020204030204" pitchFamily="49" charset="0"/>
                              <a:ea typeface="+mn-ea"/>
                              <a:cs typeface="Consolas" panose="020B0609020204030204" pitchFamily="49" charset="0"/>
                            </a:rPr>
                            <a:t>has_supplier</a:t>
                          </a:r>
                          <a:r>
                            <a:rPr lang="en-US" altLang="zh-CN" sz="1400" b="0" i="0" kern="1200" dirty="0">
                              <a:solidFill>
                                <a:schemeClr val="dk1"/>
                              </a:solidFill>
                              <a:latin typeface="Consolas" panose="020B0609020204030204" pitchFamily="49" charset="0"/>
                              <a:ea typeface="+mn-ea"/>
                              <a:cs typeface="Consolas" panose="020B0609020204030204" pitchFamily="49" charset="0"/>
                            </a:rPr>
                            <a:t>, ?)</a:t>
                          </a:r>
                          <a:endParaRPr lang="zh-CN" altLang="en-US" sz="1400" b="0" i="0" kern="1200" dirty="0">
                            <a:solidFill>
                              <a:schemeClr val="dk1"/>
                            </a:solidFill>
                            <a:latin typeface="Consolas" panose="020B0609020204030204" pitchFamily="49" charset="0"/>
                            <a:ea typeface="+mn-ea"/>
                            <a:cs typeface="Consolas" panose="020B0609020204030204" pitchFamily="49" charset="0"/>
                          </a:endParaRPr>
                        </a:p>
                      </a:txBody>
                      <a:tcPr marL="92128" marR="92128" marT="46063" marB="46063" anchor="ctr">
                        <a:lnT w="1270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1600" b="1" dirty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</a:rPr>
                            <a:t>Hit</a:t>
                          </a:r>
                          <a:endParaRPr lang="zh-CN" altLang="en-US" sz="1600" b="1" dirty="0">
                            <a:solidFill>
                              <a:schemeClr val="accent6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 marL="92128" marR="92128" marT="46063" marB="46063" anchor="ctr">
                        <a:lnT w="1270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s-ES" altLang="zh-CN" sz="1600" b="1" dirty="0">
                              <a:solidFill>
                                <a:srgbClr val="C00000"/>
                              </a:solidFill>
                            </a:rPr>
                            <a:t>Miss</a:t>
                          </a:r>
                          <a:endParaRPr lang="zh-CN" altLang="en-US" sz="1600" b="1" dirty="0">
                            <a:solidFill>
                              <a:srgbClr val="C00000"/>
                            </a:solidFill>
                          </a:endParaRPr>
                        </a:p>
                      </a:txBody>
                      <a:tcPr marL="92128" marR="92128" marT="46063" marB="46063" anchor="ctr">
                        <a:lnT w="1270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1600" b="1" dirty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</a:rPr>
                            <a:t>Hit</a:t>
                          </a:r>
                          <a:endParaRPr lang="zh-CN" altLang="en-US" sz="1600" b="1" dirty="0">
                            <a:solidFill>
                              <a:schemeClr val="accent6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 marL="92128" marR="92128" marT="46063" marB="46063" anchor="ctr">
                        <a:lnT w="1270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653327402"/>
                      </a:ext>
                    </a:extLst>
                  </a:tr>
                  <a:tr h="54000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altLang="zh-CN" sz="1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800" b="0" i="1" smtClean="0">
                                      <a:latin typeface="Cambria Math" panose="02040503050406030204" pitchFamily="18" charset="0"/>
                                    </a:rPr>
                                    <m:t>𝑞</m:t>
                                  </m:r>
                                </m:e>
                                <m:sub>
                                  <m:r>
                                    <a:rPr lang="en-US" altLang="zh-CN" sz="1800" b="0" i="1" smtClean="0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</m:sSub>
                            </m:oMath>
                          </a14:m>
                          <a:r>
                            <a:rPr lang="en-US" altLang="zh-CN" sz="1800" b="0" i="0" dirty="0">
                              <a:latin typeface="Cambria Math" panose="02040503050406030204" pitchFamily="18" charset="0"/>
                            </a:rPr>
                            <a:t>:</a:t>
                          </a:r>
                          <a:r>
                            <a:rPr lang="en-US" altLang="zh-CN" sz="1800" b="0" i="0" baseline="0" dirty="0">
                              <a:latin typeface="Cambria Math" panose="02040503050406030204" pitchFamily="18" charset="0"/>
                            </a:rPr>
                            <a:t> </a:t>
                          </a:r>
                          <a:r>
                            <a:rPr lang="en-US" altLang="zh-CN" sz="1400" b="0" i="0" kern="1200" dirty="0">
                              <a:solidFill>
                                <a:schemeClr val="dk1"/>
                              </a:solidFill>
                              <a:latin typeface="Consolas" panose="020B0609020204030204" pitchFamily="49" charset="0"/>
                              <a:ea typeface="+mn-ea"/>
                              <a:cs typeface="Consolas" panose="020B0609020204030204" pitchFamily="49" charset="0"/>
                            </a:rPr>
                            <a:t>(</a:t>
                          </a:r>
                          <a:r>
                            <a:rPr lang="en-US" altLang="zh-CN" sz="1400" b="0" i="0" kern="1200" dirty="0" err="1">
                              <a:solidFill>
                                <a:schemeClr val="dk1"/>
                              </a:solidFill>
                              <a:latin typeface="Consolas" panose="020B0609020204030204" pitchFamily="49" charset="0"/>
                              <a:ea typeface="+mn-ea"/>
                              <a:cs typeface="Consolas" panose="020B0609020204030204" pitchFamily="49" charset="0"/>
                            </a:rPr>
                            <a:t>PersonB</a:t>
                          </a:r>
                          <a:r>
                            <a:rPr lang="en-US" altLang="zh-CN" sz="1400" b="0" i="0" kern="1200" dirty="0">
                              <a:solidFill>
                                <a:schemeClr val="dk1"/>
                              </a:solidFill>
                              <a:latin typeface="Consolas" panose="020B0609020204030204" pitchFamily="49" charset="0"/>
                              <a:ea typeface="+mn-ea"/>
                              <a:cs typeface="Consolas" panose="020B0609020204030204" pitchFamily="49" charset="0"/>
                            </a:rPr>
                            <a:t>, </a:t>
                          </a:r>
                          <a:r>
                            <a:rPr lang="en-US" altLang="zh-CN" sz="1400" b="0" i="0" kern="1200" dirty="0" err="1">
                              <a:solidFill>
                                <a:schemeClr val="dk1"/>
                              </a:solidFill>
                              <a:latin typeface="Consolas" panose="020B0609020204030204" pitchFamily="49" charset="0"/>
                              <a:ea typeface="+mn-ea"/>
                              <a:cs typeface="Consolas" panose="020B0609020204030204" pitchFamily="49" charset="0"/>
                            </a:rPr>
                            <a:t>born_in</a:t>
                          </a:r>
                          <a:r>
                            <a:rPr lang="en-US" altLang="zh-CN" sz="1400" b="0" i="0" kern="1200" dirty="0">
                              <a:solidFill>
                                <a:schemeClr val="dk1"/>
                              </a:solidFill>
                              <a:latin typeface="Consolas" panose="020B0609020204030204" pitchFamily="49" charset="0"/>
                              <a:ea typeface="+mn-ea"/>
                              <a:cs typeface="Consolas" panose="020B0609020204030204" pitchFamily="49" charset="0"/>
                            </a:rPr>
                            <a:t>, ?)</a:t>
                          </a:r>
                          <a:endParaRPr lang="zh-CN" altLang="en-US" sz="1400" b="0" i="0" kern="1200" dirty="0">
                            <a:solidFill>
                              <a:schemeClr val="dk1"/>
                            </a:solidFill>
                            <a:latin typeface="Consolas" panose="020B0609020204030204" pitchFamily="49" charset="0"/>
                            <a:ea typeface="+mn-ea"/>
                            <a:cs typeface="Consolas" panose="020B0609020204030204" pitchFamily="49" charset="0"/>
                          </a:endParaRPr>
                        </a:p>
                      </a:txBody>
                      <a:tcPr marL="92128" marR="92128" marT="46063" marB="46063" anchor="ctr">
                        <a:lnT w="1270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s-ES" altLang="zh-CN" sz="1600" b="1" dirty="0">
                              <a:solidFill>
                                <a:srgbClr val="C00000"/>
                              </a:solidFill>
                            </a:rPr>
                            <a:t>Miss</a:t>
                          </a:r>
                          <a:endParaRPr lang="zh-CN" altLang="en-US" sz="1600" b="1" dirty="0">
                            <a:solidFill>
                              <a:srgbClr val="C00000"/>
                            </a:solidFill>
                          </a:endParaRPr>
                        </a:p>
                      </a:txBody>
                      <a:tcPr marL="92128" marR="92128" marT="46063" marB="46063" anchor="ctr">
                        <a:lnT w="1270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1600" b="1" dirty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</a:rPr>
                            <a:t>Hit</a:t>
                          </a:r>
                          <a:endParaRPr lang="zh-CN" altLang="en-US" sz="1600" b="1" dirty="0">
                            <a:solidFill>
                              <a:schemeClr val="accent6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 marL="92128" marR="92128" marT="46063" marB="46063" anchor="ctr">
                        <a:lnT w="1270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1600" b="1" dirty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</a:rPr>
                            <a:t>Hit</a:t>
                          </a:r>
                          <a:endParaRPr lang="zh-CN" altLang="en-US" sz="1600" b="1" dirty="0">
                            <a:solidFill>
                              <a:schemeClr val="accent6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 marL="92128" marR="92128" marT="46063" marB="46063" anchor="ctr">
                        <a:lnT w="1270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914597089"/>
                      </a:ext>
                    </a:extLst>
                  </a:tr>
                  <a:tr h="54000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altLang="zh-CN" sz="1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800" b="0" i="1" smtClean="0">
                                      <a:latin typeface="Cambria Math" panose="02040503050406030204" pitchFamily="18" charset="0"/>
                                    </a:rPr>
                                    <m:t>𝑞</m:t>
                                  </m:r>
                                </m:e>
                                <m:sub>
                                  <m:r>
                                    <a:rPr lang="en-US" altLang="zh-CN" sz="1800" b="0" i="1" smtClean="0">
                                      <a:latin typeface="Cambria Math" panose="02040503050406030204" pitchFamily="18" charset="0"/>
                                    </a:rPr>
                                    <m:t>4</m:t>
                                  </m:r>
                                </m:sub>
                              </m:sSub>
                            </m:oMath>
                          </a14:m>
                          <a:r>
                            <a:rPr lang="en-US" altLang="zh-CN" sz="1800" b="0" i="0" dirty="0">
                              <a:latin typeface="Cambria Math" panose="02040503050406030204" pitchFamily="18" charset="0"/>
                            </a:rPr>
                            <a:t>:</a:t>
                          </a:r>
                          <a:r>
                            <a:rPr lang="en-US" altLang="zh-CN" sz="1800" b="0" i="0" baseline="0" dirty="0">
                              <a:latin typeface="Cambria Math" panose="02040503050406030204" pitchFamily="18" charset="0"/>
                            </a:rPr>
                            <a:t> </a:t>
                          </a:r>
                          <a:r>
                            <a:rPr lang="en-US" altLang="zh-CN" sz="1400" b="0" i="0" kern="1200" dirty="0">
                              <a:solidFill>
                                <a:schemeClr val="dk1"/>
                              </a:solidFill>
                              <a:latin typeface="Consolas" panose="020B0609020204030204" pitchFamily="49" charset="0"/>
                              <a:ea typeface="+mn-ea"/>
                              <a:cs typeface="Consolas" panose="020B0609020204030204" pitchFamily="49" charset="0"/>
                            </a:rPr>
                            <a:t>(</a:t>
                          </a:r>
                          <a:r>
                            <a:rPr lang="en-US" altLang="zh-CN" sz="1400" b="0" i="0" kern="1200" dirty="0" err="1">
                              <a:solidFill>
                                <a:schemeClr val="dk1"/>
                              </a:solidFill>
                              <a:latin typeface="Consolas" panose="020B0609020204030204" pitchFamily="49" charset="0"/>
                              <a:ea typeface="+mn-ea"/>
                              <a:cs typeface="Consolas" panose="020B0609020204030204" pitchFamily="49" charset="0"/>
                            </a:rPr>
                            <a:t>FilmC</a:t>
                          </a:r>
                          <a:r>
                            <a:rPr lang="en-US" altLang="zh-CN" sz="1400" b="0" i="0" kern="1200" dirty="0">
                              <a:solidFill>
                                <a:schemeClr val="dk1"/>
                              </a:solidFill>
                              <a:latin typeface="Consolas" panose="020B0609020204030204" pitchFamily="49" charset="0"/>
                              <a:ea typeface="+mn-ea"/>
                              <a:cs typeface="Consolas" panose="020B0609020204030204" pitchFamily="49" charset="0"/>
                            </a:rPr>
                            <a:t>, </a:t>
                          </a:r>
                          <a:r>
                            <a:rPr lang="en-US" altLang="zh-CN" sz="1400" b="0" i="0" kern="1200" dirty="0" err="1">
                              <a:solidFill>
                                <a:schemeClr val="dk1"/>
                              </a:solidFill>
                              <a:latin typeface="Consolas" panose="020B0609020204030204" pitchFamily="49" charset="0"/>
                              <a:ea typeface="+mn-ea"/>
                              <a:cs typeface="Consolas" panose="020B0609020204030204" pitchFamily="49" charset="0"/>
                            </a:rPr>
                            <a:t>directed_by</a:t>
                          </a:r>
                          <a:r>
                            <a:rPr lang="en-US" altLang="zh-CN" sz="1400" b="0" i="0" kern="1200" dirty="0">
                              <a:solidFill>
                                <a:schemeClr val="dk1"/>
                              </a:solidFill>
                              <a:latin typeface="Consolas" panose="020B0609020204030204" pitchFamily="49" charset="0"/>
                              <a:ea typeface="+mn-ea"/>
                              <a:cs typeface="Consolas" panose="020B0609020204030204" pitchFamily="49" charset="0"/>
                            </a:rPr>
                            <a:t>, ?)</a:t>
                          </a:r>
                          <a:endParaRPr lang="zh-CN" altLang="en-US" sz="1400" b="0" i="0" kern="1200" dirty="0">
                            <a:solidFill>
                              <a:schemeClr val="dk1"/>
                            </a:solidFill>
                            <a:latin typeface="Consolas" panose="020B0609020204030204" pitchFamily="49" charset="0"/>
                            <a:ea typeface="+mn-ea"/>
                            <a:cs typeface="Consolas" panose="020B0609020204030204" pitchFamily="49" charset="0"/>
                          </a:endParaRPr>
                        </a:p>
                      </a:txBody>
                      <a:tcPr marL="92128" marR="92128" marT="46063" marB="46063" anchor="ctr">
                        <a:lnT w="1270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1600" b="1" dirty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</a:rPr>
                            <a:t>Hit</a:t>
                          </a:r>
                          <a:endParaRPr lang="zh-CN" altLang="en-US" sz="1600" b="1" dirty="0">
                            <a:solidFill>
                              <a:schemeClr val="accent6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 marL="92128" marR="92128" marT="46063" marB="46063" anchor="ctr">
                        <a:lnT w="1270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1600" b="1" dirty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</a:rPr>
                            <a:t>Hit</a:t>
                          </a:r>
                          <a:endParaRPr lang="zh-CN" altLang="en-US" sz="1600" b="1" dirty="0">
                            <a:solidFill>
                              <a:schemeClr val="accent6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 marL="92128" marR="92128" marT="46063" marB="46063" anchor="ctr">
                        <a:lnT w="1270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1600" b="1" dirty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</a:rPr>
                            <a:t>Hit</a:t>
                          </a:r>
                          <a:endParaRPr lang="zh-CN" altLang="en-US" sz="1600" b="1" dirty="0">
                            <a:solidFill>
                              <a:schemeClr val="accent6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 marL="92128" marR="92128" marT="46063" marB="46063" anchor="ctr">
                        <a:lnT w="1270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234171302"/>
                      </a:ext>
                    </a:extLst>
                  </a:tr>
                  <a:tr h="54000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1800" i="1" dirty="0" smtClean="0">
                                    <a:latin typeface="Cambria Math" panose="02040503050406030204" pitchFamily="18" charset="0"/>
                                  </a:rPr>
                                  <m:t>𝐻𝑖𝑡𝑠</m:t>
                                </m:r>
                                <m:r>
                                  <a:rPr lang="en-US" altLang="zh-CN" sz="1800" i="1" dirty="0" smtClean="0">
                                    <a:latin typeface="Cambria Math" panose="02040503050406030204" pitchFamily="18" charset="0"/>
                                  </a:rPr>
                                  <m:t>@10</m:t>
                                </m:r>
                              </m:oMath>
                            </m:oMathPara>
                          </a14:m>
                          <a:endParaRPr lang="zh-CN" altLang="en-US" sz="1800" b="0" i="0" kern="1200" dirty="0">
                            <a:solidFill>
                              <a:schemeClr val="dk1"/>
                            </a:solidFill>
                            <a:latin typeface="Consolas" panose="020B0609020204030204" pitchFamily="49" charset="0"/>
                            <a:ea typeface="+mn-ea"/>
                            <a:cs typeface="Consolas" panose="020B0609020204030204" pitchFamily="49" charset="0"/>
                          </a:endParaRPr>
                        </a:p>
                      </a:txBody>
                      <a:tcPr marL="92128" marR="92128" marT="46063" marB="46063" anchor="ctr"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16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75%</m:t>
                                </m:r>
                              </m:oMath>
                            </m:oMathPara>
                          </a14:m>
                          <a:endParaRPr/>
                        </a:p>
                      </a:txBody>
                      <a:tcPr marL="92128" marR="92128" marT="46063" marB="46063" anchor="ctr"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16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75%</m:t>
                                </m:r>
                              </m:oMath>
                            </m:oMathPara>
                          </a14:m>
                          <a:endParaRPr/>
                        </a:p>
                      </a:txBody>
                      <a:tcPr marL="92128" marR="92128" marT="46063" marB="46063" anchor="ctr"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16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75%</m:t>
                                </m:r>
                              </m:oMath>
                            </m:oMathPara>
                          </a14:m>
                          <a:endParaRPr/>
                        </a:p>
                      </a:txBody>
                      <a:tcPr marL="92128" marR="92128" marT="46063" marB="46063" anchor="ctr"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66599558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" name="表格 2">
                <a:extLst>
                  <a:ext uri="{FF2B5EF4-FFF2-40B4-BE49-F238E27FC236}">
                    <a16:creationId xmlns:a16="http://schemas.microsoft.com/office/drawing/2014/main" id="{787CAF62-3673-4369-60F5-A88B6385DEF6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489299379"/>
                  </p:ext>
                </p:extLst>
              </p:nvPr>
            </p:nvGraphicFramePr>
            <p:xfrm>
              <a:off x="219694" y="3040589"/>
              <a:ext cx="6795801" cy="34200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3239697">
                      <a:extLst>
                        <a:ext uri="{9D8B030D-6E8A-4147-A177-3AD203B41FA5}">
                          <a16:colId xmlns:a16="http://schemas.microsoft.com/office/drawing/2014/main" val="1260458832"/>
                        </a:ext>
                      </a:extLst>
                    </a:gridCol>
                    <a:gridCol w="1185368">
                      <a:extLst>
                        <a:ext uri="{9D8B030D-6E8A-4147-A177-3AD203B41FA5}">
                          <a16:colId xmlns:a16="http://schemas.microsoft.com/office/drawing/2014/main" val="1945384098"/>
                        </a:ext>
                      </a:extLst>
                    </a:gridCol>
                    <a:gridCol w="1154792">
                      <a:extLst>
                        <a:ext uri="{9D8B030D-6E8A-4147-A177-3AD203B41FA5}">
                          <a16:colId xmlns:a16="http://schemas.microsoft.com/office/drawing/2014/main" val="1021003462"/>
                        </a:ext>
                      </a:extLst>
                    </a:gridCol>
                    <a:gridCol w="1215944">
                      <a:extLst>
                        <a:ext uri="{9D8B030D-6E8A-4147-A177-3AD203B41FA5}">
                          <a16:colId xmlns:a16="http://schemas.microsoft.com/office/drawing/2014/main" val="2394332897"/>
                        </a:ext>
                      </a:extLst>
                    </a:gridCol>
                  </a:tblGrid>
                  <a:tr h="720000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92128" marR="92128" marT="46063" marB="46063" anchor="ctr">
                        <a:blipFill>
                          <a:blip r:embed="rId3"/>
                          <a:stretch>
                            <a:fillRect l="-391" t="-1754" r="-110156" b="-37543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800" dirty="0"/>
                            <a:t>Model A</a:t>
                          </a:r>
                          <a:endParaRPr lang="zh-CN" altLang="en-US" sz="1800" dirty="0"/>
                        </a:p>
                      </a:txBody>
                      <a:tcPr marL="92128" marR="92128" marT="46063" marB="46063" anchor="ctr">
                        <a:solidFill>
                          <a:srgbClr val="2268AB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800" dirty="0"/>
                            <a:t>Model B</a:t>
                          </a:r>
                          <a:endParaRPr lang="zh-CN" altLang="en-US" sz="1800" dirty="0"/>
                        </a:p>
                      </a:txBody>
                      <a:tcPr marL="92128" marR="92128" marT="46063" marB="46063" anchor="ctr">
                        <a:solidFill>
                          <a:srgbClr val="2268AB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800" dirty="0"/>
                            <a:t>Model C</a:t>
                          </a:r>
                          <a:endParaRPr lang="zh-CN" altLang="en-US" sz="1800" dirty="0"/>
                        </a:p>
                      </a:txBody>
                      <a:tcPr marL="92128" marR="92128" marT="46063" marB="46063" anchor="ctr">
                        <a:solidFill>
                          <a:srgbClr val="2268AB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83335933"/>
                      </a:ext>
                    </a:extLst>
                  </a:tr>
                  <a:tr h="540000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92128" marR="92128" marT="46063" marB="46063" anchor="ctr">
                        <a:lnB w="1270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391" t="-138095" r="-110156" b="-40952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600" b="1" dirty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</a:rPr>
                            <a:t>Hit</a:t>
                          </a:r>
                          <a:endParaRPr lang="zh-CN" altLang="en-US" sz="1600" b="1" dirty="0">
                            <a:solidFill>
                              <a:schemeClr val="accent6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 marL="92128" marR="92128" marT="46063" marB="46063" anchor="ctr">
                        <a:lnB w="1270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600" b="1" dirty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</a:rPr>
                            <a:t>Hit</a:t>
                          </a:r>
                          <a:endParaRPr lang="zh-CN" altLang="en-US" sz="1600" b="1" dirty="0">
                            <a:solidFill>
                              <a:schemeClr val="accent6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 marL="92128" marR="92128" marT="46063" marB="46063" anchor="ctr">
                        <a:lnB w="1270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" altLang="zh-CN" sz="1600" b="1" dirty="0">
                              <a:solidFill>
                                <a:srgbClr val="C00000"/>
                              </a:solidFill>
                            </a:rPr>
                            <a:t>Miss</a:t>
                          </a:r>
                          <a:endParaRPr lang="zh-CN" altLang="en-US" sz="1600" b="1" dirty="0">
                            <a:solidFill>
                              <a:srgbClr val="C00000"/>
                            </a:solidFill>
                          </a:endParaRPr>
                        </a:p>
                      </a:txBody>
                      <a:tcPr marL="92128" marR="92128" marT="46063" marB="46063" anchor="ctr">
                        <a:lnB w="1270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091866564"/>
                      </a:ext>
                    </a:extLst>
                  </a:tr>
                  <a:tr h="540000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92128" marR="92128" marT="46063" marB="46063" anchor="ctr">
                        <a:lnT w="1270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391" t="-232558" r="-110156" b="-3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1600" b="1" dirty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</a:rPr>
                            <a:t>Hit</a:t>
                          </a:r>
                          <a:endParaRPr lang="zh-CN" altLang="en-US" sz="1600" b="1" dirty="0">
                            <a:solidFill>
                              <a:schemeClr val="accent6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 marL="92128" marR="92128" marT="46063" marB="46063" anchor="ctr">
                        <a:lnT w="1270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s-ES" altLang="zh-CN" sz="1600" b="1" dirty="0">
                              <a:solidFill>
                                <a:srgbClr val="C00000"/>
                              </a:solidFill>
                            </a:rPr>
                            <a:t>Miss</a:t>
                          </a:r>
                          <a:endParaRPr lang="zh-CN" altLang="en-US" sz="1600" b="1" dirty="0">
                            <a:solidFill>
                              <a:srgbClr val="C00000"/>
                            </a:solidFill>
                          </a:endParaRPr>
                        </a:p>
                      </a:txBody>
                      <a:tcPr marL="92128" marR="92128" marT="46063" marB="46063" anchor="ctr">
                        <a:lnT w="1270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1600" b="1" dirty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</a:rPr>
                            <a:t>Hit</a:t>
                          </a:r>
                          <a:endParaRPr lang="zh-CN" altLang="en-US" sz="1600" b="1" dirty="0">
                            <a:solidFill>
                              <a:schemeClr val="accent6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 marL="92128" marR="92128" marT="46063" marB="46063" anchor="ctr">
                        <a:lnT w="1270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653327402"/>
                      </a:ext>
                    </a:extLst>
                  </a:tr>
                  <a:tr h="540000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92128" marR="92128" marT="46063" marB="46063" anchor="ctr">
                        <a:lnT w="1270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391" t="-332558" r="-110156" b="-2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s-ES" altLang="zh-CN" sz="1600" b="1" dirty="0">
                              <a:solidFill>
                                <a:srgbClr val="C00000"/>
                              </a:solidFill>
                            </a:rPr>
                            <a:t>Miss</a:t>
                          </a:r>
                          <a:endParaRPr lang="zh-CN" altLang="en-US" sz="1600" b="1" dirty="0">
                            <a:solidFill>
                              <a:srgbClr val="C00000"/>
                            </a:solidFill>
                          </a:endParaRPr>
                        </a:p>
                      </a:txBody>
                      <a:tcPr marL="92128" marR="92128" marT="46063" marB="46063" anchor="ctr">
                        <a:lnT w="1270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1600" b="1" dirty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</a:rPr>
                            <a:t>Hit</a:t>
                          </a:r>
                          <a:endParaRPr lang="zh-CN" altLang="en-US" sz="1600" b="1" dirty="0">
                            <a:solidFill>
                              <a:schemeClr val="accent6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 marL="92128" marR="92128" marT="46063" marB="46063" anchor="ctr">
                        <a:lnT w="1270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1600" b="1" dirty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</a:rPr>
                            <a:t>Hit</a:t>
                          </a:r>
                          <a:endParaRPr lang="zh-CN" altLang="en-US" sz="1600" b="1" dirty="0">
                            <a:solidFill>
                              <a:schemeClr val="accent6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 marL="92128" marR="92128" marT="46063" marB="46063" anchor="ctr">
                        <a:lnT w="1270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914597089"/>
                      </a:ext>
                    </a:extLst>
                  </a:tr>
                  <a:tr h="540000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92128" marR="92128" marT="46063" marB="46063" anchor="ctr">
                        <a:lnT w="1270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391" t="-442857" r="-110156" b="-10476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1600" b="1" dirty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</a:rPr>
                            <a:t>Hit</a:t>
                          </a:r>
                          <a:endParaRPr lang="zh-CN" altLang="en-US" sz="1600" b="1" dirty="0">
                            <a:solidFill>
                              <a:schemeClr val="accent6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 marL="92128" marR="92128" marT="46063" marB="46063" anchor="ctr">
                        <a:lnT w="1270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1600" b="1" dirty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</a:rPr>
                            <a:t>Hit</a:t>
                          </a:r>
                          <a:endParaRPr lang="zh-CN" altLang="en-US" sz="1600" b="1" dirty="0">
                            <a:solidFill>
                              <a:schemeClr val="accent6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 marL="92128" marR="92128" marT="46063" marB="46063" anchor="ctr">
                        <a:lnT w="1270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1600" b="1" dirty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</a:rPr>
                            <a:t>Hit</a:t>
                          </a:r>
                          <a:endParaRPr lang="zh-CN" altLang="en-US" sz="1600" b="1" dirty="0">
                            <a:solidFill>
                              <a:schemeClr val="accent6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 marL="92128" marR="92128" marT="46063" marB="46063" anchor="ctr">
                        <a:lnT w="1270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234171302"/>
                      </a:ext>
                    </a:extLst>
                  </a:tr>
                  <a:tr h="540000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92128" marR="92128" marT="46063" marB="46063" anchor="ctr"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blipFill>
                          <a:blip r:embed="rId3"/>
                          <a:stretch>
                            <a:fillRect l="-391" t="-530233" r="-110156" b="-232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92128" marR="92128" marT="46063" marB="46063" anchor="ctr"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blipFill>
                          <a:blip r:embed="rId3"/>
                          <a:stretch>
                            <a:fillRect l="-276344" t="-530233" r="-203226" b="-232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92128" marR="92128" marT="46063" marB="46063" anchor="ctr"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blipFill>
                          <a:blip r:embed="rId3"/>
                          <a:stretch>
                            <a:fillRect l="-384615" t="-530233" r="-107692" b="-232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92128" marR="92128" marT="46063" marB="46063" anchor="ctr"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blipFill>
                          <a:blip r:embed="rId3"/>
                          <a:stretch>
                            <a:fillRect l="-459375" t="-530233" r="-2083" b="-232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66599558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86EE53E-4042-878E-69D2-53B3DC09B2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61953" y="243216"/>
            <a:ext cx="2743200" cy="365125"/>
          </a:xfrm>
        </p:spPr>
        <p:txBody>
          <a:bodyPr/>
          <a:lstStyle/>
          <a:p>
            <a:fld id="{1D774731-12CD-3345-9473-330CE81C7131}" type="slidenum">
              <a:rPr kumimoji="1" lang="zh-CN" altLang="en-US" smtClean="0"/>
              <a:t>3</a:t>
            </a:fld>
            <a:endParaRPr kumimoji="1" lang="zh-CN" altLang="en-US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4B2A1752-0C56-B05C-4ED6-A36405C660F5}"/>
              </a:ext>
            </a:extLst>
          </p:cNvPr>
          <p:cNvSpPr txBox="1"/>
          <p:nvPr/>
        </p:nvSpPr>
        <p:spPr>
          <a:xfrm>
            <a:off x="7361488" y="5837783"/>
            <a:ext cx="484411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kumimoji="1" sz="1400"/>
            </a:lvl1pPr>
          </a:lstStyle>
          <a:p>
            <a:r>
              <a:rPr lang="en-US" altLang="zh-CN" sz="1800" dirty="0"/>
              <a:t>Similar overall performance does not imply identical query-level decisions.</a:t>
            </a:r>
            <a:endParaRPr lang="zh-CN" altLang="en-US" sz="1800" dirty="0"/>
          </a:p>
        </p:txBody>
      </p:sp>
      <p:cxnSp>
        <p:nvCxnSpPr>
          <p:cNvPr id="10" name="直线连接符 9">
            <a:extLst>
              <a:ext uri="{FF2B5EF4-FFF2-40B4-BE49-F238E27FC236}">
                <a16:creationId xmlns:a16="http://schemas.microsoft.com/office/drawing/2014/main" id="{A2E05BA0-057E-FA9B-0AB6-BB82AA60A153}"/>
              </a:ext>
            </a:extLst>
          </p:cNvPr>
          <p:cNvCxnSpPr/>
          <p:nvPr/>
        </p:nvCxnSpPr>
        <p:spPr>
          <a:xfrm>
            <a:off x="7192452" y="1319790"/>
            <a:ext cx="0" cy="4988034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2F55B960-A655-C847-1DA9-DA5BF6F0DD5B}"/>
                  </a:ext>
                </a:extLst>
              </p:cNvPr>
              <p:cNvSpPr txBox="1"/>
              <p:nvPr/>
            </p:nvSpPr>
            <p:spPr>
              <a:xfrm>
                <a:off x="7348789" y="1002477"/>
                <a:ext cx="2140330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en-US" altLang="zh-CN" sz="2400" b="1" dirty="0"/>
                  <a:t>Ambiguity (</a:t>
                </a:r>
                <a14:m>
                  <m:oMath xmlns:m="http://schemas.openxmlformats.org/officeDocument/2006/math">
                    <m:r>
                      <a:rPr kumimoji="1" lang="en-US" altLang="zh-CN" sz="2400" b="1" i="1" smtClean="0">
                        <a:latin typeface="Cambria Math" panose="02040503050406030204" pitchFamily="18" charset="0"/>
                      </a:rPr>
                      <m:t>𝜶</m:t>
                    </m:r>
                  </m:oMath>
                </a14:m>
                <a:r>
                  <a:rPr kumimoji="1" lang="en-US" altLang="zh-CN" sz="2400" b="1" dirty="0"/>
                  <a:t>)</a:t>
                </a:r>
                <a:endParaRPr kumimoji="1" lang="zh-CN" altLang="en-US" sz="2400" b="1" dirty="0"/>
              </a:p>
            </p:txBody>
          </p:sp>
        </mc:Choice>
        <mc:Fallback xmlns=""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2F55B960-A655-C847-1DA9-DA5BF6F0DD5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48789" y="1002477"/>
                <a:ext cx="2140330" cy="461665"/>
              </a:xfrm>
              <a:prstGeom prst="rect">
                <a:avLst/>
              </a:prstGeom>
              <a:blipFill>
                <a:blip r:embed="rId4"/>
                <a:stretch>
                  <a:fillRect l="-4118" t="-10526" r="-3529" b="-2631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文本框 16">
                <a:extLst>
                  <a:ext uri="{FF2B5EF4-FFF2-40B4-BE49-F238E27FC236}">
                    <a16:creationId xmlns:a16="http://schemas.microsoft.com/office/drawing/2014/main" id="{9B0F75FF-FCC4-1255-632C-570E9FBD033F}"/>
                  </a:ext>
                </a:extLst>
              </p:cNvPr>
              <p:cNvSpPr txBox="1"/>
              <p:nvPr/>
            </p:nvSpPr>
            <p:spPr>
              <a:xfrm>
                <a:off x="7348789" y="2946911"/>
                <a:ext cx="2319866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en-US" altLang="zh-CN" sz="2400" b="1" dirty="0"/>
                  <a:t>Discrepancy (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kumimoji="1" lang="en-US" altLang="zh-CN" sz="2400" b="1" i="1" smtClean="0">
                        <a:latin typeface="Cambria Math" panose="02040503050406030204" pitchFamily="18" charset="0"/>
                      </a:rPr>
                      <m:t>δ</m:t>
                    </m:r>
                  </m:oMath>
                </a14:m>
                <a:r>
                  <a:rPr kumimoji="1" lang="en-US" altLang="zh-CN" sz="2400" b="1" dirty="0"/>
                  <a:t>)</a:t>
                </a:r>
                <a:endParaRPr kumimoji="1" lang="zh-CN" altLang="en-US" sz="2400" b="1" dirty="0"/>
              </a:p>
            </p:txBody>
          </p:sp>
        </mc:Choice>
        <mc:Fallback xmlns="">
          <p:sp>
            <p:nvSpPr>
              <p:cNvPr id="17" name="文本框 16">
                <a:extLst>
                  <a:ext uri="{FF2B5EF4-FFF2-40B4-BE49-F238E27FC236}">
                    <a16:creationId xmlns:a16="http://schemas.microsoft.com/office/drawing/2014/main" id="{9B0F75FF-FCC4-1255-632C-570E9FBD033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48789" y="2946911"/>
                <a:ext cx="2319866" cy="461665"/>
              </a:xfrm>
              <a:prstGeom prst="rect">
                <a:avLst/>
              </a:prstGeom>
              <a:blipFill>
                <a:blip r:embed="rId5"/>
                <a:stretch>
                  <a:fillRect l="-3804" t="-7895" r="-3261" b="-2631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文本框 19">
            <a:extLst>
              <a:ext uri="{FF2B5EF4-FFF2-40B4-BE49-F238E27FC236}">
                <a16:creationId xmlns:a16="http://schemas.microsoft.com/office/drawing/2014/main" id="{257A5958-C06D-7B10-4064-079931F699D1}"/>
              </a:ext>
            </a:extLst>
          </p:cNvPr>
          <p:cNvSpPr txBox="1"/>
          <p:nvPr/>
        </p:nvSpPr>
        <p:spPr>
          <a:xfrm>
            <a:off x="7361489" y="1450146"/>
            <a:ext cx="468777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400" dirty="0"/>
              <a:t>Measures how many queries are unstable across similarly performing models.</a:t>
            </a:r>
            <a:endParaRPr kumimoji="1" lang="zh-CN" altLang="en-US" sz="1400" dirty="0"/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121E7348-AAC6-08E8-DFDF-AB21FD4457BB}"/>
              </a:ext>
            </a:extLst>
          </p:cNvPr>
          <p:cNvSpPr txBox="1"/>
          <p:nvPr/>
        </p:nvSpPr>
        <p:spPr>
          <a:xfrm>
            <a:off x="7361489" y="1934431"/>
            <a:ext cx="468777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1400" i="1" dirty="0"/>
              <a:t>（</a:t>
            </a:r>
            <a:r>
              <a:rPr kumimoji="1" lang="en-US" altLang="zh-CN" sz="1400" i="1" dirty="0"/>
              <a:t>Among all test queries, how many receive at least one conflicting decision?</a:t>
            </a:r>
            <a:r>
              <a:rPr kumimoji="1" lang="zh-CN" altLang="en-US" sz="1400" i="1" dirty="0"/>
              <a:t>）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文本框 27">
                <a:extLst>
                  <a:ext uri="{FF2B5EF4-FFF2-40B4-BE49-F238E27FC236}">
                    <a16:creationId xmlns:a16="http://schemas.microsoft.com/office/drawing/2014/main" id="{6A8CADDE-860B-1C6C-1ED7-B4CC532426E8}"/>
                  </a:ext>
                </a:extLst>
              </p:cNvPr>
              <p:cNvSpPr txBox="1"/>
              <p:nvPr/>
            </p:nvSpPr>
            <p:spPr>
              <a:xfrm>
                <a:off x="7361489" y="2421035"/>
                <a:ext cx="1776255" cy="39696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en-US" altLang="zh-CN" sz="1400" dirty="0"/>
                  <a:t>Here: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kumimoji="1" lang="en-US" altLang="zh-CN" sz="1400" b="0" i="0" smtClean="0">
                        <a:latin typeface="Cambria Math" panose="02040503050406030204" pitchFamily="18" charset="0"/>
                      </a:rPr>
                      <m:t>α</m:t>
                    </m:r>
                    <m:r>
                      <a:rPr kumimoji="1" lang="en-US" altLang="zh-CN" sz="1400" b="0" i="0" smtClean="0">
                        <a:latin typeface="Cambria Math" panose="02040503050406030204" pitchFamily="18" charset="0"/>
                      </a:rPr>
                      <m:t>= </m:t>
                    </m:r>
                    <m:f>
                      <m:fPr>
                        <m:ctrlPr>
                          <a:rPr kumimoji="1" lang="en-US" altLang="zh-CN" sz="14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kumimoji="1" lang="en-US" altLang="zh-CN" sz="1400" b="0" i="0" smtClean="0"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kumimoji="1" lang="en-US" altLang="zh-CN" sz="1400" b="0" i="0" smtClean="0"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a:rPr kumimoji="1" lang="en-US" altLang="zh-CN" sz="1400" b="0" i="0" smtClean="0">
                        <a:latin typeface="Cambria Math" panose="02040503050406030204" pitchFamily="18" charset="0"/>
                      </a:rPr>
                      <m:t> = 0.75</m:t>
                    </m:r>
                  </m:oMath>
                </a14:m>
                <a:endParaRPr kumimoji="1" lang="en-US" altLang="zh-CN" sz="1400" b="0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28" name="文本框 27">
                <a:extLst>
                  <a:ext uri="{FF2B5EF4-FFF2-40B4-BE49-F238E27FC236}">
                    <a16:creationId xmlns:a16="http://schemas.microsoft.com/office/drawing/2014/main" id="{6A8CADDE-860B-1C6C-1ED7-B4CC532426E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61489" y="2421035"/>
                <a:ext cx="1776255" cy="396968"/>
              </a:xfrm>
              <a:prstGeom prst="rect">
                <a:avLst/>
              </a:prstGeom>
              <a:blipFill>
                <a:blip r:embed="rId6"/>
                <a:stretch>
                  <a:fillRect l="-1418" b="-937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9" name="文本框 28">
            <a:extLst>
              <a:ext uri="{FF2B5EF4-FFF2-40B4-BE49-F238E27FC236}">
                <a16:creationId xmlns:a16="http://schemas.microsoft.com/office/drawing/2014/main" id="{D117A0D6-F1A1-0255-6939-EBBE3E2AB9F4}"/>
              </a:ext>
            </a:extLst>
          </p:cNvPr>
          <p:cNvSpPr txBox="1"/>
          <p:nvPr/>
        </p:nvSpPr>
        <p:spPr>
          <a:xfrm>
            <a:off x="7361500" y="3859736"/>
            <a:ext cx="468776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kumimoji="1" sz="1400" i="1"/>
            </a:lvl1pPr>
          </a:lstStyle>
          <a:p>
            <a:r>
              <a:rPr lang="zh-CN" altLang="en-US" dirty="0"/>
              <a:t>（</a:t>
            </a:r>
            <a:r>
              <a:rPr lang="en-US" altLang="zh-CN" dirty="0"/>
              <a:t>For one competing model, how large can the overall disagreement rate be? </a:t>
            </a:r>
            <a:r>
              <a:rPr lang="zh-CN" altLang="en-US" dirty="0"/>
              <a:t>）</a:t>
            </a:r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6F89385B-59F0-A4F9-1026-515C2CB32DBA}"/>
              </a:ext>
            </a:extLst>
          </p:cNvPr>
          <p:cNvSpPr txBox="1"/>
          <p:nvPr/>
        </p:nvSpPr>
        <p:spPr>
          <a:xfrm>
            <a:off x="7361489" y="3376116"/>
            <a:ext cx="461212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kumimoji="1" sz="1400"/>
            </a:lvl1pPr>
          </a:lstStyle>
          <a:p>
            <a:r>
              <a:rPr lang="en-US" altLang="zh-CN" dirty="0"/>
              <a:t>Measures the worst-case disagreement rate between the baseline and one competing model.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5" name="文本框 34">
                <a:extLst>
                  <a:ext uri="{FF2B5EF4-FFF2-40B4-BE49-F238E27FC236}">
                    <a16:creationId xmlns:a16="http://schemas.microsoft.com/office/drawing/2014/main" id="{C3499A69-917E-B147-BC17-48407FB05158}"/>
                  </a:ext>
                </a:extLst>
              </p:cNvPr>
              <p:cNvSpPr txBox="1"/>
              <p:nvPr/>
            </p:nvSpPr>
            <p:spPr>
              <a:xfrm>
                <a:off x="7833826" y="4339536"/>
                <a:ext cx="2823209" cy="8259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>
                  <a:spcAft>
                    <a:spcPts val="100"/>
                  </a:spcAft>
                </a:pPr>
                <a:r>
                  <a:rPr kumimoji="1" lang="en-US" altLang="zh-CN" sz="1400" dirty="0"/>
                  <a:t>Model B vs. A: </a:t>
                </a:r>
                <a14:m>
                  <m:oMath xmlns:m="http://schemas.openxmlformats.org/officeDocument/2006/math">
                    <m:f>
                      <m:fPr>
                        <m:ctrlPr>
                          <a:rPr kumimoji="1" lang="en-US" altLang="zh-CN" sz="14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kumimoji="1" lang="en-US" altLang="zh-CN" sz="1400" b="0" i="0" smtClean="0"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kumimoji="1" lang="en-US" altLang="zh-CN" sz="1400" b="0" i="0" smtClean="0"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a:rPr kumimoji="1" lang="en-US" altLang="zh-CN" sz="1400" b="0" i="1" smtClean="0">
                        <a:latin typeface="Cambria Math" panose="02040503050406030204" pitchFamily="18" charset="0"/>
                      </a:rPr>
                      <m:t>  </m:t>
                    </m:r>
                  </m:oMath>
                </a14:m>
                <a:r>
                  <a:rPr kumimoji="1" lang="en-US" altLang="zh-CN" sz="1400" dirty="0"/>
                  <a:t>Model C vs. A : </a:t>
                </a:r>
                <a14:m>
                  <m:oMath xmlns:m="http://schemas.openxmlformats.org/officeDocument/2006/math">
                    <m:f>
                      <m:fPr>
                        <m:ctrlPr>
                          <a:rPr kumimoji="1" lang="en-US" altLang="zh-CN" sz="14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kumimoji="1" lang="en-US" altLang="zh-CN" sz="1400" b="0" i="0" smtClean="0"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kumimoji="1" lang="en-US" altLang="zh-CN" sz="1400" b="0" i="0" smtClean="0"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endParaRPr kumimoji="1" lang="en-US" altLang="zh-CN" sz="1400" b="0" dirty="0">
                  <a:latin typeface="Cambria Math" panose="02040503050406030204" pitchFamily="18" charset="0"/>
                </a:endParaRPr>
              </a:p>
              <a:p>
                <a:pPr>
                  <a:spcAft>
                    <a:spcPts val="100"/>
                  </a:spcAft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kumimoji="1" lang="en-US" altLang="zh-CN" sz="1400" b="0" i="0" smtClean="0">
                          <a:latin typeface="Cambria Math" panose="02040503050406030204" pitchFamily="18" charset="0"/>
                        </a:rPr>
                        <m:t>δ</m:t>
                      </m:r>
                      <m:r>
                        <a:rPr kumimoji="1" lang="en-US" altLang="zh-CN" sz="1400" b="0" i="0" smtClean="0">
                          <a:latin typeface="Cambria Math" panose="02040503050406030204" pitchFamily="18" charset="0"/>
                        </a:rPr>
                        <m:t>= </m:t>
                      </m:r>
                      <m:r>
                        <m:rPr>
                          <m:sty m:val="p"/>
                        </m:rPr>
                        <a:rPr kumimoji="1" lang="en-US" altLang="zh-CN" sz="1400" b="0" i="0" smtClean="0">
                          <a:latin typeface="Cambria Math" panose="02040503050406030204" pitchFamily="18" charset="0"/>
                        </a:rPr>
                        <m:t>max</m:t>
                      </m:r>
                      <m:r>
                        <a:rPr kumimoji="1" lang="en-US" altLang="zh-CN" sz="1400" b="0" i="0" smtClean="0">
                          <a:latin typeface="Cambria Math" panose="02040503050406030204" pitchFamily="18" charset="0"/>
                        </a:rPr>
                        <m:t> (</m:t>
                      </m:r>
                      <m:f>
                        <m:fPr>
                          <m:ctrlPr>
                            <a:rPr kumimoji="1" lang="en-US" altLang="zh-CN" sz="1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kumimoji="1" lang="en-US" altLang="zh-CN" sz="1400" i="0">
                              <a:latin typeface="Cambria Math" panose="02040503050406030204" pitchFamily="18" charset="0"/>
                            </a:rPr>
                            <m:t>2</m:t>
                          </m:r>
                        </m:num>
                        <m:den>
                          <m:r>
                            <a:rPr kumimoji="1" lang="en-US" altLang="zh-CN" sz="1400" i="0">
                              <a:latin typeface="Cambria Math" panose="02040503050406030204" pitchFamily="18" charset="0"/>
                            </a:rPr>
                            <m:t>4</m:t>
                          </m:r>
                        </m:den>
                      </m:f>
                      <m:r>
                        <a:rPr kumimoji="1" lang="en-US" altLang="zh-CN" sz="1400" b="0" i="0" smtClean="0">
                          <a:latin typeface="Cambria Math" panose="02040503050406030204" pitchFamily="18" charset="0"/>
                        </a:rPr>
                        <m:t>,</m:t>
                      </m:r>
                      <m:f>
                        <m:fPr>
                          <m:ctrlPr>
                            <a:rPr kumimoji="1" lang="en-US" altLang="zh-CN" sz="1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kumimoji="1" lang="en-US" altLang="zh-CN" sz="1400" i="0">
                              <a:latin typeface="Cambria Math" panose="02040503050406030204" pitchFamily="18" charset="0"/>
                            </a:rPr>
                            <m:t>2</m:t>
                          </m:r>
                        </m:num>
                        <m:den>
                          <m:r>
                            <a:rPr kumimoji="1" lang="en-US" altLang="zh-CN" sz="1400" i="0">
                              <a:latin typeface="Cambria Math" panose="02040503050406030204" pitchFamily="18" charset="0"/>
                            </a:rPr>
                            <m:t>4</m:t>
                          </m:r>
                        </m:den>
                      </m:f>
                      <m:r>
                        <a:rPr kumimoji="1" lang="en-US" altLang="zh-CN" sz="1400" b="0" i="0" smtClean="0">
                          <a:latin typeface="Cambria Math" panose="02040503050406030204" pitchFamily="18" charset="0"/>
                        </a:rPr>
                        <m:t>) = 0.5</m:t>
                      </m:r>
                    </m:oMath>
                  </m:oMathPara>
                </a14:m>
                <a:endParaRPr kumimoji="1" lang="en-US" altLang="zh-CN" sz="1400" b="0" dirty="0"/>
              </a:p>
            </p:txBody>
          </p:sp>
        </mc:Choice>
        <mc:Fallback xmlns="">
          <p:sp>
            <p:nvSpPr>
              <p:cNvPr id="35" name="文本框 34">
                <a:extLst>
                  <a:ext uri="{FF2B5EF4-FFF2-40B4-BE49-F238E27FC236}">
                    <a16:creationId xmlns:a16="http://schemas.microsoft.com/office/drawing/2014/main" id="{C3499A69-917E-B147-BC17-48407FB0515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33826" y="4339536"/>
                <a:ext cx="2823209" cy="825932"/>
              </a:xfrm>
              <a:prstGeom prst="rect">
                <a:avLst/>
              </a:prstGeom>
              <a:blipFill>
                <a:blip r:embed="rId7"/>
                <a:stretch>
                  <a:fillRect l="-446" b="-151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7" name="文本框 36">
            <a:extLst>
              <a:ext uri="{FF2B5EF4-FFF2-40B4-BE49-F238E27FC236}">
                <a16:creationId xmlns:a16="http://schemas.microsoft.com/office/drawing/2014/main" id="{BB410467-9B57-300E-5958-EB2BF758949F}"/>
              </a:ext>
            </a:extLst>
          </p:cNvPr>
          <p:cNvSpPr txBox="1"/>
          <p:nvPr/>
        </p:nvSpPr>
        <p:spPr>
          <a:xfrm>
            <a:off x="7361490" y="4375896"/>
            <a:ext cx="69687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zh-CN" sz="1400" dirty="0"/>
              <a:t>Here: </a:t>
            </a:r>
            <a:endParaRPr lang="zh-CN" altLang="en-US" sz="1400" dirty="0"/>
          </a:p>
        </p:txBody>
      </p:sp>
      <p:sp>
        <p:nvSpPr>
          <p:cNvPr id="38" name="文本框 37">
            <a:extLst>
              <a:ext uri="{FF2B5EF4-FFF2-40B4-BE49-F238E27FC236}">
                <a16:creationId xmlns:a16="http://schemas.microsoft.com/office/drawing/2014/main" id="{066545E4-7039-CC7D-D0A2-17787042F62D}"/>
              </a:ext>
            </a:extLst>
          </p:cNvPr>
          <p:cNvSpPr txBox="1"/>
          <p:nvPr/>
        </p:nvSpPr>
        <p:spPr>
          <a:xfrm>
            <a:off x="7348789" y="5398777"/>
            <a:ext cx="338906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>
              <a:defRPr kumimoji="1" sz="2400" b="1"/>
            </a:lvl1pPr>
          </a:lstStyle>
          <a:p>
            <a:r>
              <a:rPr lang="en-US" altLang="zh-CN" dirty="0"/>
              <a:t>Key idea</a:t>
            </a:r>
            <a:r>
              <a:rPr lang="zh-CN" altLang="en-US" dirty="0"/>
              <a:t> </a:t>
            </a:r>
            <a:r>
              <a:rPr lang="en-US" altLang="zh-CN" dirty="0"/>
              <a:t>of multiplicity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55910726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81B9B5B4-8B60-D8CC-B952-4A5EF074E8DE}"/>
              </a:ext>
            </a:extLst>
          </p:cNvPr>
          <p:cNvSpPr txBox="1"/>
          <p:nvPr/>
        </p:nvSpPr>
        <p:spPr>
          <a:xfrm>
            <a:off x="182116" y="165229"/>
            <a:ext cx="879279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</a:rPr>
              <a:t>Research Focus: From Prior Work to Thesis Question</a:t>
            </a:r>
            <a:endParaRPr lang="en-US" altLang="zh-CN" sz="2800" dirty="0">
              <a:solidFill>
                <a:schemeClr val="bg1"/>
              </a:solidFill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A958D80F-56C8-419D-9CE0-E8802E04A8A0}"/>
              </a:ext>
            </a:extLst>
          </p:cNvPr>
          <p:cNvSpPr txBox="1"/>
          <p:nvPr/>
        </p:nvSpPr>
        <p:spPr>
          <a:xfrm>
            <a:off x="462013" y="1188499"/>
            <a:ext cx="252986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2800" b="1" dirty="0"/>
              <a:t>Original paper</a:t>
            </a:r>
            <a:endParaRPr kumimoji="1" lang="zh-CN" altLang="en-US" sz="2800" b="1" dirty="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0D302255-B901-6C7B-0045-D394B2EF3E2B}"/>
              </a:ext>
            </a:extLst>
          </p:cNvPr>
          <p:cNvSpPr txBox="1"/>
          <p:nvPr/>
        </p:nvSpPr>
        <p:spPr>
          <a:xfrm>
            <a:off x="462013" y="3537086"/>
            <a:ext cx="325441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2800" b="1" dirty="0"/>
              <a:t>My thesis question</a:t>
            </a:r>
            <a:endParaRPr kumimoji="1" lang="zh-CN" altLang="en-US" sz="2800" b="1" dirty="0"/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A1B9CEC0-7480-70E5-5DDE-57928D4786B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8267" y="1813173"/>
            <a:ext cx="7507705" cy="123110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zh-CN" altLang="zh-CN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Formalizes predictive multiplicity in KGE link prediction 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zh-CN" altLang="zh-CN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Introduces ambiguity and discrepancy as evaluation metrics 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zh-CN" altLang="zh-CN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Shows that multiplicity exists empirically, and voting can mitigate it</a:t>
            </a:r>
          </a:p>
        </p:txBody>
      </p:sp>
      <p:sp>
        <p:nvSpPr>
          <p:cNvPr id="11" name="Rectangle 3">
            <a:extLst>
              <a:ext uri="{FF2B5EF4-FFF2-40B4-BE49-F238E27FC236}">
                <a16:creationId xmlns:a16="http://schemas.microsoft.com/office/drawing/2014/main" id="{5F916FD4-84B5-CB42-1789-76D9C2E85C8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8267" y="4169003"/>
            <a:ext cx="11040176" cy="19389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altLang="zh-CN" dirty="0"/>
              <a:t>The original paper establishes the existence of predictive multiplicity in KGE link prediction.</a:t>
            </a:r>
          </a:p>
          <a:p>
            <a:pPr marL="285750" lvl="0" indent="-285750" eaLnBrk="0" fontAlgn="base" hangingPunct="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CN" dirty="0"/>
              <a:t>My thesis extends this line of inquiry by asking whether predictive multiplicity is systematically associated with relation-level structure.</a:t>
            </a:r>
          </a:p>
          <a:p>
            <a:pPr marL="285750" lvl="0" indent="-285750" eaLnBrk="0" fontAlgn="base" hangingPunct="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CN" dirty="0"/>
              <a:t>Accordingly, the focus shifts from a global phenomenon to relation-level analysis.</a:t>
            </a:r>
          </a:p>
          <a:p>
            <a:pPr marL="285750" indent="-285750" eaLnBrk="0" fontAlgn="base" hangingPunct="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CN" b="1" dirty="0"/>
              <a:t>Main question:</a:t>
            </a:r>
            <a:r>
              <a:rPr lang="zh-CN" altLang="en-US" b="1" dirty="0"/>
              <a:t> </a:t>
            </a:r>
            <a:r>
              <a:rPr lang="en-US" altLang="zh-CN" b="1" dirty="0"/>
              <a:t>Which relation-level factors are associated with stronger predictive multiplicity?</a:t>
            </a:r>
            <a:endParaRPr lang="en-US" altLang="zh-CN" dirty="0"/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CF1D0CA0-0BC0-A49E-023B-15D86F82F8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61953" y="243216"/>
            <a:ext cx="2743200" cy="365125"/>
          </a:xfrm>
        </p:spPr>
        <p:txBody>
          <a:bodyPr/>
          <a:lstStyle/>
          <a:p>
            <a:fld id="{1D774731-12CD-3345-9473-330CE81C7131}" type="slidenum">
              <a:rPr kumimoji="1" lang="zh-CN" altLang="en-US" smtClean="0"/>
              <a:t>4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8686558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9BD51A24-9220-295C-0134-656E54E20A25}"/>
              </a:ext>
            </a:extLst>
          </p:cNvPr>
          <p:cNvSpPr txBox="1"/>
          <p:nvPr/>
        </p:nvSpPr>
        <p:spPr>
          <a:xfrm>
            <a:off x="182116" y="165229"/>
            <a:ext cx="992451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</a:rPr>
              <a:t>Method: Thesis Setting and Relation-Level Analysis Pipeline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9022402-C06F-4BE5-7C66-5C5C8B13441B}"/>
              </a:ext>
            </a:extLst>
          </p:cNvPr>
          <p:cNvSpPr txBox="1"/>
          <p:nvPr/>
        </p:nvSpPr>
        <p:spPr>
          <a:xfrm>
            <a:off x="481262" y="1126156"/>
            <a:ext cx="209223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2400" b="1" dirty="0"/>
              <a:t>Thesis setting</a:t>
            </a:r>
            <a:endParaRPr kumimoji="1" lang="zh-CN" altLang="en-US" sz="2400" b="1" dirty="0"/>
          </a:p>
        </p:txBody>
      </p:sp>
      <p:sp>
        <p:nvSpPr>
          <p:cNvPr id="9" name="Rectangle 1">
            <a:extLst>
              <a:ext uri="{FF2B5EF4-FFF2-40B4-BE49-F238E27FC236}">
                <a16:creationId xmlns:a16="http://schemas.microsoft.com/office/drawing/2014/main" id="{D69E4031-45A3-C766-F0AC-2FF9322BE26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1362" y="1655110"/>
            <a:ext cx="5795319" cy="17081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zh-CN" altLang="zh-CN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Dataset: FB15k-237 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zh-CN" altLang="zh-CN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Models: RotatE</a:t>
            </a:r>
            <a:r>
              <a:rPr kumimoji="0" lang="en-US" altLang="zh-CN" sz="1800" i="0" u="none" strike="noStrike" cap="none" normalizeH="0" baseline="30000" dirty="0">
                <a:ln>
                  <a:noFill/>
                </a:ln>
                <a:solidFill>
                  <a:schemeClr val="tx1"/>
                </a:solidFill>
                <a:effectLst/>
              </a:rPr>
              <a:t>[3]</a:t>
            </a:r>
            <a:r>
              <a:rPr kumimoji="0" lang="zh-CN" altLang="zh-CN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and TransE</a:t>
            </a:r>
            <a:r>
              <a:rPr kumimoji="0" lang="en-US" altLang="zh-CN" sz="1800" i="0" u="none" strike="noStrike" cap="none" normalizeH="0" baseline="30000" dirty="0">
                <a:ln>
                  <a:noFill/>
                </a:ln>
                <a:solidFill>
                  <a:schemeClr val="tx1"/>
                </a:solidFill>
                <a:effectLst/>
              </a:rPr>
              <a:t>[4]</a:t>
            </a:r>
            <a:r>
              <a:rPr kumimoji="0" lang="zh-CN" altLang="zh-CN" sz="1800" i="0" u="none" strike="noStrike" cap="none" normalizeH="0" baseline="3000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zh-CN" altLang="zh-CN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Repeated runs of the same model family </a:t>
            </a:r>
            <a:endParaRPr kumimoji="0" lang="en-US" altLang="zh-CN" sz="1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zh-CN" altLang="zh-CN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Analysis unit: relation-level rather than only dataset-level/global-level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4EC8C244-0096-F77E-5A53-F6923EA652E6}"/>
              </a:ext>
            </a:extLst>
          </p:cNvPr>
          <p:cNvSpPr txBox="1"/>
          <p:nvPr/>
        </p:nvSpPr>
        <p:spPr>
          <a:xfrm>
            <a:off x="481262" y="3582647"/>
            <a:ext cx="129715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>
              <a:defRPr kumimoji="1" sz="2400" b="1"/>
            </a:lvl1pPr>
          </a:lstStyle>
          <a:p>
            <a:r>
              <a:rPr lang="en-US" altLang="zh-CN" dirty="0"/>
              <a:t>Pipeline</a:t>
            </a:r>
            <a:endParaRPr lang="zh-CN" altLang="en-US" dirty="0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4B1AD5CD-5D49-07AD-ADDD-68994075B0EA}"/>
              </a:ext>
            </a:extLst>
          </p:cNvPr>
          <p:cNvSpPr txBox="1"/>
          <p:nvPr/>
        </p:nvSpPr>
        <p:spPr>
          <a:xfrm>
            <a:off x="601362" y="4214261"/>
            <a:ext cx="6729727" cy="178510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defPPr>
              <a:defRPr lang="zh-CN"/>
            </a:defPPr>
            <a:lvl1pPr marL="285750" marR="0" lvl="0" indent="-285750" eaLnBrk="0" fontAlgn="base" hangingPunct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 kumimoji="0" i="0" u="none" strike="noStrike" cap="none" normalizeH="0" baseline="0">
                <a:ln>
                  <a:noFill/>
                </a:ln>
                <a:effectLst/>
              </a:defRPr>
            </a:lvl1pPr>
          </a:lstStyle>
          <a:p>
            <a:r>
              <a:rPr lang="en-US" altLang="zh-CN" dirty="0"/>
              <a:t>Run repeated training with different random seeds</a:t>
            </a:r>
          </a:p>
          <a:p>
            <a:r>
              <a:rPr lang="en-US" altLang="zh-CN" dirty="0"/>
              <a:t>Compute query-level top-10 hit / miss outcomes</a:t>
            </a:r>
          </a:p>
          <a:p>
            <a:r>
              <a:rPr lang="en-US" altLang="zh-CN" dirty="0"/>
              <a:t>Aggregate them into relation-level metrics</a:t>
            </a:r>
          </a:p>
          <a:p>
            <a:r>
              <a:rPr lang="en-US" altLang="zh-CN" dirty="0"/>
              <a:t>Attach relation-level factors</a:t>
            </a:r>
          </a:p>
          <a:p>
            <a:r>
              <a:rPr lang="en-US" altLang="zh-CN" dirty="0"/>
              <a:t>Compare which factors are associated with stronger multiplicity</a:t>
            </a:r>
            <a:endParaRPr lang="zh-CN" altLang="en-US" dirty="0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00B9ACDE-AAD1-2184-ED7F-7B8EA8A4E542}"/>
              </a:ext>
            </a:extLst>
          </p:cNvPr>
          <p:cNvSpPr txBox="1"/>
          <p:nvPr/>
        </p:nvSpPr>
        <p:spPr>
          <a:xfrm>
            <a:off x="7117641" y="1766161"/>
            <a:ext cx="4637903" cy="1461939"/>
          </a:xfrm>
          <a:prstGeom prst="rect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pPr>
              <a:spcBef>
                <a:spcPts val="600"/>
              </a:spcBef>
            </a:pPr>
            <a:r>
              <a:rPr lang="en-US" altLang="zh-CN" sz="1400" b="1" dirty="0"/>
              <a:t>FB15k-237</a:t>
            </a:r>
            <a:r>
              <a:rPr lang="en-US" altLang="zh-CN" sz="1400" dirty="0"/>
              <a:t>: a standard KGE benchmark with less inverse-relation leakage than FB15k, making it more suitable for structural analysis of link prediction. </a:t>
            </a:r>
          </a:p>
          <a:p>
            <a:pPr>
              <a:spcBef>
                <a:spcPts val="600"/>
              </a:spcBef>
            </a:pPr>
            <a:r>
              <a:rPr lang="en-US" altLang="zh-CN" sz="1400" b="1" dirty="0" err="1"/>
              <a:t>RotatE</a:t>
            </a:r>
            <a:r>
              <a:rPr lang="en-US" altLang="zh-CN" sz="1400" b="1" dirty="0"/>
              <a:t> / TransE</a:t>
            </a:r>
            <a:r>
              <a:rPr lang="en-US" altLang="zh-CN" sz="1400" dirty="0"/>
              <a:t>: two representative KGE models used here as a focused cross-model comparison under the current thesis scope. </a:t>
            </a:r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7DCFC658-5F0E-D229-18BE-A238699CB3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61953" y="243216"/>
            <a:ext cx="2743200" cy="365125"/>
          </a:xfrm>
        </p:spPr>
        <p:txBody>
          <a:bodyPr/>
          <a:lstStyle/>
          <a:p>
            <a:fld id="{1D774731-12CD-3345-9473-330CE81C7131}" type="slidenum">
              <a:rPr kumimoji="1" lang="zh-CN" altLang="en-US" smtClean="0"/>
              <a:t>5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37999492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0BAAA0E3-0ADA-0F50-7DDF-50AA8E1C6C1A}"/>
              </a:ext>
            </a:extLst>
          </p:cNvPr>
          <p:cNvSpPr txBox="1"/>
          <p:nvPr/>
        </p:nvSpPr>
        <p:spPr>
          <a:xfrm>
            <a:off x="182116" y="165229"/>
            <a:ext cx="704551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</a:rPr>
              <a:t>Method:</a:t>
            </a:r>
            <a:r>
              <a:rPr lang="zh-CN" altLang="en-US" sz="2800" b="1" dirty="0">
                <a:solidFill>
                  <a:schemeClr val="bg1"/>
                </a:solidFill>
              </a:rPr>
              <a:t> </a:t>
            </a:r>
            <a:r>
              <a:rPr lang="en-US" altLang="zh-CN" sz="2800" b="1" dirty="0">
                <a:solidFill>
                  <a:schemeClr val="bg1"/>
                </a:solidFill>
              </a:rPr>
              <a:t>Candidate Relation-Level Factors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478191-563C-8074-0FD1-6F46046BC9DD}"/>
              </a:ext>
            </a:extLst>
          </p:cNvPr>
          <p:cNvSpPr txBox="1"/>
          <p:nvPr/>
        </p:nvSpPr>
        <p:spPr>
          <a:xfrm>
            <a:off x="370044" y="2102265"/>
            <a:ext cx="392501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000" b="1" dirty="0"/>
              <a:t>1.</a:t>
            </a:r>
            <a:r>
              <a:rPr lang="zh-CN" altLang="en-US" sz="2000" b="1" dirty="0"/>
              <a:t> </a:t>
            </a:r>
            <a:r>
              <a:rPr lang="en-US" altLang="zh-CN" sz="2000" b="1" dirty="0"/>
              <a:t>Mapping</a:t>
            </a:r>
            <a:r>
              <a:rPr lang="zh-CN" altLang="en-US" sz="2000" b="1" dirty="0"/>
              <a:t> </a:t>
            </a:r>
            <a:r>
              <a:rPr lang="en-US" altLang="zh-CN" sz="2000" b="1" dirty="0"/>
              <a:t>property</a:t>
            </a:r>
            <a:endParaRPr lang="zh-CN" altLang="en-US" sz="2000" b="1" dirty="0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16013B1B-126A-C606-B6A1-CD55AED50273}"/>
              </a:ext>
            </a:extLst>
          </p:cNvPr>
          <p:cNvSpPr txBox="1"/>
          <p:nvPr/>
        </p:nvSpPr>
        <p:spPr>
          <a:xfrm>
            <a:off x="370044" y="4830549"/>
            <a:ext cx="167828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sz="2800"/>
            </a:lvl1pPr>
          </a:lstStyle>
          <a:p>
            <a:r>
              <a:rPr lang="en-US" altLang="zh-CN" sz="2000" b="1" dirty="0"/>
              <a:t>2. Inverse</a:t>
            </a:r>
            <a:endParaRPr lang="zh-CN" altLang="en-US" sz="2000" b="1" dirty="0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1BA6A574-6A47-F385-B22E-21C50CDCB553}"/>
              </a:ext>
            </a:extLst>
          </p:cNvPr>
          <p:cNvSpPr txBox="1"/>
          <p:nvPr/>
        </p:nvSpPr>
        <p:spPr>
          <a:xfrm>
            <a:off x="6535329" y="2146483"/>
            <a:ext cx="211012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sz="2800"/>
            </a:lvl1pPr>
          </a:lstStyle>
          <a:p>
            <a:r>
              <a:rPr lang="en-US" altLang="zh-CN" sz="2000" b="1" dirty="0"/>
              <a:t>3. Symmetry</a:t>
            </a:r>
            <a:endParaRPr lang="zh-CN" altLang="en-US" sz="2000" b="1" dirty="0"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386253A3-A761-F854-DDFF-B935A8F19E15}"/>
              </a:ext>
            </a:extLst>
          </p:cNvPr>
          <p:cNvSpPr txBox="1"/>
          <p:nvPr/>
        </p:nvSpPr>
        <p:spPr>
          <a:xfrm>
            <a:off x="6535329" y="4467332"/>
            <a:ext cx="539815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sz="2800"/>
            </a:lvl1pPr>
          </a:lstStyle>
          <a:p>
            <a:r>
              <a:rPr lang="en-US" altLang="zh-CN" sz="2000" b="1" dirty="0"/>
              <a:t>4. Relation frequency </a:t>
            </a:r>
            <a:r>
              <a:rPr lang="en-US" altLang="zh-CN" sz="1100" dirty="0"/>
              <a:t>(support/ sparsity factor)</a:t>
            </a:r>
            <a:endParaRPr lang="zh-CN" altLang="en-US" sz="2000" dirty="0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1358227-163C-A86B-99E3-2F493AC73CD4}"/>
              </a:ext>
            </a:extLst>
          </p:cNvPr>
          <p:cNvSpPr txBox="1"/>
          <p:nvPr/>
        </p:nvSpPr>
        <p:spPr>
          <a:xfrm>
            <a:off x="370044" y="2448074"/>
            <a:ext cx="463779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/>
              <a:t>How many distinct heads/tails are typically associated with a relation.</a:t>
            </a:r>
            <a:endParaRPr kumimoji="1" lang="zh-CN" altLang="en-US" sz="1200" dirty="0"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ACF9CB59-7609-7D0C-0289-BAEDB72A03C2}"/>
              </a:ext>
            </a:extLst>
          </p:cNvPr>
          <p:cNvSpPr txBox="1"/>
          <p:nvPr/>
        </p:nvSpPr>
        <p:spPr>
          <a:xfrm>
            <a:off x="370044" y="2680962"/>
            <a:ext cx="184858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b="1" dirty="0"/>
              <a:t>Typical categories</a:t>
            </a:r>
            <a:endParaRPr kumimoji="1" lang="zh-CN" altLang="en-US" sz="16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文本框 17">
                <a:extLst>
                  <a:ext uri="{FF2B5EF4-FFF2-40B4-BE49-F238E27FC236}">
                    <a16:creationId xmlns:a16="http://schemas.microsoft.com/office/drawing/2014/main" id="{D6C1A716-FF4F-30B2-F03A-80FA40D9F9D6}"/>
                  </a:ext>
                </a:extLst>
              </p:cNvPr>
              <p:cNvSpPr txBox="1"/>
              <p:nvPr/>
            </p:nvSpPr>
            <p:spPr>
              <a:xfrm>
                <a:off x="370044" y="2956632"/>
                <a:ext cx="1988045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CN" sz="1200" i="1" dirty="0" smtClean="0">
                        <a:latin typeface="Cambria Math" panose="02040503050406030204" pitchFamily="18" charset="0"/>
                      </a:rPr>
                      <m:t>1−1</m:t>
                    </m:r>
                  </m:oMath>
                </a14:m>
                <a:r>
                  <a:rPr lang="en-US" altLang="zh-CN" sz="1200" dirty="0"/>
                  <a:t>, </a:t>
                </a:r>
                <a14:m>
                  <m:oMath xmlns:m="http://schemas.openxmlformats.org/officeDocument/2006/math">
                    <m:r>
                      <a:rPr lang="en-US" altLang="zh-CN" sz="1200" i="1" dirty="0" smtClean="0">
                        <a:latin typeface="Cambria Math" panose="02040503050406030204" pitchFamily="18" charset="0"/>
                      </a:rPr>
                      <m:t>1−</m:t>
                    </m:r>
                    <m:r>
                      <a:rPr lang="en-US" altLang="zh-CN" sz="1200" i="1" dirty="0" smtClean="0"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en-US" altLang="zh-CN" sz="1200" dirty="0"/>
                  <a:t>, </a:t>
                </a:r>
                <a14:m>
                  <m:oMath xmlns:m="http://schemas.openxmlformats.org/officeDocument/2006/math">
                    <m:r>
                      <a:rPr lang="en-US" altLang="zh-CN" sz="1200" i="1" dirty="0" smtClean="0">
                        <a:latin typeface="Cambria Math" panose="02040503050406030204" pitchFamily="18" charset="0"/>
                      </a:rPr>
                      <m:t>𝑀</m:t>
                    </m:r>
                    <m:r>
                      <a:rPr lang="en-US" altLang="zh-CN" sz="1200" i="1" dirty="0" smtClean="0">
                        <a:latin typeface="Cambria Math" panose="02040503050406030204" pitchFamily="18" charset="0"/>
                      </a:rPr>
                      <m:t>−1</m:t>
                    </m:r>
                  </m:oMath>
                </a14:m>
                <a:r>
                  <a:rPr lang="en-US" altLang="zh-CN" sz="1200" dirty="0"/>
                  <a:t>, </a:t>
                </a:r>
                <a14:m>
                  <m:oMath xmlns:m="http://schemas.openxmlformats.org/officeDocument/2006/math">
                    <m:r>
                      <a:rPr lang="en-US" altLang="zh-CN" sz="1200" i="1" dirty="0" smtClean="0">
                        <a:latin typeface="Cambria Math" panose="02040503050406030204" pitchFamily="18" charset="0"/>
                      </a:rPr>
                      <m:t>𝑀</m:t>
                    </m:r>
                    <m:r>
                      <a:rPr lang="en-US" altLang="zh-CN" sz="1200" i="1" dirty="0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altLang="zh-CN" sz="1200" i="1" dirty="0" smtClean="0"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endParaRPr kumimoji="1" lang="zh-CN" altLang="en-US" sz="1200" dirty="0"/>
              </a:p>
            </p:txBody>
          </p:sp>
        </mc:Choice>
        <mc:Fallback xmlns="">
          <p:sp>
            <p:nvSpPr>
              <p:cNvPr id="18" name="文本框 17">
                <a:extLst>
                  <a:ext uri="{FF2B5EF4-FFF2-40B4-BE49-F238E27FC236}">
                    <a16:creationId xmlns:a16="http://schemas.microsoft.com/office/drawing/2014/main" id="{D6C1A716-FF4F-30B2-F03A-80FA40D9F9D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0044" y="2956632"/>
                <a:ext cx="1988045" cy="276999"/>
              </a:xfrm>
              <a:prstGeom prst="rect">
                <a:avLst/>
              </a:prstGeom>
              <a:blipFill>
                <a:blip r:embed="rId3"/>
                <a:stretch>
                  <a:fillRect b="-1304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文本框 18">
            <a:extLst>
              <a:ext uri="{FF2B5EF4-FFF2-40B4-BE49-F238E27FC236}">
                <a16:creationId xmlns:a16="http://schemas.microsoft.com/office/drawing/2014/main" id="{623063E2-4B09-2393-4E9E-6FED8F67E6BC}"/>
              </a:ext>
            </a:extLst>
          </p:cNvPr>
          <p:cNvSpPr txBox="1"/>
          <p:nvPr/>
        </p:nvSpPr>
        <p:spPr>
          <a:xfrm>
            <a:off x="370044" y="3170519"/>
            <a:ext cx="97975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b="1" dirty="0"/>
              <a:t>Intuition</a:t>
            </a:r>
            <a:endParaRPr kumimoji="1" lang="zh-CN" altLang="en-US" sz="1600" b="1" dirty="0"/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0389EDFA-4314-BF34-CA05-B66844373630}"/>
              </a:ext>
            </a:extLst>
          </p:cNvPr>
          <p:cNvSpPr txBox="1"/>
          <p:nvPr/>
        </p:nvSpPr>
        <p:spPr>
          <a:xfrm>
            <a:off x="370044" y="3421510"/>
            <a:ext cx="5711817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100" dirty="0"/>
              <a:t>Changes the number of plausible candidates on the prediction side.</a:t>
            </a:r>
            <a:br>
              <a:rPr lang="en-US" altLang="zh-CN" sz="1100" dirty="0"/>
            </a:br>
            <a:r>
              <a:rPr lang="en-US" altLang="zh-CN" sz="1100" dirty="0"/>
              <a:t>When the prediction side is the many-side, the top-K boundary may become less stable.</a:t>
            </a:r>
            <a:endParaRPr lang="zh-CN" altLang="en-US" sz="1100" dirty="0"/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5D7E1E98-FBD9-D347-870C-B6A4DC22A59B}"/>
              </a:ext>
            </a:extLst>
          </p:cNvPr>
          <p:cNvSpPr txBox="1"/>
          <p:nvPr/>
        </p:nvSpPr>
        <p:spPr>
          <a:xfrm>
            <a:off x="370044" y="3813989"/>
            <a:ext cx="96693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600" b="1" dirty="0"/>
              <a:t>Example</a:t>
            </a:r>
            <a:endParaRPr kumimoji="1" lang="zh-CN" altLang="en-US" sz="1600" b="1" dirty="0"/>
          </a:p>
        </p:txBody>
      </p:sp>
      <p:sp>
        <p:nvSpPr>
          <p:cNvPr id="24" name="Rectangle 3">
            <a:extLst>
              <a:ext uri="{FF2B5EF4-FFF2-40B4-BE49-F238E27FC236}">
                <a16:creationId xmlns:a16="http://schemas.microsoft.com/office/drawing/2014/main" id="{5CB69D29-54FE-9065-ED2D-5F05D8FEF5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0044" y="4055011"/>
            <a:ext cx="3545058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171450" lvl="0" indent="-1714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zh-CN" sz="1000" dirty="0" err="1">
                <a:latin typeface="Consolas" panose="020B0609020204030204" pitchFamily="49" charset="0"/>
                <a:cs typeface="Consolas" panose="020B0609020204030204" pitchFamily="49" charset="0"/>
              </a:rPr>
              <a:t>has_capital</a:t>
            </a:r>
            <a:r>
              <a:rPr kumimoji="0" lang="zh-CN" altLang="zh-CN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: closer to </a:t>
            </a:r>
            <a:r>
              <a:rPr kumimoji="0" lang="zh-CN" altLang="zh-CN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1-1</a:t>
            </a:r>
            <a:endParaRPr kumimoji="0" lang="en-US" altLang="zh-CN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 Unicode MS" panose="020B0604020202020204" pitchFamily="34" charset="-128"/>
            </a:endParaRPr>
          </a:p>
          <a:p>
            <a:pPr marL="171450" lvl="0" indent="-1714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zh-CN" sz="1000" dirty="0" err="1">
                <a:latin typeface="Consolas" panose="020B0609020204030204" pitchFamily="49" charset="0"/>
                <a:cs typeface="Consolas" panose="020B0609020204030204" pitchFamily="49" charset="0"/>
              </a:rPr>
              <a:t>has_child</a:t>
            </a:r>
            <a:r>
              <a:rPr lang="en-US" altLang="zh-CN" sz="1000" dirty="0"/>
              <a:t>: closer to </a:t>
            </a:r>
            <a:r>
              <a:rPr lang="en-US" altLang="zh-CN" sz="1000" b="1" dirty="0"/>
              <a:t>1-N</a:t>
            </a:r>
            <a:r>
              <a:rPr kumimoji="0" lang="zh-CN" altLang="zh-CN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zh-CN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zh-CN" altLang="zh-CN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born_in</a:t>
            </a:r>
            <a:r>
              <a:rPr kumimoji="0" lang="zh-CN" altLang="zh-CN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: closer to </a:t>
            </a:r>
            <a:r>
              <a:rPr kumimoji="0" lang="zh-CN" altLang="zh-CN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M-1</a:t>
            </a:r>
            <a:r>
              <a:rPr kumimoji="0" lang="zh-CN" altLang="zh-CN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zh-CN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zh-CN" altLang="zh-CN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language_spoken_in</a:t>
            </a:r>
            <a:r>
              <a:rPr kumimoji="0" lang="zh-CN" altLang="zh-CN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: </a:t>
            </a:r>
            <a:r>
              <a:rPr lang="en-US" altLang="zh-CN" sz="1000" dirty="0"/>
              <a:t>closer to </a:t>
            </a:r>
            <a:r>
              <a:rPr kumimoji="0" lang="zh-CN" altLang="zh-CN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M-N</a:t>
            </a:r>
            <a:endParaRPr kumimoji="0" lang="zh-CN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20218F09-D4E8-7CA5-6BD9-8B637F70354D}"/>
              </a:ext>
            </a:extLst>
          </p:cNvPr>
          <p:cNvSpPr txBox="1"/>
          <p:nvPr/>
        </p:nvSpPr>
        <p:spPr>
          <a:xfrm>
            <a:off x="370044" y="5130830"/>
            <a:ext cx="325281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200" dirty="0"/>
              <a:t>Whether a relation has a clear reverse partner.</a:t>
            </a:r>
            <a:endParaRPr kumimoji="1" lang="zh-CN" altLang="en-US" sz="1200" dirty="0"/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6D253040-FC01-F7DF-DEBA-B81B912C927C}"/>
              </a:ext>
            </a:extLst>
          </p:cNvPr>
          <p:cNvSpPr txBox="1"/>
          <p:nvPr/>
        </p:nvSpPr>
        <p:spPr>
          <a:xfrm>
            <a:off x="370044" y="5344934"/>
            <a:ext cx="97975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b="1" dirty="0"/>
              <a:t>Intuition</a:t>
            </a:r>
            <a:endParaRPr kumimoji="1" lang="zh-CN" altLang="en-US" sz="1600" b="1" dirty="0"/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84540080-ED9F-287D-448C-F3CFAFC80D3D}"/>
              </a:ext>
            </a:extLst>
          </p:cNvPr>
          <p:cNvSpPr txBox="1"/>
          <p:nvPr/>
        </p:nvSpPr>
        <p:spPr>
          <a:xfrm>
            <a:off x="370044" y="5599010"/>
            <a:ext cx="5148578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100" dirty="0"/>
              <a:t>Reverse-side evidence may constrain prediction behavior and make repeated runs more consistent.</a:t>
            </a:r>
            <a:endParaRPr kumimoji="1" lang="zh-CN" altLang="en-US" sz="1100" dirty="0"/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3867CAD2-51AE-EAFA-19A8-1D1812F3656C}"/>
              </a:ext>
            </a:extLst>
          </p:cNvPr>
          <p:cNvSpPr txBox="1"/>
          <p:nvPr/>
        </p:nvSpPr>
        <p:spPr>
          <a:xfrm>
            <a:off x="370044" y="5962888"/>
            <a:ext cx="96693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b="1" dirty="0"/>
              <a:t>Example</a:t>
            </a:r>
            <a:endParaRPr kumimoji="1" lang="zh-CN" altLang="en-US" sz="16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9" name="Rectangle 4">
                <a:extLst>
                  <a:ext uri="{FF2B5EF4-FFF2-40B4-BE49-F238E27FC236}">
                    <a16:creationId xmlns:a16="http://schemas.microsoft.com/office/drawing/2014/main" id="{4BC9E813-93FF-ED7E-01BB-E84E01E192D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70044" y="6262157"/>
                <a:ext cx="2515398" cy="40011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horz" wrap="square" lIns="91440" tIns="45720" rIns="91440" bIns="45720" numCol="1" anchor="ctr" anchorCtr="0" compatLnSpc="1">
                <a:prstTxWarp prst="textNoShape">
                  <a:avLst/>
                </a:prstTxWarp>
                <a:spAutoFit/>
              </a:bodyPr>
              <a:lstStyle/>
              <a:p>
                <a:pPr marL="171450" indent="-17145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</a:pPr>
                <a:r>
                  <a:rPr kumimoji="0" lang="zh-CN" altLang="zh-CN" sz="10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parent_of</a:t>
                </a:r>
                <a:r>
                  <a:rPr kumimoji="0" lang="zh-CN" altLang="en-US" sz="10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1000" i="1" dirty="0" smtClean="0">
                        <a:latin typeface="Cambria Math" panose="02040503050406030204" pitchFamily="18" charset="0"/>
                      </a:rPr>
                      <m:t>⇔</m:t>
                    </m:r>
                    <m:r>
                      <a:rPr kumimoji="0" lang="zh-CN" altLang="zh-CN" sz="1000" b="0" i="1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kumimoji="0" lang="zh-CN" altLang="zh-CN" sz="10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child_of</a:t>
                </a:r>
                <a:r>
                  <a:rPr kumimoji="0" lang="zh-CN" altLang="zh-CN" sz="10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</a:rPr>
                  <a:t> </a:t>
                </a:r>
                <a:endParaRPr kumimoji="0" lang="zh-CN" altLang="zh-CN" sz="18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  <a:p>
                <a:pPr marL="171450" indent="-17145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</a:pPr>
                <a:r>
                  <a:rPr kumimoji="0" lang="zh-CN" altLang="zh-CN" sz="10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capital_of</a:t>
                </a:r>
                <a:r>
                  <a:rPr kumimoji="0" lang="zh-CN" altLang="en-US" sz="10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1000" i="1" dirty="0" smtClean="0">
                        <a:latin typeface="Cambria Math" panose="02040503050406030204" pitchFamily="18" charset="0"/>
                      </a:rPr>
                      <m:t>⇔</m:t>
                    </m:r>
                    <m:r>
                      <a:rPr lang="zh-CN" altLang="en-US" sz="1000" i="1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kumimoji="0" lang="zh-CN" altLang="zh-CN" sz="10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has_capital</a:t>
                </a:r>
                <a:endParaRPr kumimoji="0" lang="zh-CN" altLang="zh-CN" sz="18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Consolas" panose="020B0609020204030204" pitchFamily="49" charset="0"/>
                  <a:cs typeface="Consolas" panose="020B0609020204030204" pitchFamily="49" charset="0"/>
                </a:endParaRPr>
              </a:p>
            </p:txBody>
          </p:sp>
        </mc:Choice>
        <mc:Fallback xmlns="">
          <p:sp>
            <p:nvSpPr>
              <p:cNvPr id="29" name="Rectangle 4">
                <a:extLst>
                  <a:ext uri="{FF2B5EF4-FFF2-40B4-BE49-F238E27FC236}">
                    <a16:creationId xmlns:a16="http://schemas.microsoft.com/office/drawing/2014/main" id="{4BC9E813-93FF-ED7E-01BB-E84E01E192D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70044" y="6262157"/>
                <a:ext cx="2515398" cy="400110"/>
              </a:xfrm>
              <a:prstGeom prst="rect">
                <a:avLst/>
              </a:prstGeom>
              <a:blipFill>
                <a:blip r:embed="rId4"/>
                <a:stretch>
                  <a:fillRect b="-9091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2" name="直线连接符 31">
            <a:extLst>
              <a:ext uri="{FF2B5EF4-FFF2-40B4-BE49-F238E27FC236}">
                <a16:creationId xmlns:a16="http://schemas.microsoft.com/office/drawing/2014/main" id="{70E71EFE-F0EE-509A-6186-074F34D4944C}"/>
              </a:ext>
            </a:extLst>
          </p:cNvPr>
          <p:cNvCxnSpPr>
            <a:cxnSpLocks/>
          </p:cNvCxnSpPr>
          <p:nvPr/>
        </p:nvCxnSpPr>
        <p:spPr>
          <a:xfrm>
            <a:off x="6148474" y="2253868"/>
            <a:ext cx="0" cy="4263151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3" name="文本框 32">
                <a:extLst>
                  <a:ext uri="{FF2B5EF4-FFF2-40B4-BE49-F238E27FC236}">
                    <a16:creationId xmlns:a16="http://schemas.microsoft.com/office/drawing/2014/main" id="{304D04A5-416D-2D65-7A69-E71B3B9C2974}"/>
                  </a:ext>
                </a:extLst>
              </p:cNvPr>
              <p:cNvSpPr txBox="1"/>
              <p:nvPr/>
            </p:nvSpPr>
            <p:spPr>
              <a:xfrm>
                <a:off x="6535329" y="2576653"/>
                <a:ext cx="4843377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1200" dirty="0"/>
                  <a:t>Whether </a:t>
                </a:r>
                <a14:m>
                  <m:oMath xmlns:m="http://schemas.openxmlformats.org/officeDocument/2006/math">
                    <m:r>
                      <a:rPr lang="en-US" altLang="zh-CN" sz="120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1200" i="1" dirty="0" err="1">
                        <a:latin typeface="Cambria Math" panose="02040503050406030204" pitchFamily="18" charset="0"/>
                      </a:rPr>
                      <m:t>h</m:t>
                    </m:r>
                    <m:r>
                      <a:rPr lang="en-US" altLang="zh-CN" sz="1200" i="1" dirty="0" err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sz="1200" i="1" dirty="0" err="1"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US" altLang="zh-CN" sz="1200" i="1" dirty="0" err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sz="1200" i="1" dirty="0" err="1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altLang="zh-CN" sz="1200" i="1" dirty="0">
                        <a:latin typeface="Cambria Math" panose="02040503050406030204" pitchFamily="18" charset="0"/>
                      </a:rPr>
                      <m:t>) </m:t>
                    </m:r>
                  </m:oMath>
                </a14:m>
                <a:r>
                  <a:rPr lang="en-US" altLang="zh-CN" sz="1200" dirty="0"/>
                  <a:t>is often supported by </a:t>
                </a:r>
                <a14:m>
                  <m:oMath xmlns:m="http://schemas.openxmlformats.org/officeDocument/2006/math">
                    <m:r>
                      <a:rPr lang="en-US" altLang="zh-CN" sz="120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1200" i="1" dirty="0" err="1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altLang="zh-CN" sz="1200" i="1" dirty="0" err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sz="1200" i="1" dirty="0" err="1"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US" altLang="zh-CN" sz="1200" i="1" dirty="0" err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sz="1200" i="1" dirty="0" err="1">
                        <a:latin typeface="Cambria Math" panose="02040503050406030204" pitchFamily="18" charset="0"/>
                      </a:rPr>
                      <m:t>h</m:t>
                    </m:r>
                    <m:r>
                      <a:rPr lang="en-US" altLang="zh-CN" sz="1200" i="1" dirty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zh-CN" sz="1200" dirty="0"/>
                  <a:t> under the same relation.</a:t>
                </a:r>
                <a:endParaRPr kumimoji="1" lang="zh-CN" altLang="en-US" sz="1200" dirty="0"/>
              </a:p>
            </p:txBody>
          </p:sp>
        </mc:Choice>
        <mc:Fallback xmlns="">
          <p:sp>
            <p:nvSpPr>
              <p:cNvPr id="33" name="文本框 32">
                <a:extLst>
                  <a:ext uri="{FF2B5EF4-FFF2-40B4-BE49-F238E27FC236}">
                    <a16:creationId xmlns:a16="http://schemas.microsoft.com/office/drawing/2014/main" id="{304D04A5-416D-2D65-7A69-E71B3B9C297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35329" y="2576653"/>
                <a:ext cx="4843377" cy="276999"/>
              </a:xfrm>
              <a:prstGeom prst="rect">
                <a:avLst/>
              </a:prstGeom>
              <a:blipFill>
                <a:blip r:embed="rId5"/>
                <a:stretch>
                  <a:fillRect t="-4545" b="-1363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5" name="文本框 34">
            <a:extLst>
              <a:ext uri="{FF2B5EF4-FFF2-40B4-BE49-F238E27FC236}">
                <a16:creationId xmlns:a16="http://schemas.microsoft.com/office/drawing/2014/main" id="{15724E20-C8ED-3A92-8022-EE9E5C15B8BD}"/>
              </a:ext>
            </a:extLst>
          </p:cNvPr>
          <p:cNvSpPr txBox="1"/>
          <p:nvPr/>
        </p:nvSpPr>
        <p:spPr>
          <a:xfrm>
            <a:off x="6535329" y="3148276"/>
            <a:ext cx="517728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200" dirty="0"/>
              <a:t>Internal bidirectional evidence may provide consistent signals for the same entity pair and affect ranking stability.</a:t>
            </a:r>
            <a:endParaRPr lang="zh-CN" altLang="en-US" sz="1200" dirty="0"/>
          </a:p>
        </p:txBody>
      </p:sp>
      <p:sp>
        <p:nvSpPr>
          <p:cNvPr id="36" name="文本框 35">
            <a:extLst>
              <a:ext uri="{FF2B5EF4-FFF2-40B4-BE49-F238E27FC236}">
                <a16:creationId xmlns:a16="http://schemas.microsoft.com/office/drawing/2014/main" id="{E6FCEB01-2D63-6485-AF7D-491DDC2AA4C3}"/>
              </a:ext>
            </a:extLst>
          </p:cNvPr>
          <p:cNvSpPr txBox="1"/>
          <p:nvPr/>
        </p:nvSpPr>
        <p:spPr>
          <a:xfrm>
            <a:off x="6535329" y="2858097"/>
            <a:ext cx="97975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b="1" dirty="0"/>
              <a:t>Intuition</a:t>
            </a:r>
            <a:endParaRPr kumimoji="1" lang="zh-CN" altLang="en-US" sz="1600" b="1" dirty="0"/>
          </a:p>
        </p:txBody>
      </p:sp>
      <p:sp>
        <p:nvSpPr>
          <p:cNvPr id="37" name="Rectangle 5">
            <a:extLst>
              <a:ext uri="{FF2B5EF4-FFF2-40B4-BE49-F238E27FC236}">
                <a16:creationId xmlns:a16="http://schemas.microsoft.com/office/drawing/2014/main" id="{7B048C91-470F-EDBB-F501-433E0CB71E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35329" y="3884017"/>
            <a:ext cx="1420393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171450" indent="-1714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zh-CN" altLang="zh-CN" sz="1000" dirty="0">
                <a:latin typeface="Consolas" panose="020B0609020204030204" pitchFamily="49" charset="0"/>
                <a:cs typeface="Consolas" panose="020B0609020204030204" pitchFamily="49" charset="0"/>
              </a:rPr>
              <a:t>married_to </a:t>
            </a:r>
          </a:p>
          <a:p>
            <a:pPr marL="171450" indent="-1714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zh-CN" altLang="zh-CN" sz="1000" dirty="0">
                <a:latin typeface="Consolas" panose="020B0609020204030204" pitchFamily="49" charset="0"/>
                <a:cs typeface="Consolas" panose="020B0609020204030204" pitchFamily="49" charset="0"/>
              </a:rPr>
              <a:t>adjacent_to</a:t>
            </a:r>
          </a:p>
        </p:txBody>
      </p:sp>
      <p:sp>
        <p:nvSpPr>
          <p:cNvPr id="38" name="文本框 37">
            <a:extLst>
              <a:ext uri="{FF2B5EF4-FFF2-40B4-BE49-F238E27FC236}">
                <a16:creationId xmlns:a16="http://schemas.microsoft.com/office/drawing/2014/main" id="{7E797246-EB2A-F836-6357-8474B9F664CB}"/>
              </a:ext>
            </a:extLst>
          </p:cNvPr>
          <p:cNvSpPr txBox="1"/>
          <p:nvPr/>
        </p:nvSpPr>
        <p:spPr>
          <a:xfrm>
            <a:off x="6535329" y="3585866"/>
            <a:ext cx="96693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600" b="1" dirty="0"/>
              <a:t>Example</a:t>
            </a:r>
            <a:endParaRPr kumimoji="1" lang="zh-CN" altLang="en-US" sz="1600" b="1" dirty="0"/>
          </a:p>
        </p:txBody>
      </p:sp>
      <p:sp>
        <p:nvSpPr>
          <p:cNvPr id="39" name="文本框 38">
            <a:extLst>
              <a:ext uri="{FF2B5EF4-FFF2-40B4-BE49-F238E27FC236}">
                <a16:creationId xmlns:a16="http://schemas.microsoft.com/office/drawing/2014/main" id="{88AD4D10-9013-24F1-E13B-A95E8AE9EC41}"/>
              </a:ext>
            </a:extLst>
          </p:cNvPr>
          <p:cNvSpPr txBox="1"/>
          <p:nvPr/>
        </p:nvSpPr>
        <p:spPr>
          <a:xfrm>
            <a:off x="6535329" y="4853794"/>
            <a:ext cx="349486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200" dirty="0"/>
              <a:t>How often a relation appears in the training graph.</a:t>
            </a:r>
            <a:endParaRPr kumimoji="1" lang="zh-CN" altLang="en-US" sz="1200" dirty="0"/>
          </a:p>
        </p:txBody>
      </p:sp>
      <p:sp>
        <p:nvSpPr>
          <p:cNvPr id="42" name="文本框 41">
            <a:extLst>
              <a:ext uri="{FF2B5EF4-FFF2-40B4-BE49-F238E27FC236}">
                <a16:creationId xmlns:a16="http://schemas.microsoft.com/office/drawing/2014/main" id="{38239D43-1622-F1D5-86B3-A743E87DD927}"/>
              </a:ext>
            </a:extLst>
          </p:cNvPr>
          <p:cNvSpPr txBox="1"/>
          <p:nvPr/>
        </p:nvSpPr>
        <p:spPr>
          <a:xfrm>
            <a:off x="6535329" y="6153119"/>
            <a:ext cx="187805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200" dirty="0"/>
              <a:t>Support / sparsity control.</a:t>
            </a:r>
            <a:endParaRPr lang="zh-CN" altLang="en-US" sz="1200" dirty="0"/>
          </a:p>
        </p:txBody>
      </p:sp>
      <p:sp>
        <p:nvSpPr>
          <p:cNvPr id="43" name="文本框 42">
            <a:extLst>
              <a:ext uri="{FF2B5EF4-FFF2-40B4-BE49-F238E27FC236}">
                <a16:creationId xmlns:a16="http://schemas.microsoft.com/office/drawing/2014/main" id="{F2E0DFFA-AA06-5E67-6611-4C9F84A02964}"/>
              </a:ext>
            </a:extLst>
          </p:cNvPr>
          <p:cNvSpPr txBox="1"/>
          <p:nvPr/>
        </p:nvSpPr>
        <p:spPr>
          <a:xfrm>
            <a:off x="6535328" y="5844582"/>
            <a:ext cx="59663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b="1" dirty="0"/>
              <a:t>Role</a:t>
            </a:r>
            <a:endParaRPr kumimoji="1" lang="zh-CN" altLang="en-US" sz="1600" b="1" dirty="0"/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BE3DF73B-6345-56A2-6AE9-0A7087D6B4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61953" y="243216"/>
            <a:ext cx="2743200" cy="365125"/>
          </a:xfrm>
        </p:spPr>
        <p:txBody>
          <a:bodyPr/>
          <a:lstStyle/>
          <a:p>
            <a:fld id="{1D774731-12CD-3345-9473-330CE81C7131}" type="slidenum">
              <a:rPr kumimoji="1" lang="zh-CN" altLang="en-US" smtClean="0"/>
              <a:t>6</a:t>
            </a:fld>
            <a:endParaRPr kumimoji="1" lang="zh-CN" altLang="en-US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F0D8054F-9408-ABFB-3132-3EEDCDD3E807}"/>
              </a:ext>
            </a:extLst>
          </p:cNvPr>
          <p:cNvSpPr txBox="1"/>
          <p:nvPr/>
        </p:nvSpPr>
        <p:spPr>
          <a:xfrm>
            <a:off x="370044" y="915117"/>
            <a:ext cx="344401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800" b="1" dirty="0"/>
              <a:t>Selection principle</a:t>
            </a:r>
            <a:endParaRPr lang="zh-CN" altLang="en-US" sz="2800" b="1" dirty="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31720084-6415-1C70-5402-FF67CB7B5A87}"/>
              </a:ext>
            </a:extLst>
          </p:cNvPr>
          <p:cNvSpPr txBox="1"/>
          <p:nvPr/>
        </p:nvSpPr>
        <p:spPr>
          <a:xfrm>
            <a:off x="370044" y="1394026"/>
            <a:ext cx="349486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200" dirty="0"/>
              <a:t>Predictive multiplicity is a top-K ranking instability.</a:t>
            </a:r>
            <a:endParaRPr kumimoji="1" lang="zh-CN" altLang="en-US" sz="1200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402C5742-F123-FADC-71F6-60EBBFF7E66E}"/>
              </a:ext>
            </a:extLst>
          </p:cNvPr>
          <p:cNvSpPr txBox="1"/>
          <p:nvPr/>
        </p:nvSpPr>
        <p:spPr>
          <a:xfrm>
            <a:off x="370044" y="1639171"/>
            <a:ext cx="794144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/>
              <a:t>I therefore focus on relation-level factors that may affect answer-space ambiguity, structural support, or data sparsity.</a:t>
            </a:r>
            <a:endParaRPr kumimoji="1" lang="zh-CN" altLang="en-US" sz="1200" dirty="0"/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C831B54B-AC16-DE82-382A-D377B9C1E4EF}"/>
              </a:ext>
            </a:extLst>
          </p:cNvPr>
          <p:cNvSpPr txBox="1"/>
          <p:nvPr/>
        </p:nvSpPr>
        <p:spPr>
          <a:xfrm>
            <a:off x="6548976" y="5517692"/>
            <a:ext cx="489201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200" dirty="0"/>
              <a:t>Is multiplicity caused by relation structure, or simply by data sparsity?</a:t>
            </a:r>
            <a:endParaRPr lang="zh-CN" altLang="en-US" sz="1200" dirty="0"/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C8F319A8-872A-EDBB-35F4-CDCF3180D477}"/>
              </a:ext>
            </a:extLst>
          </p:cNvPr>
          <p:cNvSpPr txBox="1"/>
          <p:nvPr/>
        </p:nvSpPr>
        <p:spPr>
          <a:xfrm>
            <a:off x="6535328" y="5218829"/>
            <a:ext cx="183694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600" b="1" dirty="0"/>
              <a:t>Control question</a:t>
            </a:r>
            <a:endParaRPr lang="zh-CN" altLang="en-US" sz="1600" dirty="0"/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A6D07904-3AF6-9680-BA53-7207911EED4F}"/>
              </a:ext>
            </a:extLst>
          </p:cNvPr>
          <p:cNvSpPr txBox="1"/>
          <p:nvPr/>
        </p:nvSpPr>
        <p:spPr>
          <a:xfrm>
            <a:off x="2300618" y="2950181"/>
            <a:ext cx="346441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000" dirty="0"/>
              <a:t>(one-to-one, one-to-many, many-to-one, many-to-many)</a:t>
            </a:r>
            <a:endParaRPr kumimoji="1" lang="zh-CN" altLang="en-US" sz="1000" dirty="0"/>
          </a:p>
        </p:txBody>
      </p:sp>
    </p:spTree>
    <p:extLst>
      <p:ext uri="{BB962C8B-B14F-4D97-AF65-F5344CB8AC3E}">
        <p14:creationId xmlns:p14="http://schemas.microsoft.com/office/powerpoint/2010/main" val="274259394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146D7719-FB34-2DCE-365D-A4C0F228E7C9}"/>
              </a:ext>
            </a:extLst>
          </p:cNvPr>
          <p:cNvSpPr txBox="1"/>
          <p:nvPr/>
        </p:nvSpPr>
        <p:spPr>
          <a:xfrm>
            <a:off x="182116" y="165229"/>
            <a:ext cx="896110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</a:rPr>
              <a:t>Result 1:</a:t>
            </a:r>
            <a:r>
              <a:rPr lang="zh-CN" altLang="en-US" sz="2800" b="1" dirty="0">
                <a:solidFill>
                  <a:schemeClr val="bg1"/>
                </a:solidFill>
              </a:rPr>
              <a:t> </a:t>
            </a:r>
            <a:r>
              <a:rPr lang="en-US" altLang="zh-CN" sz="2800" b="1" dirty="0">
                <a:solidFill>
                  <a:schemeClr val="bg1"/>
                </a:solidFill>
              </a:rPr>
              <a:t>Mapping Property</a:t>
            </a:r>
            <a:r>
              <a:rPr lang="en-US" altLang="zh-CN" sz="2600" b="1" dirty="0">
                <a:solidFill>
                  <a:schemeClr val="bg1"/>
                </a:solidFill>
              </a:rPr>
              <a:t> Strongly Affects Multiplicity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AED7A4BA-C15F-B6C8-C91C-CC9824A34416}"/>
              </a:ext>
            </a:extLst>
          </p:cNvPr>
          <p:cNvSpPr txBox="1"/>
          <p:nvPr/>
        </p:nvSpPr>
        <p:spPr>
          <a:xfrm>
            <a:off x="366259" y="937452"/>
            <a:ext cx="2513830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600" b="1" dirty="0" err="1"/>
              <a:t>RotatE</a:t>
            </a:r>
            <a:r>
              <a:rPr lang="en-US" altLang="zh-CN" sz="2600" b="1" dirty="0"/>
              <a:t> tail-side</a:t>
            </a:r>
            <a:endParaRPr kumimoji="1" lang="zh-CN" altLang="en-US" sz="2600" b="1" dirty="0"/>
          </a:p>
        </p:txBody>
      </p:sp>
      <p:sp>
        <p:nvSpPr>
          <p:cNvPr id="390" name="文本框 389">
            <a:extLst>
              <a:ext uri="{FF2B5EF4-FFF2-40B4-BE49-F238E27FC236}">
                <a16:creationId xmlns:a16="http://schemas.microsoft.com/office/drawing/2014/main" id="{B5D5F096-FBA5-F38E-C660-75FD60F546FC}"/>
              </a:ext>
            </a:extLst>
          </p:cNvPr>
          <p:cNvSpPr txBox="1"/>
          <p:nvPr/>
        </p:nvSpPr>
        <p:spPr>
          <a:xfrm>
            <a:off x="366259" y="4256545"/>
            <a:ext cx="1081149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altLang="zh-CN" sz="2400" b="1" dirty="0"/>
              <a:t>Key finding: Multiplicity follows the answer-space structure of the relation.</a:t>
            </a:r>
          </a:p>
        </p:txBody>
      </p:sp>
      <p:sp>
        <p:nvSpPr>
          <p:cNvPr id="391" name="文本框 390">
            <a:extLst>
              <a:ext uri="{FF2B5EF4-FFF2-40B4-BE49-F238E27FC236}">
                <a16:creationId xmlns:a16="http://schemas.microsoft.com/office/drawing/2014/main" id="{F2232AC3-A6AD-9805-A503-61565293AEB3}"/>
              </a:ext>
            </a:extLst>
          </p:cNvPr>
          <p:cNvSpPr txBox="1"/>
          <p:nvPr/>
        </p:nvSpPr>
        <p:spPr>
          <a:xfrm>
            <a:off x="366259" y="3688216"/>
            <a:ext cx="681511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6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The red dashed line shows the corresponding result from the original paper.</a:t>
            </a:r>
            <a:endParaRPr kumimoji="1" lang="zh-CN" altLang="en-US" sz="16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92" name="文本框 391">
                <a:extLst>
                  <a:ext uri="{FF2B5EF4-FFF2-40B4-BE49-F238E27FC236}">
                    <a16:creationId xmlns:a16="http://schemas.microsoft.com/office/drawing/2014/main" id="{FC01F72B-B788-B91F-23BC-171246139B7D}"/>
                  </a:ext>
                </a:extLst>
              </p:cNvPr>
              <p:cNvSpPr txBox="1"/>
              <p:nvPr/>
            </p:nvSpPr>
            <p:spPr>
              <a:xfrm>
                <a:off x="3129646" y="995222"/>
                <a:ext cx="208104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dirty="0">
                    <a:latin typeface="Cambria Math" panose="02040503050406030204" pitchFamily="18" charset="0"/>
                  </a:rPr>
                  <a:t>Query: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h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 , 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 , ?</m:t>
                        </m:r>
                      </m:e>
                    </m:d>
                  </m:oMath>
                </a14:m>
                <a:endParaRPr kumimoji="1" lang="zh-CN" altLang="en-US" dirty="0"/>
              </a:p>
            </p:txBody>
          </p:sp>
        </mc:Choice>
        <mc:Fallback xmlns="">
          <p:sp>
            <p:nvSpPr>
              <p:cNvPr id="392" name="文本框 391">
                <a:extLst>
                  <a:ext uri="{FF2B5EF4-FFF2-40B4-BE49-F238E27FC236}">
                    <a16:creationId xmlns:a16="http://schemas.microsoft.com/office/drawing/2014/main" id="{FC01F72B-B788-B91F-23BC-171246139B7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29646" y="995222"/>
                <a:ext cx="2081049" cy="369332"/>
              </a:xfrm>
              <a:prstGeom prst="rect">
                <a:avLst/>
              </a:prstGeom>
              <a:blipFill>
                <a:blip r:embed="rId3"/>
                <a:stretch>
                  <a:fillRect l="-2424" t="-6667" b="-266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94" name="图形 393">
            <a:extLst>
              <a:ext uri="{FF2B5EF4-FFF2-40B4-BE49-F238E27FC236}">
                <a16:creationId xmlns:a16="http://schemas.microsoft.com/office/drawing/2014/main" id="{BD5EA8F1-B8B5-7566-F24D-BA973C25180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t="11404" b="15724"/>
          <a:stretch>
            <a:fillRect/>
          </a:stretch>
        </p:blipFill>
        <p:spPr>
          <a:xfrm>
            <a:off x="268285" y="1481863"/>
            <a:ext cx="8257477" cy="2206353"/>
          </a:xfrm>
          <a:prstGeom prst="rect">
            <a:avLst/>
          </a:prstGeom>
        </p:spPr>
      </p:pic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F11C8F71-FC66-2891-5767-12EB10185F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61953" y="243216"/>
            <a:ext cx="2743200" cy="365125"/>
          </a:xfrm>
        </p:spPr>
        <p:txBody>
          <a:bodyPr/>
          <a:lstStyle/>
          <a:p>
            <a:fld id="{1D774731-12CD-3345-9473-330CE81C7131}" type="slidenum">
              <a:rPr kumimoji="1" lang="zh-CN" altLang="en-US" smtClean="0"/>
              <a:t>7</a:t>
            </a:fld>
            <a:endParaRPr kumimoji="1"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B15DE2C5-C109-3E23-61BE-50913E03B0FC}"/>
                  </a:ext>
                </a:extLst>
              </p:cNvPr>
              <p:cNvSpPr txBox="1"/>
              <p:nvPr/>
            </p:nvSpPr>
            <p:spPr>
              <a:xfrm>
                <a:off x="366259" y="4777311"/>
                <a:ext cx="9376285" cy="177484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285750" indent="-285750">
                  <a:spcAft>
                    <a:spcPts val="800"/>
                  </a:spcAft>
                  <a:buFont typeface="Arial" panose="020B0604020202020204" pitchFamily="34" charset="0"/>
                  <a:buChar char="•"/>
                </a:pPr>
                <a:r>
                  <a:rPr kumimoji="1" lang="en-US" altLang="zh-CN" sz="1600" dirty="0"/>
                  <a:t>1-N and M-1 form opposite tail-side regimes:</a:t>
                </a:r>
                <a:br>
                  <a:rPr kumimoji="1" lang="en-US" altLang="zh-CN" sz="1600" dirty="0"/>
                </a:br>
                <a:r>
                  <a:rPr lang="en-US" altLang="zh-CN" sz="1600" dirty="0"/>
                  <a:t>1-N has a less constrained tail answer space, while M-1 has a more constrained tail target.</a:t>
                </a:r>
                <a:endParaRPr kumimoji="1" lang="en-US" altLang="zh-CN" sz="1600" dirty="0"/>
              </a:p>
              <a:p>
                <a:pPr marL="285750" indent="-285750">
                  <a:spcAft>
                    <a:spcPts val="800"/>
                  </a:spcAft>
                  <a:buFont typeface="Arial" panose="020B0604020202020204" pitchFamily="34" charset="0"/>
                  <a:buChar char="•"/>
                </a:pPr>
                <a:r>
                  <a:rPr kumimoji="1" lang="en-US" altLang="zh-CN" sz="1600" dirty="0"/>
                  <a:t>1-N therefore shows the clearest instability:</a:t>
                </a:r>
                <a:br>
                  <a:rPr kumimoji="1" lang="en-US" altLang="zh-CN" sz="1600" dirty="0"/>
                </a:br>
                <a:r>
                  <a:rPr kumimoji="1" lang="en-US" altLang="zh-CN" sz="1600" dirty="0"/>
                  <a:t>low </a:t>
                </a:r>
                <a14:m>
                  <m:oMath xmlns:m="http://schemas.openxmlformats.org/officeDocument/2006/math">
                    <m:r>
                      <a:rPr kumimoji="1" lang="en-US" altLang="zh-CN" sz="1600" i="1" dirty="0" smtClean="0">
                        <a:latin typeface="Cambria Math" panose="02040503050406030204" pitchFamily="18" charset="0"/>
                      </a:rPr>
                      <m:t>𝐻𝑖𝑡𝑠</m:t>
                    </m:r>
                    <m:r>
                      <a:rPr kumimoji="1" lang="en-US" altLang="zh-CN" sz="1600" i="1" dirty="0" smtClean="0">
                        <a:latin typeface="Cambria Math" panose="02040503050406030204" pitchFamily="18" charset="0"/>
                      </a:rPr>
                      <m:t>@10 </m:t>
                    </m:r>
                  </m:oMath>
                </a14:m>
                <a:r>
                  <a:rPr kumimoji="1" lang="en-US" altLang="zh-CN" sz="1600" dirty="0"/>
                  <a:t>with high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kumimoji="1" lang="en-US" altLang="zh-CN" sz="1600" i="1" dirty="0" smtClean="0">
                        <a:latin typeface="Cambria Math" panose="02040503050406030204" pitchFamily="18" charset="0"/>
                      </a:rPr>
                      <m:t>α</m:t>
                    </m:r>
                    <m:r>
                      <a:rPr kumimoji="1" lang="en-US" altLang="zh-CN" sz="1600" i="1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kumimoji="1" lang="en-US" altLang="zh-CN" sz="1600" dirty="0"/>
                  <a:t>/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kumimoji="1" lang="en-US" altLang="zh-CN" sz="1600" i="1" dirty="0" smtClean="0">
                        <a:latin typeface="Cambria Math" panose="02040503050406030204" pitchFamily="18" charset="0"/>
                      </a:rPr>
                      <m:t>δ</m:t>
                    </m:r>
                  </m:oMath>
                </a14:m>
                <a:endParaRPr kumimoji="1" lang="en-US" altLang="zh-CN" sz="1600" dirty="0"/>
              </a:p>
              <a:p>
                <a:pPr marL="285750" indent="-285750">
                  <a:spcAft>
                    <a:spcPts val="800"/>
                  </a:spcAft>
                  <a:buFont typeface="Arial" panose="020B0604020202020204" pitchFamily="34" charset="0"/>
                  <a:buChar char="•"/>
                </a:pPr>
                <a:r>
                  <a:rPr kumimoji="1" lang="en-US" altLang="zh-CN" sz="1600" dirty="0"/>
                  <a:t>M-N is also tail-many, but less extreme:</a:t>
                </a:r>
                <a:br>
                  <a:rPr kumimoji="1" lang="en-US" altLang="zh-CN" sz="1600" dirty="0"/>
                </a:br>
                <a:r>
                  <a:rPr lang="en-US" altLang="zh-CN" sz="1600" dirty="0"/>
                  <a:t>its intermediate behavior may reflect both larger candidate space and broader structural redundancy.</a:t>
                </a:r>
                <a:endParaRPr kumimoji="1" lang="zh-CN" altLang="en-US" sz="1600" dirty="0"/>
              </a:p>
            </p:txBody>
          </p:sp>
        </mc:Choice>
        <mc:Fallback xmlns="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B15DE2C5-C109-3E23-61BE-50913E03B0F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6259" y="4777311"/>
                <a:ext cx="9376285" cy="1774845"/>
              </a:xfrm>
              <a:prstGeom prst="rect">
                <a:avLst/>
              </a:prstGeom>
              <a:blipFill>
                <a:blip r:embed="rId6"/>
                <a:stretch>
                  <a:fillRect l="-270" t="-1429" b="-357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1544868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003173C0-2EB3-86EC-6C9B-633F069981ED}"/>
              </a:ext>
            </a:extLst>
          </p:cNvPr>
          <p:cNvSpPr txBox="1"/>
          <p:nvPr/>
        </p:nvSpPr>
        <p:spPr>
          <a:xfrm>
            <a:off x="367102" y="1056677"/>
            <a:ext cx="5580374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600" b="1" dirty="0"/>
              <a:t>Cross-model check: TransE tail-side</a:t>
            </a:r>
            <a:endParaRPr kumimoji="1" lang="zh-CN" altLang="en-US" sz="26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DB75DFD7-3AF0-A54E-5B96-F445DFE2CD54}"/>
                  </a:ext>
                </a:extLst>
              </p:cNvPr>
              <p:cNvSpPr txBox="1"/>
              <p:nvPr/>
            </p:nvSpPr>
            <p:spPr>
              <a:xfrm>
                <a:off x="5947476" y="1140534"/>
                <a:ext cx="208104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dirty="0">
                    <a:latin typeface="Cambria Math" panose="02040503050406030204" pitchFamily="18" charset="0"/>
                  </a:rPr>
                  <a:t>Query: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h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 , 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 , ?</m:t>
                        </m:r>
                      </m:e>
                    </m:d>
                  </m:oMath>
                </a14:m>
                <a:endParaRPr kumimoji="1" lang="zh-CN" altLang="en-US" dirty="0"/>
              </a:p>
            </p:txBody>
          </p:sp>
        </mc:Choice>
        <mc:Fallback xmlns="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DB75DFD7-3AF0-A54E-5B96-F445DFE2CD5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47476" y="1140534"/>
                <a:ext cx="2081049" cy="369332"/>
              </a:xfrm>
              <a:prstGeom prst="rect">
                <a:avLst/>
              </a:prstGeom>
              <a:blipFill>
                <a:blip r:embed="rId3"/>
                <a:stretch>
                  <a:fillRect l="-2424" t="-6452" b="-2258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文本框 10">
            <a:extLst>
              <a:ext uri="{FF2B5EF4-FFF2-40B4-BE49-F238E27FC236}">
                <a16:creationId xmlns:a16="http://schemas.microsoft.com/office/drawing/2014/main" id="{093367D3-77C1-DDB0-0C4E-51D24A67C508}"/>
              </a:ext>
            </a:extLst>
          </p:cNvPr>
          <p:cNvSpPr txBox="1"/>
          <p:nvPr/>
        </p:nvSpPr>
        <p:spPr>
          <a:xfrm>
            <a:off x="367102" y="3993866"/>
            <a:ext cx="6232796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600" b="1" dirty="0"/>
              <a:t>Prediction-side check: </a:t>
            </a:r>
            <a:r>
              <a:rPr lang="en-US" altLang="zh-CN" sz="2600" b="1" dirty="0" err="1"/>
              <a:t>RotatE</a:t>
            </a:r>
            <a:r>
              <a:rPr lang="en-US" altLang="zh-CN" sz="2600" b="1" dirty="0"/>
              <a:t> head-side</a:t>
            </a:r>
            <a:endParaRPr kumimoji="1" lang="zh-CN" altLang="en-US" sz="26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文本框 11">
                <a:extLst>
                  <a:ext uri="{FF2B5EF4-FFF2-40B4-BE49-F238E27FC236}">
                    <a16:creationId xmlns:a16="http://schemas.microsoft.com/office/drawing/2014/main" id="{28D285B5-4A01-2559-1920-D56EAAB8CA4E}"/>
                  </a:ext>
                </a:extLst>
              </p:cNvPr>
              <p:cNvSpPr txBox="1"/>
              <p:nvPr/>
            </p:nvSpPr>
            <p:spPr>
              <a:xfrm>
                <a:off x="6599898" y="4058770"/>
                <a:ext cx="208104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dirty="0">
                    <a:latin typeface="Cambria Math" panose="02040503050406030204" pitchFamily="18" charset="0"/>
                  </a:rPr>
                  <a:t>Query: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? , 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 , </m:t>
                        </m:r>
                        <m:r>
                          <m:rPr>
                            <m:sty m:val="p"/>
                          </m:rPr>
                          <a:rPr lang="en-US" altLang="zh-CN" i="1">
                            <a:latin typeface="Cambria Math" panose="02040503050406030204" pitchFamily="18" charset="0"/>
                          </a:rPr>
                          <m:t>t</m:t>
                        </m:r>
                      </m:e>
                    </m:d>
                  </m:oMath>
                </a14:m>
                <a:r>
                  <a:rPr lang="en-US" altLang="zh-CN" dirty="0"/>
                  <a:t> </a:t>
                </a:r>
                <a:endParaRPr kumimoji="1" lang="zh-CN" altLang="en-US" dirty="0"/>
              </a:p>
            </p:txBody>
          </p:sp>
        </mc:Choice>
        <mc:Fallback xmlns="">
          <p:sp>
            <p:nvSpPr>
              <p:cNvPr id="12" name="文本框 11">
                <a:extLst>
                  <a:ext uri="{FF2B5EF4-FFF2-40B4-BE49-F238E27FC236}">
                    <a16:creationId xmlns:a16="http://schemas.microsoft.com/office/drawing/2014/main" id="{28D285B5-4A01-2559-1920-D56EAAB8CA4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99898" y="4058770"/>
                <a:ext cx="2081049" cy="369332"/>
              </a:xfrm>
              <a:prstGeom prst="rect">
                <a:avLst/>
              </a:prstGeom>
              <a:blipFill>
                <a:blip r:embed="rId4"/>
                <a:stretch>
                  <a:fillRect l="-2424" t="-6667" b="-266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6" name="图形 15">
            <a:extLst>
              <a:ext uri="{FF2B5EF4-FFF2-40B4-BE49-F238E27FC236}">
                <a16:creationId xmlns:a16="http://schemas.microsoft.com/office/drawing/2014/main" id="{D5D003D5-A772-9BC8-AE9B-0003D691366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 l="2021" t="9435" r="2373" b="17560"/>
          <a:stretch>
            <a:fillRect/>
          </a:stretch>
        </p:blipFill>
        <p:spPr>
          <a:xfrm>
            <a:off x="456572" y="1509866"/>
            <a:ext cx="6580415" cy="1842399"/>
          </a:xfrm>
          <a:prstGeom prst="rect">
            <a:avLst/>
          </a:prstGeom>
        </p:spPr>
      </p:pic>
      <p:pic>
        <p:nvPicPr>
          <p:cNvPr id="18" name="图形 17">
            <a:extLst>
              <a:ext uri="{FF2B5EF4-FFF2-40B4-BE49-F238E27FC236}">
                <a16:creationId xmlns:a16="http://schemas.microsoft.com/office/drawing/2014/main" id="{FAA77BCF-8965-159F-1C0D-065B4ABA2522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rcRect l="1252" t="10072" r="535" b="16494"/>
          <a:stretch>
            <a:fillRect/>
          </a:stretch>
        </p:blipFill>
        <p:spPr>
          <a:xfrm>
            <a:off x="407585" y="4485897"/>
            <a:ext cx="6766126" cy="1854988"/>
          </a:xfrm>
          <a:prstGeom prst="rect">
            <a:avLst/>
          </a:prstGeom>
        </p:spPr>
      </p:pic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CA9CFE7A-B8D1-CAE1-DD6B-733BA7F872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61953" y="243216"/>
            <a:ext cx="2743200" cy="365125"/>
          </a:xfrm>
        </p:spPr>
        <p:txBody>
          <a:bodyPr/>
          <a:lstStyle/>
          <a:p>
            <a:fld id="{1D774731-12CD-3345-9473-330CE81C7131}" type="slidenum">
              <a:rPr kumimoji="1" lang="zh-CN" altLang="en-US" smtClean="0"/>
              <a:t>8</a:t>
            </a:fld>
            <a:endParaRPr kumimoji="1" lang="zh-CN" altLang="en-US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7DFAC8B6-09B1-D527-1B64-450CDE445875}"/>
              </a:ext>
            </a:extLst>
          </p:cNvPr>
          <p:cNvSpPr txBox="1"/>
          <p:nvPr/>
        </p:nvSpPr>
        <p:spPr>
          <a:xfrm>
            <a:off x="182116" y="165229"/>
            <a:ext cx="896110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</a:rPr>
              <a:t>Result 1:</a:t>
            </a:r>
            <a:r>
              <a:rPr lang="zh-CN" altLang="en-US" sz="2800" b="1" dirty="0">
                <a:solidFill>
                  <a:schemeClr val="bg1"/>
                </a:solidFill>
              </a:rPr>
              <a:t> </a:t>
            </a:r>
            <a:r>
              <a:rPr lang="en-US" altLang="zh-CN" sz="2800" b="1" dirty="0">
                <a:solidFill>
                  <a:schemeClr val="bg1"/>
                </a:solidFill>
              </a:rPr>
              <a:t>Mapping Property</a:t>
            </a:r>
            <a:r>
              <a:rPr lang="en-US" altLang="zh-CN" sz="2600" b="1" dirty="0">
                <a:solidFill>
                  <a:schemeClr val="bg1"/>
                </a:solidFill>
              </a:rPr>
              <a:t> Strongly Affects Multiplicity</a:t>
            </a:r>
          </a:p>
        </p:txBody>
      </p:sp>
      <p:sp>
        <p:nvSpPr>
          <p:cNvPr id="9" name="Rectangle 2">
            <a:extLst>
              <a:ext uri="{FF2B5EF4-FFF2-40B4-BE49-F238E27FC236}">
                <a16:creationId xmlns:a16="http://schemas.microsoft.com/office/drawing/2014/main" id="{D5A127C9-EAC9-0BD7-8441-5454F823F44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83529" y="1874937"/>
            <a:ext cx="4745547" cy="14773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zh-CN" altLang="zh-CN" sz="1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same tail-side contrast remains visible in TransE. 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zh-CN" altLang="zh-CN" sz="1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M-1 remains the most stable regime, </a:t>
            </a:r>
            <a:br>
              <a:rPr kumimoji="0" lang="en-US" altLang="zh-CN" sz="1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zh-CN" altLang="zh-CN" sz="1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while 1-N remains the most multiplicity-prone regime. 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altLang="zh-CN" sz="1400" dirty="0">
                <a:latin typeface="Arial" panose="020B0604020202020204" pitchFamily="34" charset="0"/>
              </a:rPr>
              <a:t>T</a:t>
            </a:r>
            <a:r>
              <a:rPr kumimoji="0" lang="zh-CN" altLang="zh-CN" sz="1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he mapping-property effect is not specific to </a:t>
            </a:r>
            <a:r>
              <a:rPr kumimoji="0" lang="en-US" altLang="zh-CN" sz="1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 single model</a:t>
            </a:r>
            <a:r>
              <a:rPr kumimoji="0" lang="zh-CN" altLang="en-US" sz="1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zh-CN" sz="1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(</a:t>
            </a:r>
            <a:r>
              <a:rPr kumimoji="0" lang="zh-CN" altLang="zh-CN" sz="1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RotatE</a:t>
            </a:r>
            <a:r>
              <a:rPr kumimoji="0" lang="en-US" altLang="zh-CN" sz="1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</a:t>
            </a:r>
            <a:r>
              <a:rPr kumimoji="0" lang="zh-CN" altLang="zh-CN" sz="1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  <p:sp>
        <p:nvSpPr>
          <p:cNvPr id="15" name="Rectangle 4">
            <a:extLst>
              <a:ext uri="{FF2B5EF4-FFF2-40B4-BE49-F238E27FC236}">
                <a16:creationId xmlns:a16="http://schemas.microsoft.com/office/drawing/2014/main" id="{12F59C01-C6EB-094D-5A8A-5FA0CDF5E07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83529" y="4713430"/>
            <a:ext cx="4447006" cy="169277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indent="-285750" eaLnBrk="0" fontAlgn="base" hangingPunct="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zh-CN" altLang="zh-CN" sz="1400" dirty="0">
                <a:latin typeface="Arial" panose="020B0604020202020204" pitchFamily="34" charset="0"/>
              </a:rPr>
              <a:t>The pattern reverses when switching from tail prediction to head prediction. </a:t>
            </a:r>
          </a:p>
          <a:p>
            <a:pPr marL="285750" indent="-285750" eaLnBrk="0" fontAlgn="base" hangingPunct="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zh-CN" altLang="zh-CN" sz="1400" dirty="0">
                <a:latin typeface="Arial" panose="020B0604020202020204" pitchFamily="34" charset="0"/>
              </a:rPr>
              <a:t>1-N becomes stable regime, while M-1 becomes the most multiplicity-prone regime. </a:t>
            </a:r>
            <a:endParaRPr lang="en-US" altLang="zh-CN" sz="1400" dirty="0">
              <a:latin typeface="Arial" panose="020B0604020202020204" pitchFamily="34" charset="0"/>
            </a:endParaRPr>
          </a:p>
          <a:p>
            <a:pPr marL="285750" indent="-285750" eaLnBrk="0" fontAlgn="base" hangingPunct="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CN" sz="1400" dirty="0">
                <a:latin typeface="Arial" panose="020B0604020202020204" pitchFamily="34" charset="0"/>
              </a:rPr>
              <a:t>Multiplicity follows the predicted side, not a fixed mapping-type label.</a:t>
            </a:r>
            <a:endParaRPr lang="zh-CN" altLang="zh-CN" sz="1400" dirty="0">
              <a:latin typeface="Arial" panose="020B0604020202020204" pitchFamily="34" charset="0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330272E8-CE5B-CCD8-4235-5BDF7B5F864F}"/>
              </a:ext>
            </a:extLst>
          </p:cNvPr>
          <p:cNvSpPr txBox="1"/>
          <p:nvPr/>
        </p:nvSpPr>
        <p:spPr>
          <a:xfrm>
            <a:off x="407585" y="3302060"/>
            <a:ext cx="681511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The red dashed line shows the corresponding result from the original paper.</a:t>
            </a:r>
            <a:endParaRPr kumimoji="1" lang="zh-CN" altLang="en-US" sz="14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0D490309-B570-6231-75A6-91C122C8D684}"/>
              </a:ext>
            </a:extLst>
          </p:cNvPr>
          <p:cNvSpPr txBox="1"/>
          <p:nvPr/>
        </p:nvSpPr>
        <p:spPr>
          <a:xfrm>
            <a:off x="415749" y="6375423"/>
            <a:ext cx="681511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The red dashed line shows the corresponding result from the original paper.</a:t>
            </a:r>
            <a:endParaRPr kumimoji="1" lang="zh-CN" altLang="en-US" sz="14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6753820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>
            <a:extLst>
              <a:ext uri="{FF2B5EF4-FFF2-40B4-BE49-F238E27FC236}">
                <a16:creationId xmlns:a16="http://schemas.microsoft.com/office/drawing/2014/main" id="{5E012499-5E8F-89DE-4A1C-FB97DBD7B609}"/>
              </a:ext>
            </a:extLst>
          </p:cNvPr>
          <p:cNvSpPr txBox="1"/>
          <p:nvPr/>
        </p:nvSpPr>
        <p:spPr>
          <a:xfrm>
            <a:off x="324149" y="4388225"/>
            <a:ext cx="680987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400" dirty="0" err="1">
                <a:latin typeface="Consolas" panose="020B0609020204030204" pitchFamily="49" charset="0"/>
                <a:cs typeface="Consolas" panose="020B0609020204030204" pitchFamily="49" charset="0"/>
              </a:rPr>
              <a:t>mutual_inverse_strength</a:t>
            </a:r>
            <a:r>
              <a:rPr kumimoji="1" lang="en-US" altLang="zh-CN" sz="14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kumimoji="1" lang="en-US" altLang="zh-CN" sz="1200" dirty="0"/>
              <a:t>: </a:t>
            </a:r>
            <a:r>
              <a:rPr kumimoji="1" lang="en-US" altLang="zh-CN" sz="1400" dirty="0"/>
              <a:t>b</a:t>
            </a:r>
            <a:r>
              <a:rPr lang="en-US" altLang="zh-CN" sz="1400" dirty="0"/>
              <a:t>idirectional reverse-support strength.</a:t>
            </a:r>
            <a:endParaRPr kumimoji="1" lang="en-US" altLang="zh-CN" sz="1400" dirty="0"/>
          </a:p>
          <a:p>
            <a:r>
              <a:rPr kumimoji="1" lang="en-US" altLang="zh-CN" sz="1400" dirty="0" err="1">
                <a:latin typeface="Consolas" panose="020B0609020204030204" pitchFamily="49" charset="0"/>
                <a:cs typeface="Consolas" panose="020B0609020204030204" pitchFamily="49" charset="0"/>
              </a:rPr>
              <a:t>inverse_clarity</a:t>
            </a:r>
            <a:r>
              <a:rPr kumimoji="1" lang="en-US" altLang="zh-CN" sz="1400" dirty="0"/>
              <a:t>: </a:t>
            </a:r>
            <a:r>
              <a:rPr lang="en-US" altLang="zh-CN" sz="1400" dirty="0"/>
              <a:t>confidence that the best reverse partner is clearly distinguishable</a:t>
            </a:r>
            <a:r>
              <a:rPr kumimoji="1" lang="en-US" altLang="zh-CN" sz="1400" dirty="0"/>
              <a:t>.</a:t>
            </a:r>
            <a:endParaRPr kumimoji="1" lang="zh-CN" altLang="en-US" sz="1400" dirty="0"/>
          </a:p>
        </p:txBody>
      </p:sp>
      <p:sp>
        <p:nvSpPr>
          <p:cNvPr id="87" name="文本框 86">
            <a:extLst>
              <a:ext uri="{FF2B5EF4-FFF2-40B4-BE49-F238E27FC236}">
                <a16:creationId xmlns:a16="http://schemas.microsoft.com/office/drawing/2014/main" id="{0A60FB7B-6EC3-D26B-E68B-8CDC666A8386}"/>
              </a:ext>
            </a:extLst>
          </p:cNvPr>
          <p:cNvSpPr txBox="1"/>
          <p:nvPr/>
        </p:nvSpPr>
        <p:spPr>
          <a:xfrm>
            <a:off x="182116" y="155109"/>
            <a:ext cx="1091997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</a:rPr>
              <a:t>Result 2: High-Confidence Inverse-Like Relations Are More Stable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90" name="表格 89">
                <a:extLst>
                  <a:ext uri="{FF2B5EF4-FFF2-40B4-BE49-F238E27FC236}">
                    <a16:creationId xmlns:a16="http://schemas.microsoft.com/office/drawing/2014/main" id="{E7C09801-E354-9EBC-6B67-AED6E4A91071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7195719"/>
                  </p:ext>
                </p:extLst>
              </p:nvPr>
            </p:nvGraphicFramePr>
            <p:xfrm>
              <a:off x="324149" y="5742092"/>
              <a:ext cx="8127999" cy="6108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743753">
                      <a:extLst>
                        <a:ext uri="{9D8B030D-6E8A-4147-A177-3AD203B41FA5}">
                          <a16:colId xmlns:a16="http://schemas.microsoft.com/office/drawing/2014/main" val="3801431339"/>
                        </a:ext>
                      </a:extLst>
                    </a:gridCol>
                    <a:gridCol w="320040">
                      <a:extLst>
                        <a:ext uri="{9D8B030D-6E8A-4147-A177-3AD203B41FA5}">
                          <a16:colId xmlns:a16="http://schemas.microsoft.com/office/drawing/2014/main" val="278683573"/>
                        </a:ext>
                      </a:extLst>
                    </a:gridCol>
                    <a:gridCol w="3064206">
                      <a:extLst>
                        <a:ext uri="{9D8B030D-6E8A-4147-A177-3AD203B41FA5}">
                          <a16:colId xmlns:a16="http://schemas.microsoft.com/office/drawing/2014/main" val="4283686172"/>
                        </a:ext>
                      </a:extLst>
                    </a:gridCol>
                  </a:tblGrid>
                  <a:tr h="255663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 typeface="Arial" panose="020B0604020202020204" pitchFamily="34" charset="0"/>
                            <a:buNone/>
                            <a:tabLst/>
                            <a:defRPr/>
                          </a:pPr>
                          <a:r>
                            <a:rPr kumimoji="1" lang="en-US" altLang="zh-CN" sz="1000" b="0" dirty="0">
                              <a:solidFill>
                                <a:schemeClr val="tx1"/>
                              </a:solidFill>
                              <a:latin typeface="Consolas" panose="020B0609020204030204" pitchFamily="49" charset="0"/>
                              <a:cs typeface="Consolas" panose="020B0609020204030204" pitchFamily="49" charset="0"/>
                            </a:rPr>
                            <a:t>/education/</a:t>
                          </a:r>
                          <a:r>
                            <a:rPr kumimoji="1" lang="en-US" altLang="zh-CN" sz="1000" b="0" dirty="0" err="1">
                              <a:solidFill>
                                <a:schemeClr val="tx1"/>
                              </a:solidFill>
                              <a:latin typeface="Consolas" panose="020B0609020204030204" pitchFamily="49" charset="0"/>
                              <a:cs typeface="Consolas" panose="020B0609020204030204" pitchFamily="49" charset="0"/>
                            </a:rPr>
                            <a:t>educational_institution_campus</a:t>
                          </a:r>
                          <a:r>
                            <a:rPr kumimoji="1" lang="en-US" altLang="zh-CN" sz="1000" b="0" dirty="0">
                              <a:solidFill>
                                <a:schemeClr val="tx1"/>
                              </a:solidFill>
                              <a:latin typeface="Consolas" panose="020B0609020204030204" pitchFamily="49" charset="0"/>
                              <a:cs typeface="Consolas" panose="020B0609020204030204" pitchFamily="49" charset="0"/>
                            </a:rPr>
                            <a:t>/</a:t>
                          </a:r>
                          <a:r>
                            <a:rPr kumimoji="1" lang="en-US" altLang="zh-CN" sz="1000" b="0" dirty="0" err="1">
                              <a:solidFill>
                                <a:schemeClr val="tx1"/>
                              </a:solidFill>
                              <a:latin typeface="Consolas" panose="020B0609020204030204" pitchFamily="49" charset="0"/>
                              <a:cs typeface="Consolas" panose="020B0609020204030204" pitchFamily="49" charset="0"/>
                            </a:rPr>
                            <a:t>educational_institution</a:t>
                          </a:r>
                          <a:endParaRPr kumimoji="1" lang="en-US" altLang="zh-CN" sz="1000" b="0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  <a:cs typeface="Consolas" panose="020B0609020204030204" pitchFamily="49" charset="0"/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 typeface="Arial" panose="020B0604020202020204" pitchFamily="34" charset="0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1" lang="en-US" altLang="zh-CN" sz="11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Consolas" panose="020B0609020204030204" pitchFamily="49" charset="0"/>
                                  </a:rPr>
                                  <m:t>→</m:t>
                                </m:r>
                              </m:oMath>
                            </m:oMathPara>
                          </a14:m>
                          <a:endParaRPr kumimoji="1" lang="en-US" altLang="zh-CN" sz="1100" b="0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  <a:cs typeface="Consolas" panose="020B0609020204030204" pitchFamily="49" charset="0"/>
                          </a:endParaRP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sz="1400" b="0" dirty="0">
                              <a:solidFill>
                                <a:schemeClr val="tx1"/>
                              </a:solidFill>
                            </a:rPr>
                            <a:t>institution of the campus </a:t>
                          </a:r>
                          <a:endParaRPr lang="zh-CN" altLang="en-US" sz="14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64459340"/>
                      </a:ext>
                    </a:extLst>
                  </a:tr>
                  <a:tr h="306000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 typeface="Arial" panose="020B0604020202020204" pitchFamily="34" charset="0"/>
                            <a:buNone/>
                            <a:tabLst/>
                            <a:defRPr/>
                          </a:pPr>
                          <a:r>
                            <a:rPr kumimoji="1" lang="en-US" altLang="zh-CN" sz="1000" b="0" dirty="0">
                              <a:solidFill>
                                <a:schemeClr val="tx1"/>
                              </a:solidFill>
                              <a:latin typeface="Consolas" panose="020B0609020204030204" pitchFamily="49" charset="0"/>
                              <a:cs typeface="Consolas" panose="020B0609020204030204" pitchFamily="49" charset="0"/>
                            </a:rPr>
                            <a:t>/education/</a:t>
                          </a:r>
                          <a:r>
                            <a:rPr kumimoji="1" lang="en-US" altLang="zh-CN" sz="1000" b="0" dirty="0" err="1">
                              <a:solidFill>
                                <a:schemeClr val="tx1"/>
                              </a:solidFill>
                              <a:latin typeface="Consolas" panose="020B0609020204030204" pitchFamily="49" charset="0"/>
                              <a:cs typeface="Consolas" panose="020B0609020204030204" pitchFamily="49" charset="0"/>
                            </a:rPr>
                            <a:t>educational_institution</a:t>
                          </a:r>
                          <a:r>
                            <a:rPr kumimoji="1" lang="en-US" altLang="zh-CN" sz="1000" b="0" dirty="0">
                              <a:solidFill>
                                <a:schemeClr val="tx1"/>
                              </a:solidFill>
                              <a:latin typeface="Consolas" panose="020B0609020204030204" pitchFamily="49" charset="0"/>
                              <a:cs typeface="Consolas" panose="020B0609020204030204" pitchFamily="49" charset="0"/>
                            </a:rPr>
                            <a:t>/campuses</a:t>
                          </a:r>
                        </a:p>
                      </a:txBody>
                      <a:tcPr anchor="ctr">
                        <a:lnL w="12700" cmpd="sng">
                          <a:noFill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81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 typeface="Arial" panose="020B0604020202020204" pitchFamily="34" charset="0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1" lang="en-US" altLang="zh-CN" sz="11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Consolas" panose="020B0609020204030204" pitchFamily="49" charset="0"/>
                                  </a:rPr>
                                  <m:t>→</m:t>
                                </m:r>
                              </m:oMath>
                            </m:oMathPara>
                          </a14:m>
                          <a:endParaRPr kumimoji="1" lang="en-US" altLang="zh-CN" sz="1100" b="0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  <a:cs typeface="Consolas" panose="020B0609020204030204" pitchFamily="49" charset="0"/>
                          </a:endParaRP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81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sz="1400" b="0" dirty="0">
                              <a:solidFill>
                                <a:schemeClr val="tx1"/>
                              </a:solidFill>
                            </a:rPr>
                            <a:t>campuses of the institution</a:t>
                          </a:r>
                          <a:endParaRPr lang="zh-CN" altLang="en-US" sz="14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mpd="sng">
                          <a:noFill/>
                        </a:lnR>
                        <a:lnT w="381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49843768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90" name="表格 89">
                <a:extLst>
                  <a:ext uri="{FF2B5EF4-FFF2-40B4-BE49-F238E27FC236}">
                    <a16:creationId xmlns:a16="http://schemas.microsoft.com/office/drawing/2014/main" id="{E7C09801-E354-9EBC-6B67-AED6E4A91071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7195719"/>
                  </p:ext>
                </p:extLst>
              </p:nvPr>
            </p:nvGraphicFramePr>
            <p:xfrm>
              <a:off x="324149" y="5742092"/>
              <a:ext cx="8127999" cy="6108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743753">
                      <a:extLst>
                        <a:ext uri="{9D8B030D-6E8A-4147-A177-3AD203B41FA5}">
                          <a16:colId xmlns:a16="http://schemas.microsoft.com/office/drawing/2014/main" val="3801431339"/>
                        </a:ext>
                      </a:extLst>
                    </a:gridCol>
                    <a:gridCol w="320040">
                      <a:extLst>
                        <a:ext uri="{9D8B030D-6E8A-4147-A177-3AD203B41FA5}">
                          <a16:colId xmlns:a16="http://schemas.microsoft.com/office/drawing/2014/main" val="278683573"/>
                        </a:ext>
                      </a:extLst>
                    </a:gridCol>
                    <a:gridCol w="3064206">
                      <a:extLst>
                        <a:ext uri="{9D8B030D-6E8A-4147-A177-3AD203B41FA5}">
                          <a16:colId xmlns:a16="http://schemas.microsoft.com/office/drawing/2014/main" val="4283686172"/>
                        </a:ext>
                      </a:extLst>
                    </a:gridCol>
                  </a:tblGrid>
                  <a:tr h="304800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 typeface="Arial" panose="020B0604020202020204" pitchFamily="34" charset="0"/>
                            <a:buNone/>
                            <a:tabLst/>
                            <a:defRPr/>
                          </a:pPr>
                          <a:r>
                            <a:rPr kumimoji="1" lang="en-US" altLang="zh-CN" sz="1000" b="0" dirty="0">
                              <a:solidFill>
                                <a:schemeClr val="tx1"/>
                              </a:solidFill>
                              <a:latin typeface="Consolas" panose="020B0609020204030204" pitchFamily="49" charset="0"/>
                              <a:cs typeface="Consolas" panose="020B0609020204030204" pitchFamily="49" charset="0"/>
                            </a:rPr>
                            <a:t>/education/</a:t>
                          </a:r>
                          <a:r>
                            <a:rPr kumimoji="1" lang="en-US" altLang="zh-CN" sz="1000" b="0" dirty="0" err="1">
                              <a:solidFill>
                                <a:schemeClr val="tx1"/>
                              </a:solidFill>
                              <a:latin typeface="Consolas" panose="020B0609020204030204" pitchFamily="49" charset="0"/>
                              <a:cs typeface="Consolas" panose="020B0609020204030204" pitchFamily="49" charset="0"/>
                            </a:rPr>
                            <a:t>educational_institution_campus</a:t>
                          </a:r>
                          <a:r>
                            <a:rPr kumimoji="1" lang="en-US" altLang="zh-CN" sz="1000" b="0" dirty="0">
                              <a:solidFill>
                                <a:schemeClr val="tx1"/>
                              </a:solidFill>
                              <a:latin typeface="Consolas" panose="020B0609020204030204" pitchFamily="49" charset="0"/>
                              <a:cs typeface="Consolas" panose="020B0609020204030204" pitchFamily="49" charset="0"/>
                            </a:rPr>
                            <a:t>/</a:t>
                          </a:r>
                          <a:r>
                            <a:rPr kumimoji="1" lang="en-US" altLang="zh-CN" sz="1000" b="0" dirty="0" err="1">
                              <a:solidFill>
                                <a:schemeClr val="tx1"/>
                              </a:solidFill>
                              <a:latin typeface="Consolas" panose="020B0609020204030204" pitchFamily="49" charset="0"/>
                              <a:cs typeface="Consolas" panose="020B0609020204030204" pitchFamily="49" charset="0"/>
                            </a:rPr>
                            <a:t>educational_institution</a:t>
                          </a:r>
                          <a:endParaRPr kumimoji="1" lang="en-US" altLang="zh-CN" sz="1000" b="0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  <a:cs typeface="Consolas" panose="020B0609020204030204" pitchFamily="49" charset="0"/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1496000" t="-4167" r="-968000" b="-125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sz="1400" b="0" dirty="0">
                              <a:solidFill>
                                <a:schemeClr val="tx1"/>
                              </a:solidFill>
                            </a:rPr>
                            <a:t>institution of the campus </a:t>
                          </a:r>
                          <a:endParaRPr lang="zh-CN" altLang="en-US" sz="14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64459340"/>
                      </a:ext>
                    </a:extLst>
                  </a:tr>
                  <a:tr h="306000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 typeface="Arial" panose="020B0604020202020204" pitchFamily="34" charset="0"/>
                            <a:buNone/>
                            <a:tabLst/>
                            <a:defRPr/>
                          </a:pPr>
                          <a:r>
                            <a:rPr kumimoji="1" lang="en-US" altLang="zh-CN" sz="1000" b="0" dirty="0">
                              <a:solidFill>
                                <a:schemeClr val="tx1"/>
                              </a:solidFill>
                              <a:latin typeface="Consolas" panose="020B0609020204030204" pitchFamily="49" charset="0"/>
                              <a:cs typeface="Consolas" panose="020B0609020204030204" pitchFamily="49" charset="0"/>
                            </a:rPr>
                            <a:t>/education/</a:t>
                          </a:r>
                          <a:r>
                            <a:rPr kumimoji="1" lang="en-US" altLang="zh-CN" sz="1000" b="0" dirty="0" err="1">
                              <a:solidFill>
                                <a:schemeClr val="tx1"/>
                              </a:solidFill>
                              <a:latin typeface="Consolas" panose="020B0609020204030204" pitchFamily="49" charset="0"/>
                              <a:cs typeface="Consolas" panose="020B0609020204030204" pitchFamily="49" charset="0"/>
                            </a:rPr>
                            <a:t>educational_institution</a:t>
                          </a:r>
                          <a:r>
                            <a:rPr kumimoji="1" lang="en-US" altLang="zh-CN" sz="1000" b="0" dirty="0">
                              <a:solidFill>
                                <a:schemeClr val="tx1"/>
                              </a:solidFill>
                              <a:latin typeface="Consolas" panose="020B0609020204030204" pitchFamily="49" charset="0"/>
                              <a:cs typeface="Consolas" panose="020B0609020204030204" pitchFamily="49" charset="0"/>
                            </a:rPr>
                            <a:t>/campuses</a:t>
                          </a:r>
                        </a:p>
                      </a:txBody>
                      <a:tcPr anchor="ctr">
                        <a:lnL w="12700" cmpd="sng">
                          <a:noFill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81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81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1496000" t="-100000" r="-968000" b="-2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sz="1400" b="0" dirty="0">
                              <a:solidFill>
                                <a:schemeClr val="tx1"/>
                              </a:solidFill>
                            </a:rPr>
                            <a:t>campuses of the institution</a:t>
                          </a:r>
                          <a:endParaRPr lang="zh-CN" altLang="en-US" sz="14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mpd="sng">
                          <a:noFill/>
                        </a:lnR>
                        <a:lnT w="381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498437685"/>
                      </a:ext>
                    </a:extLst>
                  </a:tr>
                </a:tbl>
              </a:graphicData>
            </a:graphic>
          </p:graphicFrame>
        </mc:Fallback>
      </mc:AlternateContent>
      <p:graphicFrame>
        <p:nvGraphicFramePr>
          <p:cNvPr id="91" name="表格 90">
            <a:extLst>
              <a:ext uri="{FF2B5EF4-FFF2-40B4-BE49-F238E27FC236}">
                <a16:creationId xmlns:a16="http://schemas.microsoft.com/office/drawing/2014/main" id="{BBF4FF21-6EB6-96A3-EA36-74818C9D412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08115274"/>
              </p:ext>
            </p:extLst>
          </p:nvPr>
        </p:nvGraphicFramePr>
        <p:xfrm>
          <a:off x="8772989" y="5413892"/>
          <a:ext cx="2903195" cy="12672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643295">
                  <a:extLst>
                    <a:ext uri="{9D8B030D-6E8A-4147-A177-3AD203B41FA5}">
                      <a16:colId xmlns:a16="http://schemas.microsoft.com/office/drawing/2014/main" val="3237084203"/>
                    </a:ext>
                  </a:extLst>
                </a:gridCol>
                <a:gridCol w="375547">
                  <a:extLst>
                    <a:ext uri="{9D8B030D-6E8A-4147-A177-3AD203B41FA5}">
                      <a16:colId xmlns:a16="http://schemas.microsoft.com/office/drawing/2014/main" val="1139390822"/>
                    </a:ext>
                  </a:extLst>
                </a:gridCol>
                <a:gridCol w="884353">
                  <a:extLst>
                    <a:ext uri="{9D8B030D-6E8A-4147-A177-3AD203B41FA5}">
                      <a16:colId xmlns:a16="http://schemas.microsoft.com/office/drawing/2014/main" val="3441926543"/>
                    </a:ext>
                  </a:extLst>
                </a:gridCol>
              </a:tblGrid>
              <a:tr h="288000">
                <a:tc>
                  <a:txBody>
                    <a:bodyPr/>
                    <a:lstStyle/>
                    <a:p>
                      <a:pPr algn="l"/>
                      <a:r>
                        <a:rPr kumimoji="1" lang="en-US" altLang="zh-CN" sz="900" dirty="0" err="1"/>
                        <a:t>mutual_inverse_strength</a:t>
                      </a:r>
                      <a:endParaRPr lang="zh-CN" altLang="en-US" sz="90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900" dirty="0"/>
                        <a:t>=</a:t>
                      </a:r>
                      <a:endParaRPr lang="zh-CN" altLang="en-US" sz="90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900" dirty="0"/>
                        <a:t>0.8026</a:t>
                      </a:r>
                      <a:endParaRPr lang="zh-CN" altLang="en-US" sz="900" dirty="0"/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15165019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algn="l"/>
                      <a:r>
                        <a:rPr kumimoji="1" lang="en-US" altLang="zh-CN" sz="900" dirty="0" err="1"/>
                        <a:t>inverse_clarity</a:t>
                      </a:r>
                      <a:r>
                        <a:rPr kumimoji="1" lang="en-US" altLang="zh-CN" sz="900" dirty="0"/>
                        <a:t> </a:t>
                      </a:r>
                      <a:r>
                        <a:rPr lang="en-US" altLang="zh-CN" sz="800" dirty="0"/>
                        <a:t>(two directions)</a:t>
                      </a:r>
                      <a:endParaRPr lang="zh-CN" altLang="en-US" sz="800" dirty="0"/>
                    </a:p>
                  </a:txBody>
                  <a:tcPr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900" dirty="0"/>
                        <a:t>=</a:t>
                      </a:r>
                      <a:endParaRPr lang="zh-CN" altLang="en-US" sz="900" dirty="0"/>
                    </a:p>
                  </a:txBody>
                  <a:tcPr anchor="ctr"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900" dirty="0"/>
                        <a:t>0.7770/0.7710</a:t>
                      </a:r>
                      <a:endParaRPr lang="zh-CN" altLang="en-US" sz="900" dirty="0"/>
                    </a:p>
                  </a:txBody>
                  <a:tcPr anchor="ctr"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31153618"/>
                  </a:ext>
                </a:extLst>
              </a:tr>
              <a:tr h="230400">
                <a:tc>
                  <a:txBody>
                    <a:bodyPr/>
                    <a:lstStyle/>
                    <a:p>
                      <a:pPr algn="l"/>
                      <a:r>
                        <a:rPr lang="en-US" altLang="zh-CN" sz="900" dirty="0"/>
                        <a:t>hits@10</a:t>
                      </a:r>
                      <a:endParaRPr lang="zh-CN" altLang="en-US" sz="900" dirty="0"/>
                    </a:p>
                  </a:txBody>
                  <a:tcPr anchor="ctr"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900" dirty="0"/>
                        <a:t>=</a:t>
                      </a:r>
                      <a:endParaRPr lang="zh-CN" altLang="en-US" sz="900" dirty="0"/>
                    </a:p>
                  </a:txBody>
                  <a:tcPr anchor="ctr"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900" dirty="0"/>
                        <a:t>1.0000</a:t>
                      </a:r>
                      <a:endParaRPr lang="zh-CN" altLang="en-US" sz="900" dirty="0"/>
                    </a:p>
                  </a:txBody>
                  <a:tcPr anchor="ctr"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61177742"/>
                  </a:ext>
                </a:extLst>
              </a:tr>
              <a:tr h="230400">
                <a:tc>
                  <a:txBody>
                    <a:bodyPr/>
                    <a:lstStyle/>
                    <a:p>
                      <a:pPr algn="l"/>
                      <a:r>
                        <a:rPr lang="en-US" altLang="zh-CN" sz="900" dirty="0"/>
                        <a:t>alpha</a:t>
                      </a:r>
                      <a:endParaRPr lang="zh-CN" altLang="en-US" sz="90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900" dirty="0"/>
                        <a:t>=</a:t>
                      </a:r>
                      <a:endParaRPr lang="zh-CN" altLang="en-US" sz="90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900" dirty="0"/>
                        <a:t>0.0000</a:t>
                      </a:r>
                      <a:endParaRPr lang="zh-CN" altLang="en-US" sz="900" dirty="0"/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78946846"/>
                  </a:ext>
                </a:extLst>
              </a:tr>
              <a:tr h="230400">
                <a:tc>
                  <a:txBody>
                    <a:bodyPr/>
                    <a:lstStyle/>
                    <a:p>
                      <a:pPr algn="l"/>
                      <a:r>
                        <a:rPr lang="en-US" altLang="zh-CN" sz="900" dirty="0"/>
                        <a:t>delta</a:t>
                      </a:r>
                      <a:endParaRPr lang="zh-CN" altLang="en-US" sz="90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900" dirty="0"/>
                        <a:t>=</a:t>
                      </a:r>
                      <a:endParaRPr lang="zh-CN" altLang="en-US" sz="90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900" dirty="0"/>
                        <a:t>0.0000</a:t>
                      </a:r>
                      <a:endParaRPr lang="zh-CN" altLang="en-US" sz="900" dirty="0"/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63576842"/>
                  </a:ext>
                </a:extLst>
              </a:tr>
            </a:tbl>
          </a:graphicData>
        </a:graphic>
      </p:graphicFrame>
      <p:sp>
        <p:nvSpPr>
          <p:cNvPr id="92" name="文本框 91">
            <a:extLst>
              <a:ext uri="{FF2B5EF4-FFF2-40B4-BE49-F238E27FC236}">
                <a16:creationId xmlns:a16="http://schemas.microsoft.com/office/drawing/2014/main" id="{0DD749C5-2B76-7436-5CC5-702E094394BF}"/>
              </a:ext>
            </a:extLst>
          </p:cNvPr>
          <p:cNvSpPr txBox="1"/>
          <p:nvPr/>
        </p:nvSpPr>
        <p:spPr>
          <a:xfrm>
            <a:off x="324149" y="5180882"/>
            <a:ext cx="116570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2000" b="1" dirty="0"/>
              <a:t>Example</a:t>
            </a:r>
            <a:endParaRPr kumimoji="1" lang="zh-CN" altLang="en-US" sz="2000" b="1" dirty="0"/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A071A0F9-1C8F-DEFE-8824-DFDCA3E6EF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61953" y="243216"/>
            <a:ext cx="2743200" cy="365125"/>
          </a:xfrm>
        </p:spPr>
        <p:txBody>
          <a:bodyPr/>
          <a:lstStyle/>
          <a:p>
            <a:fld id="{1D774731-12CD-3345-9473-330CE81C7131}" type="slidenum">
              <a:rPr kumimoji="1" lang="zh-CN" altLang="en-US" smtClean="0"/>
              <a:t>9</a:t>
            </a:fld>
            <a:endParaRPr kumimoji="1"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68F0E2ED-B0BD-0DE8-7FD5-47AAAE9F4759}"/>
                  </a:ext>
                </a:extLst>
              </p:cNvPr>
              <p:cNvSpPr txBox="1"/>
              <p:nvPr/>
            </p:nvSpPr>
            <p:spPr>
              <a:xfrm>
                <a:off x="7409222" y="1765630"/>
                <a:ext cx="4595931" cy="301884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284400" indent="-284400">
                  <a:lnSpc>
                    <a:spcPct val="150000"/>
                  </a:lnSpc>
                  <a:spcAft>
                    <a:spcPts val="1200"/>
                  </a:spcAft>
                  <a:buFont typeface="Arial" panose="020B0604020202020204" pitchFamily="34" charset="0"/>
                  <a:buChar char="•"/>
                </a:pPr>
                <a:r>
                  <a:rPr lang="en-US" altLang="zh-CN" sz="1200" dirty="0"/>
                  <a:t>No clean global monotonic trend is observed.</a:t>
                </a:r>
              </a:p>
              <a:p>
                <a:pPr marL="284400" indent="-284400">
                  <a:lnSpc>
                    <a:spcPct val="150000"/>
                  </a:lnSpc>
                  <a:spcAft>
                    <a:spcPts val="1200"/>
                  </a:spcAft>
                  <a:buFont typeface="Arial" panose="020B0604020202020204" pitchFamily="34" charset="0"/>
                  <a:buChar char="•"/>
                </a:pPr>
                <a:r>
                  <a:rPr lang="en-US" altLang="zh-CN" sz="1200" dirty="0"/>
                  <a:t>High-confidence inverse-like subgroups show higher </a:t>
                </a:r>
                <a14:m>
                  <m:oMath xmlns:m="http://schemas.openxmlformats.org/officeDocument/2006/math">
                    <m:r>
                      <a:rPr lang="en-US" altLang="zh-CN" sz="1200" i="1" dirty="0" smtClean="0">
                        <a:latin typeface="Cambria Math" panose="02040503050406030204" pitchFamily="18" charset="0"/>
                      </a:rPr>
                      <m:t>𝐻𝑖𝑡𝑠</m:t>
                    </m:r>
                    <m:r>
                      <a:rPr lang="en-US" altLang="zh-CN" sz="1200" i="1" dirty="0" smtClean="0">
                        <a:latin typeface="Cambria Math" panose="02040503050406030204" pitchFamily="18" charset="0"/>
                      </a:rPr>
                      <m:t>@10</m:t>
                    </m:r>
                  </m:oMath>
                </a14:m>
                <a:r>
                  <a:rPr lang="en-US" altLang="zh-CN" sz="1200" dirty="0"/>
                  <a:t> and lower </a:t>
                </a:r>
                <a14:m>
                  <m:oMath xmlns:m="http://schemas.openxmlformats.org/officeDocument/2006/math">
                    <m:r>
                      <a:rPr lang="el-GR" altLang="zh-CN" sz="1200" i="1" dirty="0" smtClean="0">
                        <a:latin typeface="Cambria Math" panose="02040503050406030204" pitchFamily="18" charset="0"/>
                      </a:rPr>
                      <m:t>𝛼</m:t>
                    </m:r>
                    <m:r>
                      <a:rPr lang="el-GR" altLang="zh-CN" sz="1200" i="1" dirty="0" smtClean="0">
                        <a:latin typeface="Cambria Math" panose="02040503050406030204" pitchFamily="18" charset="0"/>
                      </a:rPr>
                      <m:t> / </m:t>
                    </m:r>
                    <m:r>
                      <a:rPr lang="el-GR" altLang="zh-CN" sz="1200" i="1" dirty="0" smtClean="0">
                        <a:latin typeface="Cambria Math" panose="02040503050406030204" pitchFamily="18" charset="0"/>
                      </a:rPr>
                      <m:t>𝛿</m:t>
                    </m:r>
                    <m:r>
                      <a:rPr lang="el-GR" altLang="zh-CN" sz="1200" i="1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zh-CN" sz="1200" dirty="0"/>
                  <a:t>than the global baseline.</a:t>
                </a:r>
              </a:p>
              <a:p>
                <a:pPr marL="285750" indent="-285750">
                  <a:lnSpc>
                    <a:spcPct val="150000"/>
                  </a:lnSpc>
                  <a:spcAft>
                    <a:spcPts val="1200"/>
                  </a:spcAft>
                  <a:buFont typeface="Arial" panose="020B0604020202020204" pitchFamily="34" charset="0"/>
                  <a:buChar char="•"/>
                </a:pPr>
                <a:r>
                  <a:rPr lang="en-US" altLang="zh-CN" sz="1200" dirty="0"/>
                  <a:t>The cleanest subgroup is defined by </a:t>
                </a:r>
                <a:r>
                  <a:rPr lang="en-US" altLang="zh-CN" sz="1200" dirty="0" err="1"/>
                  <a:t>inverse_clarity</a:t>
                </a:r>
                <a:r>
                  <a:rPr lang="en-US" altLang="zh-CN" sz="1200" dirty="0"/>
                  <a:t> &gt; 0.5, where both </a:t>
                </a:r>
                <a:r>
                  <a:rPr lang="en-US" altLang="zh-CN" sz="1200" dirty="0" err="1"/>
                  <a:t>RotatE</a:t>
                </a:r>
                <a:r>
                  <a:rPr lang="en-US" altLang="zh-CN" sz="1200" dirty="0"/>
                  <a:t> and TransE show </a:t>
                </a:r>
                <a14:m>
                  <m:oMath xmlns:m="http://schemas.openxmlformats.org/officeDocument/2006/math">
                    <m:r>
                      <a:rPr lang="el-GR" altLang="zh-CN" sz="1200" i="1" dirty="0" smtClean="0">
                        <a:latin typeface="Cambria Math" panose="02040503050406030204" pitchFamily="18" charset="0"/>
                      </a:rPr>
                      <m:t>𝛼</m:t>
                    </m:r>
                    <m:r>
                      <a:rPr lang="en-US" altLang="zh-CN" sz="1200" b="0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l-GR" altLang="zh-CN" sz="1200" i="1" dirty="0" smtClean="0">
                        <a:latin typeface="Cambria Math" panose="02040503050406030204" pitchFamily="18" charset="0"/>
                      </a:rPr>
                      <m:t>0 </m:t>
                    </m:r>
                  </m:oMath>
                </a14:m>
                <a:r>
                  <a:rPr lang="en-US" altLang="zh-CN" sz="1200" dirty="0"/>
                  <a:t>and </a:t>
                </a:r>
                <a14:m>
                  <m:oMath xmlns:m="http://schemas.openxmlformats.org/officeDocument/2006/math">
                    <m:r>
                      <a:rPr lang="el-GR" altLang="zh-CN" sz="1200" i="1" dirty="0" smtClean="0">
                        <a:latin typeface="Cambria Math" panose="02040503050406030204" pitchFamily="18" charset="0"/>
                      </a:rPr>
                      <m:t>𝛿</m:t>
                    </m:r>
                    <m:r>
                      <a:rPr lang="el-GR" altLang="zh-CN" sz="1200" i="1" dirty="0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l-GR" altLang="zh-CN" sz="1200" dirty="0"/>
                  <a:t>.</a:t>
                </a:r>
                <a:endParaRPr lang="en-US" altLang="zh-CN" sz="1200" dirty="0"/>
              </a:p>
              <a:p>
                <a:pPr marL="285750" indent="-285750">
                  <a:lnSpc>
                    <a:spcPct val="150000"/>
                  </a:lnSpc>
                  <a:spcAft>
                    <a:spcPts val="1200"/>
                  </a:spcAft>
                  <a:buFont typeface="Arial" panose="020B0604020202020204" pitchFamily="34" charset="0"/>
                  <a:buChar char="•"/>
                </a:pPr>
                <a:r>
                  <a:rPr lang="en-US" altLang="zh-CN" sz="1200" dirty="0"/>
                  <a:t>A clear reverse partner provides a strong reverse-side structural constraint. The same entity pair can be supported from two directions: </a:t>
                </a:r>
                <a14:m>
                  <m:oMath xmlns:m="http://schemas.openxmlformats.org/officeDocument/2006/math">
                    <m:r>
                      <a:rPr lang="en-US" altLang="zh-CN" sz="120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1200" i="1" dirty="0" smtClean="0">
                        <a:latin typeface="Cambria Math" panose="02040503050406030204" pitchFamily="18" charset="0"/>
                      </a:rPr>
                      <m:t>h</m:t>
                    </m:r>
                    <m:r>
                      <a:rPr lang="en-US" altLang="zh-CN" sz="1200" i="1" dirty="0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altLang="zh-CN" sz="1200" i="1" dirty="0" smtClean="0"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US" altLang="zh-CN" sz="1200" i="1" dirty="0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altLang="zh-CN" sz="1200" i="1" dirty="0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altLang="zh-CN" sz="1200" i="1" dirty="0" smtClean="0">
                        <a:latin typeface="Cambria Math" panose="02040503050406030204" pitchFamily="18" charset="0"/>
                      </a:rPr>
                      <m:t>) </m:t>
                    </m:r>
                  </m:oMath>
                </a14:m>
                <a:r>
                  <a:rPr lang="en-US" altLang="zh-CN" sz="1200" dirty="0"/>
                  <a:t>and </a:t>
                </a:r>
                <a14:m>
                  <m:oMath xmlns:m="http://schemas.openxmlformats.org/officeDocument/2006/math">
                    <m:r>
                      <a:rPr lang="en-US" altLang="zh-CN" sz="120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1200" i="1" dirty="0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altLang="zh-CN" sz="1200" i="1" dirty="0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zh-CN" sz="1200" i="1" dirty="0" err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200" i="1" dirty="0" err="1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altLang="zh-CN" sz="1200" i="1" dirty="0" err="1">
                            <a:latin typeface="Cambria Math" panose="02040503050406030204" pitchFamily="18" charset="0"/>
                          </a:rPr>
                          <m:t>𝑖𝑛𝑣</m:t>
                        </m:r>
                      </m:sub>
                    </m:sSub>
                    <m:r>
                      <a:rPr lang="en-US" altLang="zh-CN" sz="1200" i="1" dirty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altLang="zh-CN" sz="1200" i="1" dirty="0">
                        <a:latin typeface="Cambria Math" panose="02040503050406030204" pitchFamily="18" charset="0"/>
                      </a:rPr>
                      <m:t>h</m:t>
                    </m:r>
                    <m:r>
                      <a:rPr lang="en-US" altLang="zh-CN" sz="1200" i="1" dirty="0" smtClean="0">
                        <a:latin typeface="Cambria Math" panose="02040503050406030204" pitchFamily="18" charset="0"/>
                      </a:rPr>
                      <m:t>) </m:t>
                    </m:r>
                  </m:oMath>
                </a14:m>
                <a:r>
                  <a:rPr lang="en-US" altLang="zh-CN" sz="1200" dirty="0"/>
                  <a:t>, making top-K rankings less sensitive to random training variation.</a:t>
                </a:r>
              </a:p>
            </p:txBody>
          </p:sp>
        </mc:Choice>
        <mc:Fallback xmlns="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68F0E2ED-B0BD-0DE8-7FD5-47AAAE9F475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09222" y="1765630"/>
                <a:ext cx="4595931" cy="3018840"/>
              </a:xfrm>
              <a:prstGeom prst="rect">
                <a:avLst/>
              </a:prstGeom>
              <a:blipFill>
                <a:blip r:embed="rId4"/>
                <a:stretch>
                  <a:fillRect b="-42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文本框 10">
            <a:extLst>
              <a:ext uri="{FF2B5EF4-FFF2-40B4-BE49-F238E27FC236}">
                <a16:creationId xmlns:a16="http://schemas.microsoft.com/office/drawing/2014/main" id="{77090858-B914-77B8-F438-3E52C97E33A7}"/>
              </a:ext>
            </a:extLst>
          </p:cNvPr>
          <p:cNvSpPr txBox="1"/>
          <p:nvPr/>
        </p:nvSpPr>
        <p:spPr>
          <a:xfrm>
            <a:off x="324149" y="960423"/>
            <a:ext cx="150714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b="1" dirty="0"/>
              <a:t>Key finding</a:t>
            </a:r>
            <a:endParaRPr kumimoji="1" lang="zh-CN" altLang="en-US" sz="2000" b="1" dirty="0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62C98E86-36DF-DF0B-8874-943EF80ED7B7}"/>
              </a:ext>
            </a:extLst>
          </p:cNvPr>
          <p:cNvSpPr txBox="1"/>
          <p:nvPr/>
        </p:nvSpPr>
        <p:spPr>
          <a:xfrm>
            <a:off x="324149" y="1318838"/>
            <a:ext cx="781816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dirty="0"/>
              <a:t>No clean global trend, but high-confidence inverse-like relations form a stable group.</a:t>
            </a:r>
            <a:endParaRPr kumimoji="1" lang="zh-CN" altLang="en-US" sz="1600" dirty="0"/>
          </a:p>
        </p:txBody>
      </p:sp>
      <p:pic>
        <p:nvPicPr>
          <p:cNvPr id="14" name="图形 13">
            <a:extLst>
              <a:ext uri="{FF2B5EF4-FFF2-40B4-BE49-F238E27FC236}">
                <a16:creationId xmlns:a16="http://schemas.microsoft.com/office/drawing/2014/main" id="{71EB3F0C-165E-BB38-3D69-BDE8CD90722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24149" y="1850202"/>
            <a:ext cx="6995561" cy="25380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872945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文本框 9">
            <a:extLst>
              <a:ext uri="{FF2B5EF4-FFF2-40B4-BE49-F238E27FC236}">
                <a16:creationId xmlns:a16="http://schemas.microsoft.com/office/drawing/2014/main" id="{DF70ADC2-9BE4-E210-5432-543815C74628}"/>
              </a:ext>
            </a:extLst>
          </p:cNvPr>
          <p:cNvSpPr txBox="1"/>
          <p:nvPr/>
        </p:nvSpPr>
        <p:spPr>
          <a:xfrm>
            <a:off x="182116" y="165229"/>
            <a:ext cx="1024190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</a:rPr>
              <a:t>Result 3: Symmetry Alone Does Not Define a Stable Regime</a:t>
            </a:r>
            <a:endParaRPr lang="en-US" altLang="zh-CN" sz="2600" b="1" dirty="0">
              <a:solidFill>
                <a:schemeClr val="bg1"/>
              </a:solidFill>
            </a:endParaRP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5298C358-3A61-381D-8CB9-FE1147C3DF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61953" y="243216"/>
            <a:ext cx="2743200" cy="365125"/>
          </a:xfrm>
        </p:spPr>
        <p:txBody>
          <a:bodyPr/>
          <a:lstStyle/>
          <a:p>
            <a:fld id="{1D774731-12CD-3345-9473-330CE81C7131}" type="slidenum">
              <a:rPr kumimoji="1" lang="zh-CN" altLang="en-US" smtClean="0"/>
              <a:t>10</a:t>
            </a:fld>
            <a:endParaRPr kumimoji="1" lang="zh-CN" altLang="en-US" dirty="0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D9DBB47B-FE4C-91A8-5901-D5A0BEC8A688}"/>
              </a:ext>
            </a:extLst>
          </p:cNvPr>
          <p:cNvSpPr txBox="1"/>
          <p:nvPr/>
        </p:nvSpPr>
        <p:spPr>
          <a:xfrm>
            <a:off x="262480" y="998140"/>
            <a:ext cx="508336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000" b="1" dirty="0"/>
              <a:t>Global check:</a:t>
            </a:r>
            <a:r>
              <a:rPr lang="en-US" altLang="zh-CN" sz="2000" dirty="0"/>
              <a:t> weak Spearman correlations</a:t>
            </a:r>
            <a:endParaRPr lang="zh-CN" altLang="en-US" sz="2000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1CC3B57F-8B5A-24AA-D776-D19CE61F7C18}"/>
              </a:ext>
            </a:extLst>
          </p:cNvPr>
          <p:cNvSpPr txBox="1"/>
          <p:nvPr/>
        </p:nvSpPr>
        <p:spPr>
          <a:xfrm>
            <a:off x="290497" y="3129213"/>
            <a:ext cx="676656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000" b="1" dirty="0"/>
              <a:t>Bucket check:</a:t>
            </a:r>
            <a:r>
              <a:rPr lang="en-US" altLang="zh-CN" sz="2000" dirty="0"/>
              <a:t> high-symmetry group is not more stable</a:t>
            </a:r>
            <a:endParaRPr lang="zh-CN" altLang="en-US" sz="2000" dirty="0"/>
          </a:p>
        </p:txBody>
      </p:sp>
      <p:pic>
        <p:nvPicPr>
          <p:cNvPr id="9" name="图形 8">
            <a:extLst>
              <a:ext uri="{FF2B5EF4-FFF2-40B4-BE49-F238E27FC236}">
                <a16:creationId xmlns:a16="http://schemas.microsoft.com/office/drawing/2014/main" id="{1E96F268-7B31-1559-03F3-4D93192A5CB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l="3101" t="5800" r="3424" b="5853"/>
          <a:stretch>
            <a:fillRect/>
          </a:stretch>
        </p:blipFill>
        <p:spPr>
          <a:xfrm>
            <a:off x="290616" y="3577026"/>
            <a:ext cx="6379378" cy="2612759"/>
          </a:xfrm>
          <a:prstGeom prst="rect">
            <a:avLst/>
          </a:prstGeom>
        </p:spPr>
      </p:pic>
      <p:pic>
        <p:nvPicPr>
          <p:cNvPr id="12" name="图形 11">
            <a:extLst>
              <a:ext uri="{FF2B5EF4-FFF2-40B4-BE49-F238E27FC236}">
                <a16:creationId xmlns:a16="http://schemas.microsoft.com/office/drawing/2014/main" id="{DEDB114C-58CF-DB77-7256-40BAABA005D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 l="2739" t="8915" r="4467"/>
          <a:stretch>
            <a:fillRect/>
          </a:stretch>
        </p:blipFill>
        <p:spPr>
          <a:xfrm>
            <a:off x="262480" y="1391154"/>
            <a:ext cx="6407396" cy="1606567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3" name="文本框 12">
                <a:extLst>
                  <a:ext uri="{FF2B5EF4-FFF2-40B4-BE49-F238E27FC236}">
                    <a16:creationId xmlns:a16="http://schemas.microsoft.com/office/drawing/2014/main" id="{051D3680-56D7-CAE9-0AAC-29682F28FD31}"/>
                  </a:ext>
                </a:extLst>
              </p:cNvPr>
              <p:cNvSpPr txBox="1"/>
              <p:nvPr/>
            </p:nvSpPr>
            <p:spPr>
              <a:xfrm>
                <a:off x="6731389" y="1819081"/>
                <a:ext cx="5273764" cy="410881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180000" indent="-180000">
                  <a:spcBef>
                    <a:spcPts val="1800"/>
                  </a:spcBef>
                  <a:buFont typeface="Arial" panose="020B0604020202020204" pitchFamily="34" charset="0"/>
                  <a:buChar char="•"/>
                </a:pPr>
                <a:r>
                  <a:rPr kumimoji="1" lang="en-US" altLang="zh-CN" b="1" dirty="0"/>
                  <a:t>Global association is weak</a:t>
                </a:r>
                <a:r>
                  <a:rPr kumimoji="1" lang="en-US" altLang="zh-CN" dirty="0"/>
                  <a:t>:</a:t>
                </a:r>
                <a:br>
                  <a:rPr kumimoji="1" lang="en-US" altLang="zh-CN" dirty="0"/>
                </a:br>
                <a:r>
                  <a:rPr kumimoji="1" lang="en-US" altLang="zh-CN" dirty="0"/>
                  <a:t>Spearman correlations are close to zero for both models.</a:t>
                </a:r>
              </a:p>
              <a:p>
                <a:pPr marL="180000" indent="-180000">
                  <a:spcBef>
                    <a:spcPts val="1800"/>
                  </a:spcBef>
                  <a:buFont typeface="Arial" panose="020B0604020202020204" pitchFamily="34" charset="0"/>
                  <a:buChar char="•"/>
                </a:pPr>
                <a:r>
                  <a:rPr kumimoji="1" lang="en-US" altLang="zh-CN" b="1" dirty="0"/>
                  <a:t>Bucket comparison is non-monotonic</a:t>
                </a:r>
                <a:r>
                  <a:rPr kumimoji="1" lang="en-US" altLang="zh-CN" dirty="0"/>
                  <a:t>: </a:t>
                </a:r>
                <a:br>
                  <a:rPr kumimoji="1" lang="en-US" altLang="zh-CN" dirty="0"/>
                </a:br>
                <a:r>
                  <a:rPr kumimoji="1" lang="en-US" altLang="zh-CN" dirty="0"/>
                  <a:t>weak nonzero symmetry shows lower </a:t>
                </a:r>
                <a14:m>
                  <m:oMath xmlns:m="http://schemas.openxmlformats.org/officeDocument/2006/math">
                    <m:r>
                      <a:rPr kumimoji="1" lang="en-US" altLang="zh-CN" i="1" dirty="0" smtClean="0">
                        <a:latin typeface="Cambria Math" panose="02040503050406030204" pitchFamily="18" charset="0"/>
                      </a:rPr>
                      <m:t>𝐻𝑖𝑡𝑠</m:t>
                    </m:r>
                    <m:r>
                      <a:rPr kumimoji="1" lang="en-US" altLang="zh-CN" i="1" dirty="0" smtClean="0">
                        <a:latin typeface="Cambria Math" panose="02040503050406030204" pitchFamily="18" charset="0"/>
                      </a:rPr>
                      <m:t>@10  </m:t>
                    </m:r>
                  </m:oMath>
                </a14:m>
                <a:r>
                  <a:rPr kumimoji="1" lang="en-US" altLang="zh-CN" dirty="0"/>
                  <a:t>and higher multiplicity.</a:t>
                </a:r>
              </a:p>
              <a:p>
                <a:pPr marL="180000" indent="-180000">
                  <a:spcBef>
                    <a:spcPts val="1800"/>
                  </a:spcBef>
                  <a:buFont typeface="Arial" panose="020B0604020202020204" pitchFamily="34" charset="0"/>
                  <a:buChar char="•"/>
                </a:pPr>
                <a:r>
                  <a:rPr kumimoji="1" lang="en-US" altLang="zh-CN" b="1" dirty="0"/>
                  <a:t>High symmetry does not form a stable regime</a:t>
                </a:r>
                <a:r>
                  <a:rPr kumimoji="1" lang="en-US" altLang="zh-CN" dirty="0"/>
                  <a:t>:</a:t>
                </a:r>
                <a:br>
                  <a:rPr kumimoji="1" lang="en-US" altLang="zh-CN" dirty="0"/>
                </a:br>
                <a14:m>
                  <m:oMath xmlns:m="http://schemas.openxmlformats.org/officeDocument/2006/math">
                    <m:r>
                      <a:rPr kumimoji="1" lang="en-US" altLang="zh-CN" i="1" dirty="0" smtClean="0">
                        <a:latin typeface="Cambria Math" panose="02040503050406030204" pitchFamily="18" charset="0"/>
                      </a:rPr>
                      <m:t>𝐻𝑖𝑡𝑠</m:t>
                    </m:r>
                    <m:r>
                      <a:rPr kumimoji="1" lang="en-US" altLang="zh-CN" i="1" dirty="0">
                        <a:latin typeface="Cambria Math" panose="02040503050406030204" pitchFamily="18" charset="0"/>
                      </a:rPr>
                      <m:t>@10 </m:t>
                    </m:r>
                  </m:oMath>
                </a14:m>
                <a:r>
                  <a:rPr kumimoji="1" lang="en-US" altLang="zh-CN" dirty="0"/>
                  <a:t>recovers, </a:t>
                </a:r>
                <a:r>
                  <a:rPr kumimoji="1" lang="en-US" altLang="zh-CN" dirty="0" err="1"/>
                  <a:t>but</a:t>
                </a:r>
                <a:r>
                  <a:rPr kumimoji="1" lang="en-US" altLang="zh-CN" dirty="0"/>
                  <a:t> </a:t>
                </a:r>
                <a14:m>
                  <m:oMath xmlns:m="http://schemas.openxmlformats.org/officeDocument/2006/math">
                    <m:r>
                      <a:rPr lang="el-GR" altLang="zh-CN" i="1" dirty="0">
                        <a:latin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kumimoji="1" lang="en-US" altLang="zh-CN" dirty="0"/>
                  <a:t> and </a:t>
                </a:r>
                <a14:m>
                  <m:oMath xmlns:m="http://schemas.openxmlformats.org/officeDocument/2006/math">
                    <m:r>
                      <a:rPr lang="el-GR" altLang="zh-CN" i="1" dirty="0">
                        <a:latin typeface="Cambria Math" panose="02040503050406030204" pitchFamily="18" charset="0"/>
                      </a:rPr>
                      <m:t>𝛿</m:t>
                    </m:r>
                  </m:oMath>
                </a14:m>
                <a:r>
                  <a:rPr kumimoji="1" lang="en-US" altLang="zh-CN" dirty="0"/>
                  <a:t> remain relatively high.</a:t>
                </a:r>
              </a:p>
              <a:p>
                <a:pPr marL="180000" indent="-180000">
                  <a:spcBef>
                    <a:spcPts val="1800"/>
                  </a:spcBef>
                  <a:buFont typeface="Arial" panose="020B0604020202020204" pitchFamily="34" charset="0"/>
                  <a:buChar char="•"/>
                </a:pPr>
                <a:r>
                  <a:rPr kumimoji="1" lang="en-US" altLang="zh-CN" b="1" dirty="0"/>
                  <a:t>Interpretation</a:t>
                </a:r>
                <a:r>
                  <a:rPr kumimoji="1" lang="en-US" altLang="zh-CN" dirty="0"/>
                  <a:t>:</a:t>
                </a:r>
                <a:br>
                  <a:rPr kumimoji="1" lang="en-US" altLang="zh-CN" dirty="0"/>
                </a:br>
                <a:r>
                  <a:rPr kumimoji="1" lang="en-US" altLang="zh-CN" dirty="0"/>
                  <a:t>symmetry may impose type-level constraints, but not pair-specific reverse support.</a:t>
                </a:r>
                <a:endParaRPr kumimoji="1" lang="zh-CN" altLang="en-US" dirty="0"/>
              </a:p>
            </p:txBody>
          </p:sp>
        </mc:Choice>
        <mc:Fallback xmlns="">
          <p:sp>
            <p:nvSpPr>
              <p:cNvPr id="13" name="文本框 12">
                <a:extLst>
                  <a:ext uri="{FF2B5EF4-FFF2-40B4-BE49-F238E27FC236}">
                    <a16:creationId xmlns:a16="http://schemas.microsoft.com/office/drawing/2014/main" id="{051D3680-56D7-CAE9-0AAC-29682F28FD3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31389" y="1819081"/>
                <a:ext cx="5273764" cy="4108817"/>
              </a:xfrm>
              <a:prstGeom prst="rect">
                <a:avLst/>
              </a:prstGeom>
              <a:blipFill>
                <a:blip r:embed="rId7"/>
                <a:stretch>
                  <a:fillRect l="-480" t="-617" r="-480" b="-123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5974874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A2F6F6-120E-31B8-61FA-60C3CA5409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文本框 9">
            <a:extLst>
              <a:ext uri="{FF2B5EF4-FFF2-40B4-BE49-F238E27FC236}">
                <a16:creationId xmlns:a16="http://schemas.microsoft.com/office/drawing/2014/main" id="{AE213F92-AAD6-88C9-2735-D9010D662BD3}"/>
              </a:ext>
            </a:extLst>
          </p:cNvPr>
          <p:cNvSpPr txBox="1"/>
          <p:nvPr/>
        </p:nvSpPr>
        <p:spPr>
          <a:xfrm>
            <a:off x="182116" y="165229"/>
            <a:ext cx="3962944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600" b="1" dirty="0">
                <a:solidFill>
                  <a:schemeClr val="bg1"/>
                </a:solidFill>
              </a:rPr>
              <a:t>Summary</a:t>
            </a:r>
            <a:r>
              <a:rPr lang="zh-CN" altLang="en-US" sz="2600" b="1" dirty="0">
                <a:solidFill>
                  <a:schemeClr val="bg1"/>
                </a:solidFill>
              </a:rPr>
              <a:t> </a:t>
            </a:r>
            <a:r>
              <a:rPr lang="en-US" altLang="zh-CN" sz="2600" b="1" dirty="0">
                <a:solidFill>
                  <a:schemeClr val="bg1"/>
                </a:solidFill>
              </a:rPr>
              <a:t>&amp; Future Work</a:t>
            </a: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E1F744EE-6D2F-8862-2A06-60B963FBA6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61953" y="243216"/>
            <a:ext cx="2743200" cy="365125"/>
          </a:xfrm>
        </p:spPr>
        <p:txBody>
          <a:bodyPr/>
          <a:lstStyle/>
          <a:p>
            <a:fld id="{1D774731-12CD-3345-9473-330CE81C7131}" type="slidenum">
              <a:rPr kumimoji="1" lang="zh-CN" altLang="en-US" smtClean="0"/>
              <a:t>11</a:t>
            </a:fld>
            <a:endParaRPr kumimoji="1" lang="zh-CN" altLang="en-US" dirty="0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04771794-00A0-04CE-5C75-7CB4A18938E0}"/>
              </a:ext>
            </a:extLst>
          </p:cNvPr>
          <p:cNvSpPr txBox="1"/>
          <p:nvPr/>
        </p:nvSpPr>
        <p:spPr>
          <a:xfrm>
            <a:off x="332509" y="4086198"/>
            <a:ext cx="214674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2800" b="1" dirty="0"/>
              <a:t>Future work</a:t>
            </a:r>
            <a:endParaRPr kumimoji="1" lang="zh-CN" altLang="en-US" sz="2800" b="1" dirty="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E5972740-EEED-A18D-AD58-E80A7D3A67B9}"/>
              </a:ext>
            </a:extLst>
          </p:cNvPr>
          <p:cNvSpPr txBox="1"/>
          <p:nvPr/>
        </p:nvSpPr>
        <p:spPr>
          <a:xfrm>
            <a:off x="332509" y="4697558"/>
            <a:ext cx="10958733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kumimoji="1" lang="en-US" altLang="zh-CN" b="1" dirty="0"/>
              <a:t>Relation frequency as a control factor</a:t>
            </a:r>
            <a:br>
              <a:rPr kumimoji="1" lang="en-US" altLang="zh-CN" dirty="0"/>
            </a:br>
            <a:r>
              <a:rPr kumimoji="1" lang="en-US" altLang="zh-CN" dirty="0"/>
              <a:t>Examine whether the mapping-property effect remains after controlling for relation support and sparsity.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kumimoji="1" lang="en-US" altLang="zh-CN" b="1" dirty="0"/>
              <a:t>Broader validation</a:t>
            </a:r>
            <a:br>
              <a:rPr kumimoji="1" lang="en-US" altLang="zh-CN" dirty="0"/>
            </a:br>
            <a:r>
              <a:rPr kumimoji="1" lang="en-US" altLang="zh-CN" dirty="0"/>
              <a:t>Extend the analysis to more datasets and additional KGE model families.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kumimoji="1" lang="en-US" altLang="zh-CN" b="1" dirty="0"/>
              <a:t>From diagnosis to mitigation</a:t>
            </a:r>
            <a:br>
              <a:rPr kumimoji="1" lang="en-US" altLang="zh-CN" b="1" dirty="0"/>
            </a:br>
            <a:r>
              <a:rPr kumimoji="1" lang="en-US" altLang="zh-CN" dirty="0"/>
              <a:t>Use relation-level instability signals to design targeted voting or adaptive ensemble strategies.</a:t>
            </a:r>
            <a:endParaRPr kumimoji="1" lang="zh-CN" altLang="en-US" dirty="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1FE42EAB-0BE6-AE52-7CF5-E25E5CF04EBF}"/>
              </a:ext>
            </a:extLst>
          </p:cNvPr>
          <p:cNvSpPr txBox="1"/>
          <p:nvPr/>
        </p:nvSpPr>
        <p:spPr>
          <a:xfrm>
            <a:off x="332509" y="1454200"/>
            <a:ext cx="11242858" cy="26161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kumimoji="1" lang="en-US" altLang="zh-CN" dirty="0"/>
              <a:t>Predictive multiplicity shows relation-level structural heterogeneity.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kumimoji="1" lang="en-US" altLang="zh-CN" dirty="0"/>
              <a:t>Mapping property provides the strongest and most directional signal:</a:t>
            </a:r>
            <a:br>
              <a:rPr kumimoji="1" lang="en-US" altLang="zh-CN" dirty="0"/>
            </a:br>
            <a:r>
              <a:rPr kumimoji="1" lang="en-US" altLang="zh-CN" dirty="0"/>
              <a:t>multiplicity follows the predicted side of the relation. 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kumimoji="1" lang="en-US" altLang="zh-CN" dirty="0"/>
              <a:t>High-confidence inverse-like pairs form a locally stable group,</a:t>
            </a:r>
            <a:br>
              <a:rPr kumimoji="1" lang="en-US" altLang="zh-CN" dirty="0"/>
            </a:br>
            <a:r>
              <a:rPr kumimoji="1" lang="en-US" altLang="zh-CN" dirty="0"/>
              <a:t>but inverse-like support is not a clean global factor.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kumimoji="1" lang="en-US" altLang="zh-CN" dirty="0"/>
              <a:t>Symmetry alone does not define a stable regime.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altLang="zh-CN" dirty="0"/>
              <a:t>Overall, predictive multiplicity should be analyzed not only as a global model-level phenomenon, </a:t>
            </a:r>
            <a:br>
              <a:rPr lang="en-US" altLang="zh-CN" dirty="0"/>
            </a:br>
            <a:r>
              <a:rPr lang="en-US" altLang="zh-CN" dirty="0"/>
              <a:t>but also through relation-level structural factors.</a:t>
            </a:r>
            <a:endParaRPr kumimoji="1" lang="zh-CN" altLang="en-US" dirty="0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A17BAC82-FC16-0B72-DE7E-59F452A1B04D}"/>
              </a:ext>
            </a:extLst>
          </p:cNvPr>
          <p:cNvSpPr txBox="1"/>
          <p:nvPr/>
        </p:nvSpPr>
        <p:spPr>
          <a:xfrm>
            <a:off x="332509" y="930982"/>
            <a:ext cx="172835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2800" b="1" dirty="0"/>
              <a:t>Summary</a:t>
            </a:r>
            <a:endParaRPr kumimoji="1" lang="zh-CN" altLang="en-US" sz="2800" b="1" dirty="0"/>
          </a:p>
        </p:txBody>
      </p:sp>
    </p:spTree>
    <p:extLst>
      <p:ext uri="{BB962C8B-B14F-4D97-AF65-F5344CB8AC3E}">
        <p14:creationId xmlns:p14="http://schemas.microsoft.com/office/powerpoint/2010/main" val="425725527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>
            <a:extLst>
              <a:ext uri="{FF2B5EF4-FFF2-40B4-BE49-F238E27FC236}">
                <a16:creationId xmlns:a16="http://schemas.microsoft.com/office/drawing/2014/main" id="{83168993-A754-50F1-CC3A-3808CC4B571B}"/>
              </a:ext>
            </a:extLst>
          </p:cNvPr>
          <p:cNvSpPr txBox="1"/>
          <p:nvPr/>
        </p:nvSpPr>
        <p:spPr>
          <a:xfrm>
            <a:off x="191589" y="70743"/>
            <a:ext cx="226857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600" b="1" dirty="0">
                <a:solidFill>
                  <a:schemeClr val="bg1"/>
                </a:solidFill>
              </a:rPr>
              <a:t>Reference</a:t>
            </a:r>
            <a:endParaRPr kumimoji="1" lang="zh-CN" altLang="en-US" sz="3600" b="1" dirty="0">
              <a:solidFill>
                <a:schemeClr val="bg1"/>
              </a:solidFill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076FD3B7-3467-B726-8EA7-3431FC1FE922}"/>
              </a:ext>
            </a:extLst>
          </p:cNvPr>
          <p:cNvSpPr txBox="1"/>
          <p:nvPr/>
        </p:nvSpPr>
        <p:spPr>
          <a:xfrm>
            <a:off x="568811" y="1569658"/>
            <a:ext cx="1102963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400" dirty="0">
                <a:effectLst/>
              </a:rPr>
              <a:t>[1] </a:t>
            </a:r>
            <a:r>
              <a:rPr lang="en-US" altLang="zh-CN" sz="1400" dirty="0" err="1">
                <a:effectLst/>
              </a:rPr>
              <a:t>Lv</a:t>
            </a:r>
            <a:r>
              <a:rPr lang="en-US" altLang="zh-CN" sz="1400" dirty="0">
                <a:effectLst/>
              </a:rPr>
              <a:t>, Yana, and </a:t>
            </a:r>
            <a:r>
              <a:rPr lang="en-US" altLang="zh-CN" sz="1400" dirty="0" err="1">
                <a:effectLst/>
              </a:rPr>
              <a:t>Haomiao</a:t>
            </a:r>
            <a:r>
              <a:rPr lang="en-US" altLang="zh-CN" sz="1400" dirty="0">
                <a:effectLst/>
              </a:rPr>
              <a:t> Bao. “NSE-KGC: A Knowledge Graph Completion Method Based on Neighborhood Semantic Evidence.” In </a:t>
            </a:r>
            <a:r>
              <a:rPr lang="en-US" altLang="zh-CN" sz="1400" i="1" dirty="0">
                <a:effectLst/>
              </a:rPr>
              <a:t>2024 5th International Conference on Big Data &amp; Artificial Intelligence &amp; Software Engineering (ICBASE)</a:t>
            </a:r>
            <a:r>
              <a:rPr lang="en-US" altLang="zh-CN" sz="1400" dirty="0">
                <a:effectLst/>
              </a:rPr>
              <a:t>, 287–90, 2024.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AE5106E8-B229-4739-737F-8D9367CAA6DF}"/>
              </a:ext>
            </a:extLst>
          </p:cNvPr>
          <p:cNvSpPr txBox="1"/>
          <p:nvPr/>
        </p:nvSpPr>
        <p:spPr>
          <a:xfrm>
            <a:off x="568810" y="2800967"/>
            <a:ext cx="1102963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sz="1400">
                <a:effectLst/>
              </a:defRPr>
            </a:lvl1pPr>
          </a:lstStyle>
          <a:p>
            <a:r>
              <a:rPr lang="en-US" altLang="zh-CN" dirty="0"/>
              <a:t>[2] Zhu Y, </a:t>
            </a:r>
            <a:r>
              <a:rPr lang="en-US" altLang="zh-CN" dirty="0" err="1"/>
              <a:t>Potyka</a:t>
            </a:r>
            <a:r>
              <a:rPr lang="en-US" altLang="zh-CN" dirty="0"/>
              <a:t> N, </a:t>
            </a:r>
            <a:r>
              <a:rPr lang="en-US" altLang="zh-CN" dirty="0" err="1"/>
              <a:t>Nayyeri</a:t>
            </a:r>
            <a:r>
              <a:rPr lang="en-US" altLang="zh-CN" dirty="0"/>
              <a:t> M, et al. Predictive multiplicity of knowledge graph embeddings in link prediction[C]. </a:t>
            </a:r>
            <a:r>
              <a:rPr lang="en-US" altLang="zh-CN" i="1" dirty="0"/>
              <a:t>Findings of the Association for Computational Linguistics: EMNLP 2024</a:t>
            </a:r>
            <a:r>
              <a:rPr lang="en-US" altLang="zh-CN" dirty="0"/>
              <a:t>. 2024: 334-354.</a:t>
            </a:r>
            <a:endParaRPr lang="zh-CN" altLang="en-US" dirty="0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E56D2C92-677B-077F-7054-7B69F94DF881}"/>
              </a:ext>
            </a:extLst>
          </p:cNvPr>
          <p:cNvSpPr txBox="1"/>
          <p:nvPr/>
        </p:nvSpPr>
        <p:spPr>
          <a:xfrm>
            <a:off x="568809" y="4032276"/>
            <a:ext cx="1102962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sz="1400">
                <a:effectLst/>
              </a:defRPr>
            </a:lvl1pPr>
          </a:lstStyle>
          <a:p>
            <a:r>
              <a:rPr lang="en-US" altLang="zh-CN" dirty="0"/>
              <a:t>[3] Sun Z, Deng Z H, Nie J Y, et al. Rotate: Knowledge graph embedding by relational rotation in complex space[J]. </a:t>
            </a:r>
            <a:r>
              <a:rPr lang="en-US" altLang="zh-CN" dirty="0" err="1"/>
              <a:t>arXiv</a:t>
            </a:r>
            <a:r>
              <a:rPr lang="en-US" altLang="zh-CN" dirty="0"/>
              <a:t> preprint </a:t>
            </a:r>
            <a:r>
              <a:rPr lang="en-US" altLang="zh-CN" dirty="0" err="1"/>
              <a:t>arXiv</a:t>
            </a:r>
            <a:r>
              <a:rPr lang="en-US" altLang="zh-CN" dirty="0"/>
              <a:t>: 1902. 10197, 2019.</a:t>
            </a:r>
            <a:endParaRPr lang="zh-CN" altLang="en-US" dirty="0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8112414E-08C0-831E-3917-0F63D6C0C33A}"/>
              </a:ext>
            </a:extLst>
          </p:cNvPr>
          <p:cNvSpPr txBox="1"/>
          <p:nvPr/>
        </p:nvSpPr>
        <p:spPr>
          <a:xfrm>
            <a:off x="568808" y="5263585"/>
            <a:ext cx="1102962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sz="1400">
                <a:effectLst/>
              </a:defRPr>
            </a:lvl1pPr>
          </a:lstStyle>
          <a:p>
            <a:r>
              <a:rPr lang="en-US" altLang="zh-CN" dirty="0"/>
              <a:t>[4] Bordes A, </a:t>
            </a:r>
            <a:r>
              <a:rPr lang="en-US" altLang="zh-CN" dirty="0" err="1"/>
              <a:t>Usunier</a:t>
            </a:r>
            <a:r>
              <a:rPr lang="en-US" altLang="zh-CN" dirty="0"/>
              <a:t> N, Garcia-Duran A, et al. Translating embeddings for modeling multi-relational data[J]. Advances in neural information processing systems, 2013, 26.</a:t>
            </a:r>
            <a:endParaRPr lang="zh-CN" altLang="en-US" dirty="0"/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3C34ACA4-40C3-ACDE-299C-1A0C4AE05C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61953" y="243216"/>
            <a:ext cx="2743200" cy="365125"/>
          </a:xfrm>
        </p:spPr>
        <p:txBody>
          <a:bodyPr/>
          <a:lstStyle/>
          <a:p>
            <a:fld id="{1D774731-12CD-3345-9473-330CE81C7131}" type="slidenum">
              <a:rPr kumimoji="1" lang="zh-CN" altLang="en-US" smtClean="0"/>
              <a:t>12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4612626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C221F8-6DEA-BE53-896E-0CB92E7738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AB6D62B7-41EF-7DED-EDFB-DBCAC208E62F}"/>
              </a:ext>
            </a:extLst>
          </p:cNvPr>
          <p:cNvSpPr txBox="1"/>
          <p:nvPr/>
        </p:nvSpPr>
        <p:spPr>
          <a:xfrm>
            <a:off x="182116" y="862319"/>
            <a:ext cx="31655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800" b="1" dirty="0"/>
              <a:t>Mapping Property</a:t>
            </a:r>
            <a:endParaRPr lang="zh-CN" altLang="en-US" sz="2800" b="1" dirty="0"/>
          </a:p>
        </p:txBody>
      </p:sp>
      <p:cxnSp>
        <p:nvCxnSpPr>
          <p:cNvPr id="6" name="直线连接符 5">
            <a:extLst>
              <a:ext uri="{FF2B5EF4-FFF2-40B4-BE49-F238E27FC236}">
                <a16:creationId xmlns:a16="http://schemas.microsoft.com/office/drawing/2014/main" id="{28CF473B-9738-7322-290A-CD7EA55845CA}"/>
              </a:ext>
            </a:extLst>
          </p:cNvPr>
          <p:cNvCxnSpPr>
            <a:cxnSpLocks/>
          </p:cNvCxnSpPr>
          <p:nvPr/>
        </p:nvCxnSpPr>
        <p:spPr>
          <a:xfrm>
            <a:off x="6096000" y="1013552"/>
            <a:ext cx="0" cy="5495736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66" name="组合 65">
            <a:extLst>
              <a:ext uri="{FF2B5EF4-FFF2-40B4-BE49-F238E27FC236}">
                <a16:creationId xmlns:a16="http://schemas.microsoft.com/office/drawing/2014/main" id="{D60C7351-429E-0362-AC0D-C58E99DF7AE7}"/>
              </a:ext>
            </a:extLst>
          </p:cNvPr>
          <p:cNvGrpSpPr>
            <a:grpSpLocks noChangeAspect="1"/>
          </p:cNvGrpSpPr>
          <p:nvPr>
            <p:custDataLst>
              <p:tags r:id="rId1"/>
            </p:custDataLst>
          </p:nvPr>
        </p:nvGrpSpPr>
        <p:grpSpPr>
          <a:xfrm>
            <a:off x="323886" y="1850931"/>
            <a:ext cx="2299617" cy="159422"/>
            <a:chOff x="5540925" y="3616099"/>
            <a:chExt cx="2299617" cy="159422"/>
          </a:xfrm>
        </p:grpSpPr>
        <p:sp>
          <p:nvSpPr>
            <p:cNvPr id="41" name="任意形状 40">
              <a:extLst>
                <a:ext uri="{FF2B5EF4-FFF2-40B4-BE49-F238E27FC236}">
                  <a16:creationId xmlns:a16="http://schemas.microsoft.com/office/drawing/2014/main" id="{EF20AC10-4BCA-7944-B024-410FAF33294C}"/>
                </a:ext>
              </a:extLst>
            </p:cNvPr>
            <p:cNvSpPr/>
            <p:nvPr>
              <p:custDataLst>
                <p:tags r:id="rId289"/>
              </p:custDataLst>
            </p:nvPr>
          </p:nvSpPr>
          <p:spPr>
            <a:xfrm>
              <a:off x="5540925" y="3627259"/>
              <a:ext cx="128561" cy="108407"/>
            </a:xfrm>
            <a:custGeom>
              <a:avLst/>
              <a:gdLst>
                <a:gd name="connsiteX0" fmla="*/ 118849 w 128561"/>
                <a:gd name="connsiteY0" fmla="*/ 71336 h 108407"/>
                <a:gd name="connsiteX1" fmla="*/ 119735 w 128561"/>
                <a:gd name="connsiteY1" fmla="*/ 69105 h 108407"/>
                <a:gd name="connsiteX2" fmla="*/ 117609 w 128561"/>
                <a:gd name="connsiteY2" fmla="*/ 67351 h 108407"/>
                <a:gd name="connsiteX3" fmla="*/ 115307 w 128561"/>
                <a:gd name="connsiteY3" fmla="*/ 69264 h 108407"/>
                <a:gd name="connsiteX4" fmla="*/ 66949 w 128561"/>
                <a:gd name="connsiteY4" fmla="*/ 103540 h 108407"/>
                <a:gd name="connsiteX5" fmla="*/ 41087 w 128561"/>
                <a:gd name="connsiteY5" fmla="*/ 103540 h 108407"/>
                <a:gd name="connsiteX6" fmla="*/ 37190 w 128561"/>
                <a:gd name="connsiteY6" fmla="*/ 103380 h 108407"/>
                <a:gd name="connsiteX7" fmla="*/ 34887 w 128561"/>
                <a:gd name="connsiteY7" fmla="*/ 101786 h 108407"/>
                <a:gd name="connsiteX8" fmla="*/ 35773 w 128561"/>
                <a:gd name="connsiteY8" fmla="*/ 98119 h 108407"/>
                <a:gd name="connsiteX9" fmla="*/ 47818 w 128561"/>
                <a:gd name="connsiteY9" fmla="*/ 54597 h 108407"/>
                <a:gd name="connsiteX10" fmla="*/ 65354 w 128561"/>
                <a:gd name="connsiteY10" fmla="*/ 54597 h 108407"/>
                <a:gd name="connsiteX11" fmla="*/ 80411 w 128561"/>
                <a:gd name="connsiteY11" fmla="*/ 61931 h 108407"/>
                <a:gd name="connsiteX12" fmla="*/ 79171 w 128561"/>
                <a:gd name="connsiteY12" fmla="*/ 69742 h 108407"/>
                <a:gd name="connsiteX13" fmla="*/ 78640 w 128561"/>
                <a:gd name="connsiteY13" fmla="*/ 71496 h 108407"/>
                <a:gd name="connsiteX14" fmla="*/ 80942 w 128561"/>
                <a:gd name="connsiteY14" fmla="*/ 73249 h 108407"/>
                <a:gd name="connsiteX15" fmla="*/ 83599 w 128561"/>
                <a:gd name="connsiteY15" fmla="*/ 70061 h 108407"/>
                <a:gd name="connsiteX16" fmla="*/ 93696 w 128561"/>
                <a:gd name="connsiteY16" fmla="*/ 32756 h 108407"/>
                <a:gd name="connsiteX17" fmla="*/ 91570 w 128561"/>
                <a:gd name="connsiteY17" fmla="*/ 31003 h 108407"/>
                <a:gd name="connsiteX18" fmla="*/ 89091 w 128561"/>
                <a:gd name="connsiteY18" fmla="*/ 33872 h 108407"/>
                <a:gd name="connsiteX19" fmla="*/ 65886 w 128561"/>
                <a:gd name="connsiteY19" fmla="*/ 49655 h 108407"/>
                <a:gd name="connsiteX20" fmla="*/ 49235 w 128561"/>
                <a:gd name="connsiteY20" fmla="*/ 49655 h 108407"/>
                <a:gd name="connsiteX21" fmla="*/ 59863 w 128561"/>
                <a:gd name="connsiteY21" fmla="*/ 11234 h 108407"/>
                <a:gd name="connsiteX22" fmla="*/ 69428 w 128561"/>
                <a:gd name="connsiteY22" fmla="*/ 5017 h 108407"/>
                <a:gd name="connsiteX23" fmla="*/ 94405 w 128561"/>
                <a:gd name="connsiteY23" fmla="*/ 5017 h 108407"/>
                <a:gd name="connsiteX24" fmla="*/ 121329 w 128561"/>
                <a:gd name="connsiteY24" fmla="*/ 22713 h 108407"/>
                <a:gd name="connsiteX25" fmla="*/ 120621 w 128561"/>
                <a:gd name="connsiteY25" fmla="*/ 31162 h 108407"/>
                <a:gd name="connsiteX26" fmla="*/ 120444 w 128561"/>
                <a:gd name="connsiteY26" fmla="*/ 34032 h 108407"/>
                <a:gd name="connsiteX27" fmla="*/ 122569 w 128561"/>
                <a:gd name="connsiteY27" fmla="*/ 35945 h 108407"/>
                <a:gd name="connsiteX28" fmla="*/ 125049 w 128561"/>
                <a:gd name="connsiteY28" fmla="*/ 31959 h 108407"/>
                <a:gd name="connsiteX29" fmla="*/ 128592 w 128561"/>
                <a:gd name="connsiteY29" fmla="*/ 4379 h 108407"/>
                <a:gd name="connsiteX30" fmla="*/ 123809 w 128561"/>
                <a:gd name="connsiteY30" fmla="*/ 75 h 108407"/>
                <a:gd name="connsiteX31" fmla="*/ 34356 w 128561"/>
                <a:gd name="connsiteY31" fmla="*/ 75 h 108407"/>
                <a:gd name="connsiteX32" fmla="*/ 29042 w 128561"/>
                <a:gd name="connsiteY32" fmla="*/ 3263 h 108407"/>
                <a:gd name="connsiteX33" fmla="*/ 34001 w 128561"/>
                <a:gd name="connsiteY33" fmla="*/ 5017 h 108407"/>
                <a:gd name="connsiteX34" fmla="*/ 45515 w 128561"/>
                <a:gd name="connsiteY34" fmla="*/ 7886 h 108407"/>
                <a:gd name="connsiteX35" fmla="*/ 44629 w 128561"/>
                <a:gd name="connsiteY35" fmla="*/ 11713 h 108407"/>
                <a:gd name="connsiteX36" fmla="*/ 21248 w 128561"/>
                <a:gd name="connsiteY36" fmla="*/ 96047 h 108407"/>
                <a:gd name="connsiteX37" fmla="*/ 5128 w 128561"/>
                <a:gd name="connsiteY37" fmla="*/ 103540 h 108407"/>
                <a:gd name="connsiteX38" fmla="*/ 168 w 128561"/>
                <a:gd name="connsiteY38" fmla="*/ 106569 h 108407"/>
                <a:gd name="connsiteX39" fmla="*/ 5128 w 128561"/>
                <a:gd name="connsiteY39" fmla="*/ 108482 h 108407"/>
                <a:gd name="connsiteX40" fmla="*/ 97062 w 128561"/>
                <a:gd name="connsiteY40" fmla="*/ 108482 h 108407"/>
                <a:gd name="connsiteX41" fmla="*/ 102553 w 128561"/>
                <a:gd name="connsiteY41" fmla="*/ 105772 h 108407"/>
                <a:gd name="connsiteX42" fmla="*/ 118849 w 128561"/>
                <a:gd name="connsiteY42" fmla="*/ 71336 h 1084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</a:cxnLst>
              <a:rect l="l" t="t" r="r" b="b"/>
              <a:pathLst>
                <a:path w="128561" h="108407">
                  <a:moveTo>
                    <a:pt x="118849" y="71336"/>
                  </a:moveTo>
                  <a:cubicBezTo>
                    <a:pt x="119204" y="70539"/>
                    <a:pt x="119735" y="69423"/>
                    <a:pt x="119735" y="69105"/>
                  </a:cubicBezTo>
                  <a:cubicBezTo>
                    <a:pt x="119735" y="68945"/>
                    <a:pt x="119735" y="67351"/>
                    <a:pt x="117609" y="67351"/>
                  </a:cubicBezTo>
                  <a:cubicBezTo>
                    <a:pt x="116015" y="67351"/>
                    <a:pt x="115661" y="68307"/>
                    <a:pt x="115307" y="69264"/>
                  </a:cubicBezTo>
                  <a:cubicBezTo>
                    <a:pt x="103793" y="92858"/>
                    <a:pt x="97239" y="103540"/>
                    <a:pt x="66949" y="103540"/>
                  </a:cubicBezTo>
                  <a:lnTo>
                    <a:pt x="41087" y="103540"/>
                  </a:lnTo>
                  <a:cubicBezTo>
                    <a:pt x="38607" y="103540"/>
                    <a:pt x="38253" y="103540"/>
                    <a:pt x="37190" y="103380"/>
                  </a:cubicBezTo>
                  <a:cubicBezTo>
                    <a:pt x="35418" y="103221"/>
                    <a:pt x="34887" y="103061"/>
                    <a:pt x="34887" y="101786"/>
                  </a:cubicBezTo>
                  <a:cubicBezTo>
                    <a:pt x="34887" y="101308"/>
                    <a:pt x="34887" y="100989"/>
                    <a:pt x="35773" y="98119"/>
                  </a:cubicBezTo>
                  <a:lnTo>
                    <a:pt x="47818" y="54597"/>
                  </a:lnTo>
                  <a:lnTo>
                    <a:pt x="65354" y="54597"/>
                  </a:lnTo>
                  <a:cubicBezTo>
                    <a:pt x="80411" y="54597"/>
                    <a:pt x="80411" y="57945"/>
                    <a:pt x="80411" y="61931"/>
                  </a:cubicBezTo>
                  <a:cubicBezTo>
                    <a:pt x="80411" y="63046"/>
                    <a:pt x="80411" y="64960"/>
                    <a:pt x="79171" y="69742"/>
                  </a:cubicBezTo>
                  <a:cubicBezTo>
                    <a:pt x="78817" y="70539"/>
                    <a:pt x="78640" y="71018"/>
                    <a:pt x="78640" y="71496"/>
                  </a:cubicBezTo>
                  <a:cubicBezTo>
                    <a:pt x="78640" y="72293"/>
                    <a:pt x="79348" y="73249"/>
                    <a:pt x="80942" y="73249"/>
                  </a:cubicBezTo>
                  <a:cubicBezTo>
                    <a:pt x="82359" y="73249"/>
                    <a:pt x="82891" y="72452"/>
                    <a:pt x="83599" y="70061"/>
                  </a:cubicBezTo>
                  <a:lnTo>
                    <a:pt x="93696" y="32756"/>
                  </a:lnTo>
                  <a:cubicBezTo>
                    <a:pt x="93696" y="31800"/>
                    <a:pt x="92810" y="31003"/>
                    <a:pt x="91570" y="31003"/>
                  </a:cubicBezTo>
                  <a:cubicBezTo>
                    <a:pt x="89976" y="31003"/>
                    <a:pt x="89622" y="31959"/>
                    <a:pt x="89091" y="33872"/>
                  </a:cubicBezTo>
                  <a:cubicBezTo>
                    <a:pt x="85371" y="45988"/>
                    <a:pt x="82182" y="49655"/>
                    <a:pt x="65886" y="49655"/>
                  </a:cubicBezTo>
                  <a:lnTo>
                    <a:pt x="49235" y="49655"/>
                  </a:lnTo>
                  <a:lnTo>
                    <a:pt x="59863" y="11234"/>
                  </a:lnTo>
                  <a:cubicBezTo>
                    <a:pt x="61457" y="5654"/>
                    <a:pt x="61635" y="5017"/>
                    <a:pt x="69428" y="5017"/>
                  </a:cubicBezTo>
                  <a:lnTo>
                    <a:pt x="94405" y="5017"/>
                  </a:lnTo>
                  <a:cubicBezTo>
                    <a:pt x="116015" y="5017"/>
                    <a:pt x="121329" y="9640"/>
                    <a:pt x="121329" y="22713"/>
                  </a:cubicBezTo>
                  <a:cubicBezTo>
                    <a:pt x="121329" y="26539"/>
                    <a:pt x="121329" y="26858"/>
                    <a:pt x="120621" y="31162"/>
                  </a:cubicBezTo>
                  <a:cubicBezTo>
                    <a:pt x="120621" y="32119"/>
                    <a:pt x="120444" y="33235"/>
                    <a:pt x="120444" y="34032"/>
                  </a:cubicBezTo>
                  <a:cubicBezTo>
                    <a:pt x="120444" y="34829"/>
                    <a:pt x="120975" y="35945"/>
                    <a:pt x="122569" y="35945"/>
                  </a:cubicBezTo>
                  <a:cubicBezTo>
                    <a:pt x="124518" y="35945"/>
                    <a:pt x="124695" y="34988"/>
                    <a:pt x="125049" y="31959"/>
                  </a:cubicBezTo>
                  <a:lnTo>
                    <a:pt x="128592" y="4379"/>
                  </a:lnTo>
                  <a:cubicBezTo>
                    <a:pt x="129123" y="75"/>
                    <a:pt x="128238" y="75"/>
                    <a:pt x="123809" y="75"/>
                  </a:cubicBezTo>
                  <a:lnTo>
                    <a:pt x="34356" y="75"/>
                  </a:lnTo>
                  <a:cubicBezTo>
                    <a:pt x="30813" y="75"/>
                    <a:pt x="29042" y="75"/>
                    <a:pt x="29042" y="3263"/>
                  </a:cubicBezTo>
                  <a:cubicBezTo>
                    <a:pt x="29042" y="5017"/>
                    <a:pt x="30636" y="5017"/>
                    <a:pt x="34001" y="5017"/>
                  </a:cubicBezTo>
                  <a:cubicBezTo>
                    <a:pt x="40555" y="5017"/>
                    <a:pt x="45515" y="5017"/>
                    <a:pt x="45515" y="7886"/>
                  </a:cubicBezTo>
                  <a:cubicBezTo>
                    <a:pt x="45515" y="8524"/>
                    <a:pt x="45515" y="8843"/>
                    <a:pt x="44629" y="11713"/>
                  </a:cubicBezTo>
                  <a:lnTo>
                    <a:pt x="21248" y="96047"/>
                  </a:lnTo>
                  <a:cubicBezTo>
                    <a:pt x="19476" y="102264"/>
                    <a:pt x="19122" y="103540"/>
                    <a:pt x="5128" y="103540"/>
                  </a:cubicBezTo>
                  <a:cubicBezTo>
                    <a:pt x="2117" y="103540"/>
                    <a:pt x="168" y="103540"/>
                    <a:pt x="168" y="106569"/>
                  </a:cubicBezTo>
                  <a:cubicBezTo>
                    <a:pt x="168" y="108482"/>
                    <a:pt x="1763" y="108482"/>
                    <a:pt x="5128" y="108482"/>
                  </a:cubicBezTo>
                  <a:lnTo>
                    <a:pt x="97062" y="108482"/>
                  </a:lnTo>
                  <a:cubicBezTo>
                    <a:pt x="101136" y="108482"/>
                    <a:pt x="101313" y="108322"/>
                    <a:pt x="102553" y="105772"/>
                  </a:cubicBezTo>
                  <a:lnTo>
                    <a:pt x="118849" y="71336"/>
                  </a:lnTo>
                  <a:close/>
                </a:path>
              </a:pathLst>
            </a:custGeom>
            <a:solidFill>
              <a:srgbClr val="000000"/>
            </a:solidFill>
            <a:ln w="1524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/>
            </a:p>
          </p:txBody>
        </p:sp>
        <p:sp>
          <p:nvSpPr>
            <p:cNvPr id="42" name="任意形状 41">
              <a:extLst>
                <a:ext uri="{FF2B5EF4-FFF2-40B4-BE49-F238E27FC236}">
                  <a16:creationId xmlns:a16="http://schemas.microsoft.com/office/drawing/2014/main" id="{9D6F7C35-FA7F-0EF6-0B34-8EFC2D26A2FF}"/>
                </a:ext>
              </a:extLst>
            </p:cNvPr>
            <p:cNvSpPr/>
            <p:nvPr>
              <p:custDataLst>
                <p:tags r:id="rId290"/>
              </p:custDataLst>
            </p:nvPr>
          </p:nvSpPr>
          <p:spPr>
            <a:xfrm>
              <a:off x="5670783" y="3710365"/>
              <a:ext cx="57657" cy="50329"/>
            </a:xfrm>
            <a:custGeom>
              <a:avLst/>
              <a:gdLst>
                <a:gd name="connsiteX0" fmla="*/ 23487 w 57657"/>
                <a:gd name="connsiteY0" fmla="*/ 26748 h 50329"/>
                <a:gd name="connsiteX1" fmla="*/ 26711 w 57657"/>
                <a:gd name="connsiteY1" fmla="*/ 15476 h 50329"/>
                <a:gd name="connsiteX2" fmla="*/ 34522 w 57657"/>
                <a:gd name="connsiteY2" fmla="*/ 6326 h 50329"/>
                <a:gd name="connsiteX3" fmla="*/ 44566 w 57657"/>
                <a:gd name="connsiteY3" fmla="*/ 3201 h 50329"/>
                <a:gd name="connsiteX4" fmla="*/ 51386 w 57657"/>
                <a:gd name="connsiteY4" fmla="*/ 4763 h 50329"/>
                <a:gd name="connsiteX5" fmla="*/ 45930 w 57657"/>
                <a:gd name="connsiteY5" fmla="*/ 10901 h 50329"/>
                <a:gd name="connsiteX6" fmla="*/ 50890 w 57657"/>
                <a:gd name="connsiteY6" fmla="*/ 15030 h 50329"/>
                <a:gd name="connsiteX7" fmla="*/ 57833 w 57657"/>
                <a:gd name="connsiteY7" fmla="*/ 8223 h 50329"/>
                <a:gd name="connsiteX8" fmla="*/ 44690 w 57657"/>
                <a:gd name="connsiteY8" fmla="*/ 76 h 50329"/>
                <a:gd name="connsiteX9" fmla="*/ 27207 w 57657"/>
                <a:gd name="connsiteY9" fmla="*/ 7999 h 50329"/>
                <a:gd name="connsiteX10" fmla="*/ 14435 w 57657"/>
                <a:gd name="connsiteY10" fmla="*/ 76 h 50329"/>
                <a:gd name="connsiteX11" fmla="*/ 4764 w 57657"/>
                <a:gd name="connsiteY11" fmla="*/ 5768 h 50329"/>
                <a:gd name="connsiteX12" fmla="*/ 176 w 57657"/>
                <a:gd name="connsiteY12" fmla="*/ 17150 h 50329"/>
                <a:gd name="connsiteX13" fmla="*/ 2284 w 57657"/>
                <a:gd name="connsiteY13" fmla="*/ 18601 h 50329"/>
                <a:gd name="connsiteX14" fmla="*/ 5012 w 57657"/>
                <a:gd name="connsiteY14" fmla="*/ 15253 h 50329"/>
                <a:gd name="connsiteX15" fmla="*/ 14063 w 57657"/>
                <a:gd name="connsiteY15" fmla="*/ 3201 h 50329"/>
                <a:gd name="connsiteX16" fmla="*/ 18155 w 57657"/>
                <a:gd name="connsiteY16" fmla="*/ 8669 h 50329"/>
                <a:gd name="connsiteX17" fmla="*/ 16171 w 57657"/>
                <a:gd name="connsiteY17" fmla="*/ 17932 h 50329"/>
                <a:gd name="connsiteX18" fmla="*/ 13443 w 57657"/>
                <a:gd name="connsiteY18" fmla="*/ 27975 h 50329"/>
                <a:gd name="connsiteX19" fmla="*/ 9475 w 57657"/>
                <a:gd name="connsiteY19" fmla="*/ 42259 h 50329"/>
                <a:gd name="connsiteX20" fmla="*/ 8235 w 57657"/>
                <a:gd name="connsiteY20" fmla="*/ 46835 h 50329"/>
                <a:gd name="connsiteX21" fmla="*/ 12451 w 57657"/>
                <a:gd name="connsiteY21" fmla="*/ 50406 h 50329"/>
                <a:gd name="connsiteX22" fmla="*/ 17783 w 57657"/>
                <a:gd name="connsiteY22" fmla="*/ 47170 h 50329"/>
                <a:gd name="connsiteX23" fmla="*/ 20139 w 57657"/>
                <a:gd name="connsiteY23" fmla="*/ 38800 h 50329"/>
                <a:gd name="connsiteX24" fmla="*/ 23487 w 57657"/>
                <a:gd name="connsiteY24" fmla="*/ 26748 h 503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57657" h="50329">
                  <a:moveTo>
                    <a:pt x="23487" y="26748"/>
                  </a:moveTo>
                  <a:cubicBezTo>
                    <a:pt x="23611" y="26078"/>
                    <a:pt x="26463" y="16034"/>
                    <a:pt x="26711" y="15476"/>
                  </a:cubicBezTo>
                  <a:cubicBezTo>
                    <a:pt x="26959" y="14584"/>
                    <a:pt x="30555" y="9004"/>
                    <a:pt x="34522" y="6326"/>
                  </a:cubicBezTo>
                  <a:cubicBezTo>
                    <a:pt x="35886" y="5433"/>
                    <a:pt x="39234" y="3201"/>
                    <a:pt x="44566" y="3201"/>
                  </a:cubicBezTo>
                  <a:cubicBezTo>
                    <a:pt x="45806" y="3201"/>
                    <a:pt x="48906" y="3312"/>
                    <a:pt x="51386" y="4763"/>
                  </a:cubicBezTo>
                  <a:cubicBezTo>
                    <a:pt x="47418" y="5768"/>
                    <a:pt x="45930" y="8892"/>
                    <a:pt x="45930" y="10901"/>
                  </a:cubicBezTo>
                  <a:cubicBezTo>
                    <a:pt x="45930" y="13356"/>
                    <a:pt x="48038" y="15030"/>
                    <a:pt x="50890" y="15030"/>
                  </a:cubicBezTo>
                  <a:cubicBezTo>
                    <a:pt x="53742" y="15030"/>
                    <a:pt x="57833" y="12910"/>
                    <a:pt x="57833" y="8223"/>
                  </a:cubicBezTo>
                  <a:cubicBezTo>
                    <a:pt x="57833" y="2420"/>
                    <a:pt x="51014" y="76"/>
                    <a:pt x="44690" y="76"/>
                  </a:cubicBezTo>
                  <a:cubicBezTo>
                    <a:pt x="38242" y="76"/>
                    <a:pt x="32662" y="2420"/>
                    <a:pt x="27207" y="7999"/>
                  </a:cubicBezTo>
                  <a:cubicBezTo>
                    <a:pt x="24975" y="1192"/>
                    <a:pt x="17411" y="76"/>
                    <a:pt x="14435" y="76"/>
                  </a:cubicBezTo>
                  <a:cubicBezTo>
                    <a:pt x="9847" y="76"/>
                    <a:pt x="6747" y="2643"/>
                    <a:pt x="4764" y="5768"/>
                  </a:cubicBezTo>
                  <a:cubicBezTo>
                    <a:pt x="1912" y="10120"/>
                    <a:pt x="176" y="16592"/>
                    <a:pt x="176" y="17150"/>
                  </a:cubicBezTo>
                  <a:cubicBezTo>
                    <a:pt x="176" y="18601"/>
                    <a:pt x="1912" y="18601"/>
                    <a:pt x="2284" y="18601"/>
                  </a:cubicBezTo>
                  <a:cubicBezTo>
                    <a:pt x="4020" y="18601"/>
                    <a:pt x="4144" y="18266"/>
                    <a:pt x="5012" y="15253"/>
                  </a:cubicBezTo>
                  <a:cubicBezTo>
                    <a:pt x="6871" y="8446"/>
                    <a:pt x="9227" y="3201"/>
                    <a:pt x="14063" y="3201"/>
                  </a:cubicBezTo>
                  <a:cubicBezTo>
                    <a:pt x="17287" y="3201"/>
                    <a:pt x="18155" y="5656"/>
                    <a:pt x="18155" y="8669"/>
                  </a:cubicBezTo>
                  <a:cubicBezTo>
                    <a:pt x="18155" y="10789"/>
                    <a:pt x="17039" y="14918"/>
                    <a:pt x="16171" y="17932"/>
                  </a:cubicBezTo>
                  <a:cubicBezTo>
                    <a:pt x="15303" y="20945"/>
                    <a:pt x="14063" y="25520"/>
                    <a:pt x="13443" y="27975"/>
                  </a:cubicBezTo>
                  <a:lnTo>
                    <a:pt x="9475" y="42259"/>
                  </a:lnTo>
                  <a:cubicBezTo>
                    <a:pt x="8979" y="43710"/>
                    <a:pt x="8235" y="46500"/>
                    <a:pt x="8235" y="46835"/>
                  </a:cubicBezTo>
                  <a:cubicBezTo>
                    <a:pt x="8235" y="49290"/>
                    <a:pt x="10467" y="50406"/>
                    <a:pt x="12451" y="50406"/>
                  </a:cubicBezTo>
                  <a:cubicBezTo>
                    <a:pt x="14311" y="50406"/>
                    <a:pt x="16791" y="49401"/>
                    <a:pt x="17783" y="47170"/>
                  </a:cubicBezTo>
                  <a:cubicBezTo>
                    <a:pt x="18031" y="46500"/>
                    <a:pt x="19395" y="41590"/>
                    <a:pt x="20139" y="38800"/>
                  </a:cubicBezTo>
                  <a:lnTo>
                    <a:pt x="23487" y="26748"/>
                  </a:lnTo>
                  <a:close/>
                </a:path>
              </a:pathLst>
            </a:custGeom>
            <a:solidFill>
              <a:srgbClr val="000000"/>
            </a:solidFill>
            <a:ln w="1524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/>
            </a:p>
          </p:txBody>
        </p:sp>
        <p:sp>
          <p:nvSpPr>
            <p:cNvPr id="43" name="任意形状 42">
              <a:extLst>
                <a:ext uri="{FF2B5EF4-FFF2-40B4-BE49-F238E27FC236}">
                  <a16:creationId xmlns:a16="http://schemas.microsoft.com/office/drawing/2014/main" id="{79CCB281-3829-C7D2-D94C-314FBBF17845}"/>
                </a:ext>
              </a:extLst>
            </p:cNvPr>
            <p:cNvSpPr/>
            <p:nvPr>
              <p:custDataLst>
                <p:tags r:id="rId291"/>
              </p:custDataLst>
            </p:nvPr>
          </p:nvSpPr>
          <p:spPr>
            <a:xfrm>
              <a:off x="5802518" y="3677158"/>
              <a:ext cx="117795" cy="37304"/>
            </a:xfrm>
            <a:custGeom>
              <a:avLst/>
              <a:gdLst>
                <a:gd name="connsiteX0" fmla="*/ 111956 w 117795"/>
                <a:gd name="connsiteY0" fmla="*/ 6452 h 37304"/>
                <a:gd name="connsiteX1" fmla="*/ 117978 w 117795"/>
                <a:gd name="connsiteY1" fmla="*/ 3263 h 37304"/>
                <a:gd name="connsiteX2" fmla="*/ 112133 w 117795"/>
                <a:gd name="connsiteY2" fmla="*/ 75 h 37304"/>
                <a:gd name="connsiteX3" fmla="*/ 6028 w 117795"/>
                <a:gd name="connsiteY3" fmla="*/ 75 h 37304"/>
                <a:gd name="connsiteX4" fmla="*/ 183 w 117795"/>
                <a:gd name="connsiteY4" fmla="*/ 3263 h 37304"/>
                <a:gd name="connsiteX5" fmla="*/ 6206 w 117795"/>
                <a:gd name="connsiteY5" fmla="*/ 6452 h 37304"/>
                <a:gd name="connsiteX6" fmla="*/ 111956 w 117795"/>
                <a:gd name="connsiteY6" fmla="*/ 6452 h 37304"/>
                <a:gd name="connsiteX7" fmla="*/ 112133 w 117795"/>
                <a:gd name="connsiteY7" fmla="*/ 37380 h 37304"/>
                <a:gd name="connsiteX8" fmla="*/ 117978 w 117795"/>
                <a:gd name="connsiteY8" fmla="*/ 34191 h 37304"/>
                <a:gd name="connsiteX9" fmla="*/ 111956 w 117795"/>
                <a:gd name="connsiteY9" fmla="*/ 31003 h 37304"/>
                <a:gd name="connsiteX10" fmla="*/ 6206 w 117795"/>
                <a:gd name="connsiteY10" fmla="*/ 31003 h 37304"/>
                <a:gd name="connsiteX11" fmla="*/ 183 w 117795"/>
                <a:gd name="connsiteY11" fmla="*/ 34191 h 37304"/>
                <a:gd name="connsiteX12" fmla="*/ 6028 w 117795"/>
                <a:gd name="connsiteY12" fmla="*/ 37380 h 37304"/>
                <a:gd name="connsiteX13" fmla="*/ 112133 w 117795"/>
                <a:gd name="connsiteY13" fmla="*/ 37380 h 373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17795" h="37304">
                  <a:moveTo>
                    <a:pt x="111956" y="6452"/>
                  </a:moveTo>
                  <a:cubicBezTo>
                    <a:pt x="114613" y="6452"/>
                    <a:pt x="117978" y="6452"/>
                    <a:pt x="117978" y="3263"/>
                  </a:cubicBezTo>
                  <a:cubicBezTo>
                    <a:pt x="117978" y="75"/>
                    <a:pt x="114613" y="75"/>
                    <a:pt x="112133" y="75"/>
                  </a:cubicBezTo>
                  <a:lnTo>
                    <a:pt x="6028" y="75"/>
                  </a:lnTo>
                  <a:cubicBezTo>
                    <a:pt x="3549" y="75"/>
                    <a:pt x="183" y="75"/>
                    <a:pt x="183" y="3263"/>
                  </a:cubicBezTo>
                  <a:cubicBezTo>
                    <a:pt x="183" y="6452"/>
                    <a:pt x="3549" y="6452"/>
                    <a:pt x="6206" y="6452"/>
                  </a:cubicBezTo>
                  <a:lnTo>
                    <a:pt x="111956" y="6452"/>
                  </a:lnTo>
                  <a:close/>
                  <a:moveTo>
                    <a:pt x="112133" y="37380"/>
                  </a:moveTo>
                  <a:cubicBezTo>
                    <a:pt x="114613" y="37380"/>
                    <a:pt x="117978" y="37380"/>
                    <a:pt x="117978" y="34191"/>
                  </a:cubicBezTo>
                  <a:cubicBezTo>
                    <a:pt x="117978" y="31003"/>
                    <a:pt x="114613" y="31003"/>
                    <a:pt x="111956" y="31003"/>
                  </a:cubicBezTo>
                  <a:lnTo>
                    <a:pt x="6206" y="31003"/>
                  </a:lnTo>
                  <a:cubicBezTo>
                    <a:pt x="3549" y="31003"/>
                    <a:pt x="183" y="31003"/>
                    <a:pt x="183" y="34191"/>
                  </a:cubicBezTo>
                  <a:cubicBezTo>
                    <a:pt x="183" y="37380"/>
                    <a:pt x="3549" y="37380"/>
                    <a:pt x="6028" y="37380"/>
                  </a:cubicBezTo>
                  <a:lnTo>
                    <a:pt x="112133" y="37380"/>
                  </a:lnTo>
                  <a:close/>
                </a:path>
              </a:pathLst>
            </a:custGeom>
            <a:solidFill>
              <a:srgbClr val="000000"/>
            </a:solidFill>
            <a:ln w="1524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/>
            </a:p>
          </p:txBody>
        </p:sp>
        <p:sp>
          <p:nvSpPr>
            <p:cNvPr id="44" name="任意形状 43">
              <a:extLst>
                <a:ext uri="{FF2B5EF4-FFF2-40B4-BE49-F238E27FC236}">
                  <a16:creationId xmlns:a16="http://schemas.microsoft.com/office/drawing/2014/main" id="{4D900CC5-D214-B003-1640-0F71F9548EDC}"/>
                </a:ext>
              </a:extLst>
            </p:cNvPr>
            <p:cNvSpPr/>
            <p:nvPr>
              <p:custDataLst>
                <p:tags r:id="rId292"/>
              </p:custDataLst>
            </p:nvPr>
          </p:nvSpPr>
          <p:spPr>
            <a:xfrm>
              <a:off x="5992328" y="3616099"/>
              <a:ext cx="62883" cy="159422"/>
            </a:xfrm>
            <a:custGeom>
              <a:avLst/>
              <a:gdLst>
                <a:gd name="connsiteX0" fmla="*/ 37569 w 62883"/>
                <a:gd name="connsiteY0" fmla="*/ 21278 h 159422"/>
                <a:gd name="connsiteX1" fmla="*/ 61482 w 62883"/>
                <a:gd name="connsiteY1" fmla="*/ 3582 h 159422"/>
                <a:gd name="connsiteX2" fmla="*/ 63077 w 62883"/>
                <a:gd name="connsiteY2" fmla="*/ 1828 h 159422"/>
                <a:gd name="connsiteX3" fmla="*/ 59711 w 62883"/>
                <a:gd name="connsiteY3" fmla="*/ 75 h 159422"/>
                <a:gd name="connsiteX4" fmla="*/ 25701 w 62883"/>
                <a:gd name="connsiteY4" fmla="*/ 20002 h 159422"/>
                <a:gd name="connsiteX5" fmla="*/ 25701 w 62883"/>
                <a:gd name="connsiteY5" fmla="*/ 56351 h 159422"/>
                <a:gd name="connsiteX6" fmla="*/ 18616 w 62883"/>
                <a:gd name="connsiteY6" fmla="*/ 72931 h 159422"/>
                <a:gd name="connsiteX7" fmla="*/ 1788 w 62883"/>
                <a:gd name="connsiteY7" fmla="*/ 78032 h 159422"/>
                <a:gd name="connsiteX8" fmla="*/ 193 w 62883"/>
                <a:gd name="connsiteY8" fmla="*/ 79786 h 159422"/>
                <a:gd name="connsiteX9" fmla="*/ 3028 w 62883"/>
                <a:gd name="connsiteY9" fmla="*/ 81539 h 159422"/>
                <a:gd name="connsiteX10" fmla="*/ 25170 w 62883"/>
                <a:gd name="connsiteY10" fmla="*/ 95728 h 159422"/>
                <a:gd name="connsiteX11" fmla="*/ 25701 w 62883"/>
                <a:gd name="connsiteY11" fmla="*/ 103540 h 159422"/>
                <a:gd name="connsiteX12" fmla="*/ 25701 w 62883"/>
                <a:gd name="connsiteY12" fmla="*/ 135105 h 159422"/>
                <a:gd name="connsiteX13" fmla="*/ 34204 w 62883"/>
                <a:gd name="connsiteY13" fmla="*/ 152961 h 159422"/>
                <a:gd name="connsiteX14" fmla="*/ 59711 w 62883"/>
                <a:gd name="connsiteY14" fmla="*/ 159497 h 159422"/>
                <a:gd name="connsiteX15" fmla="*/ 63077 w 62883"/>
                <a:gd name="connsiteY15" fmla="*/ 157743 h 159422"/>
                <a:gd name="connsiteX16" fmla="*/ 60242 w 62883"/>
                <a:gd name="connsiteY16" fmla="*/ 155990 h 159422"/>
                <a:gd name="connsiteX17" fmla="*/ 38101 w 62883"/>
                <a:gd name="connsiteY17" fmla="*/ 142120 h 159422"/>
                <a:gd name="connsiteX18" fmla="*/ 37569 w 62883"/>
                <a:gd name="connsiteY18" fmla="*/ 134627 h 159422"/>
                <a:gd name="connsiteX19" fmla="*/ 37569 w 62883"/>
                <a:gd name="connsiteY19" fmla="*/ 101148 h 159422"/>
                <a:gd name="connsiteX20" fmla="*/ 30484 w 62883"/>
                <a:gd name="connsiteY20" fmla="*/ 86003 h 159422"/>
                <a:gd name="connsiteX21" fmla="*/ 16667 w 62883"/>
                <a:gd name="connsiteY21" fmla="*/ 79786 h 159422"/>
                <a:gd name="connsiteX22" fmla="*/ 37569 w 62883"/>
                <a:gd name="connsiteY22" fmla="*/ 59539 h 159422"/>
                <a:gd name="connsiteX23" fmla="*/ 37569 w 62883"/>
                <a:gd name="connsiteY23" fmla="*/ 21278 h 1594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62883" h="159422">
                  <a:moveTo>
                    <a:pt x="37569" y="21278"/>
                  </a:moveTo>
                  <a:cubicBezTo>
                    <a:pt x="37569" y="14901"/>
                    <a:pt x="42175" y="4698"/>
                    <a:pt x="61482" y="3582"/>
                  </a:cubicBezTo>
                  <a:cubicBezTo>
                    <a:pt x="62368" y="3423"/>
                    <a:pt x="63077" y="2785"/>
                    <a:pt x="63077" y="1828"/>
                  </a:cubicBezTo>
                  <a:cubicBezTo>
                    <a:pt x="63077" y="75"/>
                    <a:pt x="61660" y="75"/>
                    <a:pt x="59711" y="75"/>
                  </a:cubicBezTo>
                  <a:cubicBezTo>
                    <a:pt x="41997" y="75"/>
                    <a:pt x="25878" y="8205"/>
                    <a:pt x="25701" y="20002"/>
                  </a:cubicBezTo>
                  <a:lnTo>
                    <a:pt x="25701" y="56351"/>
                  </a:lnTo>
                  <a:cubicBezTo>
                    <a:pt x="25701" y="62568"/>
                    <a:pt x="25701" y="67670"/>
                    <a:pt x="18616" y="72931"/>
                  </a:cubicBezTo>
                  <a:cubicBezTo>
                    <a:pt x="12416" y="77554"/>
                    <a:pt x="5685" y="77873"/>
                    <a:pt x="1788" y="78032"/>
                  </a:cubicBezTo>
                  <a:cubicBezTo>
                    <a:pt x="902" y="78192"/>
                    <a:pt x="193" y="78829"/>
                    <a:pt x="193" y="79786"/>
                  </a:cubicBezTo>
                  <a:cubicBezTo>
                    <a:pt x="193" y="81380"/>
                    <a:pt x="1256" y="81380"/>
                    <a:pt x="3028" y="81539"/>
                  </a:cubicBezTo>
                  <a:cubicBezTo>
                    <a:pt x="14719" y="82177"/>
                    <a:pt x="23221" y="87916"/>
                    <a:pt x="25170" y="95728"/>
                  </a:cubicBezTo>
                  <a:cubicBezTo>
                    <a:pt x="25701" y="97482"/>
                    <a:pt x="25701" y="97801"/>
                    <a:pt x="25701" y="103540"/>
                  </a:cubicBezTo>
                  <a:lnTo>
                    <a:pt x="25701" y="135105"/>
                  </a:lnTo>
                  <a:cubicBezTo>
                    <a:pt x="25701" y="141801"/>
                    <a:pt x="25701" y="146903"/>
                    <a:pt x="34204" y="152961"/>
                  </a:cubicBezTo>
                  <a:cubicBezTo>
                    <a:pt x="41112" y="157743"/>
                    <a:pt x="52803" y="159497"/>
                    <a:pt x="59711" y="159497"/>
                  </a:cubicBezTo>
                  <a:cubicBezTo>
                    <a:pt x="61660" y="159497"/>
                    <a:pt x="63077" y="159497"/>
                    <a:pt x="63077" y="157743"/>
                  </a:cubicBezTo>
                  <a:cubicBezTo>
                    <a:pt x="63077" y="156149"/>
                    <a:pt x="62014" y="156149"/>
                    <a:pt x="60242" y="155990"/>
                  </a:cubicBezTo>
                  <a:cubicBezTo>
                    <a:pt x="49083" y="155352"/>
                    <a:pt x="40403" y="150250"/>
                    <a:pt x="38101" y="142120"/>
                  </a:cubicBezTo>
                  <a:cubicBezTo>
                    <a:pt x="37569" y="140685"/>
                    <a:pt x="37569" y="140366"/>
                    <a:pt x="37569" y="134627"/>
                  </a:cubicBezTo>
                  <a:lnTo>
                    <a:pt x="37569" y="101148"/>
                  </a:lnTo>
                  <a:cubicBezTo>
                    <a:pt x="37569" y="93815"/>
                    <a:pt x="36152" y="91105"/>
                    <a:pt x="30484" y="86003"/>
                  </a:cubicBezTo>
                  <a:cubicBezTo>
                    <a:pt x="26764" y="82655"/>
                    <a:pt x="21627" y="81061"/>
                    <a:pt x="16667" y="79786"/>
                  </a:cubicBezTo>
                  <a:cubicBezTo>
                    <a:pt x="31192" y="76119"/>
                    <a:pt x="37569" y="68786"/>
                    <a:pt x="37569" y="59539"/>
                  </a:cubicBezTo>
                  <a:lnTo>
                    <a:pt x="37569" y="21278"/>
                  </a:lnTo>
                  <a:close/>
                </a:path>
              </a:pathLst>
            </a:custGeom>
            <a:solidFill>
              <a:srgbClr val="000000"/>
            </a:solidFill>
            <a:ln w="1524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/>
            </a:p>
          </p:txBody>
        </p:sp>
        <p:sp>
          <p:nvSpPr>
            <p:cNvPr id="45" name="任意形状 44">
              <a:extLst>
                <a:ext uri="{FF2B5EF4-FFF2-40B4-BE49-F238E27FC236}">
                  <a16:creationId xmlns:a16="http://schemas.microsoft.com/office/drawing/2014/main" id="{395D7ACD-B55C-81AF-58C1-58B2F8140387}"/>
                </a:ext>
              </a:extLst>
            </p:cNvPr>
            <p:cNvSpPr/>
            <p:nvPr>
              <p:custDataLst>
                <p:tags r:id="rId293"/>
              </p:custDataLst>
            </p:nvPr>
          </p:nvSpPr>
          <p:spPr>
            <a:xfrm>
              <a:off x="6085679" y="3616099"/>
              <a:ext cx="41095" cy="159422"/>
            </a:xfrm>
            <a:custGeom>
              <a:avLst/>
              <a:gdLst>
                <a:gd name="connsiteX0" fmla="*/ 41294 w 41095"/>
                <a:gd name="connsiteY0" fmla="*/ 157903 h 159422"/>
                <a:gd name="connsiteX1" fmla="*/ 38283 w 41095"/>
                <a:gd name="connsiteY1" fmla="*/ 154395 h 159422"/>
                <a:gd name="connsiteX2" fmla="*/ 10472 w 41095"/>
                <a:gd name="connsiteY2" fmla="*/ 79786 h 159422"/>
                <a:gd name="connsiteX3" fmla="*/ 38991 w 41095"/>
                <a:gd name="connsiteY3" fmla="*/ 4379 h 159422"/>
                <a:gd name="connsiteX4" fmla="*/ 41294 w 41095"/>
                <a:gd name="connsiteY4" fmla="*/ 1669 h 159422"/>
                <a:gd name="connsiteX5" fmla="*/ 39523 w 41095"/>
                <a:gd name="connsiteY5" fmla="*/ 75 h 159422"/>
                <a:gd name="connsiteX6" fmla="*/ 11358 w 41095"/>
                <a:gd name="connsiteY6" fmla="*/ 31162 h 159422"/>
                <a:gd name="connsiteX7" fmla="*/ 198 w 41095"/>
                <a:gd name="connsiteY7" fmla="*/ 79786 h 159422"/>
                <a:gd name="connsiteX8" fmla="*/ 11889 w 41095"/>
                <a:gd name="connsiteY8" fmla="*/ 129526 h 159422"/>
                <a:gd name="connsiteX9" fmla="*/ 39523 w 41095"/>
                <a:gd name="connsiteY9" fmla="*/ 159497 h 159422"/>
                <a:gd name="connsiteX10" fmla="*/ 41294 w 41095"/>
                <a:gd name="connsiteY10" fmla="*/ 157903 h 1594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41095" h="159422">
                  <a:moveTo>
                    <a:pt x="41294" y="157903"/>
                  </a:moveTo>
                  <a:cubicBezTo>
                    <a:pt x="41294" y="157424"/>
                    <a:pt x="41294" y="157106"/>
                    <a:pt x="38283" y="154395"/>
                  </a:cubicBezTo>
                  <a:cubicBezTo>
                    <a:pt x="16141" y="134308"/>
                    <a:pt x="10472" y="104177"/>
                    <a:pt x="10472" y="79786"/>
                  </a:cubicBezTo>
                  <a:cubicBezTo>
                    <a:pt x="10472" y="52046"/>
                    <a:pt x="17203" y="24307"/>
                    <a:pt x="38991" y="4379"/>
                  </a:cubicBezTo>
                  <a:cubicBezTo>
                    <a:pt x="41294" y="2466"/>
                    <a:pt x="41294" y="2147"/>
                    <a:pt x="41294" y="1669"/>
                  </a:cubicBezTo>
                  <a:cubicBezTo>
                    <a:pt x="41294" y="553"/>
                    <a:pt x="40585" y="75"/>
                    <a:pt x="39523" y="75"/>
                  </a:cubicBezTo>
                  <a:cubicBezTo>
                    <a:pt x="37751" y="75"/>
                    <a:pt x="21809" y="10915"/>
                    <a:pt x="11358" y="31162"/>
                  </a:cubicBezTo>
                  <a:cubicBezTo>
                    <a:pt x="2324" y="48698"/>
                    <a:pt x="198" y="66394"/>
                    <a:pt x="198" y="79786"/>
                  </a:cubicBezTo>
                  <a:cubicBezTo>
                    <a:pt x="198" y="92221"/>
                    <a:pt x="2147" y="111511"/>
                    <a:pt x="11889" y="129526"/>
                  </a:cubicBezTo>
                  <a:cubicBezTo>
                    <a:pt x="22518" y="149134"/>
                    <a:pt x="37751" y="159497"/>
                    <a:pt x="39523" y="159497"/>
                  </a:cubicBezTo>
                  <a:cubicBezTo>
                    <a:pt x="40585" y="159497"/>
                    <a:pt x="41294" y="159019"/>
                    <a:pt x="41294" y="157903"/>
                  </a:cubicBezTo>
                  <a:close/>
                </a:path>
              </a:pathLst>
            </a:custGeom>
            <a:solidFill>
              <a:srgbClr val="000000"/>
            </a:solidFill>
            <a:ln w="1524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/>
            </a:p>
          </p:txBody>
        </p:sp>
        <p:sp>
          <p:nvSpPr>
            <p:cNvPr id="46" name="任意形状 45">
              <a:extLst>
                <a:ext uri="{FF2B5EF4-FFF2-40B4-BE49-F238E27FC236}">
                  <a16:creationId xmlns:a16="http://schemas.microsoft.com/office/drawing/2014/main" id="{F4019737-5E12-617F-ECBF-135E236BB61E}"/>
                </a:ext>
              </a:extLst>
            </p:cNvPr>
            <p:cNvSpPr/>
            <p:nvPr>
              <p:custDataLst>
                <p:tags r:id="rId294"/>
              </p:custDataLst>
            </p:nvPr>
          </p:nvSpPr>
          <p:spPr>
            <a:xfrm>
              <a:off x="6146771" y="3625027"/>
              <a:ext cx="86973" cy="112392"/>
            </a:xfrm>
            <a:custGeom>
              <a:avLst/>
              <a:gdLst>
                <a:gd name="connsiteX0" fmla="*/ 41298 w 86973"/>
                <a:gd name="connsiteY0" fmla="*/ 1828 h 112392"/>
                <a:gd name="connsiteX1" fmla="*/ 38995 w 86973"/>
                <a:gd name="connsiteY1" fmla="*/ 75 h 112392"/>
                <a:gd name="connsiteX2" fmla="*/ 17384 w 86973"/>
                <a:gd name="connsiteY2" fmla="*/ 1669 h 112392"/>
                <a:gd name="connsiteX3" fmla="*/ 14019 w 86973"/>
                <a:gd name="connsiteY3" fmla="*/ 4857 h 112392"/>
                <a:gd name="connsiteX4" fmla="*/ 18270 w 86973"/>
                <a:gd name="connsiteY4" fmla="*/ 6770 h 112392"/>
                <a:gd name="connsiteX5" fmla="*/ 27127 w 86973"/>
                <a:gd name="connsiteY5" fmla="*/ 9481 h 112392"/>
                <a:gd name="connsiteX6" fmla="*/ 26596 w 86973"/>
                <a:gd name="connsiteY6" fmla="*/ 12669 h 112392"/>
                <a:gd name="connsiteX7" fmla="*/ 911 w 86973"/>
                <a:gd name="connsiteY7" fmla="*/ 104496 h 112392"/>
                <a:gd name="connsiteX8" fmla="*/ 202 w 86973"/>
                <a:gd name="connsiteY8" fmla="*/ 108004 h 112392"/>
                <a:gd name="connsiteX9" fmla="*/ 5339 w 86973"/>
                <a:gd name="connsiteY9" fmla="*/ 112467 h 112392"/>
                <a:gd name="connsiteX10" fmla="*/ 11893 w 86973"/>
                <a:gd name="connsiteY10" fmla="*/ 108322 h 112392"/>
                <a:gd name="connsiteX11" fmla="*/ 15259 w 86973"/>
                <a:gd name="connsiteY11" fmla="*/ 96206 h 112392"/>
                <a:gd name="connsiteX12" fmla="*/ 19156 w 86973"/>
                <a:gd name="connsiteY12" fmla="*/ 81858 h 112392"/>
                <a:gd name="connsiteX13" fmla="*/ 22167 w 86973"/>
                <a:gd name="connsiteY13" fmla="*/ 71177 h 112392"/>
                <a:gd name="connsiteX14" fmla="*/ 24116 w 86973"/>
                <a:gd name="connsiteY14" fmla="*/ 64003 h 112392"/>
                <a:gd name="connsiteX15" fmla="*/ 36161 w 86973"/>
                <a:gd name="connsiteY15" fmla="*/ 49336 h 112392"/>
                <a:gd name="connsiteX16" fmla="*/ 53166 w 86973"/>
                <a:gd name="connsiteY16" fmla="*/ 43756 h 112392"/>
                <a:gd name="connsiteX17" fmla="*/ 62731 w 86973"/>
                <a:gd name="connsiteY17" fmla="*/ 54916 h 112392"/>
                <a:gd name="connsiteX18" fmla="*/ 51749 w 86973"/>
                <a:gd name="connsiteY18" fmla="*/ 90627 h 112392"/>
                <a:gd name="connsiteX19" fmla="*/ 49446 w 86973"/>
                <a:gd name="connsiteY19" fmla="*/ 99395 h 112392"/>
                <a:gd name="connsiteX20" fmla="*/ 63971 w 86973"/>
                <a:gd name="connsiteY20" fmla="*/ 112467 h 112392"/>
                <a:gd name="connsiteX21" fmla="*/ 87176 w 86973"/>
                <a:gd name="connsiteY21" fmla="*/ 87916 h 112392"/>
                <a:gd name="connsiteX22" fmla="*/ 85050 w 86973"/>
                <a:gd name="connsiteY22" fmla="*/ 86322 h 112392"/>
                <a:gd name="connsiteX23" fmla="*/ 82393 w 86973"/>
                <a:gd name="connsiteY23" fmla="*/ 89192 h 112392"/>
                <a:gd name="connsiteX24" fmla="*/ 64325 w 86973"/>
                <a:gd name="connsiteY24" fmla="*/ 108960 h 112392"/>
                <a:gd name="connsiteX25" fmla="*/ 60074 w 86973"/>
                <a:gd name="connsiteY25" fmla="*/ 103699 h 112392"/>
                <a:gd name="connsiteX26" fmla="*/ 63263 w 86973"/>
                <a:gd name="connsiteY26" fmla="*/ 92380 h 112392"/>
                <a:gd name="connsiteX27" fmla="*/ 74068 w 86973"/>
                <a:gd name="connsiteY27" fmla="*/ 57307 h 112392"/>
                <a:gd name="connsiteX28" fmla="*/ 53697 w 86973"/>
                <a:gd name="connsiteY28" fmla="*/ 40249 h 112392"/>
                <a:gd name="connsiteX29" fmla="*/ 27481 w 86973"/>
                <a:gd name="connsiteY29" fmla="*/ 52525 h 112392"/>
                <a:gd name="connsiteX30" fmla="*/ 41298 w 86973"/>
                <a:gd name="connsiteY30" fmla="*/ 1828 h 11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86973" h="112392">
                  <a:moveTo>
                    <a:pt x="41298" y="1828"/>
                  </a:moveTo>
                  <a:cubicBezTo>
                    <a:pt x="41298" y="1669"/>
                    <a:pt x="41298" y="75"/>
                    <a:pt x="38995" y="75"/>
                  </a:cubicBezTo>
                  <a:cubicBezTo>
                    <a:pt x="34921" y="75"/>
                    <a:pt x="21990" y="1350"/>
                    <a:pt x="17384" y="1669"/>
                  </a:cubicBezTo>
                  <a:cubicBezTo>
                    <a:pt x="15967" y="1828"/>
                    <a:pt x="14019" y="1988"/>
                    <a:pt x="14019" y="4857"/>
                  </a:cubicBezTo>
                  <a:cubicBezTo>
                    <a:pt x="14019" y="6770"/>
                    <a:pt x="15613" y="6770"/>
                    <a:pt x="18270" y="6770"/>
                  </a:cubicBezTo>
                  <a:cubicBezTo>
                    <a:pt x="26773" y="6770"/>
                    <a:pt x="27127" y="7886"/>
                    <a:pt x="27127" y="9481"/>
                  </a:cubicBezTo>
                  <a:lnTo>
                    <a:pt x="26596" y="12669"/>
                  </a:lnTo>
                  <a:lnTo>
                    <a:pt x="911" y="104496"/>
                  </a:lnTo>
                  <a:cubicBezTo>
                    <a:pt x="202" y="106728"/>
                    <a:pt x="202" y="107047"/>
                    <a:pt x="202" y="108004"/>
                  </a:cubicBezTo>
                  <a:cubicBezTo>
                    <a:pt x="202" y="111670"/>
                    <a:pt x="3745" y="112467"/>
                    <a:pt x="5339" y="112467"/>
                  </a:cubicBezTo>
                  <a:cubicBezTo>
                    <a:pt x="8173" y="112467"/>
                    <a:pt x="11008" y="110554"/>
                    <a:pt x="11893" y="108322"/>
                  </a:cubicBezTo>
                  <a:lnTo>
                    <a:pt x="15259" y="96206"/>
                  </a:lnTo>
                  <a:lnTo>
                    <a:pt x="19156" y="81858"/>
                  </a:lnTo>
                  <a:cubicBezTo>
                    <a:pt x="20219" y="78351"/>
                    <a:pt x="21281" y="74844"/>
                    <a:pt x="22167" y="71177"/>
                  </a:cubicBezTo>
                  <a:cubicBezTo>
                    <a:pt x="22521" y="70220"/>
                    <a:pt x="23939" y="64960"/>
                    <a:pt x="24116" y="64003"/>
                  </a:cubicBezTo>
                  <a:cubicBezTo>
                    <a:pt x="24647" y="62568"/>
                    <a:pt x="30138" y="53641"/>
                    <a:pt x="36161" y="49336"/>
                  </a:cubicBezTo>
                  <a:cubicBezTo>
                    <a:pt x="40058" y="46785"/>
                    <a:pt x="45549" y="43756"/>
                    <a:pt x="53166" y="43756"/>
                  </a:cubicBezTo>
                  <a:cubicBezTo>
                    <a:pt x="60783" y="43756"/>
                    <a:pt x="62731" y="49177"/>
                    <a:pt x="62731" y="54916"/>
                  </a:cubicBezTo>
                  <a:cubicBezTo>
                    <a:pt x="62731" y="63525"/>
                    <a:pt x="56000" y="80902"/>
                    <a:pt x="51749" y="90627"/>
                  </a:cubicBezTo>
                  <a:cubicBezTo>
                    <a:pt x="50332" y="94293"/>
                    <a:pt x="49446" y="96206"/>
                    <a:pt x="49446" y="99395"/>
                  </a:cubicBezTo>
                  <a:cubicBezTo>
                    <a:pt x="49446" y="106888"/>
                    <a:pt x="55646" y="112467"/>
                    <a:pt x="63971" y="112467"/>
                  </a:cubicBezTo>
                  <a:cubicBezTo>
                    <a:pt x="80622" y="112467"/>
                    <a:pt x="87176" y="89192"/>
                    <a:pt x="87176" y="87916"/>
                  </a:cubicBezTo>
                  <a:cubicBezTo>
                    <a:pt x="87176" y="86322"/>
                    <a:pt x="85582" y="86322"/>
                    <a:pt x="85050" y="86322"/>
                  </a:cubicBezTo>
                  <a:cubicBezTo>
                    <a:pt x="83279" y="86322"/>
                    <a:pt x="83279" y="86800"/>
                    <a:pt x="82393" y="89192"/>
                  </a:cubicBezTo>
                  <a:cubicBezTo>
                    <a:pt x="79736" y="97641"/>
                    <a:pt x="74068" y="108960"/>
                    <a:pt x="64325" y="108960"/>
                  </a:cubicBezTo>
                  <a:cubicBezTo>
                    <a:pt x="61314" y="108960"/>
                    <a:pt x="60074" y="107366"/>
                    <a:pt x="60074" y="103699"/>
                  </a:cubicBezTo>
                  <a:cubicBezTo>
                    <a:pt x="60074" y="99714"/>
                    <a:pt x="61668" y="95887"/>
                    <a:pt x="63263" y="92380"/>
                  </a:cubicBezTo>
                  <a:cubicBezTo>
                    <a:pt x="66097" y="85525"/>
                    <a:pt x="74068" y="66554"/>
                    <a:pt x="74068" y="57307"/>
                  </a:cubicBezTo>
                  <a:cubicBezTo>
                    <a:pt x="74068" y="46945"/>
                    <a:pt x="66983" y="40249"/>
                    <a:pt x="53697" y="40249"/>
                  </a:cubicBezTo>
                  <a:cubicBezTo>
                    <a:pt x="42538" y="40249"/>
                    <a:pt x="34035" y="45191"/>
                    <a:pt x="27481" y="52525"/>
                  </a:cubicBezTo>
                  <a:lnTo>
                    <a:pt x="41298" y="1828"/>
                  </a:lnTo>
                  <a:close/>
                </a:path>
              </a:pathLst>
            </a:custGeom>
            <a:solidFill>
              <a:srgbClr val="000000"/>
            </a:solidFill>
            <a:ln w="1524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/>
            </a:p>
          </p:txBody>
        </p:sp>
        <p:sp>
          <p:nvSpPr>
            <p:cNvPr id="47" name="任意形状 46">
              <a:extLst>
                <a:ext uri="{FF2B5EF4-FFF2-40B4-BE49-F238E27FC236}">
                  <a16:creationId xmlns:a16="http://schemas.microsoft.com/office/drawing/2014/main" id="{87859947-9644-1148-511F-AC07A029607D}"/>
                </a:ext>
              </a:extLst>
            </p:cNvPr>
            <p:cNvSpPr/>
            <p:nvPr>
              <p:custDataLst>
                <p:tags r:id="rId295"/>
              </p:custDataLst>
            </p:nvPr>
          </p:nvSpPr>
          <p:spPr>
            <a:xfrm>
              <a:off x="6254321" y="3718767"/>
              <a:ext cx="20724" cy="47667"/>
            </a:xfrm>
            <a:custGeom>
              <a:avLst/>
              <a:gdLst>
                <a:gd name="connsiteX0" fmla="*/ 20933 w 20724"/>
                <a:gd name="connsiteY0" fmla="*/ 16814 h 47667"/>
                <a:gd name="connsiteX1" fmla="*/ 9596 w 20724"/>
                <a:gd name="connsiteY1" fmla="*/ 75 h 47667"/>
                <a:gd name="connsiteX2" fmla="*/ 208 w 20724"/>
                <a:gd name="connsiteY2" fmla="*/ 8524 h 47667"/>
                <a:gd name="connsiteX3" fmla="*/ 9596 w 20724"/>
                <a:gd name="connsiteY3" fmla="*/ 16973 h 47667"/>
                <a:gd name="connsiteX4" fmla="*/ 15796 w 20724"/>
                <a:gd name="connsiteY4" fmla="*/ 14901 h 47667"/>
                <a:gd name="connsiteX5" fmla="*/ 16682 w 20724"/>
                <a:gd name="connsiteY5" fmla="*/ 14423 h 47667"/>
                <a:gd name="connsiteX6" fmla="*/ 17036 w 20724"/>
                <a:gd name="connsiteY6" fmla="*/ 16814 h 47667"/>
                <a:gd name="connsiteX7" fmla="*/ 4991 w 20724"/>
                <a:gd name="connsiteY7" fmla="*/ 43438 h 47667"/>
                <a:gd name="connsiteX8" fmla="*/ 3042 w 20724"/>
                <a:gd name="connsiteY8" fmla="*/ 45988 h 47667"/>
                <a:gd name="connsiteX9" fmla="*/ 4814 w 20724"/>
                <a:gd name="connsiteY9" fmla="*/ 47742 h 47667"/>
                <a:gd name="connsiteX10" fmla="*/ 20933 w 20724"/>
                <a:gd name="connsiteY10" fmla="*/ 16814 h 476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0724" h="47667">
                  <a:moveTo>
                    <a:pt x="20933" y="16814"/>
                  </a:moveTo>
                  <a:cubicBezTo>
                    <a:pt x="20933" y="6292"/>
                    <a:pt x="16505" y="75"/>
                    <a:pt x="9596" y="75"/>
                  </a:cubicBezTo>
                  <a:cubicBezTo>
                    <a:pt x="3751" y="75"/>
                    <a:pt x="208" y="4060"/>
                    <a:pt x="208" y="8524"/>
                  </a:cubicBezTo>
                  <a:cubicBezTo>
                    <a:pt x="208" y="12828"/>
                    <a:pt x="3751" y="16973"/>
                    <a:pt x="9596" y="16973"/>
                  </a:cubicBezTo>
                  <a:cubicBezTo>
                    <a:pt x="11722" y="16973"/>
                    <a:pt x="14025" y="16336"/>
                    <a:pt x="15796" y="14901"/>
                  </a:cubicBezTo>
                  <a:cubicBezTo>
                    <a:pt x="16327" y="14582"/>
                    <a:pt x="16505" y="14423"/>
                    <a:pt x="16682" y="14423"/>
                  </a:cubicBezTo>
                  <a:cubicBezTo>
                    <a:pt x="16859" y="14423"/>
                    <a:pt x="17036" y="14582"/>
                    <a:pt x="17036" y="16814"/>
                  </a:cubicBezTo>
                  <a:cubicBezTo>
                    <a:pt x="17036" y="28611"/>
                    <a:pt x="10836" y="38177"/>
                    <a:pt x="4991" y="43438"/>
                  </a:cubicBezTo>
                  <a:cubicBezTo>
                    <a:pt x="3042" y="45191"/>
                    <a:pt x="3042" y="45510"/>
                    <a:pt x="3042" y="45988"/>
                  </a:cubicBezTo>
                  <a:cubicBezTo>
                    <a:pt x="3042" y="47104"/>
                    <a:pt x="3928" y="47742"/>
                    <a:pt x="4814" y="47742"/>
                  </a:cubicBezTo>
                  <a:cubicBezTo>
                    <a:pt x="6762" y="47742"/>
                    <a:pt x="20933" y="35466"/>
                    <a:pt x="20933" y="16814"/>
                  </a:cubicBezTo>
                  <a:close/>
                </a:path>
              </a:pathLst>
            </a:custGeom>
            <a:solidFill>
              <a:srgbClr val="000000"/>
            </a:solidFill>
            <a:ln w="1524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/>
            </a:p>
          </p:txBody>
        </p:sp>
        <p:sp>
          <p:nvSpPr>
            <p:cNvPr id="48" name="任意形状 47">
              <a:extLst>
                <a:ext uri="{FF2B5EF4-FFF2-40B4-BE49-F238E27FC236}">
                  <a16:creationId xmlns:a16="http://schemas.microsoft.com/office/drawing/2014/main" id="{1B55447C-EFDB-A49F-1ECD-B352478F7D85}"/>
                </a:ext>
              </a:extLst>
            </p:cNvPr>
            <p:cNvSpPr/>
            <p:nvPr>
              <p:custDataLst>
                <p:tags r:id="rId296"/>
              </p:custDataLst>
            </p:nvPr>
          </p:nvSpPr>
          <p:spPr>
            <a:xfrm>
              <a:off x="6321888" y="3635867"/>
              <a:ext cx="54380" cy="101551"/>
            </a:xfrm>
            <a:custGeom>
              <a:avLst/>
              <a:gdLst>
                <a:gd name="connsiteX0" fmla="*/ 32628 w 54380"/>
                <a:gd name="connsiteY0" fmla="*/ 36104 h 101551"/>
                <a:gd name="connsiteX1" fmla="*/ 49279 w 54380"/>
                <a:gd name="connsiteY1" fmla="*/ 36104 h 101551"/>
                <a:gd name="connsiteX2" fmla="*/ 54593 w 54380"/>
                <a:gd name="connsiteY2" fmla="*/ 32916 h 101551"/>
                <a:gd name="connsiteX3" fmla="*/ 49633 w 54380"/>
                <a:gd name="connsiteY3" fmla="*/ 31162 h 101551"/>
                <a:gd name="connsiteX4" fmla="*/ 34045 w 54380"/>
                <a:gd name="connsiteY4" fmla="*/ 31162 h 101551"/>
                <a:gd name="connsiteX5" fmla="*/ 41308 w 54380"/>
                <a:gd name="connsiteY5" fmla="*/ 4379 h 101551"/>
                <a:gd name="connsiteX6" fmla="*/ 36171 w 54380"/>
                <a:gd name="connsiteY6" fmla="*/ 75 h 101551"/>
                <a:gd name="connsiteX7" fmla="*/ 29086 w 54380"/>
                <a:gd name="connsiteY7" fmla="*/ 5814 h 101551"/>
                <a:gd name="connsiteX8" fmla="*/ 22177 w 54380"/>
                <a:gd name="connsiteY8" fmla="*/ 31162 h 101551"/>
                <a:gd name="connsiteX9" fmla="*/ 5527 w 54380"/>
                <a:gd name="connsiteY9" fmla="*/ 31162 h 101551"/>
                <a:gd name="connsiteX10" fmla="*/ 212 w 54380"/>
                <a:gd name="connsiteY10" fmla="*/ 34191 h 101551"/>
                <a:gd name="connsiteX11" fmla="*/ 5172 w 54380"/>
                <a:gd name="connsiteY11" fmla="*/ 36104 h 101551"/>
                <a:gd name="connsiteX12" fmla="*/ 20760 w 54380"/>
                <a:gd name="connsiteY12" fmla="*/ 36104 h 101551"/>
                <a:gd name="connsiteX13" fmla="*/ 7298 w 54380"/>
                <a:gd name="connsiteY13" fmla="*/ 86960 h 101551"/>
                <a:gd name="connsiteX14" fmla="*/ 23594 w 54380"/>
                <a:gd name="connsiteY14" fmla="*/ 101627 h 101551"/>
                <a:gd name="connsiteX15" fmla="*/ 51759 w 54380"/>
                <a:gd name="connsiteY15" fmla="*/ 77076 h 101551"/>
                <a:gd name="connsiteX16" fmla="*/ 49633 w 54380"/>
                <a:gd name="connsiteY16" fmla="*/ 75481 h 101551"/>
                <a:gd name="connsiteX17" fmla="*/ 46976 w 54380"/>
                <a:gd name="connsiteY17" fmla="*/ 77713 h 101551"/>
                <a:gd name="connsiteX18" fmla="*/ 23949 w 54380"/>
                <a:gd name="connsiteY18" fmla="*/ 98119 h 101551"/>
                <a:gd name="connsiteX19" fmla="*/ 18457 w 54380"/>
                <a:gd name="connsiteY19" fmla="*/ 90786 h 101551"/>
                <a:gd name="connsiteX20" fmla="*/ 19520 w 54380"/>
                <a:gd name="connsiteY20" fmla="*/ 83134 h 101551"/>
                <a:gd name="connsiteX21" fmla="*/ 32628 w 54380"/>
                <a:gd name="connsiteY21" fmla="*/ 36104 h 1015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54380" h="101551">
                  <a:moveTo>
                    <a:pt x="32628" y="36104"/>
                  </a:moveTo>
                  <a:lnTo>
                    <a:pt x="49279" y="36104"/>
                  </a:lnTo>
                  <a:cubicBezTo>
                    <a:pt x="52822" y="36104"/>
                    <a:pt x="54593" y="36104"/>
                    <a:pt x="54593" y="32916"/>
                  </a:cubicBezTo>
                  <a:cubicBezTo>
                    <a:pt x="54593" y="31162"/>
                    <a:pt x="52822" y="31162"/>
                    <a:pt x="49633" y="31162"/>
                  </a:cubicBezTo>
                  <a:lnTo>
                    <a:pt x="34045" y="31162"/>
                  </a:lnTo>
                  <a:cubicBezTo>
                    <a:pt x="40422" y="8524"/>
                    <a:pt x="41308" y="5336"/>
                    <a:pt x="41308" y="4379"/>
                  </a:cubicBezTo>
                  <a:cubicBezTo>
                    <a:pt x="41308" y="1669"/>
                    <a:pt x="39182" y="75"/>
                    <a:pt x="36171" y="75"/>
                  </a:cubicBezTo>
                  <a:cubicBezTo>
                    <a:pt x="35640" y="75"/>
                    <a:pt x="30680" y="234"/>
                    <a:pt x="29086" y="5814"/>
                  </a:cubicBezTo>
                  <a:lnTo>
                    <a:pt x="22177" y="31162"/>
                  </a:lnTo>
                  <a:lnTo>
                    <a:pt x="5527" y="31162"/>
                  </a:lnTo>
                  <a:cubicBezTo>
                    <a:pt x="1984" y="31162"/>
                    <a:pt x="212" y="31162"/>
                    <a:pt x="212" y="34191"/>
                  </a:cubicBezTo>
                  <a:cubicBezTo>
                    <a:pt x="212" y="36104"/>
                    <a:pt x="1630" y="36104"/>
                    <a:pt x="5172" y="36104"/>
                  </a:cubicBezTo>
                  <a:lnTo>
                    <a:pt x="20760" y="36104"/>
                  </a:lnTo>
                  <a:cubicBezTo>
                    <a:pt x="8006" y="81380"/>
                    <a:pt x="7298" y="84090"/>
                    <a:pt x="7298" y="86960"/>
                  </a:cubicBezTo>
                  <a:cubicBezTo>
                    <a:pt x="7298" y="95569"/>
                    <a:pt x="14029" y="101627"/>
                    <a:pt x="23594" y="101627"/>
                  </a:cubicBezTo>
                  <a:cubicBezTo>
                    <a:pt x="41662" y="101627"/>
                    <a:pt x="51759" y="78351"/>
                    <a:pt x="51759" y="77076"/>
                  </a:cubicBezTo>
                  <a:cubicBezTo>
                    <a:pt x="51759" y="75481"/>
                    <a:pt x="50342" y="75481"/>
                    <a:pt x="49633" y="75481"/>
                  </a:cubicBezTo>
                  <a:cubicBezTo>
                    <a:pt x="48039" y="75481"/>
                    <a:pt x="47862" y="75960"/>
                    <a:pt x="46976" y="77713"/>
                  </a:cubicBezTo>
                  <a:cubicBezTo>
                    <a:pt x="39359" y="94293"/>
                    <a:pt x="29971" y="98119"/>
                    <a:pt x="23949" y="98119"/>
                  </a:cubicBezTo>
                  <a:cubicBezTo>
                    <a:pt x="20229" y="98119"/>
                    <a:pt x="18457" y="96047"/>
                    <a:pt x="18457" y="90786"/>
                  </a:cubicBezTo>
                  <a:cubicBezTo>
                    <a:pt x="18457" y="86960"/>
                    <a:pt x="18812" y="85844"/>
                    <a:pt x="19520" y="83134"/>
                  </a:cubicBezTo>
                  <a:lnTo>
                    <a:pt x="32628" y="36104"/>
                  </a:lnTo>
                  <a:close/>
                </a:path>
              </a:pathLst>
            </a:custGeom>
            <a:solidFill>
              <a:srgbClr val="000000"/>
            </a:solidFill>
            <a:ln w="1524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/>
            </a:p>
          </p:txBody>
        </p:sp>
        <p:sp>
          <p:nvSpPr>
            <p:cNvPr id="49" name="任意形状 48">
              <a:extLst>
                <a:ext uri="{FF2B5EF4-FFF2-40B4-BE49-F238E27FC236}">
                  <a16:creationId xmlns:a16="http://schemas.microsoft.com/office/drawing/2014/main" id="{370C733F-E818-F197-AB93-20A5240EE07D}"/>
                </a:ext>
              </a:extLst>
            </p:cNvPr>
            <p:cNvSpPr/>
            <p:nvPr>
              <p:custDataLst>
                <p:tags r:id="rId297"/>
              </p:custDataLst>
            </p:nvPr>
          </p:nvSpPr>
          <p:spPr>
            <a:xfrm>
              <a:off x="6391876" y="3616099"/>
              <a:ext cx="41095" cy="159422"/>
            </a:xfrm>
            <a:custGeom>
              <a:avLst/>
              <a:gdLst>
                <a:gd name="connsiteX0" fmla="*/ 41312 w 41095"/>
                <a:gd name="connsiteY0" fmla="*/ 79786 h 159422"/>
                <a:gd name="connsiteX1" fmla="*/ 29621 w 41095"/>
                <a:gd name="connsiteY1" fmla="*/ 30046 h 159422"/>
                <a:gd name="connsiteX2" fmla="*/ 1987 w 41095"/>
                <a:gd name="connsiteY2" fmla="*/ 75 h 159422"/>
                <a:gd name="connsiteX3" fmla="*/ 216 w 41095"/>
                <a:gd name="connsiteY3" fmla="*/ 1669 h 159422"/>
                <a:gd name="connsiteX4" fmla="*/ 3582 w 41095"/>
                <a:gd name="connsiteY4" fmla="*/ 5336 h 159422"/>
                <a:gd name="connsiteX5" fmla="*/ 31038 w 41095"/>
                <a:gd name="connsiteY5" fmla="*/ 79786 h 159422"/>
                <a:gd name="connsiteX6" fmla="*/ 2519 w 41095"/>
                <a:gd name="connsiteY6" fmla="*/ 155192 h 159422"/>
                <a:gd name="connsiteX7" fmla="*/ 216 w 41095"/>
                <a:gd name="connsiteY7" fmla="*/ 157903 h 159422"/>
                <a:gd name="connsiteX8" fmla="*/ 1987 w 41095"/>
                <a:gd name="connsiteY8" fmla="*/ 159497 h 159422"/>
                <a:gd name="connsiteX9" fmla="*/ 30152 w 41095"/>
                <a:gd name="connsiteY9" fmla="*/ 128410 h 159422"/>
                <a:gd name="connsiteX10" fmla="*/ 41312 w 41095"/>
                <a:gd name="connsiteY10" fmla="*/ 79786 h 1594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41095" h="159422">
                  <a:moveTo>
                    <a:pt x="41312" y="79786"/>
                  </a:moveTo>
                  <a:cubicBezTo>
                    <a:pt x="41312" y="67351"/>
                    <a:pt x="39363" y="48061"/>
                    <a:pt x="29621" y="30046"/>
                  </a:cubicBezTo>
                  <a:cubicBezTo>
                    <a:pt x="18992" y="10437"/>
                    <a:pt x="3759" y="75"/>
                    <a:pt x="1987" y="75"/>
                  </a:cubicBezTo>
                  <a:cubicBezTo>
                    <a:pt x="925" y="75"/>
                    <a:pt x="216" y="712"/>
                    <a:pt x="216" y="1669"/>
                  </a:cubicBezTo>
                  <a:cubicBezTo>
                    <a:pt x="216" y="2147"/>
                    <a:pt x="216" y="2466"/>
                    <a:pt x="3582" y="5336"/>
                  </a:cubicBezTo>
                  <a:cubicBezTo>
                    <a:pt x="20941" y="21118"/>
                    <a:pt x="31038" y="46467"/>
                    <a:pt x="31038" y="79786"/>
                  </a:cubicBezTo>
                  <a:cubicBezTo>
                    <a:pt x="31038" y="107047"/>
                    <a:pt x="24484" y="135105"/>
                    <a:pt x="2519" y="155192"/>
                  </a:cubicBezTo>
                  <a:cubicBezTo>
                    <a:pt x="216" y="157106"/>
                    <a:pt x="216" y="157424"/>
                    <a:pt x="216" y="157903"/>
                  </a:cubicBezTo>
                  <a:cubicBezTo>
                    <a:pt x="216" y="158859"/>
                    <a:pt x="925" y="159497"/>
                    <a:pt x="1987" y="159497"/>
                  </a:cubicBezTo>
                  <a:cubicBezTo>
                    <a:pt x="3759" y="159497"/>
                    <a:pt x="19701" y="148656"/>
                    <a:pt x="30152" y="128410"/>
                  </a:cubicBezTo>
                  <a:cubicBezTo>
                    <a:pt x="39186" y="110873"/>
                    <a:pt x="41312" y="93177"/>
                    <a:pt x="41312" y="79786"/>
                  </a:cubicBezTo>
                  <a:close/>
                </a:path>
              </a:pathLst>
            </a:custGeom>
            <a:solidFill>
              <a:srgbClr val="000000"/>
            </a:solidFill>
            <a:ln w="1524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/>
            </a:p>
          </p:txBody>
        </p:sp>
        <p:sp>
          <p:nvSpPr>
            <p:cNvPr id="50" name="任意形状 49">
              <a:extLst>
                <a:ext uri="{FF2B5EF4-FFF2-40B4-BE49-F238E27FC236}">
                  <a16:creationId xmlns:a16="http://schemas.microsoft.com/office/drawing/2014/main" id="{C5BD6C4C-9285-8356-91EB-32FE85393D97}"/>
                </a:ext>
              </a:extLst>
            </p:cNvPr>
            <p:cNvSpPr/>
            <p:nvPr>
              <p:custDataLst>
                <p:tags r:id="rId298"/>
              </p:custDataLst>
            </p:nvPr>
          </p:nvSpPr>
          <p:spPr>
            <a:xfrm>
              <a:off x="6520948" y="3616099"/>
              <a:ext cx="7085" cy="159422"/>
            </a:xfrm>
            <a:custGeom>
              <a:avLst/>
              <a:gdLst>
                <a:gd name="connsiteX0" fmla="*/ 7308 w 7085"/>
                <a:gd name="connsiteY0" fmla="*/ 5814 h 159422"/>
                <a:gd name="connsiteX1" fmla="*/ 3765 w 7085"/>
                <a:gd name="connsiteY1" fmla="*/ 75 h 159422"/>
                <a:gd name="connsiteX2" fmla="*/ 223 w 7085"/>
                <a:gd name="connsiteY2" fmla="*/ 5814 h 159422"/>
                <a:gd name="connsiteX3" fmla="*/ 223 w 7085"/>
                <a:gd name="connsiteY3" fmla="*/ 153758 h 159422"/>
                <a:gd name="connsiteX4" fmla="*/ 3765 w 7085"/>
                <a:gd name="connsiteY4" fmla="*/ 159497 h 159422"/>
                <a:gd name="connsiteX5" fmla="*/ 7308 w 7085"/>
                <a:gd name="connsiteY5" fmla="*/ 153758 h 159422"/>
                <a:gd name="connsiteX6" fmla="*/ 7308 w 7085"/>
                <a:gd name="connsiteY6" fmla="*/ 5814 h 1594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085" h="159422">
                  <a:moveTo>
                    <a:pt x="7308" y="5814"/>
                  </a:moveTo>
                  <a:cubicBezTo>
                    <a:pt x="7308" y="2944"/>
                    <a:pt x="7308" y="75"/>
                    <a:pt x="3765" y="75"/>
                  </a:cubicBezTo>
                  <a:cubicBezTo>
                    <a:pt x="223" y="75"/>
                    <a:pt x="223" y="2944"/>
                    <a:pt x="223" y="5814"/>
                  </a:cubicBezTo>
                  <a:lnTo>
                    <a:pt x="223" y="153758"/>
                  </a:lnTo>
                  <a:cubicBezTo>
                    <a:pt x="223" y="156627"/>
                    <a:pt x="223" y="159497"/>
                    <a:pt x="3765" y="159497"/>
                  </a:cubicBezTo>
                  <a:cubicBezTo>
                    <a:pt x="7308" y="159497"/>
                    <a:pt x="7308" y="156627"/>
                    <a:pt x="7308" y="153758"/>
                  </a:cubicBezTo>
                  <a:lnTo>
                    <a:pt x="7308" y="5814"/>
                  </a:lnTo>
                  <a:close/>
                </a:path>
              </a:pathLst>
            </a:custGeom>
            <a:solidFill>
              <a:srgbClr val="000000"/>
            </a:solidFill>
            <a:ln w="1524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/>
            </a:p>
          </p:txBody>
        </p:sp>
        <p:sp>
          <p:nvSpPr>
            <p:cNvPr id="51" name="任意形状 50">
              <a:extLst>
                <a:ext uri="{FF2B5EF4-FFF2-40B4-BE49-F238E27FC236}">
                  <a16:creationId xmlns:a16="http://schemas.microsoft.com/office/drawing/2014/main" id="{B46B4E1C-DF46-0C78-E362-51BC9C18BB5C}"/>
                </a:ext>
              </a:extLst>
            </p:cNvPr>
            <p:cNvSpPr/>
            <p:nvPr>
              <p:custDataLst>
                <p:tags r:id="rId299"/>
              </p:custDataLst>
            </p:nvPr>
          </p:nvSpPr>
          <p:spPr>
            <a:xfrm>
              <a:off x="6615813" y="3616099"/>
              <a:ext cx="41095" cy="159422"/>
            </a:xfrm>
            <a:custGeom>
              <a:avLst/>
              <a:gdLst>
                <a:gd name="connsiteX0" fmla="*/ 41324 w 41095"/>
                <a:gd name="connsiteY0" fmla="*/ 157903 h 159422"/>
                <a:gd name="connsiteX1" fmla="*/ 38312 w 41095"/>
                <a:gd name="connsiteY1" fmla="*/ 154395 h 159422"/>
                <a:gd name="connsiteX2" fmla="*/ 10502 w 41095"/>
                <a:gd name="connsiteY2" fmla="*/ 79786 h 159422"/>
                <a:gd name="connsiteX3" fmla="*/ 39021 w 41095"/>
                <a:gd name="connsiteY3" fmla="*/ 4379 h 159422"/>
                <a:gd name="connsiteX4" fmla="*/ 41324 w 41095"/>
                <a:gd name="connsiteY4" fmla="*/ 1669 h 159422"/>
                <a:gd name="connsiteX5" fmla="*/ 39552 w 41095"/>
                <a:gd name="connsiteY5" fmla="*/ 75 h 159422"/>
                <a:gd name="connsiteX6" fmla="*/ 11388 w 41095"/>
                <a:gd name="connsiteY6" fmla="*/ 31162 h 159422"/>
                <a:gd name="connsiteX7" fmla="*/ 228 w 41095"/>
                <a:gd name="connsiteY7" fmla="*/ 79786 h 159422"/>
                <a:gd name="connsiteX8" fmla="*/ 11919 w 41095"/>
                <a:gd name="connsiteY8" fmla="*/ 129526 h 159422"/>
                <a:gd name="connsiteX9" fmla="*/ 39552 w 41095"/>
                <a:gd name="connsiteY9" fmla="*/ 159497 h 159422"/>
                <a:gd name="connsiteX10" fmla="*/ 41324 w 41095"/>
                <a:gd name="connsiteY10" fmla="*/ 157903 h 1594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41095" h="159422">
                  <a:moveTo>
                    <a:pt x="41324" y="157903"/>
                  </a:moveTo>
                  <a:cubicBezTo>
                    <a:pt x="41324" y="157424"/>
                    <a:pt x="41324" y="157106"/>
                    <a:pt x="38312" y="154395"/>
                  </a:cubicBezTo>
                  <a:cubicBezTo>
                    <a:pt x="16170" y="134308"/>
                    <a:pt x="10502" y="104177"/>
                    <a:pt x="10502" y="79786"/>
                  </a:cubicBezTo>
                  <a:cubicBezTo>
                    <a:pt x="10502" y="52046"/>
                    <a:pt x="17233" y="24307"/>
                    <a:pt x="39021" y="4379"/>
                  </a:cubicBezTo>
                  <a:cubicBezTo>
                    <a:pt x="41324" y="2466"/>
                    <a:pt x="41324" y="2147"/>
                    <a:pt x="41324" y="1669"/>
                  </a:cubicBezTo>
                  <a:cubicBezTo>
                    <a:pt x="41324" y="553"/>
                    <a:pt x="40615" y="75"/>
                    <a:pt x="39552" y="75"/>
                  </a:cubicBezTo>
                  <a:cubicBezTo>
                    <a:pt x="37781" y="75"/>
                    <a:pt x="21839" y="10915"/>
                    <a:pt x="11388" y="31162"/>
                  </a:cubicBezTo>
                  <a:cubicBezTo>
                    <a:pt x="2354" y="48698"/>
                    <a:pt x="228" y="66394"/>
                    <a:pt x="228" y="79786"/>
                  </a:cubicBezTo>
                  <a:cubicBezTo>
                    <a:pt x="228" y="92221"/>
                    <a:pt x="2177" y="111511"/>
                    <a:pt x="11919" y="129526"/>
                  </a:cubicBezTo>
                  <a:cubicBezTo>
                    <a:pt x="22547" y="149134"/>
                    <a:pt x="37781" y="159497"/>
                    <a:pt x="39552" y="159497"/>
                  </a:cubicBezTo>
                  <a:cubicBezTo>
                    <a:pt x="40615" y="159497"/>
                    <a:pt x="41324" y="159019"/>
                    <a:pt x="41324" y="157903"/>
                  </a:cubicBezTo>
                  <a:close/>
                </a:path>
              </a:pathLst>
            </a:custGeom>
            <a:solidFill>
              <a:srgbClr val="000000"/>
            </a:solidFill>
            <a:ln w="1524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/>
            </a:p>
          </p:txBody>
        </p:sp>
        <p:sp>
          <p:nvSpPr>
            <p:cNvPr id="52" name="任意形状 51">
              <a:extLst>
                <a:ext uri="{FF2B5EF4-FFF2-40B4-BE49-F238E27FC236}">
                  <a16:creationId xmlns:a16="http://schemas.microsoft.com/office/drawing/2014/main" id="{653D73FD-A49B-1EB0-F2D9-9DEC496E82E0}"/>
                </a:ext>
              </a:extLst>
            </p:cNvPr>
            <p:cNvSpPr/>
            <p:nvPr>
              <p:custDataLst>
                <p:tags r:id="rId300"/>
              </p:custDataLst>
            </p:nvPr>
          </p:nvSpPr>
          <p:spPr>
            <a:xfrm>
              <a:off x="6676906" y="3625027"/>
              <a:ext cx="86973" cy="112392"/>
            </a:xfrm>
            <a:custGeom>
              <a:avLst/>
              <a:gdLst>
                <a:gd name="connsiteX0" fmla="*/ 41328 w 86973"/>
                <a:gd name="connsiteY0" fmla="*/ 1828 h 112392"/>
                <a:gd name="connsiteX1" fmla="*/ 39025 w 86973"/>
                <a:gd name="connsiteY1" fmla="*/ 75 h 112392"/>
                <a:gd name="connsiteX2" fmla="*/ 17414 w 86973"/>
                <a:gd name="connsiteY2" fmla="*/ 1669 h 112392"/>
                <a:gd name="connsiteX3" fmla="*/ 14049 w 86973"/>
                <a:gd name="connsiteY3" fmla="*/ 4857 h 112392"/>
                <a:gd name="connsiteX4" fmla="*/ 18300 w 86973"/>
                <a:gd name="connsiteY4" fmla="*/ 6770 h 112392"/>
                <a:gd name="connsiteX5" fmla="*/ 27157 w 86973"/>
                <a:gd name="connsiteY5" fmla="*/ 9481 h 112392"/>
                <a:gd name="connsiteX6" fmla="*/ 26625 w 86973"/>
                <a:gd name="connsiteY6" fmla="*/ 12669 h 112392"/>
                <a:gd name="connsiteX7" fmla="*/ 941 w 86973"/>
                <a:gd name="connsiteY7" fmla="*/ 104496 h 112392"/>
                <a:gd name="connsiteX8" fmla="*/ 232 w 86973"/>
                <a:gd name="connsiteY8" fmla="*/ 108004 h 112392"/>
                <a:gd name="connsiteX9" fmla="*/ 5369 w 86973"/>
                <a:gd name="connsiteY9" fmla="*/ 112467 h 112392"/>
                <a:gd name="connsiteX10" fmla="*/ 11923 w 86973"/>
                <a:gd name="connsiteY10" fmla="*/ 108322 h 112392"/>
                <a:gd name="connsiteX11" fmla="*/ 15289 w 86973"/>
                <a:gd name="connsiteY11" fmla="*/ 96206 h 112392"/>
                <a:gd name="connsiteX12" fmla="*/ 19186 w 86973"/>
                <a:gd name="connsiteY12" fmla="*/ 81858 h 112392"/>
                <a:gd name="connsiteX13" fmla="*/ 22197 w 86973"/>
                <a:gd name="connsiteY13" fmla="*/ 71177 h 112392"/>
                <a:gd name="connsiteX14" fmla="*/ 24145 w 86973"/>
                <a:gd name="connsiteY14" fmla="*/ 64003 h 112392"/>
                <a:gd name="connsiteX15" fmla="*/ 36191 w 86973"/>
                <a:gd name="connsiteY15" fmla="*/ 49336 h 112392"/>
                <a:gd name="connsiteX16" fmla="*/ 53196 w 86973"/>
                <a:gd name="connsiteY16" fmla="*/ 43756 h 112392"/>
                <a:gd name="connsiteX17" fmla="*/ 62761 w 86973"/>
                <a:gd name="connsiteY17" fmla="*/ 54916 h 112392"/>
                <a:gd name="connsiteX18" fmla="*/ 51779 w 86973"/>
                <a:gd name="connsiteY18" fmla="*/ 90627 h 112392"/>
                <a:gd name="connsiteX19" fmla="*/ 49476 w 86973"/>
                <a:gd name="connsiteY19" fmla="*/ 99395 h 112392"/>
                <a:gd name="connsiteX20" fmla="*/ 64001 w 86973"/>
                <a:gd name="connsiteY20" fmla="*/ 112467 h 112392"/>
                <a:gd name="connsiteX21" fmla="*/ 87206 w 86973"/>
                <a:gd name="connsiteY21" fmla="*/ 87916 h 112392"/>
                <a:gd name="connsiteX22" fmla="*/ 85080 w 86973"/>
                <a:gd name="connsiteY22" fmla="*/ 86322 h 112392"/>
                <a:gd name="connsiteX23" fmla="*/ 82423 w 86973"/>
                <a:gd name="connsiteY23" fmla="*/ 89192 h 112392"/>
                <a:gd name="connsiteX24" fmla="*/ 64355 w 86973"/>
                <a:gd name="connsiteY24" fmla="*/ 108960 h 112392"/>
                <a:gd name="connsiteX25" fmla="*/ 60104 w 86973"/>
                <a:gd name="connsiteY25" fmla="*/ 103699 h 112392"/>
                <a:gd name="connsiteX26" fmla="*/ 63292 w 86973"/>
                <a:gd name="connsiteY26" fmla="*/ 92380 h 112392"/>
                <a:gd name="connsiteX27" fmla="*/ 74098 w 86973"/>
                <a:gd name="connsiteY27" fmla="*/ 57307 h 112392"/>
                <a:gd name="connsiteX28" fmla="*/ 53727 w 86973"/>
                <a:gd name="connsiteY28" fmla="*/ 40249 h 112392"/>
                <a:gd name="connsiteX29" fmla="*/ 27511 w 86973"/>
                <a:gd name="connsiteY29" fmla="*/ 52525 h 112392"/>
                <a:gd name="connsiteX30" fmla="*/ 41328 w 86973"/>
                <a:gd name="connsiteY30" fmla="*/ 1828 h 11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86973" h="112392">
                  <a:moveTo>
                    <a:pt x="41328" y="1828"/>
                  </a:moveTo>
                  <a:cubicBezTo>
                    <a:pt x="41328" y="1669"/>
                    <a:pt x="41328" y="75"/>
                    <a:pt x="39025" y="75"/>
                  </a:cubicBezTo>
                  <a:cubicBezTo>
                    <a:pt x="34951" y="75"/>
                    <a:pt x="22020" y="1350"/>
                    <a:pt x="17414" y="1669"/>
                  </a:cubicBezTo>
                  <a:cubicBezTo>
                    <a:pt x="15997" y="1828"/>
                    <a:pt x="14049" y="1988"/>
                    <a:pt x="14049" y="4857"/>
                  </a:cubicBezTo>
                  <a:cubicBezTo>
                    <a:pt x="14049" y="6770"/>
                    <a:pt x="15643" y="6770"/>
                    <a:pt x="18300" y="6770"/>
                  </a:cubicBezTo>
                  <a:cubicBezTo>
                    <a:pt x="26802" y="6770"/>
                    <a:pt x="27157" y="7886"/>
                    <a:pt x="27157" y="9481"/>
                  </a:cubicBezTo>
                  <a:lnTo>
                    <a:pt x="26625" y="12669"/>
                  </a:lnTo>
                  <a:lnTo>
                    <a:pt x="941" y="104496"/>
                  </a:lnTo>
                  <a:cubicBezTo>
                    <a:pt x="232" y="106728"/>
                    <a:pt x="232" y="107047"/>
                    <a:pt x="232" y="108004"/>
                  </a:cubicBezTo>
                  <a:cubicBezTo>
                    <a:pt x="232" y="111670"/>
                    <a:pt x="3775" y="112467"/>
                    <a:pt x="5369" y="112467"/>
                  </a:cubicBezTo>
                  <a:cubicBezTo>
                    <a:pt x="8203" y="112467"/>
                    <a:pt x="11037" y="110554"/>
                    <a:pt x="11923" y="108322"/>
                  </a:cubicBezTo>
                  <a:lnTo>
                    <a:pt x="15289" y="96206"/>
                  </a:lnTo>
                  <a:lnTo>
                    <a:pt x="19186" y="81858"/>
                  </a:lnTo>
                  <a:cubicBezTo>
                    <a:pt x="20248" y="78351"/>
                    <a:pt x="21311" y="74844"/>
                    <a:pt x="22197" y="71177"/>
                  </a:cubicBezTo>
                  <a:cubicBezTo>
                    <a:pt x="22551" y="70220"/>
                    <a:pt x="23968" y="64960"/>
                    <a:pt x="24145" y="64003"/>
                  </a:cubicBezTo>
                  <a:cubicBezTo>
                    <a:pt x="24677" y="62568"/>
                    <a:pt x="30168" y="53641"/>
                    <a:pt x="36191" y="49336"/>
                  </a:cubicBezTo>
                  <a:cubicBezTo>
                    <a:pt x="40088" y="46785"/>
                    <a:pt x="45579" y="43756"/>
                    <a:pt x="53196" y="43756"/>
                  </a:cubicBezTo>
                  <a:cubicBezTo>
                    <a:pt x="60813" y="43756"/>
                    <a:pt x="62761" y="49177"/>
                    <a:pt x="62761" y="54916"/>
                  </a:cubicBezTo>
                  <a:cubicBezTo>
                    <a:pt x="62761" y="63525"/>
                    <a:pt x="56030" y="80902"/>
                    <a:pt x="51779" y="90627"/>
                  </a:cubicBezTo>
                  <a:cubicBezTo>
                    <a:pt x="50362" y="94293"/>
                    <a:pt x="49476" y="96206"/>
                    <a:pt x="49476" y="99395"/>
                  </a:cubicBezTo>
                  <a:cubicBezTo>
                    <a:pt x="49476" y="106888"/>
                    <a:pt x="55676" y="112467"/>
                    <a:pt x="64001" y="112467"/>
                  </a:cubicBezTo>
                  <a:cubicBezTo>
                    <a:pt x="80652" y="112467"/>
                    <a:pt x="87206" y="89192"/>
                    <a:pt x="87206" y="87916"/>
                  </a:cubicBezTo>
                  <a:cubicBezTo>
                    <a:pt x="87206" y="86322"/>
                    <a:pt x="85612" y="86322"/>
                    <a:pt x="85080" y="86322"/>
                  </a:cubicBezTo>
                  <a:cubicBezTo>
                    <a:pt x="83309" y="86322"/>
                    <a:pt x="83309" y="86800"/>
                    <a:pt x="82423" y="89192"/>
                  </a:cubicBezTo>
                  <a:cubicBezTo>
                    <a:pt x="79766" y="97641"/>
                    <a:pt x="74098" y="108960"/>
                    <a:pt x="64355" y="108960"/>
                  </a:cubicBezTo>
                  <a:cubicBezTo>
                    <a:pt x="61344" y="108960"/>
                    <a:pt x="60104" y="107366"/>
                    <a:pt x="60104" y="103699"/>
                  </a:cubicBezTo>
                  <a:cubicBezTo>
                    <a:pt x="60104" y="99714"/>
                    <a:pt x="61698" y="95887"/>
                    <a:pt x="63292" y="92380"/>
                  </a:cubicBezTo>
                  <a:cubicBezTo>
                    <a:pt x="66127" y="85525"/>
                    <a:pt x="74098" y="66554"/>
                    <a:pt x="74098" y="57307"/>
                  </a:cubicBezTo>
                  <a:cubicBezTo>
                    <a:pt x="74098" y="46945"/>
                    <a:pt x="67012" y="40249"/>
                    <a:pt x="53727" y="40249"/>
                  </a:cubicBezTo>
                  <a:cubicBezTo>
                    <a:pt x="42568" y="40249"/>
                    <a:pt x="34065" y="45191"/>
                    <a:pt x="27511" y="52525"/>
                  </a:cubicBezTo>
                  <a:lnTo>
                    <a:pt x="41328" y="1828"/>
                  </a:lnTo>
                  <a:close/>
                </a:path>
              </a:pathLst>
            </a:custGeom>
            <a:solidFill>
              <a:srgbClr val="000000"/>
            </a:solidFill>
            <a:ln w="1524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/>
            </a:p>
          </p:txBody>
        </p:sp>
        <p:sp>
          <p:nvSpPr>
            <p:cNvPr id="53" name="任意形状 52">
              <a:extLst>
                <a:ext uri="{FF2B5EF4-FFF2-40B4-BE49-F238E27FC236}">
                  <a16:creationId xmlns:a16="http://schemas.microsoft.com/office/drawing/2014/main" id="{E8F4F273-9A5E-21A2-3F33-937B0B3C52E1}"/>
                </a:ext>
              </a:extLst>
            </p:cNvPr>
            <p:cNvSpPr/>
            <p:nvPr>
              <p:custDataLst>
                <p:tags r:id="rId301"/>
              </p:custDataLst>
            </p:nvPr>
          </p:nvSpPr>
          <p:spPr>
            <a:xfrm>
              <a:off x="6784455" y="3718767"/>
              <a:ext cx="20724" cy="47667"/>
            </a:xfrm>
            <a:custGeom>
              <a:avLst/>
              <a:gdLst>
                <a:gd name="connsiteX0" fmla="*/ 20963 w 20724"/>
                <a:gd name="connsiteY0" fmla="*/ 16814 h 47667"/>
                <a:gd name="connsiteX1" fmla="*/ 9626 w 20724"/>
                <a:gd name="connsiteY1" fmla="*/ 75 h 47667"/>
                <a:gd name="connsiteX2" fmla="*/ 238 w 20724"/>
                <a:gd name="connsiteY2" fmla="*/ 8524 h 47667"/>
                <a:gd name="connsiteX3" fmla="*/ 9626 w 20724"/>
                <a:gd name="connsiteY3" fmla="*/ 16973 h 47667"/>
                <a:gd name="connsiteX4" fmla="*/ 15826 w 20724"/>
                <a:gd name="connsiteY4" fmla="*/ 14901 h 47667"/>
                <a:gd name="connsiteX5" fmla="*/ 16711 w 20724"/>
                <a:gd name="connsiteY5" fmla="*/ 14423 h 47667"/>
                <a:gd name="connsiteX6" fmla="*/ 17066 w 20724"/>
                <a:gd name="connsiteY6" fmla="*/ 16814 h 47667"/>
                <a:gd name="connsiteX7" fmla="*/ 5021 w 20724"/>
                <a:gd name="connsiteY7" fmla="*/ 43438 h 47667"/>
                <a:gd name="connsiteX8" fmla="*/ 3072 w 20724"/>
                <a:gd name="connsiteY8" fmla="*/ 45988 h 47667"/>
                <a:gd name="connsiteX9" fmla="*/ 4843 w 20724"/>
                <a:gd name="connsiteY9" fmla="*/ 47742 h 47667"/>
                <a:gd name="connsiteX10" fmla="*/ 20963 w 20724"/>
                <a:gd name="connsiteY10" fmla="*/ 16814 h 476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0724" h="47667">
                  <a:moveTo>
                    <a:pt x="20963" y="16814"/>
                  </a:moveTo>
                  <a:cubicBezTo>
                    <a:pt x="20963" y="6292"/>
                    <a:pt x="16534" y="75"/>
                    <a:pt x="9626" y="75"/>
                  </a:cubicBezTo>
                  <a:cubicBezTo>
                    <a:pt x="3781" y="75"/>
                    <a:pt x="238" y="4060"/>
                    <a:pt x="238" y="8524"/>
                  </a:cubicBezTo>
                  <a:cubicBezTo>
                    <a:pt x="238" y="12828"/>
                    <a:pt x="3781" y="16973"/>
                    <a:pt x="9626" y="16973"/>
                  </a:cubicBezTo>
                  <a:cubicBezTo>
                    <a:pt x="11752" y="16973"/>
                    <a:pt x="14054" y="16336"/>
                    <a:pt x="15826" y="14901"/>
                  </a:cubicBezTo>
                  <a:cubicBezTo>
                    <a:pt x="16357" y="14582"/>
                    <a:pt x="16534" y="14423"/>
                    <a:pt x="16711" y="14423"/>
                  </a:cubicBezTo>
                  <a:cubicBezTo>
                    <a:pt x="16889" y="14423"/>
                    <a:pt x="17066" y="14582"/>
                    <a:pt x="17066" y="16814"/>
                  </a:cubicBezTo>
                  <a:cubicBezTo>
                    <a:pt x="17066" y="28611"/>
                    <a:pt x="10866" y="38177"/>
                    <a:pt x="5021" y="43438"/>
                  </a:cubicBezTo>
                  <a:cubicBezTo>
                    <a:pt x="3072" y="45191"/>
                    <a:pt x="3072" y="45510"/>
                    <a:pt x="3072" y="45988"/>
                  </a:cubicBezTo>
                  <a:cubicBezTo>
                    <a:pt x="3072" y="47104"/>
                    <a:pt x="3958" y="47742"/>
                    <a:pt x="4843" y="47742"/>
                  </a:cubicBezTo>
                  <a:cubicBezTo>
                    <a:pt x="6792" y="47742"/>
                    <a:pt x="20963" y="35466"/>
                    <a:pt x="20963" y="16814"/>
                  </a:cubicBezTo>
                  <a:close/>
                </a:path>
              </a:pathLst>
            </a:custGeom>
            <a:solidFill>
              <a:srgbClr val="000000"/>
            </a:solidFill>
            <a:ln w="1524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/>
            </a:p>
          </p:txBody>
        </p:sp>
        <p:sp>
          <p:nvSpPr>
            <p:cNvPr id="54" name="任意形状 53">
              <a:extLst>
                <a:ext uri="{FF2B5EF4-FFF2-40B4-BE49-F238E27FC236}">
                  <a16:creationId xmlns:a16="http://schemas.microsoft.com/office/drawing/2014/main" id="{BBAF2E10-287F-DA06-12BB-FCFAD28947C5}"/>
                </a:ext>
              </a:extLst>
            </p:cNvPr>
            <p:cNvSpPr/>
            <p:nvPr>
              <p:custDataLst>
                <p:tags r:id="rId302"/>
              </p:custDataLst>
            </p:nvPr>
          </p:nvSpPr>
          <p:spPr>
            <a:xfrm>
              <a:off x="6853085" y="3665201"/>
              <a:ext cx="72094" cy="72218"/>
            </a:xfrm>
            <a:custGeom>
              <a:avLst/>
              <a:gdLst>
                <a:gd name="connsiteX0" fmla="*/ 10693 w 72094"/>
                <a:gd name="connsiteY0" fmla="*/ 61133 h 72218"/>
                <a:gd name="connsiteX1" fmla="*/ 9099 w 72094"/>
                <a:gd name="connsiteY1" fmla="*/ 67989 h 72218"/>
                <a:gd name="connsiteX2" fmla="*/ 14236 w 72094"/>
                <a:gd name="connsiteY2" fmla="*/ 72293 h 72218"/>
                <a:gd name="connsiteX3" fmla="*/ 20790 w 72094"/>
                <a:gd name="connsiteY3" fmla="*/ 67829 h 72218"/>
                <a:gd name="connsiteX4" fmla="*/ 27875 w 72094"/>
                <a:gd name="connsiteY4" fmla="*/ 42640 h 72218"/>
                <a:gd name="connsiteX5" fmla="*/ 33544 w 72094"/>
                <a:gd name="connsiteY5" fmla="*/ 21916 h 72218"/>
                <a:gd name="connsiteX6" fmla="*/ 43463 w 72094"/>
                <a:gd name="connsiteY6" fmla="*/ 8843 h 72218"/>
                <a:gd name="connsiteX7" fmla="*/ 57634 w 72094"/>
                <a:gd name="connsiteY7" fmla="*/ 3582 h 72218"/>
                <a:gd name="connsiteX8" fmla="*/ 65074 w 72094"/>
                <a:gd name="connsiteY8" fmla="*/ 5495 h 72218"/>
                <a:gd name="connsiteX9" fmla="*/ 55863 w 72094"/>
                <a:gd name="connsiteY9" fmla="*/ 14263 h 72218"/>
                <a:gd name="connsiteX10" fmla="*/ 62594 w 72094"/>
                <a:gd name="connsiteY10" fmla="*/ 19843 h 72218"/>
                <a:gd name="connsiteX11" fmla="*/ 72337 w 72094"/>
                <a:gd name="connsiteY11" fmla="*/ 10437 h 72218"/>
                <a:gd name="connsiteX12" fmla="*/ 57634 w 72094"/>
                <a:gd name="connsiteY12" fmla="*/ 75 h 72218"/>
                <a:gd name="connsiteX13" fmla="*/ 34961 w 72094"/>
                <a:gd name="connsiteY13" fmla="*/ 12350 h 72218"/>
                <a:gd name="connsiteX14" fmla="*/ 18842 w 72094"/>
                <a:gd name="connsiteY14" fmla="*/ 75 h 72218"/>
                <a:gd name="connsiteX15" fmla="*/ 5733 w 72094"/>
                <a:gd name="connsiteY15" fmla="*/ 9162 h 72218"/>
                <a:gd name="connsiteX16" fmla="*/ 242 w 72094"/>
                <a:gd name="connsiteY16" fmla="*/ 24626 h 72218"/>
                <a:gd name="connsiteX17" fmla="*/ 2368 w 72094"/>
                <a:gd name="connsiteY17" fmla="*/ 26220 h 72218"/>
                <a:gd name="connsiteX18" fmla="*/ 5379 w 72094"/>
                <a:gd name="connsiteY18" fmla="*/ 22553 h 72218"/>
                <a:gd name="connsiteX19" fmla="*/ 18310 w 72094"/>
                <a:gd name="connsiteY19" fmla="*/ 3582 h 72218"/>
                <a:gd name="connsiteX20" fmla="*/ 23801 w 72094"/>
                <a:gd name="connsiteY20" fmla="*/ 10915 h 72218"/>
                <a:gd name="connsiteX21" fmla="*/ 20967 w 72094"/>
                <a:gd name="connsiteY21" fmla="*/ 24307 h 72218"/>
                <a:gd name="connsiteX22" fmla="*/ 10693 w 72094"/>
                <a:gd name="connsiteY22" fmla="*/ 61133 h 722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72094" h="72218">
                  <a:moveTo>
                    <a:pt x="10693" y="61133"/>
                  </a:moveTo>
                  <a:cubicBezTo>
                    <a:pt x="10162" y="63525"/>
                    <a:pt x="9099" y="67191"/>
                    <a:pt x="9099" y="67989"/>
                  </a:cubicBezTo>
                  <a:cubicBezTo>
                    <a:pt x="9099" y="70858"/>
                    <a:pt x="11579" y="72293"/>
                    <a:pt x="14236" y="72293"/>
                  </a:cubicBezTo>
                  <a:cubicBezTo>
                    <a:pt x="16362" y="72293"/>
                    <a:pt x="19550" y="71018"/>
                    <a:pt x="20790" y="67829"/>
                  </a:cubicBezTo>
                  <a:cubicBezTo>
                    <a:pt x="21144" y="67191"/>
                    <a:pt x="27167" y="45510"/>
                    <a:pt x="27875" y="42640"/>
                  </a:cubicBezTo>
                  <a:cubicBezTo>
                    <a:pt x="29293" y="37380"/>
                    <a:pt x="32481" y="26220"/>
                    <a:pt x="33544" y="21916"/>
                  </a:cubicBezTo>
                  <a:cubicBezTo>
                    <a:pt x="34252" y="19843"/>
                    <a:pt x="39212" y="12350"/>
                    <a:pt x="43463" y="8843"/>
                  </a:cubicBezTo>
                  <a:cubicBezTo>
                    <a:pt x="44880" y="7727"/>
                    <a:pt x="50017" y="3582"/>
                    <a:pt x="57634" y="3582"/>
                  </a:cubicBezTo>
                  <a:cubicBezTo>
                    <a:pt x="62240" y="3582"/>
                    <a:pt x="64897" y="5495"/>
                    <a:pt x="65074" y="5495"/>
                  </a:cubicBezTo>
                  <a:cubicBezTo>
                    <a:pt x="59760" y="6292"/>
                    <a:pt x="55863" y="10118"/>
                    <a:pt x="55863" y="14263"/>
                  </a:cubicBezTo>
                  <a:cubicBezTo>
                    <a:pt x="55863" y="16814"/>
                    <a:pt x="57811" y="19843"/>
                    <a:pt x="62594" y="19843"/>
                  </a:cubicBezTo>
                  <a:cubicBezTo>
                    <a:pt x="67377" y="19843"/>
                    <a:pt x="72337" y="16176"/>
                    <a:pt x="72337" y="10437"/>
                  </a:cubicBezTo>
                  <a:cubicBezTo>
                    <a:pt x="72337" y="4857"/>
                    <a:pt x="66668" y="75"/>
                    <a:pt x="57634" y="75"/>
                  </a:cubicBezTo>
                  <a:cubicBezTo>
                    <a:pt x="46120" y="75"/>
                    <a:pt x="38326" y="7886"/>
                    <a:pt x="34961" y="12350"/>
                  </a:cubicBezTo>
                  <a:cubicBezTo>
                    <a:pt x="33544" y="5176"/>
                    <a:pt x="27167" y="75"/>
                    <a:pt x="18842" y="75"/>
                  </a:cubicBezTo>
                  <a:cubicBezTo>
                    <a:pt x="10693" y="75"/>
                    <a:pt x="7328" y="6292"/>
                    <a:pt x="5733" y="9162"/>
                  </a:cubicBezTo>
                  <a:cubicBezTo>
                    <a:pt x="2545" y="14582"/>
                    <a:pt x="242" y="24147"/>
                    <a:pt x="242" y="24626"/>
                  </a:cubicBezTo>
                  <a:cubicBezTo>
                    <a:pt x="242" y="26220"/>
                    <a:pt x="2014" y="26220"/>
                    <a:pt x="2368" y="26220"/>
                  </a:cubicBezTo>
                  <a:cubicBezTo>
                    <a:pt x="4139" y="26220"/>
                    <a:pt x="4316" y="26061"/>
                    <a:pt x="5379" y="22553"/>
                  </a:cubicBezTo>
                  <a:cubicBezTo>
                    <a:pt x="8391" y="11234"/>
                    <a:pt x="11933" y="3582"/>
                    <a:pt x="18310" y="3582"/>
                  </a:cubicBezTo>
                  <a:cubicBezTo>
                    <a:pt x="21321" y="3582"/>
                    <a:pt x="23801" y="4857"/>
                    <a:pt x="23801" y="10915"/>
                  </a:cubicBezTo>
                  <a:cubicBezTo>
                    <a:pt x="23801" y="14263"/>
                    <a:pt x="23270" y="16017"/>
                    <a:pt x="20967" y="24307"/>
                  </a:cubicBezTo>
                  <a:lnTo>
                    <a:pt x="10693" y="61133"/>
                  </a:lnTo>
                  <a:close/>
                </a:path>
              </a:pathLst>
            </a:custGeom>
            <a:solidFill>
              <a:srgbClr val="000000"/>
            </a:solidFill>
            <a:ln w="1524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/>
            </a:p>
          </p:txBody>
        </p:sp>
        <p:sp>
          <p:nvSpPr>
            <p:cNvPr id="55" name="任意形状 54">
              <a:extLst>
                <a:ext uri="{FF2B5EF4-FFF2-40B4-BE49-F238E27FC236}">
                  <a16:creationId xmlns:a16="http://schemas.microsoft.com/office/drawing/2014/main" id="{FFE0D4E1-1D76-0807-85A8-8AB984610531}"/>
                </a:ext>
              </a:extLst>
            </p:cNvPr>
            <p:cNvSpPr/>
            <p:nvPr>
              <p:custDataLst>
                <p:tags r:id="rId303"/>
              </p:custDataLst>
            </p:nvPr>
          </p:nvSpPr>
          <p:spPr>
            <a:xfrm>
              <a:off x="6938178" y="3718767"/>
              <a:ext cx="20724" cy="47667"/>
            </a:xfrm>
            <a:custGeom>
              <a:avLst/>
              <a:gdLst>
                <a:gd name="connsiteX0" fmla="*/ 20971 w 20724"/>
                <a:gd name="connsiteY0" fmla="*/ 16814 h 47667"/>
                <a:gd name="connsiteX1" fmla="*/ 9635 w 20724"/>
                <a:gd name="connsiteY1" fmla="*/ 75 h 47667"/>
                <a:gd name="connsiteX2" fmla="*/ 247 w 20724"/>
                <a:gd name="connsiteY2" fmla="*/ 8524 h 47667"/>
                <a:gd name="connsiteX3" fmla="*/ 9635 w 20724"/>
                <a:gd name="connsiteY3" fmla="*/ 16973 h 47667"/>
                <a:gd name="connsiteX4" fmla="*/ 15834 w 20724"/>
                <a:gd name="connsiteY4" fmla="*/ 14901 h 47667"/>
                <a:gd name="connsiteX5" fmla="*/ 16720 w 20724"/>
                <a:gd name="connsiteY5" fmla="*/ 14423 h 47667"/>
                <a:gd name="connsiteX6" fmla="*/ 17074 w 20724"/>
                <a:gd name="connsiteY6" fmla="*/ 16814 h 47667"/>
                <a:gd name="connsiteX7" fmla="*/ 5029 w 20724"/>
                <a:gd name="connsiteY7" fmla="*/ 43438 h 47667"/>
                <a:gd name="connsiteX8" fmla="*/ 3081 w 20724"/>
                <a:gd name="connsiteY8" fmla="*/ 45988 h 47667"/>
                <a:gd name="connsiteX9" fmla="*/ 4852 w 20724"/>
                <a:gd name="connsiteY9" fmla="*/ 47742 h 47667"/>
                <a:gd name="connsiteX10" fmla="*/ 20971 w 20724"/>
                <a:gd name="connsiteY10" fmla="*/ 16814 h 476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0724" h="47667">
                  <a:moveTo>
                    <a:pt x="20971" y="16814"/>
                  </a:moveTo>
                  <a:cubicBezTo>
                    <a:pt x="20971" y="6292"/>
                    <a:pt x="16543" y="75"/>
                    <a:pt x="9635" y="75"/>
                  </a:cubicBezTo>
                  <a:cubicBezTo>
                    <a:pt x="3789" y="75"/>
                    <a:pt x="247" y="4060"/>
                    <a:pt x="247" y="8524"/>
                  </a:cubicBezTo>
                  <a:cubicBezTo>
                    <a:pt x="247" y="12828"/>
                    <a:pt x="3789" y="16973"/>
                    <a:pt x="9635" y="16973"/>
                  </a:cubicBezTo>
                  <a:cubicBezTo>
                    <a:pt x="11760" y="16973"/>
                    <a:pt x="14063" y="16336"/>
                    <a:pt x="15834" y="14901"/>
                  </a:cubicBezTo>
                  <a:cubicBezTo>
                    <a:pt x="16366" y="14582"/>
                    <a:pt x="16543" y="14423"/>
                    <a:pt x="16720" y="14423"/>
                  </a:cubicBezTo>
                  <a:cubicBezTo>
                    <a:pt x="16897" y="14423"/>
                    <a:pt x="17074" y="14582"/>
                    <a:pt x="17074" y="16814"/>
                  </a:cubicBezTo>
                  <a:cubicBezTo>
                    <a:pt x="17074" y="28611"/>
                    <a:pt x="10875" y="38177"/>
                    <a:pt x="5029" y="43438"/>
                  </a:cubicBezTo>
                  <a:cubicBezTo>
                    <a:pt x="3081" y="45191"/>
                    <a:pt x="3081" y="45510"/>
                    <a:pt x="3081" y="45988"/>
                  </a:cubicBezTo>
                  <a:cubicBezTo>
                    <a:pt x="3081" y="47104"/>
                    <a:pt x="3966" y="47742"/>
                    <a:pt x="4852" y="47742"/>
                  </a:cubicBezTo>
                  <a:cubicBezTo>
                    <a:pt x="6801" y="47742"/>
                    <a:pt x="20971" y="35466"/>
                    <a:pt x="20971" y="16814"/>
                  </a:cubicBezTo>
                  <a:close/>
                </a:path>
              </a:pathLst>
            </a:custGeom>
            <a:solidFill>
              <a:srgbClr val="000000"/>
            </a:solidFill>
            <a:ln w="1524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/>
            </a:p>
          </p:txBody>
        </p:sp>
        <p:sp>
          <p:nvSpPr>
            <p:cNvPr id="56" name="任意形状 55">
              <a:extLst>
                <a:ext uri="{FF2B5EF4-FFF2-40B4-BE49-F238E27FC236}">
                  <a16:creationId xmlns:a16="http://schemas.microsoft.com/office/drawing/2014/main" id="{8D183CFD-C9B6-0F73-A967-0727032E18EB}"/>
                </a:ext>
              </a:extLst>
            </p:cNvPr>
            <p:cNvSpPr/>
            <p:nvPr>
              <p:custDataLst>
                <p:tags r:id="rId304"/>
              </p:custDataLst>
            </p:nvPr>
          </p:nvSpPr>
          <p:spPr>
            <a:xfrm>
              <a:off x="7005745" y="3635867"/>
              <a:ext cx="54380" cy="101551"/>
            </a:xfrm>
            <a:custGeom>
              <a:avLst/>
              <a:gdLst>
                <a:gd name="connsiteX0" fmla="*/ 32667 w 54380"/>
                <a:gd name="connsiteY0" fmla="*/ 36104 h 101551"/>
                <a:gd name="connsiteX1" fmla="*/ 49318 w 54380"/>
                <a:gd name="connsiteY1" fmla="*/ 36104 h 101551"/>
                <a:gd name="connsiteX2" fmla="*/ 54632 w 54380"/>
                <a:gd name="connsiteY2" fmla="*/ 32916 h 101551"/>
                <a:gd name="connsiteX3" fmla="*/ 49672 w 54380"/>
                <a:gd name="connsiteY3" fmla="*/ 31162 h 101551"/>
                <a:gd name="connsiteX4" fmla="*/ 34084 w 54380"/>
                <a:gd name="connsiteY4" fmla="*/ 31162 h 101551"/>
                <a:gd name="connsiteX5" fmla="*/ 41346 w 54380"/>
                <a:gd name="connsiteY5" fmla="*/ 4379 h 101551"/>
                <a:gd name="connsiteX6" fmla="*/ 36209 w 54380"/>
                <a:gd name="connsiteY6" fmla="*/ 75 h 101551"/>
                <a:gd name="connsiteX7" fmla="*/ 29124 w 54380"/>
                <a:gd name="connsiteY7" fmla="*/ 5814 h 101551"/>
                <a:gd name="connsiteX8" fmla="*/ 22216 w 54380"/>
                <a:gd name="connsiteY8" fmla="*/ 31162 h 101551"/>
                <a:gd name="connsiteX9" fmla="*/ 5565 w 54380"/>
                <a:gd name="connsiteY9" fmla="*/ 31162 h 101551"/>
                <a:gd name="connsiteX10" fmla="*/ 251 w 54380"/>
                <a:gd name="connsiteY10" fmla="*/ 34191 h 101551"/>
                <a:gd name="connsiteX11" fmla="*/ 5211 w 54380"/>
                <a:gd name="connsiteY11" fmla="*/ 36104 h 101551"/>
                <a:gd name="connsiteX12" fmla="*/ 20799 w 54380"/>
                <a:gd name="connsiteY12" fmla="*/ 36104 h 101551"/>
                <a:gd name="connsiteX13" fmla="*/ 7336 w 54380"/>
                <a:gd name="connsiteY13" fmla="*/ 86960 h 101551"/>
                <a:gd name="connsiteX14" fmla="*/ 23633 w 54380"/>
                <a:gd name="connsiteY14" fmla="*/ 101627 h 101551"/>
                <a:gd name="connsiteX15" fmla="*/ 51797 w 54380"/>
                <a:gd name="connsiteY15" fmla="*/ 77076 h 101551"/>
                <a:gd name="connsiteX16" fmla="*/ 49672 w 54380"/>
                <a:gd name="connsiteY16" fmla="*/ 75481 h 101551"/>
                <a:gd name="connsiteX17" fmla="*/ 47015 w 54380"/>
                <a:gd name="connsiteY17" fmla="*/ 77713 h 101551"/>
                <a:gd name="connsiteX18" fmla="*/ 23987 w 54380"/>
                <a:gd name="connsiteY18" fmla="*/ 98119 h 101551"/>
                <a:gd name="connsiteX19" fmla="*/ 18496 w 54380"/>
                <a:gd name="connsiteY19" fmla="*/ 90786 h 101551"/>
                <a:gd name="connsiteX20" fmla="*/ 19559 w 54380"/>
                <a:gd name="connsiteY20" fmla="*/ 83134 h 101551"/>
                <a:gd name="connsiteX21" fmla="*/ 32667 w 54380"/>
                <a:gd name="connsiteY21" fmla="*/ 36104 h 1015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54380" h="101551">
                  <a:moveTo>
                    <a:pt x="32667" y="36104"/>
                  </a:moveTo>
                  <a:lnTo>
                    <a:pt x="49318" y="36104"/>
                  </a:lnTo>
                  <a:cubicBezTo>
                    <a:pt x="52860" y="36104"/>
                    <a:pt x="54632" y="36104"/>
                    <a:pt x="54632" y="32916"/>
                  </a:cubicBezTo>
                  <a:cubicBezTo>
                    <a:pt x="54632" y="31162"/>
                    <a:pt x="52860" y="31162"/>
                    <a:pt x="49672" y="31162"/>
                  </a:cubicBezTo>
                  <a:lnTo>
                    <a:pt x="34084" y="31162"/>
                  </a:lnTo>
                  <a:cubicBezTo>
                    <a:pt x="40461" y="8524"/>
                    <a:pt x="41346" y="5336"/>
                    <a:pt x="41346" y="4379"/>
                  </a:cubicBezTo>
                  <a:cubicBezTo>
                    <a:pt x="41346" y="1669"/>
                    <a:pt x="39221" y="75"/>
                    <a:pt x="36209" y="75"/>
                  </a:cubicBezTo>
                  <a:cubicBezTo>
                    <a:pt x="35678" y="75"/>
                    <a:pt x="30718" y="234"/>
                    <a:pt x="29124" y="5814"/>
                  </a:cubicBezTo>
                  <a:lnTo>
                    <a:pt x="22216" y="31162"/>
                  </a:lnTo>
                  <a:lnTo>
                    <a:pt x="5565" y="31162"/>
                  </a:lnTo>
                  <a:cubicBezTo>
                    <a:pt x="2022" y="31162"/>
                    <a:pt x="251" y="31162"/>
                    <a:pt x="251" y="34191"/>
                  </a:cubicBezTo>
                  <a:cubicBezTo>
                    <a:pt x="251" y="36104"/>
                    <a:pt x="1668" y="36104"/>
                    <a:pt x="5211" y="36104"/>
                  </a:cubicBezTo>
                  <a:lnTo>
                    <a:pt x="20799" y="36104"/>
                  </a:lnTo>
                  <a:cubicBezTo>
                    <a:pt x="8045" y="81380"/>
                    <a:pt x="7336" y="84090"/>
                    <a:pt x="7336" y="86960"/>
                  </a:cubicBezTo>
                  <a:cubicBezTo>
                    <a:pt x="7336" y="95569"/>
                    <a:pt x="14068" y="101627"/>
                    <a:pt x="23633" y="101627"/>
                  </a:cubicBezTo>
                  <a:cubicBezTo>
                    <a:pt x="41701" y="101627"/>
                    <a:pt x="51797" y="78351"/>
                    <a:pt x="51797" y="77076"/>
                  </a:cubicBezTo>
                  <a:cubicBezTo>
                    <a:pt x="51797" y="75481"/>
                    <a:pt x="50380" y="75481"/>
                    <a:pt x="49672" y="75481"/>
                  </a:cubicBezTo>
                  <a:cubicBezTo>
                    <a:pt x="48078" y="75481"/>
                    <a:pt x="47900" y="75960"/>
                    <a:pt x="47015" y="77713"/>
                  </a:cubicBezTo>
                  <a:cubicBezTo>
                    <a:pt x="39398" y="94293"/>
                    <a:pt x="30010" y="98119"/>
                    <a:pt x="23987" y="98119"/>
                  </a:cubicBezTo>
                  <a:cubicBezTo>
                    <a:pt x="20267" y="98119"/>
                    <a:pt x="18496" y="96047"/>
                    <a:pt x="18496" y="90786"/>
                  </a:cubicBezTo>
                  <a:cubicBezTo>
                    <a:pt x="18496" y="86960"/>
                    <a:pt x="18850" y="85844"/>
                    <a:pt x="19559" y="83134"/>
                  </a:cubicBezTo>
                  <a:lnTo>
                    <a:pt x="32667" y="36104"/>
                  </a:lnTo>
                  <a:close/>
                </a:path>
              </a:pathLst>
            </a:custGeom>
            <a:solidFill>
              <a:srgbClr val="000000"/>
            </a:solidFill>
            <a:ln w="1524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/>
            </a:p>
          </p:txBody>
        </p:sp>
        <p:sp>
          <p:nvSpPr>
            <p:cNvPr id="57" name="任意形状 56">
              <a:extLst>
                <a:ext uri="{FF2B5EF4-FFF2-40B4-BE49-F238E27FC236}">
                  <a16:creationId xmlns:a16="http://schemas.microsoft.com/office/drawing/2014/main" id="{C0C685F1-2D7B-98C7-9760-B023BE6B8ED8}"/>
                </a:ext>
              </a:extLst>
            </p:cNvPr>
            <p:cNvSpPr/>
            <p:nvPr>
              <p:custDataLst>
                <p:tags r:id="rId305"/>
              </p:custDataLst>
            </p:nvPr>
          </p:nvSpPr>
          <p:spPr>
            <a:xfrm>
              <a:off x="7075733" y="3616099"/>
              <a:ext cx="41095" cy="159422"/>
            </a:xfrm>
            <a:custGeom>
              <a:avLst/>
              <a:gdLst>
                <a:gd name="connsiteX0" fmla="*/ 41350 w 41095"/>
                <a:gd name="connsiteY0" fmla="*/ 79786 h 159422"/>
                <a:gd name="connsiteX1" fmla="*/ 29659 w 41095"/>
                <a:gd name="connsiteY1" fmla="*/ 30046 h 159422"/>
                <a:gd name="connsiteX2" fmla="*/ 2026 w 41095"/>
                <a:gd name="connsiteY2" fmla="*/ 75 h 159422"/>
                <a:gd name="connsiteX3" fmla="*/ 255 w 41095"/>
                <a:gd name="connsiteY3" fmla="*/ 1669 h 159422"/>
                <a:gd name="connsiteX4" fmla="*/ 3620 w 41095"/>
                <a:gd name="connsiteY4" fmla="*/ 5336 h 159422"/>
                <a:gd name="connsiteX5" fmla="*/ 31076 w 41095"/>
                <a:gd name="connsiteY5" fmla="*/ 79786 h 159422"/>
                <a:gd name="connsiteX6" fmla="*/ 2557 w 41095"/>
                <a:gd name="connsiteY6" fmla="*/ 155192 h 159422"/>
                <a:gd name="connsiteX7" fmla="*/ 255 w 41095"/>
                <a:gd name="connsiteY7" fmla="*/ 157903 h 159422"/>
                <a:gd name="connsiteX8" fmla="*/ 2026 w 41095"/>
                <a:gd name="connsiteY8" fmla="*/ 159497 h 159422"/>
                <a:gd name="connsiteX9" fmla="*/ 30190 w 41095"/>
                <a:gd name="connsiteY9" fmla="*/ 128410 h 159422"/>
                <a:gd name="connsiteX10" fmla="*/ 41350 w 41095"/>
                <a:gd name="connsiteY10" fmla="*/ 79786 h 1594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41095" h="159422">
                  <a:moveTo>
                    <a:pt x="41350" y="79786"/>
                  </a:moveTo>
                  <a:cubicBezTo>
                    <a:pt x="41350" y="67351"/>
                    <a:pt x="39402" y="48061"/>
                    <a:pt x="29659" y="30046"/>
                  </a:cubicBezTo>
                  <a:cubicBezTo>
                    <a:pt x="19031" y="10437"/>
                    <a:pt x="3797" y="75"/>
                    <a:pt x="2026" y="75"/>
                  </a:cubicBezTo>
                  <a:cubicBezTo>
                    <a:pt x="963" y="75"/>
                    <a:pt x="255" y="712"/>
                    <a:pt x="255" y="1669"/>
                  </a:cubicBezTo>
                  <a:cubicBezTo>
                    <a:pt x="255" y="2147"/>
                    <a:pt x="255" y="2466"/>
                    <a:pt x="3620" y="5336"/>
                  </a:cubicBezTo>
                  <a:cubicBezTo>
                    <a:pt x="20979" y="21118"/>
                    <a:pt x="31076" y="46467"/>
                    <a:pt x="31076" y="79786"/>
                  </a:cubicBezTo>
                  <a:cubicBezTo>
                    <a:pt x="31076" y="107047"/>
                    <a:pt x="24522" y="135105"/>
                    <a:pt x="2557" y="155192"/>
                  </a:cubicBezTo>
                  <a:cubicBezTo>
                    <a:pt x="255" y="157106"/>
                    <a:pt x="255" y="157424"/>
                    <a:pt x="255" y="157903"/>
                  </a:cubicBezTo>
                  <a:cubicBezTo>
                    <a:pt x="255" y="158859"/>
                    <a:pt x="963" y="159497"/>
                    <a:pt x="2026" y="159497"/>
                  </a:cubicBezTo>
                  <a:cubicBezTo>
                    <a:pt x="3797" y="159497"/>
                    <a:pt x="19739" y="148656"/>
                    <a:pt x="30190" y="128410"/>
                  </a:cubicBezTo>
                  <a:cubicBezTo>
                    <a:pt x="39224" y="110873"/>
                    <a:pt x="41350" y="93177"/>
                    <a:pt x="41350" y="79786"/>
                  </a:cubicBezTo>
                  <a:close/>
                </a:path>
              </a:pathLst>
            </a:custGeom>
            <a:solidFill>
              <a:srgbClr val="000000"/>
            </a:solidFill>
            <a:ln w="1524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/>
            </a:p>
          </p:txBody>
        </p:sp>
        <p:sp>
          <p:nvSpPr>
            <p:cNvPr id="58" name="任意形状 57">
              <a:extLst>
                <a:ext uri="{FF2B5EF4-FFF2-40B4-BE49-F238E27FC236}">
                  <a16:creationId xmlns:a16="http://schemas.microsoft.com/office/drawing/2014/main" id="{05DEEF11-FCC2-2DE0-4ECB-6896B3DB2F0F}"/>
                </a:ext>
              </a:extLst>
            </p:cNvPr>
            <p:cNvSpPr/>
            <p:nvPr>
              <p:custDataLst>
                <p:tags r:id="rId306"/>
              </p:custDataLst>
            </p:nvPr>
          </p:nvSpPr>
          <p:spPr>
            <a:xfrm>
              <a:off x="7198428" y="3649578"/>
              <a:ext cx="88567" cy="92464"/>
            </a:xfrm>
            <a:custGeom>
              <a:avLst/>
              <a:gdLst>
                <a:gd name="connsiteX0" fmla="*/ 82629 w 88567"/>
                <a:gd name="connsiteY0" fmla="*/ 49496 h 92464"/>
                <a:gd name="connsiteX1" fmla="*/ 88829 w 88567"/>
                <a:gd name="connsiteY1" fmla="*/ 46307 h 92464"/>
                <a:gd name="connsiteX2" fmla="*/ 82629 w 88567"/>
                <a:gd name="connsiteY2" fmla="*/ 43119 h 92464"/>
                <a:gd name="connsiteX3" fmla="*/ 7524 w 88567"/>
                <a:gd name="connsiteY3" fmla="*/ 43119 h 92464"/>
                <a:gd name="connsiteX4" fmla="*/ 54996 w 88567"/>
                <a:gd name="connsiteY4" fmla="*/ 6452 h 92464"/>
                <a:gd name="connsiteX5" fmla="*/ 82629 w 88567"/>
                <a:gd name="connsiteY5" fmla="*/ 6452 h 92464"/>
                <a:gd name="connsiteX6" fmla="*/ 88829 w 88567"/>
                <a:gd name="connsiteY6" fmla="*/ 3263 h 92464"/>
                <a:gd name="connsiteX7" fmla="*/ 82629 w 88567"/>
                <a:gd name="connsiteY7" fmla="*/ 75 h 92464"/>
                <a:gd name="connsiteX8" fmla="*/ 54642 w 88567"/>
                <a:gd name="connsiteY8" fmla="*/ 75 h 92464"/>
                <a:gd name="connsiteX9" fmla="*/ 261 w 88567"/>
                <a:gd name="connsiteY9" fmla="*/ 46307 h 92464"/>
                <a:gd name="connsiteX10" fmla="*/ 54642 w 88567"/>
                <a:gd name="connsiteY10" fmla="*/ 92540 h 92464"/>
                <a:gd name="connsiteX11" fmla="*/ 82629 w 88567"/>
                <a:gd name="connsiteY11" fmla="*/ 92540 h 92464"/>
                <a:gd name="connsiteX12" fmla="*/ 88829 w 88567"/>
                <a:gd name="connsiteY12" fmla="*/ 89351 h 92464"/>
                <a:gd name="connsiteX13" fmla="*/ 82629 w 88567"/>
                <a:gd name="connsiteY13" fmla="*/ 86163 h 92464"/>
                <a:gd name="connsiteX14" fmla="*/ 54996 w 88567"/>
                <a:gd name="connsiteY14" fmla="*/ 86163 h 92464"/>
                <a:gd name="connsiteX15" fmla="*/ 7524 w 88567"/>
                <a:gd name="connsiteY15" fmla="*/ 49496 h 92464"/>
                <a:gd name="connsiteX16" fmla="*/ 82629 w 88567"/>
                <a:gd name="connsiteY16" fmla="*/ 49496 h 924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88567" h="92464">
                  <a:moveTo>
                    <a:pt x="82629" y="49496"/>
                  </a:moveTo>
                  <a:cubicBezTo>
                    <a:pt x="85641" y="49496"/>
                    <a:pt x="88829" y="49496"/>
                    <a:pt x="88829" y="46307"/>
                  </a:cubicBezTo>
                  <a:cubicBezTo>
                    <a:pt x="88829" y="43119"/>
                    <a:pt x="85641" y="43119"/>
                    <a:pt x="82629" y="43119"/>
                  </a:cubicBezTo>
                  <a:lnTo>
                    <a:pt x="7524" y="43119"/>
                  </a:lnTo>
                  <a:cubicBezTo>
                    <a:pt x="9649" y="21756"/>
                    <a:pt x="30020" y="6452"/>
                    <a:pt x="54996" y="6452"/>
                  </a:cubicBezTo>
                  <a:lnTo>
                    <a:pt x="82629" y="6452"/>
                  </a:lnTo>
                  <a:cubicBezTo>
                    <a:pt x="85641" y="6452"/>
                    <a:pt x="88829" y="6452"/>
                    <a:pt x="88829" y="3263"/>
                  </a:cubicBezTo>
                  <a:cubicBezTo>
                    <a:pt x="88829" y="75"/>
                    <a:pt x="85641" y="75"/>
                    <a:pt x="82629" y="75"/>
                  </a:cubicBezTo>
                  <a:lnTo>
                    <a:pt x="54642" y="75"/>
                  </a:lnTo>
                  <a:cubicBezTo>
                    <a:pt x="24352" y="75"/>
                    <a:pt x="261" y="20800"/>
                    <a:pt x="261" y="46307"/>
                  </a:cubicBezTo>
                  <a:cubicBezTo>
                    <a:pt x="261" y="71815"/>
                    <a:pt x="24352" y="92540"/>
                    <a:pt x="54642" y="92540"/>
                  </a:cubicBezTo>
                  <a:lnTo>
                    <a:pt x="82629" y="92540"/>
                  </a:lnTo>
                  <a:cubicBezTo>
                    <a:pt x="85641" y="92540"/>
                    <a:pt x="88829" y="92540"/>
                    <a:pt x="88829" y="89351"/>
                  </a:cubicBezTo>
                  <a:cubicBezTo>
                    <a:pt x="88829" y="86163"/>
                    <a:pt x="85641" y="86163"/>
                    <a:pt x="82629" y="86163"/>
                  </a:cubicBezTo>
                  <a:lnTo>
                    <a:pt x="54996" y="86163"/>
                  </a:lnTo>
                  <a:cubicBezTo>
                    <a:pt x="30020" y="86163"/>
                    <a:pt x="9649" y="70858"/>
                    <a:pt x="7524" y="49496"/>
                  </a:cubicBezTo>
                  <a:lnTo>
                    <a:pt x="82629" y="49496"/>
                  </a:lnTo>
                  <a:close/>
                </a:path>
              </a:pathLst>
            </a:custGeom>
            <a:solidFill>
              <a:srgbClr val="000000"/>
            </a:solidFill>
            <a:ln w="1524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/>
            </a:p>
          </p:txBody>
        </p:sp>
        <p:sp>
          <p:nvSpPr>
            <p:cNvPr id="59" name="任意形状 58">
              <a:extLst>
                <a:ext uri="{FF2B5EF4-FFF2-40B4-BE49-F238E27FC236}">
                  <a16:creationId xmlns:a16="http://schemas.microsoft.com/office/drawing/2014/main" id="{DFECB882-1431-C197-094D-745EB4CF9397}"/>
                </a:ext>
              </a:extLst>
            </p:cNvPr>
            <p:cNvSpPr/>
            <p:nvPr>
              <p:custDataLst>
                <p:tags r:id="rId307"/>
              </p:custDataLst>
            </p:nvPr>
          </p:nvSpPr>
          <p:spPr>
            <a:xfrm>
              <a:off x="7358814" y="3623273"/>
              <a:ext cx="98664" cy="131363"/>
            </a:xfrm>
            <a:custGeom>
              <a:avLst/>
              <a:gdLst>
                <a:gd name="connsiteX0" fmla="*/ 69708 w 98664"/>
                <a:gd name="connsiteY0" fmla="*/ 87119 h 131363"/>
                <a:gd name="connsiteX1" fmla="*/ 58548 w 98664"/>
                <a:gd name="connsiteY1" fmla="*/ 111511 h 131363"/>
                <a:gd name="connsiteX2" fmla="*/ 41897 w 98664"/>
                <a:gd name="connsiteY2" fmla="*/ 122670 h 131363"/>
                <a:gd name="connsiteX3" fmla="*/ 15859 w 98664"/>
                <a:gd name="connsiteY3" fmla="*/ 115815 h 131363"/>
                <a:gd name="connsiteX4" fmla="*/ 1688 w 98664"/>
                <a:gd name="connsiteY4" fmla="*/ 123467 h 131363"/>
                <a:gd name="connsiteX5" fmla="*/ 30207 w 98664"/>
                <a:gd name="connsiteY5" fmla="*/ 131439 h 131363"/>
                <a:gd name="connsiteX6" fmla="*/ 77148 w 98664"/>
                <a:gd name="connsiteY6" fmla="*/ 99395 h 131363"/>
                <a:gd name="connsiteX7" fmla="*/ 85296 w 98664"/>
                <a:gd name="connsiteY7" fmla="*/ 79467 h 131363"/>
                <a:gd name="connsiteX8" fmla="*/ 92558 w 98664"/>
                <a:gd name="connsiteY8" fmla="*/ 55075 h 131363"/>
                <a:gd name="connsiteX9" fmla="*/ 90610 w 98664"/>
                <a:gd name="connsiteY9" fmla="*/ 53641 h 131363"/>
                <a:gd name="connsiteX10" fmla="*/ 82284 w 98664"/>
                <a:gd name="connsiteY10" fmla="*/ 56670 h 131363"/>
                <a:gd name="connsiteX11" fmla="*/ 76793 w 98664"/>
                <a:gd name="connsiteY11" fmla="*/ 63844 h 131363"/>
                <a:gd name="connsiteX12" fmla="*/ 42606 w 98664"/>
                <a:gd name="connsiteY12" fmla="*/ 92858 h 131363"/>
                <a:gd name="connsiteX13" fmla="*/ 15327 w 98664"/>
                <a:gd name="connsiteY13" fmla="*/ 62249 h 131363"/>
                <a:gd name="connsiteX14" fmla="*/ 31092 w 98664"/>
                <a:gd name="connsiteY14" fmla="*/ 22394 h 131363"/>
                <a:gd name="connsiteX15" fmla="*/ 64571 w 98664"/>
                <a:gd name="connsiteY15" fmla="*/ 8843 h 131363"/>
                <a:gd name="connsiteX16" fmla="*/ 77502 w 98664"/>
                <a:gd name="connsiteY16" fmla="*/ 10597 h 131363"/>
                <a:gd name="connsiteX17" fmla="*/ 83879 w 98664"/>
                <a:gd name="connsiteY17" fmla="*/ 17452 h 131363"/>
                <a:gd name="connsiteX18" fmla="*/ 73959 w 98664"/>
                <a:gd name="connsiteY18" fmla="*/ 34032 h 131363"/>
                <a:gd name="connsiteX19" fmla="*/ 72719 w 98664"/>
                <a:gd name="connsiteY19" fmla="*/ 35945 h 131363"/>
                <a:gd name="connsiteX20" fmla="*/ 74668 w 98664"/>
                <a:gd name="connsiteY20" fmla="*/ 37061 h 131363"/>
                <a:gd name="connsiteX21" fmla="*/ 90433 w 98664"/>
                <a:gd name="connsiteY21" fmla="*/ 26858 h 131363"/>
                <a:gd name="connsiteX22" fmla="*/ 98935 w 98664"/>
                <a:gd name="connsiteY22" fmla="*/ 10756 h 131363"/>
                <a:gd name="connsiteX23" fmla="*/ 91318 w 98664"/>
                <a:gd name="connsiteY23" fmla="*/ 1988 h 131363"/>
                <a:gd name="connsiteX24" fmla="*/ 76262 w 98664"/>
                <a:gd name="connsiteY24" fmla="*/ 75 h 131363"/>
                <a:gd name="connsiteX25" fmla="*/ 271 w 98664"/>
                <a:gd name="connsiteY25" fmla="*/ 69105 h 131363"/>
                <a:gd name="connsiteX26" fmla="*/ 31092 w 98664"/>
                <a:gd name="connsiteY26" fmla="*/ 101627 h 131363"/>
                <a:gd name="connsiteX27" fmla="*/ 69708 w 98664"/>
                <a:gd name="connsiteY27" fmla="*/ 87119 h 1313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98664" h="131363">
                  <a:moveTo>
                    <a:pt x="69708" y="87119"/>
                  </a:moveTo>
                  <a:cubicBezTo>
                    <a:pt x="64925" y="101627"/>
                    <a:pt x="60320" y="108960"/>
                    <a:pt x="58548" y="111511"/>
                  </a:cubicBezTo>
                  <a:cubicBezTo>
                    <a:pt x="51640" y="122352"/>
                    <a:pt x="47920" y="122670"/>
                    <a:pt x="41897" y="122670"/>
                  </a:cubicBezTo>
                  <a:cubicBezTo>
                    <a:pt x="38886" y="122670"/>
                    <a:pt x="26310" y="122192"/>
                    <a:pt x="15859" y="115815"/>
                  </a:cubicBezTo>
                  <a:cubicBezTo>
                    <a:pt x="7887" y="116134"/>
                    <a:pt x="1688" y="121714"/>
                    <a:pt x="1688" y="123467"/>
                  </a:cubicBezTo>
                  <a:cubicBezTo>
                    <a:pt x="1688" y="124902"/>
                    <a:pt x="13733" y="131439"/>
                    <a:pt x="30207" y="131439"/>
                  </a:cubicBezTo>
                  <a:cubicBezTo>
                    <a:pt x="42960" y="131439"/>
                    <a:pt x="63862" y="125381"/>
                    <a:pt x="77148" y="99395"/>
                  </a:cubicBezTo>
                  <a:cubicBezTo>
                    <a:pt x="81753" y="90467"/>
                    <a:pt x="84764" y="81380"/>
                    <a:pt x="85296" y="79467"/>
                  </a:cubicBezTo>
                  <a:cubicBezTo>
                    <a:pt x="88838" y="68467"/>
                    <a:pt x="92558" y="55713"/>
                    <a:pt x="92558" y="55075"/>
                  </a:cubicBezTo>
                  <a:cubicBezTo>
                    <a:pt x="92558" y="54119"/>
                    <a:pt x="92204" y="53641"/>
                    <a:pt x="90610" y="53641"/>
                  </a:cubicBezTo>
                  <a:cubicBezTo>
                    <a:pt x="89016" y="53641"/>
                    <a:pt x="86004" y="54438"/>
                    <a:pt x="82284" y="56670"/>
                  </a:cubicBezTo>
                  <a:cubicBezTo>
                    <a:pt x="78210" y="59061"/>
                    <a:pt x="78033" y="59858"/>
                    <a:pt x="76793" y="63844"/>
                  </a:cubicBezTo>
                  <a:cubicBezTo>
                    <a:pt x="75022" y="69264"/>
                    <a:pt x="64571" y="92858"/>
                    <a:pt x="42606" y="92858"/>
                  </a:cubicBezTo>
                  <a:cubicBezTo>
                    <a:pt x="25424" y="92858"/>
                    <a:pt x="15327" y="80264"/>
                    <a:pt x="15327" y="62249"/>
                  </a:cubicBezTo>
                  <a:cubicBezTo>
                    <a:pt x="15327" y="49974"/>
                    <a:pt x="20818" y="33553"/>
                    <a:pt x="31092" y="22394"/>
                  </a:cubicBezTo>
                  <a:cubicBezTo>
                    <a:pt x="35875" y="17292"/>
                    <a:pt x="44555" y="8843"/>
                    <a:pt x="64571" y="8843"/>
                  </a:cubicBezTo>
                  <a:cubicBezTo>
                    <a:pt x="67936" y="8843"/>
                    <a:pt x="73073" y="9321"/>
                    <a:pt x="77502" y="10597"/>
                  </a:cubicBezTo>
                  <a:cubicBezTo>
                    <a:pt x="79450" y="11075"/>
                    <a:pt x="83879" y="12350"/>
                    <a:pt x="83879" y="17452"/>
                  </a:cubicBezTo>
                  <a:cubicBezTo>
                    <a:pt x="83879" y="22872"/>
                    <a:pt x="74668" y="33075"/>
                    <a:pt x="73959" y="34032"/>
                  </a:cubicBezTo>
                  <a:cubicBezTo>
                    <a:pt x="73251" y="34669"/>
                    <a:pt x="72719" y="35307"/>
                    <a:pt x="72719" y="35945"/>
                  </a:cubicBezTo>
                  <a:cubicBezTo>
                    <a:pt x="72719" y="37061"/>
                    <a:pt x="73605" y="37061"/>
                    <a:pt x="74668" y="37061"/>
                  </a:cubicBezTo>
                  <a:cubicBezTo>
                    <a:pt x="79805" y="37061"/>
                    <a:pt x="85650" y="32756"/>
                    <a:pt x="90433" y="26858"/>
                  </a:cubicBezTo>
                  <a:cubicBezTo>
                    <a:pt x="91850" y="25104"/>
                    <a:pt x="98935" y="16176"/>
                    <a:pt x="98935" y="10756"/>
                  </a:cubicBezTo>
                  <a:cubicBezTo>
                    <a:pt x="98935" y="4220"/>
                    <a:pt x="93444" y="2625"/>
                    <a:pt x="91318" y="1988"/>
                  </a:cubicBezTo>
                  <a:cubicBezTo>
                    <a:pt x="84764" y="75"/>
                    <a:pt x="78742" y="75"/>
                    <a:pt x="76262" y="75"/>
                  </a:cubicBezTo>
                  <a:cubicBezTo>
                    <a:pt x="36229" y="75"/>
                    <a:pt x="271" y="31640"/>
                    <a:pt x="271" y="69105"/>
                  </a:cubicBezTo>
                  <a:cubicBezTo>
                    <a:pt x="271" y="85206"/>
                    <a:pt x="8242" y="101627"/>
                    <a:pt x="31092" y="101627"/>
                  </a:cubicBezTo>
                  <a:cubicBezTo>
                    <a:pt x="44377" y="101627"/>
                    <a:pt x="58017" y="95569"/>
                    <a:pt x="69708" y="87119"/>
                  </a:cubicBezTo>
                  <a:close/>
                </a:path>
              </a:pathLst>
            </a:custGeom>
            <a:solidFill>
              <a:srgbClr val="000000"/>
            </a:solidFill>
            <a:ln w="1524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/>
            </a:p>
          </p:txBody>
        </p:sp>
        <p:sp>
          <p:nvSpPr>
            <p:cNvPr id="60" name="任意形状 59">
              <a:extLst>
                <a:ext uri="{FF2B5EF4-FFF2-40B4-BE49-F238E27FC236}">
                  <a16:creationId xmlns:a16="http://schemas.microsoft.com/office/drawing/2014/main" id="{19D7BC7A-6D89-699C-2A25-10356AAD90FD}"/>
                </a:ext>
              </a:extLst>
            </p:cNvPr>
            <p:cNvSpPr/>
            <p:nvPr>
              <p:custDataLst>
                <p:tags r:id="rId308"/>
              </p:custDataLst>
            </p:nvPr>
          </p:nvSpPr>
          <p:spPr>
            <a:xfrm>
              <a:off x="7459988" y="3690948"/>
              <a:ext cx="42902" cy="69747"/>
            </a:xfrm>
            <a:custGeom>
              <a:avLst/>
              <a:gdLst>
                <a:gd name="connsiteX0" fmla="*/ 21604 w 42902"/>
                <a:gd name="connsiteY0" fmla="*/ 24627 h 69747"/>
                <a:gd name="connsiteX1" fmla="*/ 40947 w 42902"/>
                <a:gd name="connsiteY1" fmla="*/ 24627 h 69747"/>
                <a:gd name="connsiteX2" fmla="*/ 40947 w 42902"/>
                <a:gd name="connsiteY2" fmla="*/ 20610 h 69747"/>
                <a:gd name="connsiteX3" fmla="*/ 21604 w 42902"/>
                <a:gd name="connsiteY3" fmla="*/ 20610 h 69747"/>
                <a:gd name="connsiteX4" fmla="*/ 21604 w 42902"/>
                <a:gd name="connsiteY4" fmla="*/ 76 h 69747"/>
                <a:gd name="connsiteX5" fmla="*/ 17388 w 42902"/>
                <a:gd name="connsiteY5" fmla="*/ 76 h 69747"/>
                <a:gd name="connsiteX6" fmla="*/ 277 w 42902"/>
                <a:gd name="connsiteY6" fmla="*/ 21503 h 69747"/>
                <a:gd name="connsiteX7" fmla="*/ 277 w 42902"/>
                <a:gd name="connsiteY7" fmla="*/ 24627 h 69747"/>
                <a:gd name="connsiteX8" fmla="*/ 11808 w 42902"/>
                <a:gd name="connsiteY8" fmla="*/ 24627 h 69747"/>
                <a:gd name="connsiteX9" fmla="*/ 11808 w 42902"/>
                <a:gd name="connsiteY9" fmla="*/ 54758 h 69747"/>
                <a:gd name="connsiteX10" fmla="*/ 29167 w 42902"/>
                <a:gd name="connsiteY10" fmla="*/ 69823 h 69747"/>
                <a:gd name="connsiteX11" fmla="*/ 43179 w 42902"/>
                <a:gd name="connsiteY11" fmla="*/ 54646 h 69747"/>
                <a:gd name="connsiteX12" fmla="*/ 43179 w 42902"/>
                <a:gd name="connsiteY12" fmla="*/ 48509 h 69747"/>
                <a:gd name="connsiteX13" fmla="*/ 38963 w 42902"/>
                <a:gd name="connsiteY13" fmla="*/ 48509 h 69747"/>
                <a:gd name="connsiteX14" fmla="*/ 38963 w 42902"/>
                <a:gd name="connsiteY14" fmla="*/ 54535 h 69747"/>
                <a:gd name="connsiteX15" fmla="*/ 30159 w 42902"/>
                <a:gd name="connsiteY15" fmla="*/ 66252 h 69747"/>
                <a:gd name="connsiteX16" fmla="*/ 21604 w 42902"/>
                <a:gd name="connsiteY16" fmla="*/ 54870 h 69747"/>
                <a:gd name="connsiteX17" fmla="*/ 21604 w 42902"/>
                <a:gd name="connsiteY17" fmla="*/ 24627 h 697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42902" h="69747">
                  <a:moveTo>
                    <a:pt x="21604" y="24627"/>
                  </a:moveTo>
                  <a:lnTo>
                    <a:pt x="40947" y="24627"/>
                  </a:lnTo>
                  <a:lnTo>
                    <a:pt x="40947" y="20610"/>
                  </a:lnTo>
                  <a:lnTo>
                    <a:pt x="21604" y="20610"/>
                  </a:lnTo>
                  <a:lnTo>
                    <a:pt x="21604" y="76"/>
                  </a:lnTo>
                  <a:lnTo>
                    <a:pt x="17388" y="76"/>
                  </a:lnTo>
                  <a:cubicBezTo>
                    <a:pt x="17264" y="10120"/>
                    <a:pt x="12180" y="21168"/>
                    <a:pt x="277" y="21503"/>
                  </a:cubicBezTo>
                  <a:lnTo>
                    <a:pt x="277" y="24627"/>
                  </a:lnTo>
                  <a:lnTo>
                    <a:pt x="11808" y="24627"/>
                  </a:lnTo>
                  <a:lnTo>
                    <a:pt x="11808" y="54758"/>
                  </a:lnTo>
                  <a:cubicBezTo>
                    <a:pt x="11808" y="67257"/>
                    <a:pt x="22224" y="69823"/>
                    <a:pt x="29167" y="69823"/>
                  </a:cubicBezTo>
                  <a:cubicBezTo>
                    <a:pt x="37475" y="69823"/>
                    <a:pt x="43179" y="63462"/>
                    <a:pt x="43179" y="54646"/>
                  </a:cubicBezTo>
                  <a:lnTo>
                    <a:pt x="43179" y="48509"/>
                  </a:lnTo>
                  <a:lnTo>
                    <a:pt x="38963" y="48509"/>
                  </a:lnTo>
                  <a:lnTo>
                    <a:pt x="38963" y="54535"/>
                  </a:lnTo>
                  <a:cubicBezTo>
                    <a:pt x="38963" y="62123"/>
                    <a:pt x="34995" y="66252"/>
                    <a:pt x="30159" y="66252"/>
                  </a:cubicBezTo>
                  <a:cubicBezTo>
                    <a:pt x="21604" y="66252"/>
                    <a:pt x="21604" y="56878"/>
                    <a:pt x="21604" y="54870"/>
                  </a:cubicBezTo>
                  <a:lnTo>
                    <a:pt x="21604" y="24627"/>
                  </a:lnTo>
                  <a:close/>
                </a:path>
              </a:pathLst>
            </a:custGeom>
            <a:solidFill>
              <a:srgbClr val="000000"/>
            </a:solidFill>
            <a:ln w="1524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/>
            </a:p>
          </p:txBody>
        </p:sp>
        <p:sp>
          <p:nvSpPr>
            <p:cNvPr id="61" name="任意形状 60">
              <a:extLst>
                <a:ext uri="{FF2B5EF4-FFF2-40B4-BE49-F238E27FC236}">
                  <a16:creationId xmlns:a16="http://schemas.microsoft.com/office/drawing/2014/main" id="{F382C95A-260A-86CB-BB13-7E05AB1C51C3}"/>
                </a:ext>
              </a:extLst>
            </p:cNvPr>
            <p:cNvSpPr/>
            <p:nvPr>
              <p:custDataLst>
                <p:tags r:id="rId309"/>
              </p:custDataLst>
            </p:nvPr>
          </p:nvSpPr>
          <p:spPr>
            <a:xfrm>
              <a:off x="7517823" y="3710365"/>
              <a:ext cx="44390" cy="49213"/>
            </a:xfrm>
            <a:custGeom>
              <a:avLst/>
              <a:gdLst>
                <a:gd name="connsiteX0" fmla="*/ 18879 w 44390"/>
                <a:gd name="connsiteY0" fmla="*/ 23846 h 49213"/>
                <a:gd name="connsiteX1" fmla="*/ 35494 w 44390"/>
                <a:gd name="connsiteY1" fmla="*/ 3201 h 49213"/>
                <a:gd name="connsiteX2" fmla="*/ 33386 w 44390"/>
                <a:gd name="connsiteY2" fmla="*/ 7218 h 49213"/>
                <a:gd name="connsiteX3" fmla="*/ 38966 w 44390"/>
                <a:gd name="connsiteY3" fmla="*/ 12352 h 49213"/>
                <a:gd name="connsiteX4" fmla="*/ 44670 w 44390"/>
                <a:gd name="connsiteY4" fmla="*/ 7218 h 49213"/>
                <a:gd name="connsiteX5" fmla="*/ 34874 w 44390"/>
                <a:gd name="connsiteY5" fmla="*/ 76 h 49213"/>
                <a:gd name="connsiteX6" fmla="*/ 18135 w 44390"/>
                <a:gd name="connsiteY6" fmla="*/ 12017 h 49213"/>
                <a:gd name="connsiteX7" fmla="*/ 18011 w 44390"/>
                <a:gd name="connsiteY7" fmla="*/ 12017 h 49213"/>
                <a:gd name="connsiteX8" fmla="*/ 18011 w 44390"/>
                <a:gd name="connsiteY8" fmla="*/ 76 h 49213"/>
                <a:gd name="connsiteX9" fmla="*/ 280 w 44390"/>
                <a:gd name="connsiteY9" fmla="*/ 1304 h 49213"/>
                <a:gd name="connsiteX10" fmla="*/ 280 w 44390"/>
                <a:gd name="connsiteY10" fmla="*/ 5321 h 49213"/>
                <a:gd name="connsiteX11" fmla="*/ 9579 w 44390"/>
                <a:gd name="connsiteY11" fmla="*/ 11571 h 49213"/>
                <a:gd name="connsiteX12" fmla="*/ 9579 w 44390"/>
                <a:gd name="connsiteY12" fmla="*/ 40474 h 49213"/>
                <a:gd name="connsiteX13" fmla="*/ 280 w 44390"/>
                <a:gd name="connsiteY13" fmla="*/ 45272 h 49213"/>
                <a:gd name="connsiteX14" fmla="*/ 280 w 44390"/>
                <a:gd name="connsiteY14" fmla="*/ 49290 h 49213"/>
                <a:gd name="connsiteX15" fmla="*/ 14415 w 44390"/>
                <a:gd name="connsiteY15" fmla="*/ 48843 h 49213"/>
                <a:gd name="connsiteX16" fmla="*/ 30534 w 44390"/>
                <a:gd name="connsiteY16" fmla="*/ 49290 h 49213"/>
                <a:gd name="connsiteX17" fmla="*/ 30534 w 44390"/>
                <a:gd name="connsiteY17" fmla="*/ 45272 h 49213"/>
                <a:gd name="connsiteX18" fmla="*/ 28055 w 44390"/>
                <a:gd name="connsiteY18" fmla="*/ 45272 h 49213"/>
                <a:gd name="connsiteX19" fmla="*/ 18879 w 44390"/>
                <a:gd name="connsiteY19" fmla="*/ 40251 h 49213"/>
                <a:gd name="connsiteX20" fmla="*/ 18879 w 44390"/>
                <a:gd name="connsiteY20" fmla="*/ 23846 h 492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44390" h="49213">
                  <a:moveTo>
                    <a:pt x="18879" y="23846"/>
                  </a:moveTo>
                  <a:cubicBezTo>
                    <a:pt x="18879" y="14472"/>
                    <a:pt x="23715" y="3201"/>
                    <a:pt x="35494" y="3201"/>
                  </a:cubicBezTo>
                  <a:cubicBezTo>
                    <a:pt x="34378" y="3982"/>
                    <a:pt x="33386" y="5433"/>
                    <a:pt x="33386" y="7218"/>
                  </a:cubicBezTo>
                  <a:cubicBezTo>
                    <a:pt x="33386" y="10901"/>
                    <a:pt x="36610" y="12352"/>
                    <a:pt x="38966" y="12352"/>
                  </a:cubicBezTo>
                  <a:cubicBezTo>
                    <a:pt x="41942" y="12352"/>
                    <a:pt x="44670" y="10566"/>
                    <a:pt x="44670" y="7218"/>
                  </a:cubicBezTo>
                  <a:cubicBezTo>
                    <a:pt x="44670" y="3424"/>
                    <a:pt x="40702" y="76"/>
                    <a:pt x="34874" y="76"/>
                  </a:cubicBezTo>
                  <a:cubicBezTo>
                    <a:pt x="28674" y="76"/>
                    <a:pt x="21855" y="3536"/>
                    <a:pt x="18135" y="12017"/>
                  </a:cubicBezTo>
                  <a:lnTo>
                    <a:pt x="18011" y="12017"/>
                  </a:lnTo>
                  <a:lnTo>
                    <a:pt x="18011" y="76"/>
                  </a:lnTo>
                  <a:lnTo>
                    <a:pt x="280" y="1304"/>
                  </a:lnTo>
                  <a:lnTo>
                    <a:pt x="280" y="5321"/>
                  </a:lnTo>
                  <a:cubicBezTo>
                    <a:pt x="8587" y="5321"/>
                    <a:pt x="9579" y="6102"/>
                    <a:pt x="9579" y="11571"/>
                  </a:cubicBezTo>
                  <a:lnTo>
                    <a:pt x="9579" y="40474"/>
                  </a:lnTo>
                  <a:cubicBezTo>
                    <a:pt x="9579" y="45272"/>
                    <a:pt x="8339" y="45272"/>
                    <a:pt x="280" y="45272"/>
                  </a:cubicBezTo>
                  <a:lnTo>
                    <a:pt x="280" y="49290"/>
                  </a:lnTo>
                  <a:cubicBezTo>
                    <a:pt x="900" y="49290"/>
                    <a:pt x="9331" y="48843"/>
                    <a:pt x="14415" y="48843"/>
                  </a:cubicBezTo>
                  <a:cubicBezTo>
                    <a:pt x="19747" y="48843"/>
                    <a:pt x="25203" y="49067"/>
                    <a:pt x="30534" y="49290"/>
                  </a:cubicBezTo>
                  <a:lnTo>
                    <a:pt x="30534" y="45272"/>
                  </a:lnTo>
                  <a:lnTo>
                    <a:pt x="28055" y="45272"/>
                  </a:lnTo>
                  <a:cubicBezTo>
                    <a:pt x="18879" y="45272"/>
                    <a:pt x="18879" y="44045"/>
                    <a:pt x="18879" y="40251"/>
                  </a:cubicBezTo>
                  <a:lnTo>
                    <a:pt x="18879" y="23846"/>
                  </a:lnTo>
                  <a:close/>
                </a:path>
              </a:pathLst>
            </a:custGeom>
            <a:solidFill>
              <a:srgbClr val="000000"/>
            </a:solidFill>
            <a:ln w="1524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/>
            </a:p>
          </p:txBody>
        </p:sp>
        <p:sp>
          <p:nvSpPr>
            <p:cNvPr id="62" name="任意形状 61">
              <a:extLst>
                <a:ext uri="{FF2B5EF4-FFF2-40B4-BE49-F238E27FC236}">
                  <a16:creationId xmlns:a16="http://schemas.microsoft.com/office/drawing/2014/main" id="{F54EDFAA-3829-9A9A-D01E-566F116A2461}"/>
                </a:ext>
              </a:extLst>
            </p:cNvPr>
            <p:cNvSpPr/>
            <p:nvPr>
              <p:custDataLst>
                <p:tags r:id="rId310"/>
              </p:custDataLst>
            </p:nvPr>
          </p:nvSpPr>
          <p:spPr>
            <a:xfrm>
              <a:off x="7573922" y="3709807"/>
              <a:ext cx="61873" cy="50887"/>
            </a:xfrm>
            <a:custGeom>
              <a:avLst/>
              <a:gdLst>
                <a:gd name="connsiteX0" fmla="*/ 48765 w 61873"/>
                <a:gd name="connsiteY0" fmla="*/ 19940 h 50887"/>
                <a:gd name="connsiteX1" fmla="*/ 43061 w 61873"/>
                <a:gd name="connsiteY1" fmla="*/ 5656 h 50887"/>
                <a:gd name="connsiteX2" fmla="*/ 24710 w 61873"/>
                <a:gd name="connsiteY2" fmla="*/ 76 h 50887"/>
                <a:gd name="connsiteX3" fmla="*/ 4623 w 61873"/>
                <a:gd name="connsiteY3" fmla="*/ 10901 h 50887"/>
                <a:gd name="connsiteX4" fmla="*/ 10574 w 61873"/>
                <a:gd name="connsiteY4" fmla="*/ 16369 h 50887"/>
                <a:gd name="connsiteX5" fmla="*/ 16402 w 61873"/>
                <a:gd name="connsiteY5" fmla="*/ 11124 h 50887"/>
                <a:gd name="connsiteX6" fmla="*/ 12062 w 61873"/>
                <a:gd name="connsiteY6" fmla="*/ 5991 h 50887"/>
                <a:gd name="connsiteX7" fmla="*/ 24462 w 61873"/>
                <a:gd name="connsiteY7" fmla="*/ 3201 h 50887"/>
                <a:gd name="connsiteX8" fmla="*/ 38969 w 61873"/>
                <a:gd name="connsiteY8" fmla="*/ 16704 h 50887"/>
                <a:gd name="connsiteX9" fmla="*/ 38969 w 61873"/>
                <a:gd name="connsiteY9" fmla="*/ 20163 h 50887"/>
                <a:gd name="connsiteX10" fmla="*/ 14914 w 61873"/>
                <a:gd name="connsiteY10" fmla="*/ 23734 h 50887"/>
                <a:gd name="connsiteX11" fmla="*/ 283 w 61873"/>
                <a:gd name="connsiteY11" fmla="*/ 38577 h 50887"/>
                <a:gd name="connsiteX12" fmla="*/ 21982 w 61873"/>
                <a:gd name="connsiteY12" fmla="*/ 50964 h 50887"/>
                <a:gd name="connsiteX13" fmla="*/ 40333 w 61873"/>
                <a:gd name="connsiteY13" fmla="*/ 41590 h 50887"/>
                <a:gd name="connsiteX14" fmla="*/ 49881 w 61873"/>
                <a:gd name="connsiteY14" fmla="*/ 50406 h 50887"/>
                <a:gd name="connsiteX15" fmla="*/ 62156 w 61873"/>
                <a:gd name="connsiteY15" fmla="*/ 39804 h 50887"/>
                <a:gd name="connsiteX16" fmla="*/ 62156 w 61873"/>
                <a:gd name="connsiteY16" fmla="*/ 33666 h 50887"/>
                <a:gd name="connsiteX17" fmla="*/ 57940 w 61873"/>
                <a:gd name="connsiteY17" fmla="*/ 33666 h 50887"/>
                <a:gd name="connsiteX18" fmla="*/ 57940 w 61873"/>
                <a:gd name="connsiteY18" fmla="*/ 39693 h 50887"/>
                <a:gd name="connsiteX19" fmla="*/ 53353 w 61873"/>
                <a:gd name="connsiteY19" fmla="*/ 46165 h 50887"/>
                <a:gd name="connsiteX20" fmla="*/ 48765 w 61873"/>
                <a:gd name="connsiteY20" fmla="*/ 39469 h 50887"/>
                <a:gd name="connsiteX21" fmla="*/ 48765 w 61873"/>
                <a:gd name="connsiteY21" fmla="*/ 19940 h 50887"/>
                <a:gd name="connsiteX22" fmla="*/ 38969 w 61873"/>
                <a:gd name="connsiteY22" fmla="*/ 34113 h 50887"/>
                <a:gd name="connsiteX23" fmla="*/ 22974 w 61873"/>
                <a:gd name="connsiteY23" fmla="*/ 47839 h 50887"/>
                <a:gd name="connsiteX24" fmla="*/ 10698 w 61873"/>
                <a:gd name="connsiteY24" fmla="*/ 38577 h 50887"/>
                <a:gd name="connsiteX25" fmla="*/ 38969 w 61873"/>
                <a:gd name="connsiteY25" fmla="*/ 23065 h 50887"/>
                <a:gd name="connsiteX26" fmla="*/ 38969 w 61873"/>
                <a:gd name="connsiteY26" fmla="*/ 34113 h 508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61873" h="50887">
                  <a:moveTo>
                    <a:pt x="48765" y="19940"/>
                  </a:moveTo>
                  <a:cubicBezTo>
                    <a:pt x="48765" y="14026"/>
                    <a:pt x="48765" y="9785"/>
                    <a:pt x="43061" y="5656"/>
                  </a:cubicBezTo>
                  <a:cubicBezTo>
                    <a:pt x="37977" y="1862"/>
                    <a:pt x="32025" y="76"/>
                    <a:pt x="24710" y="76"/>
                  </a:cubicBezTo>
                  <a:cubicBezTo>
                    <a:pt x="12930" y="76"/>
                    <a:pt x="4623" y="4094"/>
                    <a:pt x="4623" y="10901"/>
                  </a:cubicBezTo>
                  <a:cubicBezTo>
                    <a:pt x="4623" y="14472"/>
                    <a:pt x="7350" y="16369"/>
                    <a:pt x="10574" y="16369"/>
                  </a:cubicBezTo>
                  <a:cubicBezTo>
                    <a:pt x="13922" y="16369"/>
                    <a:pt x="16402" y="14137"/>
                    <a:pt x="16402" y="11124"/>
                  </a:cubicBezTo>
                  <a:cubicBezTo>
                    <a:pt x="16402" y="9227"/>
                    <a:pt x="15410" y="6884"/>
                    <a:pt x="12062" y="5991"/>
                  </a:cubicBezTo>
                  <a:cubicBezTo>
                    <a:pt x="16526" y="3201"/>
                    <a:pt x="23718" y="3201"/>
                    <a:pt x="24462" y="3201"/>
                  </a:cubicBezTo>
                  <a:cubicBezTo>
                    <a:pt x="31405" y="3201"/>
                    <a:pt x="38969" y="7330"/>
                    <a:pt x="38969" y="16704"/>
                  </a:cubicBezTo>
                  <a:lnTo>
                    <a:pt x="38969" y="20163"/>
                  </a:lnTo>
                  <a:cubicBezTo>
                    <a:pt x="32149" y="20387"/>
                    <a:pt x="23966" y="20721"/>
                    <a:pt x="14914" y="23734"/>
                  </a:cubicBezTo>
                  <a:cubicBezTo>
                    <a:pt x="3755" y="27417"/>
                    <a:pt x="283" y="33555"/>
                    <a:pt x="283" y="38577"/>
                  </a:cubicBezTo>
                  <a:cubicBezTo>
                    <a:pt x="283" y="48174"/>
                    <a:pt x="13178" y="50964"/>
                    <a:pt x="21982" y="50964"/>
                  </a:cubicBezTo>
                  <a:cubicBezTo>
                    <a:pt x="31901" y="50964"/>
                    <a:pt x="37729" y="45942"/>
                    <a:pt x="40333" y="41590"/>
                  </a:cubicBezTo>
                  <a:cubicBezTo>
                    <a:pt x="40829" y="46165"/>
                    <a:pt x="44177" y="50406"/>
                    <a:pt x="49881" y="50406"/>
                  </a:cubicBezTo>
                  <a:cubicBezTo>
                    <a:pt x="50129" y="50406"/>
                    <a:pt x="62156" y="50406"/>
                    <a:pt x="62156" y="39804"/>
                  </a:cubicBezTo>
                  <a:lnTo>
                    <a:pt x="62156" y="33666"/>
                  </a:lnTo>
                  <a:lnTo>
                    <a:pt x="57940" y="33666"/>
                  </a:lnTo>
                  <a:lnTo>
                    <a:pt x="57940" y="39693"/>
                  </a:lnTo>
                  <a:cubicBezTo>
                    <a:pt x="57940" y="40809"/>
                    <a:pt x="57940" y="46165"/>
                    <a:pt x="53353" y="46165"/>
                  </a:cubicBezTo>
                  <a:cubicBezTo>
                    <a:pt x="48765" y="46165"/>
                    <a:pt x="48765" y="40920"/>
                    <a:pt x="48765" y="39469"/>
                  </a:cubicBezTo>
                  <a:lnTo>
                    <a:pt x="48765" y="19940"/>
                  </a:lnTo>
                  <a:close/>
                  <a:moveTo>
                    <a:pt x="38969" y="34113"/>
                  </a:moveTo>
                  <a:cubicBezTo>
                    <a:pt x="38969" y="44826"/>
                    <a:pt x="28554" y="47839"/>
                    <a:pt x="22974" y="47839"/>
                  </a:cubicBezTo>
                  <a:cubicBezTo>
                    <a:pt x="16650" y="47839"/>
                    <a:pt x="10698" y="44045"/>
                    <a:pt x="10698" y="38577"/>
                  </a:cubicBezTo>
                  <a:cubicBezTo>
                    <a:pt x="10698" y="32439"/>
                    <a:pt x="16650" y="23846"/>
                    <a:pt x="38969" y="23065"/>
                  </a:cubicBezTo>
                  <a:lnTo>
                    <a:pt x="38969" y="34113"/>
                  </a:lnTo>
                  <a:close/>
                </a:path>
              </a:pathLst>
            </a:custGeom>
            <a:solidFill>
              <a:srgbClr val="000000"/>
            </a:solidFill>
            <a:ln w="1524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/>
            </a:p>
          </p:txBody>
        </p:sp>
        <p:sp>
          <p:nvSpPr>
            <p:cNvPr id="63" name="任意形状 62">
              <a:extLst>
                <a:ext uri="{FF2B5EF4-FFF2-40B4-BE49-F238E27FC236}">
                  <a16:creationId xmlns:a16="http://schemas.microsoft.com/office/drawing/2014/main" id="{BA9DAB28-A2D6-22B0-AD42-D8AA8823E15B}"/>
                </a:ext>
              </a:extLst>
            </p:cNvPr>
            <p:cNvSpPr/>
            <p:nvPr>
              <p:custDataLst>
                <p:tags r:id="rId311"/>
              </p:custDataLst>
            </p:nvPr>
          </p:nvSpPr>
          <p:spPr>
            <a:xfrm>
              <a:off x="7644655" y="3684363"/>
              <a:ext cx="27030" cy="75215"/>
            </a:xfrm>
            <a:custGeom>
              <a:avLst/>
              <a:gdLst>
                <a:gd name="connsiteX0" fmla="*/ 19506 w 27030"/>
                <a:gd name="connsiteY0" fmla="*/ 6437 h 75215"/>
                <a:gd name="connsiteX1" fmla="*/ 12314 w 27030"/>
                <a:gd name="connsiteY1" fmla="*/ 76 h 75215"/>
                <a:gd name="connsiteX2" fmla="*/ 5247 w 27030"/>
                <a:gd name="connsiteY2" fmla="*/ 6437 h 75215"/>
                <a:gd name="connsiteX3" fmla="*/ 12314 w 27030"/>
                <a:gd name="connsiteY3" fmla="*/ 12910 h 75215"/>
                <a:gd name="connsiteX4" fmla="*/ 19506 w 27030"/>
                <a:gd name="connsiteY4" fmla="*/ 6437 h 75215"/>
                <a:gd name="connsiteX5" fmla="*/ 659 w 27030"/>
                <a:gd name="connsiteY5" fmla="*/ 27306 h 75215"/>
                <a:gd name="connsiteX6" fmla="*/ 659 w 27030"/>
                <a:gd name="connsiteY6" fmla="*/ 31323 h 75215"/>
                <a:gd name="connsiteX7" fmla="*/ 9586 w 27030"/>
                <a:gd name="connsiteY7" fmla="*/ 37461 h 75215"/>
                <a:gd name="connsiteX8" fmla="*/ 9586 w 27030"/>
                <a:gd name="connsiteY8" fmla="*/ 66476 h 75215"/>
                <a:gd name="connsiteX9" fmla="*/ 287 w 27030"/>
                <a:gd name="connsiteY9" fmla="*/ 71274 h 75215"/>
                <a:gd name="connsiteX10" fmla="*/ 287 w 27030"/>
                <a:gd name="connsiteY10" fmla="*/ 75292 h 75215"/>
                <a:gd name="connsiteX11" fmla="*/ 14174 w 27030"/>
                <a:gd name="connsiteY11" fmla="*/ 74845 h 75215"/>
                <a:gd name="connsiteX12" fmla="*/ 27318 w 27030"/>
                <a:gd name="connsiteY12" fmla="*/ 75292 h 75215"/>
                <a:gd name="connsiteX13" fmla="*/ 27318 w 27030"/>
                <a:gd name="connsiteY13" fmla="*/ 71274 h 75215"/>
                <a:gd name="connsiteX14" fmla="*/ 18886 w 27030"/>
                <a:gd name="connsiteY14" fmla="*/ 66587 h 75215"/>
                <a:gd name="connsiteX15" fmla="*/ 18886 w 27030"/>
                <a:gd name="connsiteY15" fmla="*/ 26078 h 75215"/>
                <a:gd name="connsiteX16" fmla="*/ 659 w 27030"/>
                <a:gd name="connsiteY16" fmla="*/ 27306 h 752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7030" h="75215">
                  <a:moveTo>
                    <a:pt x="19506" y="6437"/>
                  </a:moveTo>
                  <a:cubicBezTo>
                    <a:pt x="19506" y="3201"/>
                    <a:pt x="16530" y="76"/>
                    <a:pt x="12314" y="76"/>
                  </a:cubicBezTo>
                  <a:cubicBezTo>
                    <a:pt x="8594" y="76"/>
                    <a:pt x="5247" y="2755"/>
                    <a:pt x="5247" y="6437"/>
                  </a:cubicBezTo>
                  <a:cubicBezTo>
                    <a:pt x="5247" y="10455"/>
                    <a:pt x="8842" y="12910"/>
                    <a:pt x="12314" y="12910"/>
                  </a:cubicBezTo>
                  <a:cubicBezTo>
                    <a:pt x="16282" y="12910"/>
                    <a:pt x="19506" y="10120"/>
                    <a:pt x="19506" y="6437"/>
                  </a:cubicBezTo>
                  <a:close/>
                  <a:moveTo>
                    <a:pt x="659" y="27306"/>
                  </a:moveTo>
                  <a:lnTo>
                    <a:pt x="659" y="31323"/>
                  </a:lnTo>
                  <a:cubicBezTo>
                    <a:pt x="8470" y="31323"/>
                    <a:pt x="9586" y="31993"/>
                    <a:pt x="9586" y="37461"/>
                  </a:cubicBezTo>
                  <a:lnTo>
                    <a:pt x="9586" y="66476"/>
                  </a:lnTo>
                  <a:cubicBezTo>
                    <a:pt x="9586" y="71274"/>
                    <a:pt x="8346" y="71274"/>
                    <a:pt x="287" y="71274"/>
                  </a:cubicBezTo>
                  <a:lnTo>
                    <a:pt x="287" y="75292"/>
                  </a:lnTo>
                  <a:cubicBezTo>
                    <a:pt x="535" y="75292"/>
                    <a:pt x="9214" y="74845"/>
                    <a:pt x="14174" y="74845"/>
                  </a:cubicBezTo>
                  <a:cubicBezTo>
                    <a:pt x="18514" y="74845"/>
                    <a:pt x="22978" y="74957"/>
                    <a:pt x="27318" y="75292"/>
                  </a:cubicBezTo>
                  <a:lnTo>
                    <a:pt x="27318" y="71274"/>
                  </a:lnTo>
                  <a:cubicBezTo>
                    <a:pt x="20126" y="71274"/>
                    <a:pt x="18886" y="71274"/>
                    <a:pt x="18886" y="66587"/>
                  </a:cubicBezTo>
                  <a:lnTo>
                    <a:pt x="18886" y="26078"/>
                  </a:lnTo>
                  <a:lnTo>
                    <a:pt x="659" y="27306"/>
                  </a:lnTo>
                  <a:close/>
                </a:path>
              </a:pathLst>
            </a:custGeom>
            <a:solidFill>
              <a:srgbClr val="000000"/>
            </a:solidFill>
            <a:ln w="1524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/>
            </a:p>
          </p:txBody>
        </p:sp>
        <p:sp>
          <p:nvSpPr>
            <p:cNvPr id="64" name="任意形状 63">
              <a:extLst>
                <a:ext uri="{FF2B5EF4-FFF2-40B4-BE49-F238E27FC236}">
                  <a16:creationId xmlns:a16="http://schemas.microsoft.com/office/drawing/2014/main" id="{870BC518-F0CF-F372-869B-BE8C26513B6C}"/>
                </a:ext>
              </a:extLst>
            </p:cNvPr>
            <p:cNvSpPr/>
            <p:nvPr>
              <p:custDataLst>
                <p:tags r:id="rId312"/>
              </p:custDataLst>
            </p:nvPr>
          </p:nvSpPr>
          <p:spPr>
            <a:xfrm>
              <a:off x="7684509" y="3710365"/>
              <a:ext cx="66461" cy="49213"/>
            </a:xfrm>
            <a:custGeom>
              <a:avLst/>
              <a:gdLst>
                <a:gd name="connsiteX0" fmla="*/ 57451 w 66461"/>
                <a:gd name="connsiteY0" fmla="*/ 15476 h 49213"/>
                <a:gd name="connsiteX1" fmla="*/ 38851 w 66461"/>
                <a:gd name="connsiteY1" fmla="*/ 76 h 49213"/>
                <a:gd name="connsiteX2" fmla="*/ 18640 w 66461"/>
                <a:gd name="connsiteY2" fmla="*/ 10901 h 49213"/>
                <a:gd name="connsiteX3" fmla="*/ 18516 w 66461"/>
                <a:gd name="connsiteY3" fmla="*/ 10901 h 49213"/>
                <a:gd name="connsiteX4" fmla="*/ 18516 w 66461"/>
                <a:gd name="connsiteY4" fmla="*/ 76 h 49213"/>
                <a:gd name="connsiteX5" fmla="*/ 289 w 66461"/>
                <a:gd name="connsiteY5" fmla="*/ 1304 h 49213"/>
                <a:gd name="connsiteX6" fmla="*/ 289 w 66461"/>
                <a:gd name="connsiteY6" fmla="*/ 5321 h 49213"/>
                <a:gd name="connsiteX7" fmla="*/ 9589 w 66461"/>
                <a:gd name="connsiteY7" fmla="*/ 11571 h 49213"/>
                <a:gd name="connsiteX8" fmla="*/ 9589 w 66461"/>
                <a:gd name="connsiteY8" fmla="*/ 40474 h 49213"/>
                <a:gd name="connsiteX9" fmla="*/ 289 w 66461"/>
                <a:gd name="connsiteY9" fmla="*/ 45272 h 49213"/>
                <a:gd name="connsiteX10" fmla="*/ 289 w 66461"/>
                <a:gd name="connsiteY10" fmla="*/ 49290 h 49213"/>
                <a:gd name="connsiteX11" fmla="*/ 14424 w 66461"/>
                <a:gd name="connsiteY11" fmla="*/ 48843 h 49213"/>
                <a:gd name="connsiteX12" fmla="*/ 28684 w 66461"/>
                <a:gd name="connsiteY12" fmla="*/ 49290 h 49213"/>
                <a:gd name="connsiteX13" fmla="*/ 28684 w 66461"/>
                <a:gd name="connsiteY13" fmla="*/ 45272 h 49213"/>
                <a:gd name="connsiteX14" fmla="*/ 19384 w 66461"/>
                <a:gd name="connsiteY14" fmla="*/ 40474 h 49213"/>
                <a:gd name="connsiteX15" fmla="*/ 19384 w 66461"/>
                <a:gd name="connsiteY15" fmla="*/ 20387 h 49213"/>
                <a:gd name="connsiteX16" fmla="*/ 37859 w 66461"/>
                <a:gd name="connsiteY16" fmla="*/ 3201 h 49213"/>
                <a:gd name="connsiteX17" fmla="*/ 47655 w 66461"/>
                <a:gd name="connsiteY17" fmla="*/ 15030 h 49213"/>
                <a:gd name="connsiteX18" fmla="*/ 47655 w 66461"/>
                <a:gd name="connsiteY18" fmla="*/ 40474 h 49213"/>
                <a:gd name="connsiteX19" fmla="*/ 38355 w 66461"/>
                <a:gd name="connsiteY19" fmla="*/ 45272 h 49213"/>
                <a:gd name="connsiteX20" fmla="*/ 38355 w 66461"/>
                <a:gd name="connsiteY20" fmla="*/ 49290 h 49213"/>
                <a:gd name="connsiteX21" fmla="*/ 52491 w 66461"/>
                <a:gd name="connsiteY21" fmla="*/ 48843 h 49213"/>
                <a:gd name="connsiteX22" fmla="*/ 66750 w 66461"/>
                <a:gd name="connsiteY22" fmla="*/ 49290 h 49213"/>
                <a:gd name="connsiteX23" fmla="*/ 66750 w 66461"/>
                <a:gd name="connsiteY23" fmla="*/ 45272 h 49213"/>
                <a:gd name="connsiteX24" fmla="*/ 57451 w 66461"/>
                <a:gd name="connsiteY24" fmla="*/ 40474 h 49213"/>
                <a:gd name="connsiteX25" fmla="*/ 57451 w 66461"/>
                <a:gd name="connsiteY25" fmla="*/ 15476 h 492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66461" h="49213">
                  <a:moveTo>
                    <a:pt x="57451" y="15476"/>
                  </a:moveTo>
                  <a:cubicBezTo>
                    <a:pt x="57451" y="5768"/>
                    <a:pt x="52119" y="76"/>
                    <a:pt x="38851" y="76"/>
                  </a:cubicBezTo>
                  <a:cubicBezTo>
                    <a:pt x="28684" y="76"/>
                    <a:pt x="22112" y="5098"/>
                    <a:pt x="18640" y="10901"/>
                  </a:cubicBezTo>
                  <a:lnTo>
                    <a:pt x="18516" y="10901"/>
                  </a:lnTo>
                  <a:lnTo>
                    <a:pt x="18516" y="76"/>
                  </a:lnTo>
                  <a:lnTo>
                    <a:pt x="289" y="1304"/>
                  </a:lnTo>
                  <a:lnTo>
                    <a:pt x="289" y="5321"/>
                  </a:lnTo>
                  <a:cubicBezTo>
                    <a:pt x="8597" y="5321"/>
                    <a:pt x="9589" y="6102"/>
                    <a:pt x="9589" y="11571"/>
                  </a:cubicBezTo>
                  <a:lnTo>
                    <a:pt x="9589" y="40474"/>
                  </a:lnTo>
                  <a:cubicBezTo>
                    <a:pt x="9589" y="45272"/>
                    <a:pt x="8349" y="45272"/>
                    <a:pt x="289" y="45272"/>
                  </a:cubicBezTo>
                  <a:lnTo>
                    <a:pt x="289" y="49290"/>
                  </a:lnTo>
                  <a:cubicBezTo>
                    <a:pt x="537" y="49290"/>
                    <a:pt x="9217" y="48843"/>
                    <a:pt x="14424" y="48843"/>
                  </a:cubicBezTo>
                  <a:cubicBezTo>
                    <a:pt x="19012" y="48843"/>
                    <a:pt x="27568" y="49178"/>
                    <a:pt x="28684" y="49290"/>
                  </a:cubicBezTo>
                  <a:lnTo>
                    <a:pt x="28684" y="45272"/>
                  </a:lnTo>
                  <a:cubicBezTo>
                    <a:pt x="20624" y="45272"/>
                    <a:pt x="19384" y="45272"/>
                    <a:pt x="19384" y="40474"/>
                  </a:cubicBezTo>
                  <a:lnTo>
                    <a:pt x="19384" y="20387"/>
                  </a:lnTo>
                  <a:cubicBezTo>
                    <a:pt x="19384" y="8669"/>
                    <a:pt x="29676" y="3201"/>
                    <a:pt x="37859" y="3201"/>
                  </a:cubicBezTo>
                  <a:cubicBezTo>
                    <a:pt x="46539" y="3201"/>
                    <a:pt x="47655" y="9339"/>
                    <a:pt x="47655" y="15030"/>
                  </a:cubicBezTo>
                  <a:lnTo>
                    <a:pt x="47655" y="40474"/>
                  </a:lnTo>
                  <a:cubicBezTo>
                    <a:pt x="47655" y="45272"/>
                    <a:pt x="46415" y="45272"/>
                    <a:pt x="38355" y="45272"/>
                  </a:cubicBezTo>
                  <a:lnTo>
                    <a:pt x="38355" y="49290"/>
                  </a:lnTo>
                  <a:cubicBezTo>
                    <a:pt x="38603" y="49290"/>
                    <a:pt x="47283" y="48843"/>
                    <a:pt x="52491" y="48843"/>
                  </a:cubicBezTo>
                  <a:cubicBezTo>
                    <a:pt x="57079" y="48843"/>
                    <a:pt x="65634" y="49178"/>
                    <a:pt x="66750" y="49290"/>
                  </a:cubicBezTo>
                  <a:lnTo>
                    <a:pt x="66750" y="45272"/>
                  </a:lnTo>
                  <a:cubicBezTo>
                    <a:pt x="58691" y="45272"/>
                    <a:pt x="57451" y="45272"/>
                    <a:pt x="57451" y="40474"/>
                  </a:cubicBezTo>
                  <a:lnTo>
                    <a:pt x="57451" y="15476"/>
                  </a:lnTo>
                  <a:close/>
                </a:path>
              </a:pathLst>
            </a:custGeom>
            <a:solidFill>
              <a:srgbClr val="000000"/>
            </a:solidFill>
            <a:ln w="1524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/>
            </a:p>
          </p:txBody>
        </p:sp>
        <p:sp>
          <p:nvSpPr>
            <p:cNvPr id="65" name="任意形状 64">
              <a:extLst>
                <a:ext uri="{FF2B5EF4-FFF2-40B4-BE49-F238E27FC236}">
                  <a16:creationId xmlns:a16="http://schemas.microsoft.com/office/drawing/2014/main" id="{3436D3A1-E92F-7D75-0FBD-42A27B2D688F}"/>
                </a:ext>
              </a:extLst>
            </p:cNvPr>
            <p:cNvSpPr/>
            <p:nvPr>
              <p:custDataLst>
                <p:tags r:id="rId313"/>
              </p:custDataLst>
            </p:nvPr>
          </p:nvSpPr>
          <p:spPr>
            <a:xfrm>
              <a:off x="7777659" y="3616099"/>
              <a:ext cx="62883" cy="159422"/>
            </a:xfrm>
            <a:custGeom>
              <a:avLst/>
              <a:gdLst>
                <a:gd name="connsiteX0" fmla="*/ 25801 w 62883"/>
                <a:gd name="connsiteY0" fmla="*/ 138294 h 159422"/>
                <a:gd name="connsiteX1" fmla="*/ 1888 w 62883"/>
                <a:gd name="connsiteY1" fmla="*/ 155990 h 159422"/>
                <a:gd name="connsiteX2" fmla="*/ 294 w 62883"/>
                <a:gd name="connsiteY2" fmla="*/ 157743 h 159422"/>
                <a:gd name="connsiteX3" fmla="*/ 3837 w 62883"/>
                <a:gd name="connsiteY3" fmla="*/ 159497 h 159422"/>
                <a:gd name="connsiteX4" fmla="*/ 37670 w 62883"/>
                <a:gd name="connsiteY4" fmla="*/ 139569 h 159422"/>
                <a:gd name="connsiteX5" fmla="*/ 37670 w 62883"/>
                <a:gd name="connsiteY5" fmla="*/ 103221 h 159422"/>
                <a:gd name="connsiteX6" fmla="*/ 44755 w 62883"/>
                <a:gd name="connsiteY6" fmla="*/ 86641 h 159422"/>
                <a:gd name="connsiteX7" fmla="*/ 61583 w 62883"/>
                <a:gd name="connsiteY7" fmla="*/ 81539 h 159422"/>
                <a:gd name="connsiteX8" fmla="*/ 63177 w 62883"/>
                <a:gd name="connsiteY8" fmla="*/ 79786 h 159422"/>
                <a:gd name="connsiteX9" fmla="*/ 60343 w 62883"/>
                <a:gd name="connsiteY9" fmla="*/ 78032 h 159422"/>
                <a:gd name="connsiteX10" fmla="*/ 38201 w 62883"/>
                <a:gd name="connsiteY10" fmla="*/ 63844 h 159422"/>
                <a:gd name="connsiteX11" fmla="*/ 37670 w 62883"/>
                <a:gd name="connsiteY11" fmla="*/ 56032 h 159422"/>
                <a:gd name="connsiteX12" fmla="*/ 37670 w 62883"/>
                <a:gd name="connsiteY12" fmla="*/ 24466 h 159422"/>
                <a:gd name="connsiteX13" fmla="*/ 29167 w 62883"/>
                <a:gd name="connsiteY13" fmla="*/ 6611 h 159422"/>
                <a:gd name="connsiteX14" fmla="*/ 3837 w 62883"/>
                <a:gd name="connsiteY14" fmla="*/ 75 h 159422"/>
                <a:gd name="connsiteX15" fmla="*/ 294 w 62883"/>
                <a:gd name="connsiteY15" fmla="*/ 1828 h 159422"/>
                <a:gd name="connsiteX16" fmla="*/ 3128 w 62883"/>
                <a:gd name="connsiteY16" fmla="*/ 3582 h 159422"/>
                <a:gd name="connsiteX17" fmla="*/ 25270 w 62883"/>
                <a:gd name="connsiteY17" fmla="*/ 17452 h 159422"/>
                <a:gd name="connsiteX18" fmla="*/ 25801 w 62883"/>
                <a:gd name="connsiteY18" fmla="*/ 24945 h 159422"/>
                <a:gd name="connsiteX19" fmla="*/ 25801 w 62883"/>
                <a:gd name="connsiteY19" fmla="*/ 58423 h 159422"/>
                <a:gd name="connsiteX20" fmla="*/ 32887 w 62883"/>
                <a:gd name="connsiteY20" fmla="*/ 73568 h 159422"/>
                <a:gd name="connsiteX21" fmla="*/ 46703 w 62883"/>
                <a:gd name="connsiteY21" fmla="*/ 79786 h 159422"/>
                <a:gd name="connsiteX22" fmla="*/ 25801 w 62883"/>
                <a:gd name="connsiteY22" fmla="*/ 100032 h 159422"/>
                <a:gd name="connsiteX23" fmla="*/ 25801 w 62883"/>
                <a:gd name="connsiteY23" fmla="*/ 138294 h 1594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62883" h="159422">
                  <a:moveTo>
                    <a:pt x="25801" y="138294"/>
                  </a:moveTo>
                  <a:cubicBezTo>
                    <a:pt x="25801" y="144671"/>
                    <a:pt x="21196" y="154874"/>
                    <a:pt x="1888" y="155990"/>
                  </a:cubicBezTo>
                  <a:cubicBezTo>
                    <a:pt x="1002" y="156149"/>
                    <a:pt x="294" y="156787"/>
                    <a:pt x="294" y="157743"/>
                  </a:cubicBezTo>
                  <a:cubicBezTo>
                    <a:pt x="294" y="159497"/>
                    <a:pt x="2242" y="159497"/>
                    <a:pt x="3837" y="159497"/>
                  </a:cubicBezTo>
                  <a:cubicBezTo>
                    <a:pt x="21019" y="159497"/>
                    <a:pt x="37492" y="151685"/>
                    <a:pt x="37670" y="139569"/>
                  </a:cubicBezTo>
                  <a:lnTo>
                    <a:pt x="37670" y="103221"/>
                  </a:lnTo>
                  <a:cubicBezTo>
                    <a:pt x="37670" y="97003"/>
                    <a:pt x="37670" y="91902"/>
                    <a:pt x="44755" y="86641"/>
                  </a:cubicBezTo>
                  <a:cubicBezTo>
                    <a:pt x="50955" y="82018"/>
                    <a:pt x="57686" y="81699"/>
                    <a:pt x="61583" y="81539"/>
                  </a:cubicBezTo>
                  <a:cubicBezTo>
                    <a:pt x="62469" y="81380"/>
                    <a:pt x="63177" y="80742"/>
                    <a:pt x="63177" y="79786"/>
                  </a:cubicBezTo>
                  <a:cubicBezTo>
                    <a:pt x="63177" y="78192"/>
                    <a:pt x="62114" y="78192"/>
                    <a:pt x="60343" y="78032"/>
                  </a:cubicBezTo>
                  <a:cubicBezTo>
                    <a:pt x="48652" y="77394"/>
                    <a:pt x="40149" y="71655"/>
                    <a:pt x="38201" y="63844"/>
                  </a:cubicBezTo>
                  <a:cubicBezTo>
                    <a:pt x="37670" y="62090"/>
                    <a:pt x="37670" y="61771"/>
                    <a:pt x="37670" y="56032"/>
                  </a:cubicBezTo>
                  <a:lnTo>
                    <a:pt x="37670" y="24466"/>
                  </a:lnTo>
                  <a:cubicBezTo>
                    <a:pt x="37670" y="17771"/>
                    <a:pt x="37670" y="12669"/>
                    <a:pt x="29167" y="6611"/>
                  </a:cubicBezTo>
                  <a:cubicBezTo>
                    <a:pt x="22082" y="1669"/>
                    <a:pt x="9859" y="75"/>
                    <a:pt x="3837" y="75"/>
                  </a:cubicBezTo>
                  <a:cubicBezTo>
                    <a:pt x="2242" y="75"/>
                    <a:pt x="294" y="75"/>
                    <a:pt x="294" y="1828"/>
                  </a:cubicBezTo>
                  <a:cubicBezTo>
                    <a:pt x="294" y="3423"/>
                    <a:pt x="1357" y="3423"/>
                    <a:pt x="3128" y="3582"/>
                  </a:cubicBezTo>
                  <a:cubicBezTo>
                    <a:pt x="14288" y="4220"/>
                    <a:pt x="22967" y="9321"/>
                    <a:pt x="25270" y="17452"/>
                  </a:cubicBezTo>
                  <a:cubicBezTo>
                    <a:pt x="25801" y="18887"/>
                    <a:pt x="25801" y="19205"/>
                    <a:pt x="25801" y="24945"/>
                  </a:cubicBezTo>
                  <a:lnTo>
                    <a:pt x="25801" y="58423"/>
                  </a:lnTo>
                  <a:cubicBezTo>
                    <a:pt x="25801" y="65757"/>
                    <a:pt x="27218" y="68467"/>
                    <a:pt x="32887" y="73568"/>
                  </a:cubicBezTo>
                  <a:cubicBezTo>
                    <a:pt x="36607" y="76916"/>
                    <a:pt x="41744" y="78510"/>
                    <a:pt x="46703" y="79786"/>
                  </a:cubicBezTo>
                  <a:cubicBezTo>
                    <a:pt x="32178" y="83453"/>
                    <a:pt x="25801" y="90786"/>
                    <a:pt x="25801" y="100032"/>
                  </a:cubicBezTo>
                  <a:lnTo>
                    <a:pt x="25801" y="138294"/>
                  </a:lnTo>
                  <a:close/>
                </a:path>
              </a:pathLst>
            </a:custGeom>
            <a:solidFill>
              <a:srgbClr val="000000"/>
            </a:solidFill>
            <a:ln w="1524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/>
            </a:p>
          </p:txBody>
        </p:sp>
      </p:grpSp>
      <p:grpSp>
        <p:nvGrpSpPr>
          <p:cNvPr id="154" name="组合 153">
            <a:extLst>
              <a:ext uri="{FF2B5EF4-FFF2-40B4-BE49-F238E27FC236}">
                <a16:creationId xmlns:a16="http://schemas.microsoft.com/office/drawing/2014/main" id="{DC0ADEAC-CD3F-D42D-B5BA-C85EE88075E0}"/>
              </a:ext>
            </a:extLst>
          </p:cNvPr>
          <p:cNvGrpSpPr>
            <a:grpSpLocks noChangeAspect="1"/>
          </p:cNvGrpSpPr>
          <p:nvPr>
            <p:custDataLst>
              <p:tags r:id="rId2"/>
            </p:custDataLst>
          </p:nvPr>
        </p:nvGrpSpPr>
        <p:grpSpPr>
          <a:xfrm>
            <a:off x="323886" y="2839373"/>
            <a:ext cx="5040676" cy="452101"/>
            <a:chOff x="4152195" y="3846986"/>
            <a:chExt cx="5040676" cy="452101"/>
          </a:xfrm>
        </p:grpSpPr>
        <p:sp>
          <p:nvSpPr>
            <p:cNvPr id="96" name="任意形状 95">
              <a:extLst>
                <a:ext uri="{FF2B5EF4-FFF2-40B4-BE49-F238E27FC236}">
                  <a16:creationId xmlns:a16="http://schemas.microsoft.com/office/drawing/2014/main" id="{75562330-B26E-BCB4-6727-0C0D4A8777E9}"/>
                </a:ext>
              </a:extLst>
            </p:cNvPr>
            <p:cNvSpPr/>
            <p:nvPr>
              <p:custDataLst>
                <p:tags r:id="rId231"/>
              </p:custDataLst>
            </p:nvPr>
          </p:nvSpPr>
          <p:spPr>
            <a:xfrm>
              <a:off x="4152195" y="4005435"/>
              <a:ext cx="79608" cy="81305"/>
            </a:xfrm>
            <a:custGeom>
              <a:avLst/>
              <a:gdLst>
                <a:gd name="connsiteX0" fmla="*/ 51457 w 79608"/>
                <a:gd name="connsiteY0" fmla="*/ 65981 h 81305"/>
                <a:gd name="connsiteX1" fmla="*/ 65225 w 79608"/>
                <a:gd name="connsiteY1" fmla="*/ 80507 h 81305"/>
                <a:gd name="connsiteX2" fmla="*/ 79699 w 79608"/>
                <a:gd name="connsiteY2" fmla="*/ 63679 h 81305"/>
                <a:gd name="connsiteX3" fmla="*/ 79699 w 79608"/>
                <a:gd name="connsiteY3" fmla="*/ 53759 h 81305"/>
                <a:gd name="connsiteX4" fmla="*/ 75287 w 79608"/>
                <a:gd name="connsiteY4" fmla="*/ 53759 h 81305"/>
                <a:gd name="connsiteX5" fmla="*/ 75287 w 79608"/>
                <a:gd name="connsiteY5" fmla="*/ 63679 h 81305"/>
                <a:gd name="connsiteX6" fmla="*/ 68932 w 79608"/>
                <a:gd name="connsiteY6" fmla="*/ 75015 h 81305"/>
                <a:gd name="connsiteX7" fmla="*/ 62401 w 79608"/>
                <a:gd name="connsiteY7" fmla="*/ 66159 h 81305"/>
                <a:gd name="connsiteX8" fmla="*/ 62401 w 79608"/>
                <a:gd name="connsiteY8" fmla="*/ 30731 h 81305"/>
                <a:gd name="connsiteX9" fmla="*/ 56046 w 79608"/>
                <a:gd name="connsiteY9" fmla="*/ 9829 h 81305"/>
                <a:gd name="connsiteX10" fmla="*/ 31864 w 79608"/>
                <a:gd name="connsiteY10" fmla="*/ 87 h 81305"/>
                <a:gd name="connsiteX11" fmla="*/ 5210 w 79608"/>
                <a:gd name="connsiteY11" fmla="*/ 20103 h 81305"/>
                <a:gd name="connsiteX12" fmla="*/ 13329 w 79608"/>
                <a:gd name="connsiteY12" fmla="*/ 28429 h 81305"/>
                <a:gd name="connsiteX13" fmla="*/ 21449 w 79608"/>
                <a:gd name="connsiteY13" fmla="*/ 20280 h 81305"/>
                <a:gd name="connsiteX14" fmla="*/ 12447 w 79608"/>
                <a:gd name="connsiteY14" fmla="*/ 12132 h 81305"/>
                <a:gd name="connsiteX15" fmla="*/ 31510 w 79608"/>
                <a:gd name="connsiteY15" fmla="*/ 3984 h 81305"/>
                <a:gd name="connsiteX16" fmla="*/ 50221 w 79608"/>
                <a:gd name="connsiteY16" fmla="*/ 26657 h 81305"/>
                <a:gd name="connsiteX17" fmla="*/ 50221 w 79608"/>
                <a:gd name="connsiteY17" fmla="*/ 33211 h 81305"/>
                <a:gd name="connsiteX18" fmla="*/ 17742 w 79608"/>
                <a:gd name="connsiteY18" fmla="*/ 39588 h 81305"/>
                <a:gd name="connsiteX19" fmla="*/ 91 w 79608"/>
                <a:gd name="connsiteY19" fmla="*/ 62616 h 81305"/>
                <a:gd name="connsiteX20" fmla="*/ 28333 w 79608"/>
                <a:gd name="connsiteY20" fmla="*/ 81392 h 81305"/>
                <a:gd name="connsiteX21" fmla="*/ 51457 w 79608"/>
                <a:gd name="connsiteY21" fmla="*/ 65981 h 81305"/>
                <a:gd name="connsiteX22" fmla="*/ 50221 w 79608"/>
                <a:gd name="connsiteY22" fmla="*/ 36931 h 81305"/>
                <a:gd name="connsiteX23" fmla="*/ 50221 w 79608"/>
                <a:gd name="connsiteY23" fmla="*/ 54645 h 81305"/>
                <a:gd name="connsiteX24" fmla="*/ 29569 w 79608"/>
                <a:gd name="connsiteY24" fmla="*/ 77495 h 81305"/>
                <a:gd name="connsiteX25" fmla="*/ 13682 w 79608"/>
                <a:gd name="connsiteY25" fmla="*/ 62439 h 81305"/>
                <a:gd name="connsiteX26" fmla="*/ 50221 w 79608"/>
                <a:gd name="connsiteY26" fmla="*/ 36931 h 813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79608" h="81305">
                  <a:moveTo>
                    <a:pt x="51457" y="65981"/>
                  </a:moveTo>
                  <a:cubicBezTo>
                    <a:pt x="52163" y="73067"/>
                    <a:pt x="56929" y="80507"/>
                    <a:pt x="65225" y="80507"/>
                  </a:cubicBezTo>
                  <a:cubicBezTo>
                    <a:pt x="68932" y="80507"/>
                    <a:pt x="79699" y="78027"/>
                    <a:pt x="79699" y="63679"/>
                  </a:cubicBezTo>
                  <a:lnTo>
                    <a:pt x="79699" y="53759"/>
                  </a:lnTo>
                  <a:lnTo>
                    <a:pt x="75287" y="53759"/>
                  </a:lnTo>
                  <a:lnTo>
                    <a:pt x="75287" y="63679"/>
                  </a:lnTo>
                  <a:cubicBezTo>
                    <a:pt x="75287" y="73952"/>
                    <a:pt x="70874" y="75015"/>
                    <a:pt x="68932" y="75015"/>
                  </a:cubicBezTo>
                  <a:cubicBezTo>
                    <a:pt x="63107" y="75015"/>
                    <a:pt x="62401" y="67044"/>
                    <a:pt x="62401" y="66159"/>
                  </a:cubicBezTo>
                  <a:lnTo>
                    <a:pt x="62401" y="30731"/>
                  </a:lnTo>
                  <a:cubicBezTo>
                    <a:pt x="62401" y="23292"/>
                    <a:pt x="62401" y="16383"/>
                    <a:pt x="56046" y="9829"/>
                  </a:cubicBezTo>
                  <a:cubicBezTo>
                    <a:pt x="49162" y="2921"/>
                    <a:pt x="40336" y="87"/>
                    <a:pt x="31864" y="87"/>
                  </a:cubicBezTo>
                  <a:cubicBezTo>
                    <a:pt x="17389" y="87"/>
                    <a:pt x="5210" y="8412"/>
                    <a:pt x="5210" y="20103"/>
                  </a:cubicBezTo>
                  <a:cubicBezTo>
                    <a:pt x="5210" y="25417"/>
                    <a:pt x="8740" y="28429"/>
                    <a:pt x="13329" y="28429"/>
                  </a:cubicBezTo>
                  <a:cubicBezTo>
                    <a:pt x="18272" y="28429"/>
                    <a:pt x="21449" y="24886"/>
                    <a:pt x="21449" y="20280"/>
                  </a:cubicBezTo>
                  <a:cubicBezTo>
                    <a:pt x="21449" y="18155"/>
                    <a:pt x="20566" y="12309"/>
                    <a:pt x="12447" y="12132"/>
                  </a:cubicBezTo>
                  <a:cubicBezTo>
                    <a:pt x="17213" y="5932"/>
                    <a:pt x="25862" y="3984"/>
                    <a:pt x="31510" y="3984"/>
                  </a:cubicBezTo>
                  <a:cubicBezTo>
                    <a:pt x="40160" y="3984"/>
                    <a:pt x="50221" y="10892"/>
                    <a:pt x="50221" y="26657"/>
                  </a:cubicBezTo>
                  <a:lnTo>
                    <a:pt x="50221" y="33211"/>
                  </a:lnTo>
                  <a:cubicBezTo>
                    <a:pt x="41219" y="33743"/>
                    <a:pt x="28863" y="34274"/>
                    <a:pt x="17742" y="39588"/>
                  </a:cubicBezTo>
                  <a:cubicBezTo>
                    <a:pt x="4503" y="45611"/>
                    <a:pt x="91" y="54822"/>
                    <a:pt x="91" y="62616"/>
                  </a:cubicBezTo>
                  <a:cubicBezTo>
                    <a:pt x="91" y="76964"/>
                    <a:pt x="17213" y="81392"/>
                    <a:pt x="28333" y="81392"/>
                  </a:cubicBezTo>
                  <a:cubicBezTo>
                    <a:pt x="39983" y="81392"/>
                    <a:pt x="48103" y="74307"/>
                    <a:pt x="51457" y="65981"/>
                  </a:cubicBezTo>
                  <a:close/>
                  <a:moveTo>
                    <a:pt x="50221" y="36931"/>
                  </a:moveTo>
                  <a:lnTo>
                    <a:pt x="50221" y="54645"/>
                  </a:lnTo>
                  <a:cubicBezTo>
                    <a:pt x="50221" y="71473"/>
                    <a:pt x="37512" y="77495"/>
                    <a:pt x="29569" y="77495"/>
                  </a:cubicBezTo>
                  <a:cubicBezTo>
                    <a:pt x="20919" y="77495"/>
                    <a:pt x="13682" y="71295"/>
                    <a:pt x="13682" y="62439"/>
                  </a:cubicBezTo>
                  <a:cubicBezTo>
                    <a:pt x="13682" y="52696"/>
                    <a:pt x="21096" y="37994"/>
                    <a:pt x="50221" y="36931"/>
                  </a:cubicBezTo>
                  <a:close/>
                </a:path>
              </a:pathLst>
            </a:custGeom>
            <a:solidFill>
              <a:srgbClr val="000000"/>
            </a:solidFill>
            <a:ln w="1771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97" name="任意形状 96">
              <a:extLst>
                <a:ext uri="{FF2B5EF4-FFF2-40B4-BE49-F238E27FC236}">
                  <a16:creationId xmlns:a16="http://schemas.microsoft.com/office/drawing/2014/main" id="{24C2A710-953F-2DE5-637C-53A0C30C54BB}"/>
                </a:ext>
              </a:extLst>
            </p:cNvPr>
            <p:cNvSpPr/>
            <p:nvPr>
              <p:custDataLst>
                <p:tags r:id="rId232"/>
              </p:custDataLst>
            </p:nvPr>
          </p:nvSpPr>
          <p:spPr>
            <a:xfrm>
              <a:off x="4231490" y="4008446"/>
              <a:ext cx="86316" cy="78294"/>
            </a:xfrm>
            <a:custGeom>
              <a:avLst/>
              <a:gdLst>
                <a:gd name="connsiteX0" fmla="*/ 70172 w 86316"/>
                <a:gd name="connsiteY0" fmla="*/ 17446 h 78294"/>
                <a:gd name="connsiteX1" fmla="*/ 86412 w 86316"/>
                <a:gd name="connsiteY1" fmla="*/ 5578 h 78294"/>
                <a:gd name="connsiteX2" fmla="*/ 86412 w 86316"/>
                <a:gd name="connsiteY2" fmla="*/ 87 h 78294"/>
                <a:gd name="connsiteX3" fmla="*/ 73173 w 86316"/>
                <a:gd name="connsiteY3" fmla="*/ 618 h 78294"/>
                <a:gd name="connsiteX4" fmla="*/ 57816 w 86316"/>
                <a:gd name="connsiteY4" fmla="*/ 87 h 78294"/>
                <a:gd name="connsiteX5" fmla="*/ 57816 w 86316"/>
                <a:gd name="connsiteY5" fmla="*/ 5578 h 78294"/>
                <a:gd name="connsiteX6" fmla="*/ 66289 w 86316"/>
                <a:gd name="connsiteY6" fmla="*/ 13195 h 78294"/>
                <a:gd name="connsiteX7" fmla="*/ 65230 w 86316"/>
                <a:gd name="connsiteY7" fmla="*/ 17446 h 78294"/>
                <a:gd name="connsiteX8" fmla="*/ 47225 w 86316"/>
                <a:gd name="connsiteY8" fmla="*/ 62616 h 78294"/>
                <a:gd name="connsiteX9" fmla="*/ 27455 w 86316"/>
                <a:gd name="connsiteY9" fmla="*/ 13195 h 78294"/>
                <a:gd name="connsiteX10" fmla="*/ 26396 w 86316"/>
                <a:gd name="connsiteY10" fmla="*/ 10184 h 78294"/>
                <a:gd name="connsiteX11" fmla="*/ 36458 w 86316"/>
                <a:gd name="connsiteY11" fmla="*/ 5578 h 78294"/>
                <a:gd name="connsiteX12" fmla="*/ 36458 w 86316"/>
                <a:gd name="connsiteY12" fmla="*/ 87 h 78294"/>
                <a:gd name="connsiteX13" fmla="*/ 17217 w 86316"/>
                <a:gd name="connsiteY13" fmla="*/ 618 h 78294"/>
                <a:gd name="connsiteX14" fmla="*/ 95 w 86316"/>
                <a:gd name="connsiteY14" fmla="*/ 87 h 78294"/>
                <a:gd name="connsiteX15" fmla="*/ 95 w 86316"/>
                <a:gd name="connsiteY15" fmla="*/ 5578 h 78294"/>
                <a:gd name="connsiteX16" fmla="*/ 14217 w 86316"/>
                <a:gd name="connsiteY16" fmla="*/ 12132 h 78294"/>
                <a:gd name="connsiteX17" fmla="*/ 39635 w 86316"/>
                <a:gd name="connsiteY17" fmla="*/ 75015 h 78294"/>
                <a:gd name="connsiteX18" fmla="*/ 43342 w 86316"/>
                <a:gd name="connsiteY18" fmla="*/ 78381 h 78294"/>
                <a:gd name="connsiteX19" fmla="*/ 47049 w 86316"/>
                <a:gd name="connsiteY19" fmla="*/ 75015 h 78294"/>
                <a:gd name="connsiteX20" fmla="*/ 70172 w 86316"/>
                <a:gd name="connsiteY20" fmla="*/ 17446 h 78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86316" h="78294">
                  <a:moveTo>
                    <a:pt x="70172" y="17446"/>
                  </a:moveTo>
                  <a:cubicBezTo>
                    <a:pt x="71761" y="13372"/>
                    <a:pt x="74762" y="5755"/>
                    <a:pt x="86412" y="5578"/>
                  </a:cubicBezTo>
                  <a:lnTo>
                    <a:pt x="86412" y="87"/>
                  </a:lnTo>
                  <a:cubicBezTo>
                    <a:pt x="82352" y="441"/>
                    <a:pt x="77233" y="618"/>
                    <a:pt x="73173" y="618"/>
                  </a:cubicBezTo>
                  <a:cubicBezTo>
                    <a:pt x="68937" y="618"/>
                    <a:pt x="60817" y="264"/>
                    <a:pt x="57816" y="87"/>
                  </a:cubicBezTo>
                  <a:lnTo>
                    <a:pt x="57816" y="5578"/>
                  </a:lnTo>
                  <a:cubicBezTo>
                    <a:pt x="64347" y="5755"/>
                    <a:pt x="66289" y="9829"/>
                    <a:pt x="66289" y="13195"/>
                  </a:cubicBezTo>
                  <a:cubicBezTo>
                    <a:pt x="66289" y="14789"/>
                    <a:pt x="65936" y="15498"/>
                    <a:pt x="65230" y="17446"/>
                  </a:cubicBezTo>
                  <a:lnTo>
                    <a:pt x="47225" y="62616"/>
                  </a:lnTo>
                  <a:lnTo>
                    <a:pt x="27455" y="13195"/>
                  </a:lnTo>
                  <a:cubicBezTo>
                    <a:pt x="26396" y="10892"/>
                    <a:pt x="26396" y="10538"/>
                    <a:pt x="26396" y="10184"/>
                  </a:cubicBezTo>
                  <a:cubicBezTo>
                    <a:pt x="26396" y="5578"/>
                    <a:pt x="33280" y="5578"/>
                    <a:pt x="36458" y="5578"/>
                  </a:cubicBezTo>
                  <a:lnTo>
                    <a:pt x="36458" y="87"/>
                  </a:lnTo>
                  <a:cubicBezTo>
                    <a:pt x="31162" y="264"/>
                    <a:pt x="21277" y="618"/>
                    <a:pt x="17217" y="618"/>
                  </a:cubicBezTo>
                  <a:cubicBezTo>
                    <a:pt x="12451" y="618"/>
                    <a:pt x="5391" y="441"/>
                    <a:pt x="95" y="87"/>
                  </a:cubicBezTo>
                  <a:lnTo>
                    <a:pt x="95" y="5578"/>
                  </a:lnTo>
                  <a:cubicBezTo>
                    <a:pt x="11216" y="5578"/>
                    <a:pt x="11922" y="6641"/>
                    <a:pt x="14217" y="12132"/>
                  </a:cubicBezTo>
                  <a:lnTo>
                    <a:pt x="39635" y="75015"/>
                  </a:lnTo>
                  <a:cubicBezTo>
                    <a:pt x="40694" y="77495"/>
                    <a:pt x="41047" y="78381"/>
                    <a:pt x="43342" y="78381"/>
                  </a:cubicBezTo>
                  <a:cubicBezTo>
                    <a:pt x="45637" y="78381"/>
                    <a:pt x="46343" y="76787"/>
                    <a:pt x="47049" y="75015"/>
                  </a:cubicBezTo>
                  <a:lnTo>
                    <a:pt x="70172" y="17446"/>
                  </a:lnTo>
                  <a:close/>
                </a:path>
              </a:pathLst>
            </a:custGeom>
            <a:solidFill>
              <a:srgbClr val="000000"/>
            </a:solidFill>
            <a:ln w="1771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98" name="任意形状 97">
              <a:extLst>
                <a:ext uri="{FF2B5EF4-FFF2-40B4-BE49-F238E27FC236}">
                  <a16:creationId xmlns:a16="http://schemas.microsoft.com/office/drawing/2014/main" id="{C989708C-516B-0147-AF92-5D7C77D56EDA}"/>
                </a:ext>
              </a:extLst>
            </p:cNvPr>
            <p:cNvSpPr/>
            <p:nvPr>
              <p:custDataLst>
                <p:tags r:id="rId233"/>
              </p:custDataLst>
            </p:nvPr>
          </p:nvSpPr>
          <p:spPr>
            <a:xfrm>
              <a:off x="4326241" y="4004549"/>
              <a:ext cx="80667" cy="116732"/>
            </a:xfrm>
            <a:custGeom>
              <a:avLst/>
              <a:gdLst>
                <a:gd name="connsiteX0" fmla="*/ 34345 w 80667"/>
                <a:gd name="connsiteY0" fmla="*/ 49862 h 116732"/>
                <a:gd name="connsiteX1" fmla="*/ 18988 w 80667"/>
                <a:gd name="connsiteY1" fmla="*/ 28074 h 116732"/>
                <a:gd name="connsiteX2" fmla="*/ 21812 w 80667"/>
                <a:gd name="connsiteY2" fmla="*/ 13195 h 116732"/>
                <a:gd name="connsiteX3" fmla="*/ 34345 w 80667"/>
                <a:gd name="connsiteY3" fmla="*/ 6110 h 116732"/>
                <a:gd name="connsiteX4" fmla="*/ 49702 w 80667"/>
                <a:gd name="connsiteY4" fmla="*/ 27897 h 116732"/>
                <a:gd name="connsiteX5" fmla="*/ 46877 w 80667"/>
                <a:gd name="connsiteY5" fmla="*/ 42777 h 116732"/>
                <a:gd name="connsiteX6" fmla="*/ 34345 w 80667"/>
                <a:gd name="connsiteY6" fmla="*/ 49862 h 116732"/>
                <a:gd name="connsiteX7" fmla="*/ 13869 w 80667"/>
                <a:gd name="connsiteY7" fmla="*/ 56770 h 116732"/>
                <a:gd name="connsiteX8" fmla="*/ 16870 w 80667"/>
                <a:gd name="connsiteY8" fmla="*/ 48445 h 116732"/>
                <a:gd name="connsiteX9" fmla="*/ 34345 w 80667"/>
                <a:gd name="connsiteY9" fmla="*/ 53936 h 116732"/>
                <a:gd name="connsiteX10" fmla="*/ 62940 w 80667"/>
                <a:gd name="connsiteY10" fmla="*/ 28074 h 116732"/>
                <a:gd name="connsiteX11" fmla="*/ 55703 w 80667"/>
                <a:gd name="connsiteY11" fmla="*/ 10892 h 116732"/>
                <a:gd name="connsiteX12" fmla="*/ 71590 w 80667"/>
                <a:gd name="connsiteY12" fmla="*/ 3984 h 116732"/>
                <a:gd name="connsiteX13" fmla="*/ 73355 w 80667"/>
                <a:gd name="connsiteY13" fmla="*/ 4161 h 116732"/>
                <a:gd name="connsiteX14" fmla="*/ 70531 w 80667"/>
                <a:gd name="connsiteY14" fmla="*/ 8944 h 116732"/>
                <a:gd name="connsiteX15" fmla="*/ 75650 w 80667"/>
                <a:gd name="connsiteY15" fmla="*/ 14081 h 116732"/>
                <a:gd name="connsiteX16" fmla="*/ 80769 w 80667"/>
                <a:gd name="connsiteY16" fmla="*/ 8767 h 116732"/>
                <a:gd name="connsiteX17" fmla="*/ 71766 w 80667"/>
                <a:gd name="connsiteY17" fmla="*/ 87 h 116732"/>
                <a:gd name="connsiteX18" fmla="*/ 53055 w 80667"/>
                <a:gd name="connsiteY18" fmla="*/ 8412 h 116732"/>
                <a:gd name="connsiteX19" fmla="*/ 34345 w 80667"/>
                <a:gd name="connsiteY19" fmla="*/ 2035 h 116732"/>
                <a:gd name="connsiteX20" fmla="*/ 5749 w 80667"/>
                <a:gd name="connsiteY20" fmla="*/ 27897 h 116732"/>
                <a:gd name="connsiteX21" fmla="*/ 14045 w 80667"/>
                <a:gd name="connsiteY21" fmla="*/ 46142 h 116732"/>
                <a:gd name="connsiteX22" fmla="*/ 8573 w 80667"/>
                <a:gd name="connsiteY22" fmla="*/ 60844 h 116732"/>
                <a:gd name="connsiteX23" fmla="*/ 16340 w 80667"/>
                <a:gd name="connsiteY23" fmla="*/ 76610 h 116732"/>
                <a:gd name="connsiteX24" fmla="*/ 101 w 80667"/>
                <a:gd name="connsiteY24" fmla="*/ 94323 h 116732"/>
                <a:gd name="connsiteX25" fmla="*/ 39111 w 80667"/>
                <a:gd name="connsiteY25" fmla="*/ 116819 h 116732"/>
                <a:gd name="connsiteX26" fmla="*/ 78297 w 80667"/>
                <a:gd name="connsiteY26" fmla="*/ 93969 h 116732"/>
                <a:gd name="connsiteX27" fmla="*/ 66824 w 80667"/>
                <a:gd name="connsiteY27" fmla="*/ 73775 h 116732"/>
                <a:gd name="connsiteX28" fmla="*/ 36463 w 80667"/>
                <a:gd name="connsiteY28" fmla="*/ 68816 h 116732"/>
                <a:gd name="connsiteX29" fmla="*/ 23224 w 80667"/>
                <a:gd name="connsiteY29" fmla="*/ 68638 h 116732"/>
                <a:gd name="connsiteX30" fmla="*/ 13869 w 80667"/>
                <a:gd name="connsiteY30" fmla="*/ 56770 h 116732"/>
                <a:gd name="connsiteX31" fmla="*/ 39287 w 80667"/>
                <a:gd name="connsiteY31" fmla="*/ 112745 h 116732"/>
                <a:gd name="connsiteX32" fmla="*/ 9279 w 80667"/>
                <a:gd name="connsiteY32" fmla="*/ 94323 h 116732"/>
                <a:gd name="connsiteX33" fmla="*/ 23754 w 80667"/>
                <a:gd name="connsiteY33" fmla="*/ 79089 h 116732"/>
                <a:gd name="connsiteX34" fmla="*/ 34168 w 80667"/>
                <a:gd name="connsiteY34" fmla="*/ 79089 h 116732"/>
                <a:gd name="connsiteX35" fmla="*/ 69118 w 80667"/>
                <a:gd name="connsiteY35" fmla="*/ 94323 h 116732"/>
                <a:gd name="connsiteX36" fmla="*/ 39287 w 80667"/>
                <a:gd name="connsiteY36" fmla="*/ 112745 h 1167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</a:cxnLst>
              <a:rect l="l" t="t" r="r" b="b"/>
              <a:pathLst>
                <a:path w="80667" h="116732">
                  <a:moveTo>
                    <a:pt x="34345" y="49862"/>
                  </a:moveTo>
                  <a:cubicBezTo>
                    <a:pt x="18988" y="49862"/>
                    <a:pt x="18988" y="32148"/>
                    <a:pt x="18988" y="28074"/>
                  </a:cubicBezTo>
                  <a:cubicBezTo>
                    <a:pt x="18988" y="23292"/>
                    <a:pt x="19164" y="17623"/>
                    <a:pt x="21812" y="13195"/>
                  </a:cubicBezTo>
                  <a:cubicBezTo>
                    <a:pt x="23224" y="11069"/>
                    <a:pt x="27284" y="6110"/>
                    <a:pt x="34345" y="6110"/>
                  </a:cubicBezTo>
                  <a:cubicBezTo>
                    <a:pt x="49702" y="6110"/>
                    <a:pt x="49702" y="23823"/>
                    <a:pt x="49702" y="27897"/>
                  </a:cubicBezTo>
                  <a:cubicBezTo>
                    <a:pt x="49702" y="32680"/>
                    <a:pt x="49525" y="38348"/>
                    <a:pt x="46877" y="42777"/>
                  </a:cubicBezTo>
                  <a:cubicBezTo>
                    <a:pt x="45465" y="44902"/>
                    <a:pt x="41405" y="49862"/>
                    <a:pt x="34345" y="49862"/>
                  </a:cubicBezTo>
                  <a:close/>
                  <a:moveTo>
                    <a:pt x="13869" y="56770"/>
                  </a:moveTo>
                  <a:cubicBezTo>
                    <a:pt x="13869" y="56062"/>
                    <a:pt x="13869" y="51988"/>
                    <a:pt x="16870" y="48445"/>
                  </a:cubicBezTo>
                  <a:cubicBezTo>
                    <a:pt x="23754" y="53405"/>
                    <a:pt x="30991" y="53936"/>
                    <a:pt x="34345" y="53936"/>
                  </a:cubicBezTo>
                  <a:cubicBezTo>
                    <a:pt x="50761" y="53936"/>
                    <a:pt x="62940" y="41714"/>
                    <a:pt x="62940" y="28074"/>
                  </a:cubicBezTo>
                  <a:cubicBezTo>
                    <a:pt x="62940" y="21520"/>
                    <a:pt x="60116" y="14966"/>
                    <a:pt x="55703" y="10892"/>
                  </a:cubicBezTo>
                  <a:cubicBezTo>
                    <a:pt x="62058" y="4870"/>
                    <a:pt x="68412" y="3984"/>
                    <a:pt x="71590" y="3984"/>
                  </a:cubicBezTo>
                  <a:cubicBezTo>
                    <a:pt x="71943" y="3984"/>
                    <a:pt x="72825" y="3984"/>
                    <a:pt x="73355" y="4161"/>
                  </a:cubicBezTo>
                  <a:cubicBezTo>
                    <a:pt x="71413" y="4870"/>
                    <a:pt x="70531" y="6818"/>
                    <a:pt x="70531" y="8944"/>
                  </a:cubicBezTo>
                  <a:cubicBezTo>
                    <a:pt x="70531" y="11955"/>
                    <a:pt x="72825" y="14081"/>
                    <a:pt x="75650" y="14081"/>
                  </a:cubicBezTo>
                  <a:cubicBezTo>
                    <a:pt x="77415" y="14081"/>
                    <a:pt x="80769" y="12841"/>
                    <a:pt x="80769" y="8767"/>
                  </a:cubicBezTo>
                  <a:cubicBezTo>
                    <a:pt x="80769" y="5755"/>
                    <a:pt x="78650" y="87"/>
                    <a:pt x="71766" y="87"/>
                  </a:cubicBezTo>
                  <a:cubicBezTo>
                    <a:pt x="68236" y="87"/>
                    <a:pt x="60469" y="1150"/>
                    <a:pt x="53055" y="8412"/>
                  </a:cubicBezTo>
                  <a:cubicBezTo>
                    <a:pt x="45642" y="2567"/>
                    <a:pt x="38228" y="2035"/>
                    <a:pt x="34345" y="2035"/>
                  </a:cubicBezTo>
                  <a:cubicBezTo>
                    <a:pt x="17929" y="2035"/>
                    <a:pt x="5749" y="14258"/>
                    <a:pt x="5749" y="27897"/>
                  </a:cubicBezTo>
                  <a:cubicBezTo>
                    <a:pt x="5749" y="35691"/>
                    <a:pt x="9632" y="42422"/>
                    <a:pt x="14045" y="46142"/>
                  </a:cubicBezTo>
                  <a:cubicBezTo>
                    <a:pt x="11751" y="48799"/>
                    <a:pt x="8573" y="54645"/>
                    <a:pt x="8573" y="60844"/>
                  </a:cubicBezTo>
                  <a:cubicBezTo>
                    <a:pt x="8573" y="66336"/>
                    <a:pt x="10868" y="73067"/>
                    <a:pt x="16340" y="76610"/>
                  </a:cubicBezTo>
                  <a:cubicBezTo>
                    <a:pt x="5749" y="79621"/>
                    <a:pt x="101" y="87238"/>
                    <a:pt x="101" y="94323"/>
                  </a:cubicBezTo>
                  <a:cubicBezTo>
                    <a:pt x="101" y="107077"/>
                    <a:pt x="17576" y="116819"/>
                    <a:pt x="39111" y="116819"/>
                  </a:cubicBezTo>
                  <a:cubicBezTo>
                    <a:pt x="59940" y="116819"/>
                    <a:pt x="78297" y="107785"/>
                    <a:pt x="78297" y="93969"/>
                  </a:cubicBezTo>
                  <a:cubicBezTo>
                    <a:pt x="78297" y="87769"/>
                    <a:pt x="75826" y="78735"/>
                    <a:pt x="66824" y="73775"/>
                  </a:cubicBezTo>
                  <a:cubicBezTo>
                    <a:pt x="57468" y="68816"/>
                    <a:pt x="47230" y="68816"/>
                    <a:pt x="36463" y="68816"/>
                  </a:cubicBezTo>
                  <a:cubicBezTo>
                    <a:pt x="32050" y="68816"/>
                    <a:pt x="24460" y="68816"/>
                    <a:pt x="23224" y="68638"/>
                  </a:cubicBezTo>
                  <a:cubicBezTo>
                    <a:pt x="17576" y="67930"/>
                    <a:pt x="13869" y="62439"/>
                    <a:pt x="13869" y="56770"/>
                  </a:cubicBezTo>
                  <a:close/>
                  <a:moveTo>
                    <a:pt x="39287" y="112745"/>
                  </a:moveTo>
                  <a:cubicBezTo>
                    <a:pt x="21459" y="112745"/>
                    <a:pt x="9279" y="103711"/>
                    <a:pt x="9279" y="94323"/>
                  </a:cubicBezTo>
                  <a:cubicBezTo>
                    <a:pt x="9279" y="86175"/>
                    <a:pt x="15987" y="79621"/>
                    <a:pt x="23754" y="79089"/>
                  </a:cubicBezTo>
                  <a:lnTo>
                    <a:pt x="34168" y="79089"/>
                  </a:lnTo>
                  <a:cubicBezTo>
                    <a:pt x="49349" y="79089"/>
                    <a:pt x="69118" y="79089"/>
                    <a:pt x="69118" y="94323"/>
                  </a:cubicBezTo>
                  <a:cubicBezTo>
                    <a:pt x="69118" y="103888"/>
                    <a:pt x="56586" y="112745"/>
                    <a:pt x="39287" y="112745"/>
                  </a:cubicBezTo>
                  <a:close/>
                </a:path>
              </a:pathLst>
            </a:custGeom>
            <a:solidFill>
              <a:srgbClr val="000000"/>
            </a:solidFill>
            <a:ln w="1771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99" name="任意形状 98">
              <a:extLst>
                <a:ext uri="{FF2B5EF4-FFF2-40B4-BE49-F238E27FC236}">
                  <a16:creationId xmlns:a16="http://schemas.microsoft.com/office/drawing/2014/main" id="{973AF40C-734D-4020-2804-A7363E6D0A61}"/>
                </a:ext>
              </a:extLst>
            </p:cNvPr>
            <p:cNvSpPr/>
            <p:nvPr>
              <p:custDataLst>
                <p:tags r:id="rId234"/>
              </p:custDataLst>
            </p:nvPr>
          </p:nvSpPr>
          <p:spPr>
            <a:xfrm>
              <a:off x="4415912" y="3964871"/>
              <a:ext cx="114559" cy="119920"/>
            </a:xfrm>
            <a:custGeom>
              <a:avLst/>
              <a:gdLst>
                <a:gd name="connsiteX0" fmla="*/ 111311 w 114559"/>
                <a:gd name="connsiteY0" fmla="*/ 87 h 119920"/>
                <a:gd name="connsiteX1" fmla="*/ 3459 w 114559"/>
                <a:gd name="connsiteY1" fmla="*/ 87 h 119920"/>
                <a:gd name="connsiteX2" fmla="*/ 106 w 114559"/>
                <a:gd name="connsiteY2" fmla="*/ 39942 h 119920"/>
                <a:gd name="connsiteX3" fmla="*/ 4518 w 114559"/>
                <a:gd name="connsiteY3" fmla="*/ 39942 h 119920"/>
                <a:gd name="connsiteX4" fmla="*/ 36291 w 114559"/>
                <a:gd name="connsiteY4" fmla="*/ 5578 h 119920"/>
                <a:gd name="connsiteX5" fmla="*/ 45823 w 114559"/>
                <a:gd name="connsiteY5" fmla="*/ 5932 h 119920"/>
                <a:gd name="connsiteX6" fmla="*/ 49530 w 114559"/>
                <a:gd name="connsiteY6" fmla="*/ 12664 h 119920"/>
                <a:gd name="connsiteX7" fmla="*/ 49530 w 114559"/>
                <a:gd name="connsiteY7" fmla="*/ 106014 h 119920"/>
                <a:gd name="connsiteX8" fmla="*/ 30996 w 114559"/>
                <a:gd name="connsiteY8" fmla="*/ 114517 h 119920"/>
                <a:gd name="connsiteX9" fmla="*/ 23935 w 114559"/>
                <a:gd name="connsiteY9" fmla="*/ 114517 h 119920"/>
                <a:gd name="connsiteX10" fmla="*/ 23935 w 114559"/>
                <a:gd name="connsiteY10" fmla="*/ 120008 h 119920"/>
                <a:gd name="connsiteX11" fmla="*/ 57297 w 114559"/>
                <a:gd name="connsiteY11" fmla="*/ 119476 h 119920"/>
                <a:gd name="connsiteX12" fmla="*/ 90835 w 114559"/>
                <a:gd name="connsiteY12" fmla="*/ 120008 h 119920"/>
                <a:gd name="connsiteX13" fmla="*/ 90835 w 114559"/>
                <a:gd name="connsiteY13" fmla="*/ 114517 h 119920"/>
                <a:gd name="connsiteX14" fmla="*/ 83774 w 114559"/>
                <a:gd name="connsiteY14" fmla="*/ 114517 h 119920"/>
                <a:gd name="connsiteX15" fmla="*/ 65240 w 114559"/>
                <a:gd name="connsiteY15" fmla="*/ 106014 h 119920"/>
                <a:gd name="connsiteX16" fmla="*/ 65240 w 114559"/>
                <a:gd name="connsiteY16" fmla="*/ 12664 h 119920"/>
                <a:gd name="connsiteX17" fmla="*/ 68417 w 114559"/>
                <a:gd name="connsiteY17" fmla="*/ 5932 h 119920"/>
                <a:gd name="connsiteX18" fmla="*/ 78479 w 114559"/>
                <a:gd name="connsiteY18" fmla="*/ 5578 h 119920"/>
                <a:gd name="connsiteX19" fmla="*/ 110252 w 114559"/>
                <a:gd name="connsiteY19" fmla="*/ 39942 h 119920"/>
                <a:gd name="connsiteX20" fmla="*/ 114665 w 114559"/>
                <a:gd name="connsiteY20" fmla="*/ 39942 h 119920"/>
                <a:gd name="connsiteX21" fmla="*/ 111311 w 114559"/>
                <a:gd name="connsiteY21" fmla="*/ 87 h 119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14559" h="119920">
                  <a:moveTo>
                    <a:pt x="111311" y="87"/>
                  </a:moveTo>
                  <a:lnTo>
                    <a:pt x="3459" y="87"/>
                  </a:lnTo>
                  <a:lnTo>
                    <a:pt x="106" y="39942"/>
                  </a:lnTo>
                  <a:lnTo>
                    <a:pt x="4518" y="39942"/>
                  </a:lnTo>
                  <a:cubicBezTo>
                    <a:pt x="6990" y="11424"/>
                    <a:pt x="9637" y="5578"/>
                    <a:pt x="36291" y="5578"/>
                  </a:cubicBezTo>
                  <a:cubicBezTo>
                    <a:pt x="39469" y="5578"/>
                    <a:pt x="44058" y="5578"/>
                    <a:pt x="45823" y="5932"/>
                  </a:cubicBezTo>
                  <a:cubicBezTo>
                    <a:pt x="49530" y="6641"/>
                    <a:pt x="49530" y="8589"/>
                    <a:pt x="49530" y="12664"/>
                  </a:cubicBezTo>
                  <a:lnTo>
                    <a:pt x="49530" y="106014"/>
                  </a:lnTo>
                  <a:cubicBezTo>
                    <a:pt x="49530" y="112037"/>
                    <a:pt x="49530" y="114517"/>
                    <a:pt x="30996" y="114517"/>
                  </a:cubicBezTo>
                  <a:lnTo>
                    <a:pt x="23935" y="114517"/>
                  </a:lnTo>
                  <a:lnTo>
                    <a:pt x="23935" y="120008"/>
                  </a:lnTo>
                  <a:cubicBezTo>
                    <a:pt x="31172" y="119476"/>
                    <a:pt x="49177" y="119476"/>
                    <a:pt x="57297" y="119476"/>
                  </a:cubicBezTo>
                  <a:cubicBezTo>
                    <a:pt x="65417" y="119476"/>
                    <a:pt x="83598" y="119476"/>
                    <a:pt x="90835" y="120008"/>
                  </a:cubicBezTo>
                  <a:lnTo>
                    <a:pt x="90835" y="114517"/>
                  </a:lnTo>
                  <a:lnTo>
                    <a:pt x="83774" y="114517"/>
                  </a:lnTo>
                  <a:cubicBezTo>
                    <a:pt x="65240" y="114517"/>
                    <a:pt x="65240" y="112037"/>
                    <a:pt x="65240" y="106014"/>
                  </a:cubicBezTo>
                  <a:lnTo>
                    <a:pt x="65240" y="12664"/>
                  </a:lnTo>
                  <a:cubicBezTo>
                    <a:pt x="65240" y="9121"/>
                    <a:pt x="65240" y="6641"/>
                    <a:pt x="68417" y="5932"/>
                  </a:cubicBezTo>
                  <a:cubicBezTo>
                    <a:pt x="70359" y="5578"/>
                    <a:pt x="75125" y="5578"/>
                    <a:pt x="78479" y="5578"/>
                  </a:cubicBezTo>
                  <a:cubicBezTo>
                    <a:pt x="105133" y="5578"/>
                    <a:pt x="107781" y="11424"/>
                    <a:pt x="110252" y="39942"/>
                  </a:cubicBezTo>
                  <a:lnTo>
                    <a:pt x="114665" y="39942"/>
                  </a:lnTo>
                  <a:lnTo>
                    <a:pt x="111311" y="87"/>
                  </a:lnTo>
                  <a:close/>
                </a:path>
              </a:pathLst>
            </a:custGeom>
            <a:solidFill>
              <a:srgbClr val="000000"/>
            </a:solidFill>
            <a:ln w="1771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00" name="任意形状 99">
              <a:extLst>
                <a:ext uri="{FF2B5EF4-FFF2-40B4-BE49-F238E27FC236}">
                  <a16:creationId xmlns:a16="http://schemas.microsoft.com/office/drawing/2014/main" id="{44BEEF6A-259F-35A8-1DF8-6FB6908223C3}"/>
                </a:ext>
              </a:extLst>
            </p:cNvPr>
            <p:cNvSpPr/>
            <p:nvPr>
              <p:custDataLst>
                <p:tags r:id="rId235"/>
              </p:custDataLst>
            </p:nvPr>
          </p:nvSpPr>
          <p:spPr>
            <a:xfrm>
              <a:off x="4529745" y="4005435"/>
              <a:ext cx="79608" cy="81305"/>
            </a:xfrm>
            <a:custGeom>
              <a:avLst/>
              <a:gdLst>
                <a:gd name="connsiteX0" fmla="*/ 51478 w 79608"/>
                <a:gd name="connsiteY0" fmla="*/ 65981 h 81305"/>
                <a:gd name="connsiteX1" fmla="*/ 65246 w 79608"/>
                <a:gd name="connsiteY1" fmla="*/ 80507 h 81305"/>
                <a:gd name="connsiteX2" fmla="*/ 79721 w 79608"/>
                <a:gd name="connsiteY2" fmla="*/ 63679 h 81305"/>
                <a:gd name="connsiteX3" fmla="*/ 79721 w 79608"/>
                <a:gd name="connsiteY3" fmla="*/ 53759 h 81305"/>
                <a:gd name="connsiteX4" fmla="*/ 75308 w 79608"/>
                <a:gd name="connsiteY4" fmla="*/ 53759 h 81305"/>
                <a:gd name="connsiteX5" fmla="*/ 75308 w 79608"/>
                <a:gd name="connsiteY5" fmla="*/ 63679 h 81305"/>
                <a:gd name="connsiteX6" fmla="*/ 68953 w 79608"/>
                <a:gd name="connsiteY6" fmla="*/ 75015 h 81305"/>
                <a:gd name="connsiteX7" fmla="*/ 62422 w 79608"/>
                <a:gd name="connsiteY7" fmla="*/ 66159 h 81305"/>
                <a:gd name="connsiteX8" fmla="*/ 62422 w 79608"/>
                <a:gd name="connsiteY8" fmla="*/ 30731 h 81305"/>
                <a:gd name="connsiteX9" fmla="*/ 56068 w 79608"/>
                <a:gd name="connsiteY9" fmla="*/ 9829 h 81305"/>
                <a:gd name="connsiteX10" fmla="*/ 31885 w 79608"/>
                <a:gd name="connsiteY10" fmla="*/ 87 h 81305"/>
                <a:gd name="connsiteX11" fmla="*/ 5231 w 79608"/>
                <a:gd name="connsiteY11" fmla="*/ 20103 h 81305"/>
                <a:gd name="connsiteX12" fmla="*/ 13351 w 79608"/>
                <a:gd name="connsiteY12" fmla="*/ 28429 h 81305"/>
                <a:gd name="connsiteX13" fmla="*/ 21470 w 79608"/>
                <a:gd name="connsiteY13" fmla="*/ 20280 h 81305"/>
                <a:gd name="connsiteX14" fmla="*/ 12468 w 79608"/>
                <a:gd name="connsiteY14" fmla="*/ 12132 h 81305"/>
                <a:gd name="connsiteX15" fmla="*/ 31532 w 79608"/>
                <a:gd name="connsiteY15" fmla="*/ 3984 h 81305"/>
                <a:gd name="connsiteX16" fmla="*/ 50243 w 79608"/>
                <a:gd name="connsiteY16" fmla="*/ 26657 h 81305"/>
                <a:gd name="connsiteX17" fmla="*/ 50243 w 79608"/>
                <a:gd name="connsiteY17" fmla="*/ 33211 h 81305"/>
                <a:gd name="connsiteX18" fmla="*/ 17764 w 79608"/>
                <a:gd name="connsiteY18" fmla="*/ 39588 h 81305"/>
                <a:gd name="connsiteX19" fmla="*/ 112 w 79608"/>
                <a:gd name="connsiteY19" fmla="*/ 62616 h 81305"/>
                <a:gd name="connsiteX20" fmla="*/ 28354 w 79608"/>
                <a:gd name="connsiteY20" fmla="*/ 81392 h 81305"/>
                <a:gd name="connsiteX21" fmla="*/ 51478 w 79608"/>
                <a:gd name="connsiteY21" fmla="*/ 65981 h 81305"/>
                <a:gd name="connsiteX22" fmla="*/ 50243 w 79608"/>
                <a:gd name="connsiteY22" fmla="*/ 36931 h 81305"/>
                <a:gd name="connsiteX23" fmla="*/ 50243 w 79608"/>
                <a:gd name="connsiteY23" fmla="*/ 54645 h 81305"/>
                <a:gd name="connsiteX24" fmla="*/ 29590 w 79608"/>
                <a:gd name="connsiteY24" fmla="*/ 77495 h 81305"/>
                <a:gd name="connsiteX25" fmla="*/ 13704 w 79608"/>
                <a:gd name="connsiteY25" fmla="*/ 62439 h 81305"/>
                <a:gd name="connsiteX26" fmla="*/ 50243 w 79608"/>
                <a:gd name="connsiteY26" fmla="*/ 36931 h 813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79608" h="81305">
                  <a:moveTo>
                    <a:pt x="51478" y="65981"/>
                  </a:moveTo>
                  <a:cubicBezTo>
                    <a:pt x="52184" y="73067"/>
                    <a:pt x="56950" y="80507"/>
                    <a:pt x="65246" y="80507"/>
                  </a:cubicBezTo>
                  <a:cubicBezTo>
                    <a:pt x="68953" y="80507"/>
                    <a:pt x="79721" y="78027"/>
                    <a:pt x="79721" y="63679"/>
                  </a:cubicBezTo>
                  <a:lnTo>
                    <a:pt x="79721" y="53759"/>
                  </a:lnTo>
                  <a:lnTo>
                    <a:pt x="75308" y="53759"/>
                  </a:lnTo>
                  <a:lnTo>
                    <a:pt x="75308" y="63679"/>
                  </a:lnTo>
                  <a:cubicBezTo>
                    <a:pt x="75308" y="73952"/>
                    <a:pt x="70895" y="75015"/>
                    <a:pt x="68953" y="75015"/>
                  </a:cubicBezTo>
                  <a:cubicBezTo>
                    <a:pt x="63128" y="75015"/>
                    <a:pt x="62422" y="67044"/>
                    <a:pt x="62422" y="66159"/>
                  </a:cubicBezTo>
                  <a:lnTo>
                    <a:pt x="62422" y="30731"/>
                  </a:lnTo>
                  <a:cubicBezTo>
                    <a:pt x="62422" y="23292"/>
                    <a:pt x="62422" y="16383"/>
                    <a:pt x="56068" y="9829"/>
                  </a:cubicBezTo>
                  <a:cubicBezTo>
                    <a:pt x="49183" y="2921"/>
                    <a:pt x="40358" y="87"/>
                    <a:pt x="31885" y="87"/>
                  </a:cubicBezTo>
                  <a:cubicBezTo>
                    <a:pt x="17410" y="87"/>
                    <a:pt x="5231" y="8412"/>
                    <a:pt x="5231" y="20103"/>
                  </a:cubicBezTo>
                  <a:cubicBezTo>
                    <a:pt x="5231" y="25417"/>
                    <a:pt x="8761" y="28429"/>
                    <a:pt x="13351" y="28429"/>
                  </a:cubicBezTo>
                  <a:cubicBezTo>
                    <a:pt x="18293" y="28429"/>
                    <a:pt x="21470" y="24886"/>
                    <a:pt x="21470" y="20280"/>
                  </a:cubicBezTo>
                  <a:cubicBezTo>
                    <a:pt x="21470" y="18155"/>
                    <a:pt x="20588" y="12309"/>
                    <a:pt x="12468" y="12132"/>
                  </a:cubicBezTo>
                  <a:cubicBezTo>
                    <a:pt x="17234" y="5932"/>
                    <a:pt x="25883" y="3984"/>
                    <a:pt x="31532" y="3984"/>
                  </a:cubicBezTo>
                  <a:cubicBezTo>
                    <a:pt x="40181" y="3984"/>
                    <a:pt x="50243" y="10892"/>
                    <a:pt x="50243" y="26657"/>
                  </a:cubicBezTo>
                  <a:lnTo>
                    <a:pt x="50243" y="33211"/>
                  </a:lnTo>
                  <a:cubicBezTo>
                    <a:pt x="41240" y="33743"/>
                    <a:pt x="28884" y="34274"/>
                    <a:pt x="17764" y="39588"/>
                  </a:cubicBezTo>
                  <a:cubicBezTo>
                    <a:pt x="4525" y="45611"/>
                    <a:pt x="112" y="54822"/>
                    <a:pt x="112" y="62616"/>
                  </a:cubicBezTo>
                  <a:cubicBezTo>
                    <a:pt x="112" y="76964"/>
                    <a:pt x="17234" y="81392"/>
                    <a:pt x="28354" y="81392"/>
                  </a:cubicBezTo>
                  <a:cubicBezTo>
                    <a:pt x="40005" y="81392"/>
                    <a:pt x="48124" y="74307"/>
                    <a:pt x="51478" y="65981"/>
                  </a:cubicBezTo>
                  <a:close/>
                  <a:moveTo>
                    <a:pt x="50243" y="36931"/>
                  </a:moveTo>
                  <a:lnTo>
                    <a:pt x="50243" y="54645"/>
                  </a:lnTo>
                  <a:cubicBezTo>
                    <a:pt x="50243" y="71473"/>
                    <a:pt x="37533" y="77495"/>
                    <a:pt x="29590" y="77495"/>
                  </a:cubicBezTo>
                  <a:cubicBezTo>
                    <a:pt x="20941" y="77495"/>
                    <a:pt x="13704" y="71295"/>
                    <a:pt x="13704" y="62439"/>
                  </a:cubicBezTo>
                  <a:cubicBezTo>
                    <a:pt x="13704" y="52696"/>
                    <a:pt x="21117" y="37994"/>
                    <a:pt x="50243" y="36931"/>
                  </a:cubicBezTo>
                  <a:close/>
                </a:path>
              </a:pathLst>
            </a:custGeom>
            <a:solidFill>
              <a:srgbClr val="000000"/>
            </a:solidFill>
            <a:ln w="1771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01" name="任意形状 100">
              <a:extLst>
                <a:ext uri="{FF2B5EF4-FFF2-40B4-BE49-F238E27FC236}">
                  <a16:creationId xmlns:a16="http://schemas.microsoft.com/office/drawing/2014/main" id="{C1D7D4E2-C439-3E18-CEAB-877FF3510A03}"/>
                </a:ext>
              </a:extLst>
            </p:cNvPr>
            <p:cNvSpPr/>
            <p:nvPr>
              <p:custDataLst>
                <p:tags r:id="rId236"/>
              </p:custDataLst>
            </p:nvPr>
          </p:nvSpPr>
          <p:spPr>
            <a:xfrm>
              <a:off x="4616415" y="3966288"/>
              <a:ext cx="37774" cy="118503"/>
            </a:xfrm>
            <a:custGeom>
              <a:avLst/>
              <a:gdLst>
                <a:gd name="connsiteX0" fmla="*/ 25535 w 37774"/>
                <a:gd name="connsiteY0" fmla="*/ 40297 h 118503"/>
                <a:gd name="connsiteX1" fmla="*/ 823 w 37774"/>
                <a:gd name="connsiteY1" fmla="*/ 42245 h 118503"/>
                <a:gd name="connsiteX2" fmla="*/ 823 w 37774"/>
                <a:gd name="connsiteY2" fmla="*/ 47736 h 118503"/>
                <a:gd name="connsiteX3" fmla="*/ 13885 w 37774"/>
                <a:gd name="connsiteY3" fmla="*/ 57479 h 118503"/>
                <a:gd name="connsiteX4" fmla="*/ 13885 w 37774"/>
                <a:gd name="connsiteY4" fmla="*/ 105128 h 118503"/>
                <a:gd name="connsiteX5" fmla="*/ 117 w 37774"/>
                <a:gd name="connsiteY5" fmla="*/ 113099 h 118503"/>
                <a:gd name="connsiteX6" fmla="*/ 117 w 37774"/>
                <a:gd name="connsiteY6" fmla="*/ 118591 h 118503"/>
                <a:gd name="connsiteX7" fmla="*/ 19534 w 37774"/>
                <a:gd name="connsiteY7" fmla="*/ 118059 h 118503"/>
                <a:gd name="connsiteX8" fmla="*/ 37891 w 37774"/>
                <a:gd name="connsiteY8" fmla="*/ 118591 h 118503"/>
                <a:gd name="connsiteX9" fmla="*/ 37891 w 37774"/>
                <a:gd name="connsiteY9" fmla="*/ 113099 h 118503"/>
                <a:gd name="connsiteX10" fmla="*/ 25535 w 37774"/>
                <a:gd name="connsiteY10" fmla="*/ 105306 h 118503"/>
                <a:gd name="connsiteX11" fmla="*/ 25535 w 37774"/>
                <a:gd name="connsiteY11" fmla="*/ 40297 h 118503"/>
                <a:gd name="connsiteX12" fmla="*/ 26241 w 37774"/>
                <a:gd name="connsiteY12" fmla="*/ 9475 h 118503"/>
                <a:gd name="connsiteX13" fmla="*/ 16886 w 37774"/>
                <a:gd name="connsiteY13" fmla="*/ 87 h 118503"/>
                <a:gd name="connsiteX14" fmla="*/ 7531 w 37774"/>
                <a:gd name="connsiteY14" fmla="*/ 9475 h 118503"/>
                <a:gd name="connsiteX15" fmla="*/ 16886 w 37774"/>
                <a:gd name="connsiteY15" fmla="*/ 18863 h 118503"/>
                <a:gd name="connsiteX16" fmla="*/ 26241 w 37774"/>
                <a:gd name="connsiteY16" fmla="*/ 9475 h 1185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37774" h="118503">
                  <a:moveTo>
                    <a:pt x="25535" y="40297"/>
                  </a:moveTo>
                  <a:lnTo>
                    <a:pt x="823" y="42245"/>
                  </a:lnTo>
                  <a:lnTo>
                    <a:pt x="823" y="47736"/>
                  </a:lnTo>
                  <a:cubicBezTo>
                    <a:pt x="12296" y="47736"/>
                    <a:pt x="13885" y="48799"/>
                    <a:pt x="13885" y="57479"/>
                  </a:cubicBezTo>
                  <a:lnTo>
                    <a:pt x="13885" y="105128"/>
                  </a:lnTo>
                  <a:cubicBezTo>
                    <a:pt x="13885" y="113099"/>
                    <a:pt x="11943" y="113099"/>
                    <a:pt x="117" y="113099"/>
                  </a:cubicBezTo>
                  <a:lnTo>
                    <a:pt x="117" y="118591"/>
                  </a:lnTo>
                  <a:cubicBezTo>
                    <a:pt x="5765" y="118414"/>
                    <a:pt x="15297" y="118059"/>
                    <a:pt x="19534" y="118059"/>
                  </a:cubicBezTo>
                  <a:cubicBezTo>
                    <a:pt x="25712" y="118059"/>
                    <a:pt x="31890" y="118414"/>
                    <a:pt x="37891" y="118591"/>
                  </a:cubicBezTo>
                  <a:lnTo>
                    <a:pt x="37891" y="113099"/>
                  </a:lnTo>
                  <a:cubicBezTo>
                    <a:pt x="26241" y="113099"/>
                    <a:pt x="25535" y="112214"/>
                    <a:pt x="25535" y="105306"/>
                  </a:cubicBezTo>
                  <a:lnTo>
                    <a:pt x="25535" y="40297"/>
                  </a:lnTo>
                  <a:close/>
                  <a:moveTo>
                    <a:pt x="26241" y="9475"/>
                  </a:moveTo>
                  <a:cubicBezTo>
                    <a:pt x="26241" y="3807"/>
                    <a:pt x="21828" y="87"/>
                    <a:pt x="16886" y="87"/>
                  </a:cubicBezTo>
                  <a:cubicBezTo>
                    <a:pt x="11414" y="87"/>
                    <a:pt x="7531" y="4870"/>
                    <a:pt x="7531" y="9475"/>
                  </a:cubicBezTo>
                  <a:cubicBezTo>
                    <a:pt x="7531" y="14258"/>
                    <a:pt x="11414" y="18863"/>
                    <a:pt x="16886" y="18863"/>
                  </a:cubicBezTo>
                  <a:cubicBezTo>
                    <a:pt x="21828" y="18863"/>
                    <a:pt x="26241" y="15143"/>
                    <a:pt x="26241" y="9475"/>
                  </a:cubicBezTo>
                  <a:close/>
                </a:path>
              </a:pathLst>
            </a:custGeom>
            <a:solidFill>
              <a:srgbClr val="000000"/>
            </a:solidFill>
            <a:ln w="1771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02" name="任意形状 101">
              <a:extLst>
                <a:ext uri="{FF2B5EF4-FFF2-40B4-BE49-F238E27FC236}">
                  <a16:creationId xmlns:a16="http://schemas.microsoft.com/office/drawing/2014/main" id="{E2145DEB-98D9-C64E-711B-E37AF036770D}"/>
                </a:ext>
              </a:extLst>
            </p:cNvPr>
            <p:cNvSpPr/>
            <p:nvPr>
              <p:custDataLst>
                <p:tags r:id="rId237"/>
              </p:custDataLst>
            </p:nvPr>
          </p:nvSpPr>
          <p:spPr>
            <a:xfrm>
              <a:off x="4665448" y="3961860"/>
              <a:ext cx="39186" cy="122932"/>
            </a:xfrm>
            <a:custGeom>
              <a:avLst/>
              <a:gdLst>
                <a:gd name="connsiteX0" fmla="*/ 25538 w 39186"/>
                <a:gd name="connsiteY0" fmla="*/ 87 h 122932"/>
                <a:gd name="connsiteX1" fmla="*/ 120 w 39186"/>
                <a:gd name="connsiteY1" fmla="*/ 2035 h 122932"/>
                <a:gd name="connsiteX2" fmla="*/ 120 w 39186"/>
                <a:gd name="connsiteY2" fmla="*/ 7527 h 122932"/>
                <a:gd name="connsiteX3" fmla="*/ 13888 w 39186"/>
                <a:gd name="connsiteY3" fmla="*/ 17446 h 122932"/>
                <a:gd name="connsiteX4" fmla="*/ 13888 w 39186"/>
                <a:gd name="connsiteY4" fmla="*/ 109557 h 122932"/>
                <a:gd name="connsiteX5" fmla="*/ 120 w 39186"/>
                <a:gd name="connsiteY5" fmla="*/ 117528 h 122932"/>
                <a:gd name="connsiteX6" fmla="*/ 120 w 39186"/>
                <a:gd name="connsiteY6" fmla="*/ 123019 h 122932"/>
                <a:gd name="connsiteX7" fmla="*/ 19713 w 39186"/>
                <a:gd name="connsiteY7" fmla="*/ 122488 h 122932"/>
                <a:gd name="connsiteX8" fmla="*/ 39306 w 39186"/>
                <a:gd name="connsiteY8" fmla="*/ 123019 h 122932"/>
                <a:gd name="connsiteX9" fmla="*/ 39306 w 39186"/>
                <a:gd name="connsiteY9" fmla="*/ 117528 h 122932"/>
                <a:gd name="connsiteX10" fmla="*/ 25538 w 39186"/>
                <a:gd name="connsiteY10" fmla="*/ 109557 h 122932"/>
                <a:gd name="connsiteX11" fmla="*/ 25538 w 39186"/>
                <a:gd name="connsiteY11" fmla="*/ 87 h 1229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9186" h="122932">
                  <a:moveTo>
                    <a:pt x="25538" y="87"/>
                  </a:moveTo>
                  <a:lnTo>
                    <a:pt x="120" y="2035"/>
                  </a:lnTo>
                  <a:lnTo>
                    <a:pt x="120" y="7527"/>
                  </a:lnTo>
                  <a:cubicBezTo>
                    <a:pt x="12476" y="7527"/>
                    <a:pt x="13888" y="8767"/>
                    <a:pt x="13888" y="17446"/>
                  </a:cubicBezTo>
                  <a:lnTo>
                    <a:pt x="13888" y="109557"/>
                  </a:lnTo>
                  <a:cubicBezTo>
                    <a:pt x="13888" y="117528"/>
                    <a:pt x="11946" y="117528"/>
                    <a:pt x="120" y="117528"/>
                  </a:cubicBezTo>
                  <a:lnTo>
                    <a:pt x="120" y="123019"/>
                  </a:lnTo>
                  <a:cubicBezTo>
                    <a:pt x="5945" y="122842"/>
                    <a:pt x="15300" y="122488"/>
                    <a:pt x="19713" y="122488"/>
                  </a:cubicBezTo>
                  <a:cubicBezTo>
                    <a:pt x="24126" y="122488"/>
                    <a:pt x="32775" y="122842"/>
                    <a:pt x="39306" y="123019"/>
                  </a:cubicBezTo>
                  <a:lnTo>
                    <a:pt x="39306" y="117528"/>
                  </a:lnTo>
                  <a:cubicBezTo>
                    <a:pt x="27480" y="117528"/>
                    <a:pt x="25538" y="117528"/>
                    <a:pt x="25538" y="109557"/>
                  </a:cubicBezTo>
                  <a:lnTo>
                    <a:pt x="25538" y="87"/>
                  </a:lnTo>
                  <a:close/>
                </a:path>
              </a:pathLst>
            </a:custGeom>
            <a:solidFill>
              <a:srgbClr val="000000"/>
            </a:solidFill>
            <a:ln w="1771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03" name="任意形状 102">
              <a:extLst>
                <a:ext uri="{FF2B5EF4-FFF2-40B4-BE49-F238E27FC236}">
                  <a16:creationId xmlns:a16="http://schemas.microsoft.com/office/drawing/2014/main" id="{27F719FA-D2B7-6B7D-EB5C-65A5AEE666E3}"/>
                </a:ext>
              </a:extLst>
            </p:cNvPr>
            <p:cNvSpPr/>
            <p:nvPr>
              <p:custDataLst>
                <p:tags r:id="rId238"/>
              </p:custDataLst>
            </p:nvPr>
          </p:nvSpPr>
          <p:spPr>
            <a:xfrm>
              <a:off x="4726130" y="3951940"/>
              <a:ext cx="40951" cy="177135"/>
            </a:xfrm>
            <a:custGeom>
              <a:avLst/>
              <a:gdLst>
                <a:gd name="connsiteX0" fmla="*/ 41074 w 40951"/>
                <a:gd name="connsiteY0" fmla="*/ 175451 h 177135"/>
                <a:gd name="connsiteX1" fmla="*/ 38073 w 40951"/>
                <a:gd name="connsiteY1" fmla="*/ 171554 h 177135"/>
                <a:gd name="connsiteX2" fmla="*/ 10360 w 40951"/>
                <a:gd name="connsiteY2" fmla="*/ 88655 h 177135"/>
                <a:gd name="connsiteX3" fmla="*/ 38780 w 40951"/>
                <a:gd name="connsiteY3" fmla="*/ 4870 h 177135"/>
                <a:gd name="connsiteX4" fmla="*/ 41074 w 40951"/>
                <a:gd name="connsiteY4" fmla="*/ 1858 h 177135"/>
                <a:gd name="connsiteX5" fmla="*/ 39309 w 40951"/>
                <a:gd name="connsiteY5" fmla="*/ 87 h 177135"/>
                <a:gd name="connsiteX6" fmla="*/ 11243 w 40951"/>
                <a:gd name="connsiteY6" fmla="*/ 34628 h 177135"/>
                <a:gd name="connsiteX7" fmla="*/ 122 w 40951"/>
                <a:gd name="connsiteY7" fmla="*/ 88655 h 177135"/>
                <a:gd name="connsiteX8" fmla="*/ 11772 w 40951"/>
                <a:gd name="connsiteY8" fmla="*/ 143921 h 177135"/>
                <a:gd name="connsiteX9" fmla="*/ 39309 w 40951"/>
                <a:gd name="connsiteY9" fmla="*/ 177223 h 177135"/>
                <a:gd name="connsiteX10" fmla="*/ 41074 w 40951"/>
                <a:gd name="connsiteY10" fmla="*/ 175451 h 1771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40951" h="177135">
                  <a:moveTo>
                    <a:pt x="41074" y="175451"/>
                  </a:moveTo>
                  <a:cubicBezTo>
                    <a:pt x="41074" y="174920"/>
                    <a:pt x="41074" y="174566"/>
                    <a:pt x="38073" y="171554"/>
                  </a:cubicBezTo>
                  <a:cubicBezTo>
                    <a:pt x="16009" y="149235"/>
                    <a:pt x="10360" y="115757"/>
                    <a:pt x="10360" y="88655"/>
                  </a:cubicBezTo>
                  <a:cubicBezTo>
                    <a:pt x="10360" y="57833"/>
                    <a:pt x="17068" y="27012"/>
                    <a:pt x="38780" y="4870"/>
                  </a:cubicBezTo>
                  <a:cubicBezTo>
                    <a:pt x="41074" y="2744"/>
                    <a:pt x="41074" y="2390"/>
                    <a:pt x="41074" y="1858"/>
                  </a:cubicBezTo>
                  <a:cubicBezTo>
                    <a:pt x="41074" y="618"/>
                    <a:pt x="40368" y="87"/>
                    <a:pt x="39309" y="87"/>
                  </a:cubicBezTo>
                  <a:cubicBezTo>
                    <a:pt x="37544" y="87"/>
                    <a:pt x="21657" y="12132"/>
                    <a:pt x="11243" y="34628"/>
                  </a:cubicBezTo>
                  <a:cubicBezTo>
                    <a:pt x="2241" y="54113"/>
                    <a:pt x="122" y="73775"/>
                    <a:pt x="122" y="88655"/>
                  </a:cubicBezTo>
                  <a:cubicBezTo>
                    <a:pt x="122" y="102471"/>
                    <a:pt x="2064" y="123905"/>
                    <a:pt x="11772" y="143921"/>
                  </a:cubicBezTo>
                  <a:cubicBezTo>
                    <a:pt x="22363" y="165709"/>
                    <a:pt x="37544" y="177223"/>
                    <a:pt x="39309" y="177223"/>
                  </a:cubicBezTo>
                  <a:cubicBezTo>
                    <a:pt x="40368" y="177223"/>
                    <a:pt x="41074" y="176691"/>
                    <a:pt x="41074" y="175451"/>
                  </a:cubicBezTo>
                  <a:close/>
                </a:path>
              </a:pathLst>
            </a:custGeom>
            <a:solidFill>
              <a:srgbClr val="000000"/>
            </a:solidFill>
            <a:ln w="1771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04" name="任意形状 103">
              <a:extLst>
                <a:ext uri="{FF2B5EF4-FFF2-40B4-BE49-F238E27FC236}">
                  <a16:creationId xmlns:a16="http://schemas.microsoft.com/office/drawing/2014/main" id="{4B1AF48A-2113-4B4E-C3D8-DECE36A0EA0B}"/>
                </a:ext>
              </a:extLst>
            </p:cNvPr>
            <p:cNvSpPr/>
            <p:nvPr>
              <p:custDataLst>
                <p:tags r:id="rId239"/>
              </p:custDataLst>
            </p:nvPr>
          </p:nvSpPr>
          <p:spPr>
            <a:xfrm>
              <a:off x="4782419" y="4006498"/>
              <a:ext cx="71842" cy="80242"/>
            </a:xfrm>
            <a:custGeom>
              <a:avLst/>
              <a:gdLst>
                <a:gd name="connsiteX0" fmla="*/ 10541 w 71842"/>
                <a:gd name="connsiteY0" fmla="*/ 67930 h 80242"/>
                <a:gd name="connsiteX1" fmla="*/ 8952 w 71842"/>
                <a:gd name="connsiteY1" fmla="*/ 75547 h 80242"/>
                <a:gd name="connsiteX2" fmla="*/ 14071 w 71842"/>
                <a:gd name="connsiteY2" fmla="*/ 80329 h 80242"/>
                <a:gd name="connsiteX3" fmla="*/ 20602 w 71842"/>
                <a:gd name="connsiteY3" fmla="*/ 75370 h 80242"/>
                <a:gd name="connsiteX4" fmla="*/ 27663 w 71842"/>
                <a:gd name="connsiteY4" fmla="*/ 47382 h 80242"/>
                <a:gd name="connsiteX5" fmla="*/ 33311 w 71842"/>
                <a:gd name="connsiteY5" fmla="*/ 24354 h 80242"/>
                <a:gd name="connsiteX6" fmla="*/ 43196 w 71842"/>
                <a:gd name="connsiteY6" fmla="*/ 9829 h 80242"/>
                <a:gd name="connsiteX7" fmla="*/ 57318 w 71842"/>
                <a:gd name="connsiteY7" fmla="*/ 3984 h 80242"/>
                <a:gd name="connsiteX8" fmla="*/ 64731 w 71842"/>
                <a:gd name="connsiteY8" fmla="*/ 6110 h 80242"/>
                <a:gd name="connsiteX9" fmla="*/ 55552 w 71842"/>
                <a:gd name="connsiteY9" fmla="*/ 15852 h 80242"/>
                <a:gd name="connsiteX10" fmla="*/ 62260 w 71842"/>
                <a:gd name="connsiteY10" fmla="*/ 22052 h 80242"/>
                <a:gd name="connsiteX11" fmla="*/ 71968 w 71842"/>
                <a:gd name="connsiteY11" fmla="*/ 11601 h 80242"/>
                <a:gd name="connsiteX12" fmla="*/ 57318 w 71842"/>
                <a:gd name="connsiteY12" fmla="*/ 87 h 80242"/>
                <a:gd name="connsiteX13" fmla="*/ 34723 w 71842"/>
                <a:gd name="connsiteY13" fmla="*/ 13726 h 80242"/>
                <a:gd name="connsiteX14" fmla="*/ 18660 w 71842"/>
                <a:gd name="connsiteY14" fmla="*/ 87 h 80242"/>
                <a:gd name="connsiteX15" fmla="*/ 5598 w 71842"/>
                <a:gd name="connsiteY15" fmla="*/ 10184 h 80242"/>
                <a:gd name="connsiteX16" fmla="*/ 126 w 71842"/>
                <a:gd name="connsiteY16" fmla="*/ 27366 h 80242"/>
                <a:gd name="connsiteX17" fmla="*/ 2244 w 71842"/>
                <a:gd name="connsiteY17" fmla="*/ 29137 h 80242"/>
                <a:gd name="connsiteX18" fmla="*/ 5245 w 71842"/>
                <a:gd name="connsiteY18" fmla="*/ 25063 h 80242"/>
                <a:gd name="connsiteX19" fmla="*/ 18131 w 71842"/>
                <a:gd name="connsiteY19" fmla="*/ 3984 h 80242"/>
                <a:gd name="connsiteX20" fmla="*/ 23603 w 71842"/>
                <a:gd name="connsiteY20" fmla="*/ 12132 h 80242"/>
                <a:gd name="connsiteX21" fmla="*/ 20779 w 71842"/>
                <a:gd name="connsiteY21" fmla="*/ 27012 h 80242"/>
                <a:gd name="connsiteX22" fmla="*/ 10541 w 71842"/>
                <a:gd name="connsiteY22" fmla="*/ 67930 h 802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71842" h="80242">
                  <a:moveTo>
                    <a:pt x="10541" y="67930"/>
                  </a:moveTo>
                  <a:cubicBezTo>
                    <a:pt x="10011" y="70587"/>
                    <a:pt x="8952" y="74661"/>
                    <a:pt x="8952" y="75547"/>
                  </a:cubicBezTo>
                  <a:cubicBezTo>
                    <a:pt x="8952" y="78735"/>
                    <a:pt x="11423" y="80329"/>
                    <a:pt x="14071" y="80329"/>
                  </a:cubicBezTo>
                  <a:cubicBezTo>
                    <a:pt x="16189" y="80329"/>
                    <a:pt x="19367" y="78912"/>
                    <a:pt x="20602" y="75370"/>
                  </a:cubicBezTo>
                  <a:cubicBezTo>
                    <a:pt x="20955" y="74661"/>
                    <a:pt x="26957" y="50571"/>
                    <a:pt x="27663" y="47382"/>
                  </a:cubicBezTo>
                  <a:cubicBezTo>
                    <a:pt x="29075" y="41537"/>
                    <a:pt x="32252" y="29137"/>
                    <a:pt x="33311" y="24354"/>
                  </a:cubicBezTo>
                  <a:cubicBezTo>
                    <a:pt x="34017" y="22052"/>
                    <a:pt x="38960" y="13726"/>
                    <a:pt x="43196" y="9829"/>
                  </a:cubicBezTo>
                  <a:cubicBezTo>
                    <a:pt x="44608" y="8589"/>
                    <a:pt x="49727" y="3984"/>
                    <a:pt x="57318" y="3984"/>
                  </a:cubicBezTo>
                  <a:cubicBezTo>
                    <a:pt x="61907" y="3984"/>
                    <a:pt x="64555" y="6110"/>
                    <a:pt x="64731" y="6110"/>
                  </a:cubicBezTo>
                  <a:cubicBezTo>
                    <a:pt x="59436" y="6995"/>
                    <a:pt x="55552" y="11246"/>
                    <a:pt x="55552" y="15852"/>
                  </a:cubicBezTo>
                  <a:cubicBezTo>
                    <a:pt x="55552" y="18686"/>
                    <a:pt x="57494" y="22052"/>
                    <a:pt x="62260" y="22052"/>
                  </a:cubicBezTo>
                  <a:cubicBezTo>
                    <a:pt x="67026" y="22052"/>
                    <a:pt x="71968" y="17978"/>
                    <a:pt x="71968" y="11601"/>
                  </a:cubicBezTo>
                  <a:cubicBezTo>
                    <a:pt x="71968" y="5401"/>
                    <a:pt x="66320" y="87"/>
                    <a:pt x="57318" y="87"/>
                  </a:cubicBezTo>
                  <a:cubicBezTo>
                    <a:pt x="45844" y="87"/>
                    <a:pt x="38077" y="8767"/>
                    <a:pt x="34723" y="13726"/>
                  </a:cubicBezTo>
                  <a:cubicBezTo>
                    <a:pt x="33311" y="5755"/>
                    <a:pt x="26957" y="87"/>
                    <a:pt x="18660" y="87"/>
                  </a:cubicBezTo>
                  <a:cubicBezTo>
                    <a:pt x="10541" y="87"/>
                    <a:pt x="7187" y="6995"/>
                    <a:pt x="5598" y="10184"/>
                  </a:cubicBezTo>
                  <a:cubicBezTo>
                    <a:pt x="2421" y="16206"/>
                    <a:pt x="126" y="26834"/>
                    <a:pt x="126" y="27366"/>
                  </a:cubicBezTo>
                  <a:cubicBezTo>
                    <a:pt x="126" y="29137"/>
                    <a:pt x="1891" y="29137"/>
                    <a:pt x="2244" y="29137"/>
                  </a:cubicBezTo>
                  <a:cubicBezTo>
                    <a:pt x="4010" y="29137"/>
                    <a:pt x="4186" y="28960"/>
                    <a:pt x="5245" y="25063"/>
                  </a:cubicBezTo>
                  <a:cubicBezTo>
                    <a:pt x="8246" y="12486"/>
                    <a:pt x="11776" y="3984"/>
                    <a:pt x="18131" y="3984"/>
                  </a:cubicBezTo>
                  <a:cubicBezTo>
                    <a:pt x="21132" y="3984"/>
                    <a:pt x="23603" y="5401"/>
                    <a:pt x="23603" y="12132"/>
                  </a:cubicBezTo>
                  <a:cubicBezTo>
                    <a:pt x="23603" y="15852"/>
                    <a:pt x="23073" y="17800"/>
                    <a:pt x="20779" y="27012"/>
                  </a:cubicBezTo>
                  <a:lnTo>
                    <a:pt x="10541" y="67930"/>
                  </a:lnTo>
                  <a:close/>
                </a:path>
              </a:pathLst>
            </a:custGeom>
            <a:solidFill>
              <a:srgbClr val="000000"/>
            </a:solidFill>
            <a:ln w="1771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05" name="任意形状 104">
              <a:extLst>
                <a:ext uri="{FF2B5EF4-FFF2-40B4-BE49-F238E27FC236}">
                  <a16:creationId xmlns:a16="http://schemas.microsoft.com/office/drawing/2014/main" id="{F4CE519E-AA6B-1E00-E52D-F1D341E4B330}"/>
                </a:ext>
              </a:extLst>
            </p:cNvPr>
            <p:cNvSpPr/>
            <p:nvPr>
              <p:custDataLst>
                <p:tags r:id="rId240"/>
              </p:custDataLst>
            </p:nvPr>
          </p:nvSpPr>
          <p:spPr>
            <a:xfrm>
              <a:off x="4871902" y="3951940"/>
              <a:ext cx="40951" cy="177135"/>
            </a:xfrm>
            <a:custGeom>
              <a:avLst/>
              <a:gdLst>
                <a:gd name="connsiteX0" fmla="*/ 41083 w 40951"/>
                <a:gd name="connsiteY0" fmla="*/ 88655 h 177135"/>
                <a:gd name="connsiteX1" fmla="*/ 29433 w 40951"/>
                <a:gd name="connsiteY1" fmla="*/ 33388 h 177135"/>
                <a:gd name="connsiteX2" fmla="*/ 1896 w 40951"/>
                <a:gd name="connsiteY2" fmla="*/ 87 h 177135"/>
                <a:gd name="connsiteX3" fmla="*/ 131 w 40951"/>
                <a:gd name="connsiteY3" fmla="*/ 1858 h 177135"/>
                <a:gd name="connsiteX4" fmla="*/ 3485 w 40951"/>
                <a:gd name="connsiteY4" fmla="*/ 5932 h 177135"/>
                <a:gd name="connsiteX5" fmla="*/ 30845 w 40951"/>
                <a:gd name="connsiteY5" fmla="*/ 88655 h 177135"/>
                <a:gd name="connsiteX6" fmla="*/ 2426 w 40951"/>
                <a:gd name="connsiteY6" fmla="*/ 172440 h 177135"/>
                <a:gd name="connsiteX7" fmla="*/ 131 w 40951"/>
                <a:gd name="connsiteY7" fmla="*/ 175451 h 177135"/>
                <a:gd name="connsiteX8" fmla="*/ 1896 w 40951"/>
                <a:gd name="connsiteY8" fmla="*/ 177223 h 177135"/>
                <a:gd name="connsiteX9" fmla="*/ 29962 w 40951"/>
                <a:gd name="connsiteY9" fmla="*/ 142681 h 177135"/>
                <a:gd name="connsiteX10" fmla="*/ 41083 w 40951"/>
                <a:gd name="connsiteY10" fmla="*/ 88655 h 1771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40951" h="177135">
                  <a:moveTo>
                    <a:pt x="41083" y="88655"/>
                  </a:moveTo>
                  <a:cubicBezTo>
                    <a:pt x="41083" y="74838"/>
                    <a:pt x="39141" y="53405"/>
                    <a:pt x="29433" y="33388"/>
                  </a:cubicBezTo>
                  <a:cubicBezTo>
                    <a:pt x="18842" y="11601"/>
                    <a:pt x="3661" y="87"/>
                    <a:pt x="1896" y="87"/>
                  </a:cubicBezTo>
                  <a:cubicBezTo>
                    <a:pt x="837" y="87"/>
                    <a:pt x="131" y="795"/>
                    <a:pt x="131" y="1858"/>
                  </a:cubicBezTo>
                  <a:cubicBezTo>
                    <a:pt x="131" y="2390"/>
                    <a:pt x="131" y="2744"/>
                    <a:pt x="3485" y="5932"/>
                  </a:cubicBezTo>
                  <a:cubicBezTo>
                    <a:pt x="20783" y="23469"/>
                    <a:pt x="30845" y="51633"/>
                    <a:pt x="30845" y="88655"/>
                  </a:cubicBezTo>
                  <a:cubicBezTo>
                    <a:pt x="30845" y="118945"/>
                    <a:pt x="24314" y="150121"/>
                    <a:pt x="2426" y="172440"/>
                  </a:cubicBezTo>
                  <a:cubicBezTo>
                    <a:pt x="131" y="174566"/>
                    <a:pt x="131" y="174920"/>
                    <a:pt x="131" y="175451"/>
                  </a:cubicBezTo>
                  <a:cubicBezTo>
                    <a:pt x="131" y="176514"/>
                    <a:pt x="837" y="177223"/>
                    <a:pt x="1896" y="177223"/>
                  </a:cubicBezTo>
                  <a:cubicBezTo>
                    <a:pt x="3661" y="177223"/>
                    <a:pt x="19548" y="165177"/>
                    <a:pt x="29962" y="142681"/>
                  </a:cubicBezTo>
                  <a:cubicBezTo>
                    <a:pt x="38965" y="123196"/>
                    <a:pt x="41083" y="103534"/>
                    <a:pt x="41083" y="88655"/>
                  </a:cubicBezTo>
                  <a:close/>
                </a:path>
              </a:pathLst>
            </a:custGeom>
            <a:solidFill>
              <a:srgbClr val="000000"/>
            </a:solidFill>
            <a:ln w="1771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06" name="任意形状 105">
              <a:extLst>
                <a:ext uri="{FF2B5EF4-FFF2-40B4-BE49-F238E27FC236}">
                  <a16:creationId xmlns:a16="http://schemas.microsoft.com/office/drawing/2014/main" id="{058883B7-8F52-3CA3-2205-3970E9D018E0}"/>
                </a:ext>
              </a:extLst>
            </p:cNvPr>
            <p:cNvSpPr/>
            <p:nvPr>
              <p:custDataLst>
                <p:tags r:id="rId241"/>
              </p:custDataLst>
            </p:nvPr>
          </p:nvSpPr>
          <p:spPr>
            <a:xfrm>
              <a:off x="4989402" y="4019783"/>
              <a:ext cx="117383" cy="41449"/>
            </a:xfrm>
            <a:custGeom>
              <a:avLst/>
              <a:gdLst>
                <a:gd name="connsiteX0" fmla="*/ 111520 w 117383"/>
                <a:gd name="connsiteY0" fmla="*/ 7172 h 41449"/>
                <a:gd name="connsiteX1" fmla="*/ 117521 w 117383"/>
                <a:gd name="connsiteY1" fmla="*/ 3630 h 41449"/>
                <a:gd name="connsiteX2" fmla="*/ 111696 w 117383"/>
                <a:gd name="connsiteY2" fmla="*/ 87 h 41449"/>
                <a:gd name="connsiteX3" fmla="*/ 5963 w 117383"/>
                <a:gd name="connsiteY3" fmla="*/ 87 h 41449"/>
                <a:gd name="connsiteX4" fmla="*/ 138 w 117383"/>
                <a:gd name="connsiteY4" fmla="*/ 3630 h 41449"/>
                <a:gd name="connsiteX5" fmla="*/ 6139 w 117383"/>
                <a:gd name="connsiteY5" fmla="*/ 7172 h 41449"/>
                <a:gd name="connsiteX6" fmla="*/ 111520 w 117383"/>
                <a:gd name="connsiteY6" fmla="*/ 7172 h 41449"/>
                <a:gd name="connsiteX7" fmla="*/ 111696 w 117383"/>
                <a:gd name="connsiteY7" fmla="*/ 41537 h 41449"/>
                <a:gd name="connsiteX8" fmla="*/ 117521 w 117383"/>
                <a:gd name="connsiteY8" fmla="*/ 37994 h 41449"/>
                <a:gd name="connsiteX9" fmla="*/ 111520 w 117383"/>
                <a:gd name="connsiteY9" fmla="*/ 34451 h 41449"/>
                <a:gd name="connsiteX10" fmla="*/ 6139 w 117383"/>
                <a:gd name="connsiteY10" fmla="*/ 34451 h 41449"/>
                <a:gd name="connsiteX11" fmla="*/ 138 w 117383"/>
                <a:gd name="connsiteY11" fmla="*/ 37994 h 41449"/>
                <a:gd name="connsiteX12" fmla="*/ 5963 w 117383"/>
                <a:gd name="connsiteY12" fmla="*/ 41537 h 41449"/>
                <a:gd name="connsiteX13" fmla="*/ 111696 w 117383"/>
                <a:gd name="connsiteY13" fmla="*/ 41537 h 414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17383" h="41449">
                  <a:moveTo>
                    <a:pt x="111520" y="7172"/>
                  </a:moveTo>
                  <a:cubicBezTo>
                    <a:pt x="114167" y="7172"/>
                    <a:pt x="117521" y="7172"/>
                    <a:pt x="117521" y="3630"/>
                  </a:cubicBezTo>
                  <a:cubicBezTo>
                    <a:pt x="117521" y="87"/>
                    <a:pt x="114167" y="87"/>
                    <a:pt x="111696" y="87"/>
                  </a:cubicBezTo>
                  <a:lnTo>
                    <a:pt x="5963" y="87"/>
                  </a:lnTo>
                  <a:cubicBezTo>
                    <a:pt x="3491" y="87"/>
                    <a:pt x="138" y="87"/>
                    <a:pt x="138" y="3630"/>
                  </a:cubicBezTo>
                  <a:cubicBezTo>
                    <a:pt x="138" y="7172"/>
                    <a:pt x="3491" y="7172"/>
                    <a:pt x="6139" y="7172"/>
                  </a:cubicBezTo>
                  <a:lnTo>
                    <a:pt x="111520" y="7172"/>
                  </a:lnTo>
                  <a:close/>
                  <a:moveTo>
                    <a:pt x="111696" y="41537"/>
                  </a:moveTo>
                  <a:cubicBezTo>
                    <a:pt x="114167" y="41537"/>
                    <a:pt x="117521" y="41537"/>
                    <a:pt x="117521" y="37994"/>
                  </a:cubicBezTo>
                  <a:cubicBezTo>
                    <a:pt x="117521" y="34451"/>
                    <a:pt x="114167" y="34451"/>
                    <a:pt x="111520" y="34451"/>
                  </a:cubicBezTo>
                  <a:lnTo>
                    <a:pt x="6139" y="34451"/>
                  </a:lnTo>
                  <a:cubicBezTo>
                    <a:pt x="3491" y="34451"/>
                    <a:pt x="138" y="34451"/>
                    <a:pt x="138" y="37994"/>
                  </a:cubicBezTo>
                  <a:cubicBezTo>
                    <a:pt x="138" y="41537"/>
                    <a:pt x="3491" y="41537"/>
                    <a:pt x="5963" y="41537"/>
                  </a:cubicBezTo>
                  <a:lnTo>
                    <a:pt x="111696" y="41537"/>
                  </a:lnTo>
                  <a:close/>
                </a:path>
              </a:pathLst>
            </a:custGeom>
            <a:solidFill>
              <a:srgbClr val="000000"/>
            </a:solidFill>
            <a:ln w="1771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07" name="任意形状 106">
              <a:extLst>
                <a:ext uri="{FF2B5EF4-FFF2-40B4-BE49-F238E27FC236}">
                  <a16:creationId xmlns:a16="http://schemas.microsoft.com/office/drawing/2014/main" id="{727AE421-02D6-09D4-E3C6-21FA75B22A33}"/>
                </a:ext>
              </a:extLst>
            </p:cNvPr>
            <p:cNvSpPr/>
            <p:nvPr>
              <p:custDataLst>
                <p:tags r:id="rId242"/>
              </p:custDataLst>
            </p:nvPr>
          </p:nvSpPr>
          <p:spPr>
            <a:xfrm>
              <a:off x="6165823" y="3846986"/>
              <a:ext cx="58250" cy="117972"/>
            </a:xfrm>
            <a:custGeom>
              <a:avLst/>
              <a:gdLst>
                <a:gd name="connsiteX0" fmla="*/ 36390 w 58250"/>
                <a:gd name="connsiteY0" fmla="*/ 4686 h 117972"/>
                <a:gd name="connsiteX1" fmla="*/ 32330 w 58250"/>
                <a:gd name="connsiteY1" fmla="*/ 80 h 117972"/>
                <a:gd name="connsiteX2" fmla="*/ 204 w 58250"/>
                <a:gd name="connsiteY2" fmla="*/ 11417 h 117972"/>
                <a:gd name="connsiteX3" fmla="*/ 204 w 58250"/>
                <a:gd name="connsiteY3" fmla="*/ 16908 h 117972"/>
                <a:gd name="connsiteX4" fmla="*/ 23327 w 58250"/>
                <a:gd name="connsiteY4" fmla="*/ 12303 h 117972"/>
                <a:gd name="connsiteX5" fmla="*/ 23327 w 58250"/>
                <a:gd name="connsiteY5" fmla="*/ 104059 h 117972"/>
                <a:gd name="connsiteX6" fmla="*/ 6911 w 58250"/>
                <a:gd name="connsiteY6" fmla="*/ 112561 h 117972"/>
                <a:gd name="connsiteX7" fmla="*/ 1263 w 58250"/>
                <a:gd name="connsiteY7" fmla="*/ 112561 h 117972"/>
                <a:gd name="connsiteX8" fmla="*/ 1263 w 58250"/>
                <a:gd name="connsiteY8" fmla="*/ 118053 h 117972"/>
                <a:gd name="connsiteX9" fmla="*/ 29859 w 58250"/>
                <a:gd name="connsiteY9" fmla="*/ 117521 h 117972"/>
                <a:gd name="connsiteX10" fmla="*/ 58454 w 58250"/>
                <a:gd name="connsiteY10" fmla="*/ 118053 h 117972"/>
                <a:gd name="connsiteX11" fmla="*/ 58454 w 58250"/>
                <a:gd name="connsiteY11" fmla="*/ 112561 h 117972"/>
                <a:gd name="connsiteX12" fmla="*/ 52806 w 58250"/>
                <a:gd name="connsiteY12" fmla="*/ 112561 h 117972"/>
                <a:gd name="connsiteX13" fmla="*/ 36390 w 58250"/>
                <a:gd name="connsiteY13" fmla="*/ 104059 h 117972"/>
                <a:gd name="connsiteX14" fmla="*/ 36390 w 58250"/>
                <a:gd name="connsiteY14" fmla="*/ 4686 h 1179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58250" h="117972">
                  <a:moveTo>
                    <a:pt x="36390" y="4686"/>
                  </a:moveTo>
                  <a:cubicBezTo>
                    <a:pt x="36390" y="434"/>
                    <a:pt x="36390" y="80"/>
                    <a:pt x="32330" y="80"/>
                  </a:cubicBezTo>
                  <a:cubicBezTo>
                    <a:pt x="21386" y="11417"/>
                    <a:pt x="5852" y="11417"/>
                    <a:pt x="204" y="11417"/>
                  </a:cubicBezTo>
                  <a:lnTo>
                    <a:pt x="204" y="16908"/>
                  </a:lnTo>
                  <a:cubicBezTo>
                    <a:pt x="3734" y="16908"/>
                    <a:pt x="14149" y="16908"/>
                    <a:pt x="23327" y="12303"/>
                  </a:cubicBezTo>
                  <a:lnTo>
                    <a:pt x="23327" y="104059"/>
                  </a:lnTo>
                  <a:cubicBezTo>
                    <a:pt x="23327" y="110436"/>
                    <a:pt x="22798" y="112561"/>
                    <a:pt x="6911" y="112561"/>
                  </a:cubicBezTo>
                  <a:lnTo>
                    <a:pt x="1263" y="112561"/>
                  </a:lnTo>
                  <a:lnTo>
                    <a:pt x="1263" y="118053"/>
                  </a:lnTo>
                  <a:cubicBezTo>
                    <a:pt x="7441" y="117521"/>
                    <a:pt x="22798" y="117521"/>
                    <a:pt x="29859" y="117521"/>
                  </a:cubicBezTo>
                  <a:cubicBezTo>
                    <a:pt x="36919" y="117521"/>
                    <a:pt x="52276" y="117521"/>
                    <a:pt x="58454" y="118053"/>
                  </a:cubicBezTo>
                  <a:lnTo>
                    <a:pt x="58454" y="112561"/>
                  </a:lnTo>
                  <a:lnTo>
                    <a:pt x="52806" y="112561"/>
                  </a:lnTo>
                  <a:cubicBezTo>
                    <a:pt x="36919" y="112561"/>
                    <a:pt x="36390" y="110613"/>
                    <a:pt x="36390" y="104059"/>
                  </a:cubicBezTo>
                  <a:lnTo>
                    <a:pt x="36390" y="4686"/>
                  </a:lnTo>
                  <a:close/>
                </a:path>
              </a:pathLst>
            </a:custGeom>
            <a:solidFill>
              <a:srgbClr val="000000"/>
            </a:solidFill>
            <a:ln w="1771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08" name="任意形状 107">
              <a:extLst>
                <a:ext uri="{FF2B5EF4-FFF2-40B4-BE49-F238E27FC236}">
                  <a16:creationId xmlns:a16="http://schemas.microsoft.com/office/drawing/2014/main" id="{52DB8157-A917-58BF-5BED-4DCFDBB83E17}"/>
                </a:ext>
              </a:extLst>
            </p:cNvPr>
            <p:cNvSpPr/>
            <p:nvPr>
              <p:custDataLst>
                <p:tags r:id="rId243"/>
              </p:custDataLst>
            </p:nvPr>
          </p:nvSpPr>
          <p:spPr>
            <a:xfrm>
              <a:off x="5187021" y="4036965"/>
              <a:ext cx="2014441" cy="7085"/>
            </a:xfrm>
            <a:custGeom>
              <a:avLst/>
              <a:gdLst>
                <a:gd name="connsiteX0" fmla="*/ 0 w 2014441"/>
                <a:gd name="connsiteY0" fmla="*/ 0 h 7085"/>
                <a:gd name="connsiteX1" fmla="*/ 2014442 w 2014441"/>
                <a:gd name="connsiteY1" fmla="*/ 0 h 7085"/>
                <a:gd name="connsiteX2" fmla="*/ 2014442 w 2014441"/>
                <a:gd name="connsiteY2" fmla="*/ 7085 h 7085"/>
                <a:gd name="connsiteX3" fmla="*/ 0 w 2014441"/>
                <a:gd name="connsiteY3" fmla="*/ 7085 h 70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14441" h="7085">
                  <a:moveTo>
                    <a:pt x="0" y="0"/>
                  </a:moveTo>
                  <a:lnTo>
                    <a:pt x="2014442" y="0"/>
                  </a:lnTo>
                  <a:lnTo>
                    <a:pt x="2014442" y="7085"/>
                  </a:lnTo>
                  <a:lnTo>
                    <a:pt x="0" y="7085"/>
                  </a:lnTo>
                  <a:close/>
                </a:path>
              </a:pathLst>
            </a:custGeom>
            <a:solidFill>
              <a:srgbClr val="000000"/>
            </a:solidFill>
            <a:ln w="1771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09" name="任意形状 108">
              <a:extLst>
                <a:ext uri="{FF2B5EF4-FFF2-40B4-BE49-F238E27FC236}">
                  <a16:creationId xmlns:a16="http://schemas.microsoft.com/office/drawing/2014/main" id="{0748BDB5-C394-3B82-10DD-AE12CE31FBE6}"/>
                </a:ext>
              </a:extLst>
            </p:cNvPr>
            <p:cNvSpPr/>
            <p:nvPr>
              <p:custDataLst>
                <p:tags r:id="rId244"/>
              </p:custDataLst>
            </p:nvPr>
          </p:nvSpPr>
          <p:spPr>
            <a:xfrm>
              <a:off x="5208027" y="4073446"/>
              <a:ext cx="7060" cy="177135"/>
            </a:xfrm>
            <a:custGeom>
              <a:avLst/>
              <a:gdLst>
                <a:gd name="connsiteX0" fmla="*/ 7210 w 7060"/>
                <a:gd name="connsiteY0" fmla="*/ 6471 h 177135"/>
                <a:gd name="connsiteX1" fmla="*/ 3680 w 7060"/>
                <a:gd name="connsiteY1" fmla="*/ 94 h 177135"/>
                <a:gd name="connsiteX2" fmla="*/ 149 w 7060"/>
                <a:gd name="connsiteY2" fmla="*/ 6471 h 177135"/>
                <a:gd name="connsiteX3" fmla="*/ 149 w 7060"/>
                <a:gd name="connsiteY3" fmla="*/ 170853 h 177135"/>
                <a:gd name="connsiteX4" fmla="*/ 3680 w 7060"/>
                <a:gd name="connsiteY4" fmla="*/ 177229 h 177135"/>
                <a:gd name="connsiteX5" fmla="*/ 7210 w 7060"/>
                <a:gd name="connsiteY5" fmla="*/ 170853 h 177135"/>
                <a:gd name="connsiteX6" fmla="*/ 7210 w 7060"/>
                <a:gd name="connsiteY6" fmla="*/ 6471 h 1771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060" h="177135">
                  <a:moveTo>
                    <a:pt x="7210" y="6471"/>
                  </a:moveTo>
                  <a:cubicBezTo>
                    <a:pt x="7210" y="3282"/>
                    <a:pt x="7210" y="94"/>
                    <a:pt x="3680" y="94"/>
                  </a:cubicBezTo>
                  <a:cubicBezTo>
                    <a:pt x="149" y="94"/>
                    <a:pt x="149" y="3282"/>
                    <a:pt x="149" y="6471"/>
                  </a:cubicBezTo>
                  <a:lnTo>
                    <a:pt x="149" y="170853"/>
                  </a:lnTo>
                  <a:cubicBezTo>
                    <a:pt x="149" y="174041"/>
                    <a:pt x="149" y="177229"/>
                    <a:pt x="3680" y="177229"/>
                  </a:cubicBezTo>
                  <a:cubicBezTo>
                    <a:pt x="7210" y="177229"/>
                    <a:pt x="7210" y="174041"/>
                    <a:pt x="7210" y="170853"/>
                  </a:cubicBezTo>
                  <a:lnTo>
                    <a:pt x="7210" y="6471"/>
                  </a:lnTo>
                  <a:close/>
                </a:path>
              </a:pathLst>
            </a:custGeom>
            <a:solidFill>
              <a:srgbClr val="000000"/>
            </a:solidFill>
            <a:ln w="1771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10" name="任意形状 109">
              <a:extLst>
                <a:ext uri="{FF2B5EF4-FFF2-40B4-BE49-F238E27FC236}">
                  <a16:creationId xmlns:a16="http://schemas.microsoft.com/office/drawing/2014/main" id="{3FB730B0-3596-C451-FB4E-02B29E3A466C}"/>
                </a:ext>
              </a:extLst>
            </p:cNvPr>
            <p:cNvSpPr/>
            <p:nvPr>
              <p:custDataLst>
                <p:tags r:id="rId245"/>
              </p:custDataLst>
            </p:nvPr>
          </p:nvSpPr>
          <p:spPr>
            <a:xfrm>
              <a:off x="5248763" y="4073446"/>
              <a:ext cx="62663" cy="177135"/>
            </a:xfrm>
            <a:custGeom>
              <a:avLst/>
              <a:gdLst>
                <a:gd name="connsiteX0" fmla="*/ 37397 w 62663"/>
                <a:gd name="connsiteY0" fmla="*/ 23653 h 177135"/>
                <a:gd name="connsiteX1" fmla="*/ 61227 w 62663"/>
                <a:gd name="connsiteY1" fmla="*/ 3991 h 177135"/>
                <a:gd name="connsiteX2" fmla="*/ 62815 w 62663"/>
                <a:gd name="connsiteY2" fmla="*/ 2042 h 177135"/>
                <a:gd name="connsiteX3" fmla="*/ 59462 w 62663"/>
                <a:gd name="connsiteY3" fmla="*/ 94 h 177135"/>
                <a:gd name="connsiteX4" fmla="*/ 25571 w 62663"/>
                <a:gd name="connsiteY4" fmla="*/ 22236 h 177135"/>
                <a:gd name="connsiteX5" fmla="*/ 25571 w 62663"/>
                <a:gd name="connsiteY5" fmla="*/ 62623 h 177135"/>
                <a:gd name="connsiteX6" fmla="*/ 18510 w 62663"/>
                <a:gd name="connsiteY6" fmla="*/ 81045 h 177135"/>
                <a:gd name="connsiteX7" fmla="*/ 1741 w 62663"/>
                <a:gd name="connsiteY7" fmla="*/ 86713 h 177135"/>
                <a:gd name="connsiteX8" fmla="*/ 152 w 62663"/>
                <a:gd name="connsiteY8" fmla="*/ 88662 h 177135"/>
                <a:gd name="connsiteX9" fmla="*/ 2976 w 62663"/>
                <a:gd name="connsiteY9" fmla="*/ 90610 h 177135"/>
                <a:gd name="connsiteX10" fmla="*/ 25041 w 62663"/>
                <a:gd name="connsiteY10" fmla="*/ 106375 h 177135"/>
                <a:gd name="connsiteX11" fmla="*/ 25571 w 62663"/>
                <a:gd name="connsiteY11" fmla="*/ 115055 h 177135"/>
                <a:gd name="connsiteX12" fmla="*/ 25571 w 62663"/>
                <a:gd name="connsiteY12" fmla="*/ 150128 h 177135"/>
                <a:gd name="connsiteX13" fmla="*/ 34043 w 62663"/>
                <a:gd name="connsiteY13" fmla="*/ 169967 h 177135"/>
                <a:gd name="connsiteX14" fmla="*/ 59462 w 62663"/>
                <a:gd name="connsiteY14" fmla="*/ 177229 h 177135"/>
                <a:gd name="connsiteX15" fmla="*/ 62815 w 62663"/>
                <a:gd name="connsiteY15" fmla="*/ 175281 h 177135"/>
                <a:gd name="connsiteX16" fmla="*/ 59991 w 62663"/>
                <a:gd name="connsiteY16" fmla="*/ 173332 h 177135"/>
                <a:gd name="connsiteX17" fmla="*/ 37927 w 62663"/>
                <a:gd name="connsiteY17" fmla="*/ 157922 h 177135"/>
                <a:gd name="connsiteX18" fmla="*/ 37397 w 62663"/>
                <a:gd name="connsiteY18" fmla="*/ 149596 h 177135"/>
                <a:gd name="connsiteX19" fmla="*/ 37397 w 62663"/>
                <a:gd name="connsiteY19" fmla="*/ 112398 h 177135"/>
                <a:gd name="connsiteX20" fmla="*/ 30336 w 62663"/>
                <a:gd name="connsiteY20" fmla="*/ 95570 h 177135"/>
                <a:gd name="connsiteX21" fmla="*/ 16568 w 62663"/>
                <a:gd name="connsiteY21" fmla="*/ 88662 h 177135"/>
                <a:gd name="connsiteX22" fmla="*/ 37397 w 62663"/>
                <a:gd name="connsiteY22" fmla="*/ 66165 h 177135"/>
                <a:gd name="connsiteX23" fmla="*/ 37397 w 62663"/>
                <a:gd name="connsiteY23" fmla="*/ 23653 h 1771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62663" h="177135">
                  <a:moveTo>
                    <a:pt x="37397" y="23653"/>
                  </a:moveTo>
                  <a:cubicBezTo>
                    <a:pt x="37397" y="16567"/>
                    <a:pt x="41987" y="5231"/>
                    <a:pt x="61227" y="3991"/>
                  </a:cubicBezTo>
                  <a:cubicBezTo>
                    <a:pt x="62109" y="3814"/>
                    <a:pt x="62815" y="3105"/>
                    <a:pt x="62815" y="2042"/>
                  </a:cubicBezTo>
                  <a:cubicBezTo>
                    <a:pt x="62815" y="94"/>
                    <a:pt x="61403" y="94"/>
                    <a:pt x="59462" y="94"/>
                  </a:cubicBezTo>
                  <a:cubicBezTo>
                    <a:pt x="41810" y="94"/>
                    <a:pt x="25747" y="9128"/>
                    <a:pt x="25571" y="22236"/>
                  </a:cubicBezTo>
                  <a:lnTo>
                    <a:pt x="25571" y="62623"/>
                  </a:lnTo>
                  <a:cubicBezTo>
                    <a:pt x="25571" y="69531"/>
                    <a:pt x="25571" y="75199"/>
                    <a:pt x="18510" y="81045"/>
                  </a:cubicBezTo>
                  <a:cubicBezTo>
                    <a:pt x="12332" y="86182"/>
                    <a:pt x="5624" y="86536"/>
                    <a:pt x="1741" y="86713"/>
                  </a:cubicBezTo>
                  <a:cubicBezTo>
                    <a:pt x="858" y="86890"/>
                    <a:pt x="152" y="87599"/>
                    <a:pt x="152" y="88662"/>
                  </a:cubicBezTo>
                  <a:cubicBezTo>
                    <a:pt x="152" y="90433"/>
                    <a:pt x="1211" y="90433"/>
                    <a:pt x="2976" y="90610"/>
                  </a:cubicBezTo>
                  <a:cubicBezTo>
                    <a:pt x="14627" y="91319"/>
                    <a:pt x="23099" y="97696"/>
                    <a:pt x="25041" y="106375"/>
                  </a:cubicBezTo>
                  <a:cubicBezTo>
                    <a:pt x="25571" y="108324"/>
                    <a:pt x="25571" y="108678"/>
                    <a:pt x="25571" y="115055"/>
                  </a:cubicBezTo>
                  <a:lnTo>
                    <a:pt x="25571" y="150128"/>
                  </a:lnTo>
                  <a:cubicBezTo>
                    <a:pt x="25571" y="157567"/>
                    <a:pt x="25571" y="163236"/>
                    <a:pt x="34043" y="169967"/>
                  </a:cubicBezTo>
                  <a:cubicBezTo>
                    <a:pt x="40927" y="175281"/>
                    <a:pt x="52578" y="177229"/>
                    <a:pt x="59462" y="177229"/>
                  </a:cubicBezTo>
                  <a:cubicBezTo>
                    <a:pt x="61403" y="177229"/>
                    <a:pt x="62815" y="177229"/>
                    <a:pt x="62815" y="175281"/>
                  </a:cubicBezTo>
                  <a:cubicBezTo>
                    <a:pt x="62815" y="173510"/>
                    <a:pt x="61756" y="173510"/>
                    <a:pt x="59991" y="173332"/>
                  </a:cubicBezTo>
                  <a:cubicBezTo>
                    <a:pt x="48871" y="172624"/>
                    <a:pt x="40221" y="166956"/>
                    <a:pt x="37927" y="157922"/>
                  </a:cubicBezTo>
                  <a:cubicBezTo>
                    <a:pt x="37397" y="156327"/>
                    <a:pt x="37397" y="155973"/>
                    <a:pt x="37397" y="149596"/>
                  </a:cubicBezTo>
                  <a:lnTo>
                    <a:pt x="37397" y="112398"/>
                  </a:lnTo>
                  <a:cubicBezTo>
                    <a:pt x="37397" y="104250"/>
                    <a:pt x="35985" y="101238"/>
                    <a:pt x="30336" y="95570"/>
                  </a:cubicBezTo>
                  <a:cubicBezTo>
                    <a:pt x="26630" y="91850"/>
                    <a:pt x="21511" y="90079"/>
                    <a:pt x="16568" y="88662"/>
                  </a:cubicBezTo>
                  <a:cubicBezTo>
                    <a:pt x="31043" y="84587"/>
                    <a:pt x="37397" y="76439"/>
                    <a:pt x="37397" y="66165"/>
                  </a:cubicBezTo>
                  <a:lnTo>
                    <a:pt x="37397" y="23653"/>
                  </a:lnTo>
                  <a:close/>
                </a:path>
              </a:pathLst>
            </a:custGeom>
            <a:solidFill>
              <a:srgbClr val="000000"/>
            </a:solidFill>
            <a:ln w="1771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11" name="任意形状 110">
              <a:extLst>
                <a:ext uri="{FF2B5EF4-FFF2-40B4-BE49-F238E27FC236}">
                  <a16:creationId xmlns:a16="http://schemas.microsoft.com/office/drawing/2014/main" id="{D896639C-D2EE-29FA-AB4F-DB552DF8D3B4}"/>
                </a:ext>
              </a:extLst>
            </p:cNvPr>
            <p:cNvSpPr/>
            <p:nvPr>
              <p:custDataLst>
                <p:tags r:id="rId246"/>
              </p:custDataLst>
            </p:nvPr>
          </p:nvSpPr>
          <p:spPr>
            <a:xfrm>
              <a:off x="5363439" y="4083366"/>
              <a:ext cx="86669" cy="124880"/>
            </a:xfrm>
            <a:custGeom>
              <a:avLst/>
              <a:gdLst>
                <a:gd name="connsiteX0" fmla="*/ 41111 w 86669"/>
                <a:gd name="connsiteY0" fmla="*/ 2042 h 124880"/>
                <a:gd name="connsiteX1" fmla="*/ 38816 w 86669"/>
                <a:gd name="connsiteY1" fmla="*/ 94 h 124880"/>
                <a:gd name="connsiteX2" fmla="*/ 17281 w 86669"/>
                <a:gd name="connsiteY2" fmla="*/ 1865 h 124880"/>
                <a:gd name="connsiteX3" fmla="*/ 13927 w 86669"/>
                <a:gd name="connsiteY3" fmla="*/ 5408 h 124880"/>
                <a:gd name="connsiteX4" fmla="*/ 18163 w 86669"/>
                <a:gd name="connsiteY4" fmla="*/ 7533 h 124880"/>
                <a:gd name="connsiteX5" fmla="*/ 26989 w 86669"/>
                <a:gd name="connsiteY5" fmla="*/ 10545 h 124880"/>
                <a:gd name="connsiteX6" fmla="*/ 26460 w 86669"/>
                <a:gd name="connsiteY6" fmla="*/ 14087 h 124880"/>
                <a:gd name="connsiteX7" fmla="*/ 865 w 86669"/>
                <a:gd name="connsiteY7" fmla="*/ 116118 h 124880"/>
                <a:gd name="connsiteX8" fmla="*/ 159 w 86669"/>
                <a:gd name="connsiteY8" fmla="*/ 120015 h 124880"/>
                <a:gd name="connsiteX9" fmla="*/ 5278 w 86669"/>
                <a:gd name="connsiteY9" fmla="*/ 124974 h 124880"/>
                <a:gd name="connsiteX10" fmla="*/ 11809 w 86669"/>
                <a:gd name="connsiteY10" fmla="*/ 120369 h 124880"/>
                <a:gd name="connsiteX11" fmla="*/ 15163 w 86669"/>
                <a:gd name="connsiteY11" fmla="*/ 106907 h 124880"/>
                <a:gd name="connsiteX12" fmla="*/ 19046 w 86669"/>
                <a:gd name="connsiteY12" fmla="*/ 90964 h 124880"/>
                <a:gd name="connsiteX13" fmla="*/ 22047 w 86669"/>
                <a:gd name="connsiteY13" fmla="*/ 79096 h 124880"/>
                <a:gd name="connsiteX14" fmla="*/ 23989 w 86669"/>
                <a:gd name="connsiteY14" fmla="*/ 71125 h 124880"/>
                <a:gd name="connsiteX15" fmla="*/ 35992 w 86669"/>
                <a:gd name="connsiteY15" fmla="*/ 54829 h 124880"/>
                <a:gd name="connsiteX16" fmla="*/ 52937 w 86669"/>
                <a:gd name="connsiteY16" fmla="*/ 48629 h 124880"/>
                <a:gd name="connsiteX17" fmla="*/ 62469 w 86669"/>
                <a:gd name="connsiteY17" fmla="*/ 61028 h 124880"/>
                <a:gd name="connsiteX18" fmla="*/ 51525 w 86669"/>
                <a:gd name="connsiteY18" fmla="*/ 100707 h 124880"/>
                <a:gd name="connsiteX19" fmla="*/ 49230 w 86669"/>
                <a:gd name="connsiteY19" fmla="*/ 110449 h 124880"/>
                <a:gd name="connsiteX20" fmla="*/ 63705 w 86669"/>
                <a:gd name="connsiteY20" fmla="*/ 124974 h 124880"/>
                <a:gd name="connsiteX21" fmla="*/ 86828 w 86669"/>
                <a:gd name="connsiteY21" fmla="*/ 97696 h 124880"/>
                <a:gd name="connsiteX22" fmla="*/ 84710 w 86669"/>
                <a:gd name="connsiteY22" fmla="*/ 95924 h 124880"/>
                <a:gd name="connsiteX23" fmla="*/ 82062 w 86669"/>
                <a:gd name="connsiteY23" fmla="*/ 99113 h 124880"/>
                <a:gd name="connsiteX24" fmla="*/ 64058 w 86669"/>
                <a:gd name="connsiteY24" fmla="*/ 121077 h 124880"/>
                <a:gd name="connsiteX25" fmla="*/ 59821 w 86669"/>
                <a:gd name="connsiteY25" fmla="*/ 115232 h 124880"/>
                <a:gd name="connsiteX26" fmla="*/ 62999 w 86669"/>
                <a:gd name="connsiteY26" fmla="*/ 102655 h 124880"/>
                <a:gd name="connsiteX27" fmla="*/ 73766 w 86669"/>
                <a:gd name="connsiteY27" fmla="*/ 63685 h 124880"/>
                <a:gd name="connsiteX28" fmla="*/ 53467 w 86669"/>
                <a:gd name="connsiteY28" fmla="*/ 44732 h 124880"/>
                <a:gd name="connsiteX29" fmla="*/ 27342 w 86669"/>
                <a:gd name="connsiteY29" fmla="*/ 58371 h 124880"/>
                <a:gd name="connsiteX30" fmla="*/ 41111 w 86669"/>
                <a:gd name="connsiteY30" fmla="*/ 2042 h 1248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86669" h="124880">
                  <a:moveTo>
                    <a:pt x="41111" y="2042"/>
                  </a:moveTo>
                  <a:cubicBezTo>
                    <a:pt x="41111" y="1865"/>
                    <a:pt x="41111" y="94"/>
                    <a:pt x="38816" y="94"/>
                  </a:cubicBezTo>
                  <a:cubicBezTo>
                    <a:pt x="34756" y="94"/>
                    <a:pt x="21870" y="1511"/>
                    <a:pt x="17281" y="1865"/>
                  </a:cubicBezTo>
                  <a:cubicBezTo>
                    <a:pt x="15869" y="2042"/>
                    <a:pt x="13927" y="2219"/>
                    <a:pt x="13927" y="5408"/>
                  </a:cubicBezTo>
                  <a:cubicBezTo>
                    <a:pt x="13927" y="7533"/>
                    <a:pt x="15516" y="7533"/>
                    <a:pt x="18163" y="7533"/>
                  </a:cubicBezTo>
                  <a:cubicBezTo>
                    <a:pt x="26636" y="7533"/>
                    <a:pt x="26989" y="8773"/>
                    <a:pt x="26989" y="10545"/>
                  </a:cubicBezTo>
                  <a:lnTo>
                    <a:pt x="26460" y="14087"/>
                  </a:lnTo>
                  <a:lnTo>
                    <a:pt x="865" y="116118"/>
                  </a:lnTo>
                  <a:cubicBezTo>
                    <a:pt x="159" y="118598"/>
                    <a:pt x="159" y="118952"/>
                    <a:pt x="159" y="120015"/>
                  </a:cubicBezTo>
                  <a:cubicBezTo>
                    <a:pt x="159" y="124089"/>
                    <a:pt x="3689" y="124974"/>
                    <a:pt x="5278" y="124974"/>
                  </a:cubicBezTo>
                  <a:cubicBezTo>
                    <a:pt x="8102" y="124974"/>
                    <a:pt x="10926" y="122849"/>
                    <a:pt x="11809" y="120369"/>
                  </a:cubicBezTo>
                  <a:lnTo>
                    <a:pt x="15163" y="106907"/>
                  </a:lnTo>
                  <a:lnTo>
                    <a:pt x="19046" y="90964"/>
                  </a:lnTo>
                  <a:cubicBezTo>
                    <a:pt x="20105" y="87067"/>
                    <a:pt x="21164" y="83170"/>
                    <a:pt x="22047" y="79096"/>
                  </a:cubicBezTo>
                  <a:cubicBezTo>
                    <a:pt x="22400" y="78033"/>
                    <a:pt x="23812" y="72188"/>
                    <a:pt x="23989" y="71125"/>
                  </a:cubicBezTo>
                  <a:cubicBezTo>
                    <a:pt x="24518" y="69531"/>
                    <a:pt x="29990" y="59611"/>
                    <a:pt x="35992" y="54829"/>
                  </a:cubicBezTo>
                  <a:cubicBezTo>
                    <a:pt x="39875" y="51994"/>
                    <a:pt x="45347" y="48629"/>
                    <a:pt x="52937" y="48629"/>
                  </a:cubicBezTo>
                  <a:cubicBezTo>
                    <a:pt x="60527" y="48629"/>
                    <a:pt x="62469" y="54652"/>
                    <a:pt x="62469" y="61028"/>
                  </a:cubicBezTo>
                  <a:cubicBezTo>
                    <a:pt x="62469" y="70594"/>
                    <a:pt x="55761" y="89902"/>
                    <a:pt x="51525" y="100707"/>
                  </a:cubicBezTo>
                  <a:cubicBezTo>
                    <a:pt x="50113" y="104781"/>
                    <a:pt x="49230" y="106907"/>
                    <a:pt x="49230" y="110449"/>
                  </a:cubicBezTo>
                  <a:cubicBezTo>
                    <a:pt x="49230" y="118775"/>
                    <a:pt x="55408" y="124974"/>
                    <a:pt x="63705" y="124974"/>
                  </a:cubicBezTo>
                  <a:cubicBezTo>
                    <a:pt x="80297" y="124974"/>
                    <a:pt x="86828" y="99113"/>
                    <a:pt x="86828" y="97696"/>
                  </a:cubicBezTo>
                  <a:cubicBezTo>
                    <a:pt x="86828" y="95924"/>
                    <a:pt x="85240" y="95924"/>
                    <a:pt x="84710" y="95924"/>
                  </a:cubicBezTo>
                  <a:cubicBezTo>
                    <a:pt x="82945" y="95924"/>
                    <a:pt x="82945" y="96456"/>
                    <a:pt x="82062" y="99113"/>
                  </a:cubicBezTo>
                  <a:cubicBezTo>
                    <a:pt x="79415" y="108501"/>
                    <a:pt x="73766" y="121077"/>
                    <a:pt x="64058" y="121077"/>
                  </a:cubicBezTo>
                  <a:cubicBezTo>
                    <a:pt x="61057" y="121077"/>
                    <a:pt x="59821" y="119306"/>
                    <a:pt x="59821" y="115232"/>
                  </a:cubicBezTo>
                  <a:cubicBezTo>
                    <a:pt x="59821" y="110804"/>
                    <a:pt x="61410" y="106552"/>
                    <a:pt x="62999" y="102655"/>
                  </a:cubicBezTo>
                  <a:cubicBezTo>
                    <a:pt x="65823" y="95038"/>
                    <a:pt x="73766" y="73959"/>
                    <a:pt x="73766" y="63685"/>
                  </a:cubicBezTo>
                  <a:cubicBezTo>
                    <a:pt x="73766" y="52172"/>
                    <a:pt x="66706" y="44732"/>
                    <a:pt x="53467" y="44732"/>
                  </a:cubicBezTo>
                  <a:cubicBezTo>
                    <a:pt x="42346" y="44732"/>
                    <a:pt x="33873" y="50223"/>
                    <a:pt x="27342" y="58371"/>
                  </a:cubicBezTo>
                  <a:lnTo>
                    <a:pt x="41111" y="2042"/>
                  </a:lnTo>
                  <a:close/>
                </a:path>
              </a:pathLst>
            </a:custGeom>
            <a:solidFill>
              <a:srgbClr val="000000"/>
            </a:solidFill>
            <a:ln w="1771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12" name="任意形状 111">
              <a:extLst>
                <a:ext uri="{FF2B5EF4-FFF2-40B4-BE49-F238E27FC236}">
                  <a16:creationId xmlns:a16="http://schemas.microsoft.com/office/drawing/2014/main" id="{8344AB90-77F5-8C35-8C91-9A26D44EB814}"/>
                </a:ext>
              </a:extLst>
            </p:cNvPr>
            <p:cNvSpPr/>
            <p:nvPr>
              <p:custDataLst>
                <p:tags r:id="rId247"/>
              </p:custDataLst>
            </p:nvPr>
          </p:nvSpPr>
          <p:spPr>
            <a:xfrm>
              <a:off x="5525469" y="4073446"/>
              <a:ext cx="7060" cy="177135"/>
            </a:xfrm>
            <a:custGeom>
              <a:avLst/>
              <a:gdLst>
                <a:gd name="connsiteX0" fmla="*/ 7228 w 7060"/>
                <a:gd name="connsiteY0" fmla="*/ 6471 h 177135"/>
                <a:gd name="connsiteX1" fmla="*/ 3698 w 7060"/>
                <a:gd name="connsiteY1" fmla="*/ 94 h 177135"/>
                <a:gd name="connsiteX2" fmla="*/ 167 w 7060"/>
                <a:gd name="connsiteY2" fmla="*/ 6471 h 177135"/>
                <a:gd name="connsiteX3" fmla="*/ 167 w 7060"/>
                <a:gd name="connsiteY3" fmla="*/ 170853 h 177135"/>
                <a:gd name="connsiteX4" fmla="*/ 3698 w 7060"/>
                <a:gd name="connsiteY4" fmla="*/ 177229 h 177135"/>
                <a:gd name="connsiteX5" fmla="*/ 7228 w 7060"/>
                <a:gd name="connsiteY5" fmla="*/ 170853 h 177135"/>
                <a:gd name="connsiteX6" fmla="*/ 7228 w 7060"/>
                <a:gd name="connsiteY6" fmla="*/ 6471 h 1771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060" h="177135">
                  <a:moveTo>
                    <a:pt x="7228" y="6471"/>
                  </a:moveTo>
                  <a:cubicBezTo>
                    <a:pt x="7228" y="3282"/>
                    <a:pt x="7228" y="94"/>
                    <a:pt x="3698" y="94"/>
                  </a:cubicBezTo>
                  <a:cubicBezTo>
                    <a:pt x="167" y="94"/>
                    <a:pt x="167" y="3282"/>
                    <a:pt x="167" y="6471"/>
                  </a:cubicBezTo>
                  <a:lnTo>
                    <a:pt x="167" y="170853"/>
                  </a:lnTo>
                  <a:cubicBezTo>
                    <a:pt x="167" y="174041"/>
                    <a:pt x="167" y="177229"/>
                    <a:pt x="3698" y="177229"/>
                  </a:cubicBezTo>
                  <a:cubicBezTo>
                    <a:pt x="7228" y="177229"/>
                    <a:pt x="7228" y="174041"/>
                    <a:pt x="7228" y="170853"/>
                  </a:cubicBezTo>
                  <a:lnTo>
                    <a:pt x="7228" y="6471"/>
                  </a:lnTo>
                  <a:close/>
                </a:path>
              </a:pathLst>
            </a:custGeom>
            <a:solidFill>
              <a:srgbClr val="000000"/>
            </a:solidFill>
            <a:ln w="1771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13" name="任意形状 112">
              <a:extLst>
                <a:ext uri="{FF2B5EF4-FFF2-40B4-BE49-F238E27FC236}">
                  <a16:creationId xmlns:a16="http://schemas.microsoft.com/office/drawing/2014/main" id="{4455934A-7107-AF3B-8466-0DC3B8F22ED4}"/>
                </a:ext>
              </a:extLst>
            </p:cNvPr>
            <p:cNvSpPr/>
            <p:nvPr>
              <p:custDataLst>
                <p:tags r:id="rId248"/>
              </p:custDataLst>
            </p:nvPr>
          </p:nvSpPr>
          <p:spPr>
            <a:xfrm>
              <a:off x="5612236" y="4083366"/>
              <a:ext cx="78549" cy="122932"/>
            </a:xfrm>
            <a:custGeom>
              <a:avLst/>
              <a:gdLst>
                <a:gd name="connsiteX0" fmla="*/ 78723 w 78549"/>
                <a:gd name="connsiteY0" fmla="*/ 6471 h 122932"/>
                <a:gd name="connsiteX1" fmla="*/ 72545 w 78549"/>
                <a:gd name="connsiteY1" fmla="*/ 94 h 122932"/>
                <a:gd name="connsiteX2" fmla="*/ 6351 w 78549"/>
                <a:gd name="connsiteY2" fmla="*/ 94 h 122932"/>
                <a:gd name="connsiteX3" fmla="*/ 173 w 78549"/>
                <a:gd name="connsiteY3" fmla="*/ 3636 h 122932"/>
                <a:gd name="connsiteX4" fmla="*/ 6351 w 78549"/>
                <a:gd name="connsiteY4" fmla="*/ 7179 h 122932"/>
                <a:gd name="connsiteX5" fmla="*/ 71662 w 78549"/>
                <a:gd name="connsiteY5" fmla="*/ 7179 h 122932"/>
                <a:gd name="connsiteX6" fmla="*/ 71662 w 78549"/>
                <a:gd name="connsiteY6" fmla="*/ 58017 h 122932"/>
                <a:gd name="connsiteX7" fmla="*/ 8822 w 78549"/>
                <a:gd name="connsiteY7" fmla="*/ 58017 h 122932"/>
                <a:gd name="connsiteX8" fmla="*/ 2644 w 78549"/>
                <a:gd name="connsiteY8" fmla="*/ 61560 h 122932"/>
                <a:gd name="connsiteX9" fmla="*/ 8822 w 78549"/>
                <a:gd name="connsiteY9" fmla="*/ 65103 h 122932"/>
                <a:gd name="connsiteX10" fmla="*/ 71662 w 78549"/>
                <a:gd name="connsiteY10" fmla="*/ 65103 h 122932"/>
                <a:gd name="connsiteX11" fmla="*/ 71662 w 78549"/>
                <a:gd name="connsiteY11" fmla="*/ 115940 h 122932"/>
                <a:gd name="connsiteX12" fmla="*/ 6351 w 78549"/>
                <a:gd name="connsiteY12" fmla="*/ 115940 h 122932"/>
                <a:gd name="connsiteX13" fmla="*/ 173 w 78549"/>
                <a:gd name="connsiteY13" fmla="*/ 119483 h 122932"/>
                <a:gd name="connsiteX14" fmla="*/ 6351 w 78549"/>
                <a:gd name="connsiteY14" fmla="*/ 123026 h 122932"/>
                <a:gd name="connsiteX15" fmla="*/ 72545 w 78549"/>
                <a:gd name="connsiteY15" fmla="*/ 123026 h 122932"/>
                <a:gd name="connsiteX16" fmla="*/ 78723 w 78549"/>
                <a:gd name="connsiteY16" fmla="*/ 116649 h 122932"/>
                <a:gd name="connsiteX17" fmla="*/ 78723 w 78549"/>
                <a:gd name="connsiteY17" fmla="*/ 6471 h 1229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78549" h="122932">
                  <a:moveTo>
                    <a:pt x="78723" y="6471"/>
                  </a:moveTo>
                  <a:cubicBezTo>
                    <a:pt x="78723" y="625"/>
                    <a:pt x="78193" y="94"/>
                    <a:pt x="72545" y="94"/>
                  </a:cubicBezTo>
                  <a:lnTo>
                    <a:pt x="6351" y="94"/>
                  </a:lnTo>
                  <a:cubicBezTo>
                    <a:pt x="3350" y="94"/>
                    <a:pt x="173" y="94"/>
                    <a:pt x="173" y="3636"/>
                  </a:cubicBezTo>
                  <a:cubicBezTo>
                    <a:pt x="173" y="7179"/>
                    <a:pt x="3350" y="7179"/>
                    <a:pt x="6351" y="7179"/>
                  </a:cubicBezTo>
                  <a:lnTo>
                    <a:pt x="71662" y="7179"/>
                  </a:lnTo>
                  <a:lnTo>
                    <a:pt x="71662" y="58017"/>
                  </a:lnTo>
                  <a:lnTo>
                    <a:pt x="8822" y="58017"/>
                  </a:lnTo>
                  <a:cubicBezTo>
                    <a:pt x="5821" y="58017"/>
                    <a:pt x="2644" y="58017"/>
                    <a:pt x="2644" y="61560"/>
                  </a:cubicBezTo>
                  <a:cubicBezTo>
                    <a:pt x="2644" y="65103"/>
                    <a:pt x="5821" y="65103"/>
                    <a:pt x="8822" y="65103"/>
                  </a:cubicBezTo>
                  <a:lnTo>
                    <a:pt x="71662" y="65103"/>
                  </a:lnTo>
                  <a:lnTo>
                    <a:pt x="71662" y="115940"/>
                  </a:lnTo>
                  <a:lnTo>
                    <a:pt x="6351" y="115940"/>
                  </a:lnTo>
                  <a:cubicBezTo>
                    <a:pt x="3350" y="115940"/>
                    <a:pt x="173" y="115940"/>
                    <a:pt x="173" y="119483"/>
                  </a:cubicBezTo>
                  <a:cubicBezTo>
                    <a:pt x="173" y="123026"/>
                    <a:pt x="3350" y="123026"/>
                    <a:pt x="6351" y="123026"/>
                  </a:cubicBezTo>
                  <a:lnTo>
                    <a:pt x="72545" y="123026"/>
                  </a:lnTo>
                  <a:cubicBezTo>
                    <a:pt x="78193" y="123026"/>
                    <a:pt x="78723" y="122495"/>
                    <a:pt x="78723" y="116649"/>
                  </a:cubicBezTo>
                  <a:lnTo>
                    <a:pt x="78723" y="6471"/>
                  </a:lnTo>
                  <a:close/>
                </a:path>
              </a:pathLst>
            </a:custGeom>
            <a:solidFill>
              <a:srgbClr val="000000"/>
            </a:solidFill>
            <a:ln w="1771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14" name="任意形状 113">
              <a:extLst>
                <a:ext uri="{FF2B5EF4-FFF2-40B4-BE49-F238E27FC236}">
                  <a16:creationId xmlns:a16="http://schemas.microsoft.com/office/drawing/2014/main" id="{522CB465-5FD9-196E-7E54-4A7CED7435B0}"/>
                </a:ext>
              </a:extLst>
            </p:cNvPr>
            <p:cNvSpPr/>
            <p:nvPr>
              <p:custDataLst>
                <p:tags r:id="rId249"/>
              </p:custDataLst>
            </p:nvPr>
          </p:nvSpPr>
          <p:spPr>
            <a:xfrm>
              <a:off x="5704652" y="4095411"/>
              <a:ext cx="54190" cy="112835"/>
            </a:xfrm>
            <a:custGeom>
              <a:avLst/>
              <a:gdLst>
                <a:gd name="connsiteX0" fmla="*/ 32481 w 54190"/>
                <a:gd name="connsiteY0" fmla="*/ 40126 h 112835"/>
                <a:gd name="connsiteX1" fmla="*/ 49073 w 54190"/>
                <a:gd name="connsiteY1" fmla="*/ 40126 h 112835"/>
                <a:gd name="connsiteX2" fmla="*/ 54369 w 54190"/>
                <a:gd name="connsiteY2" fmla="*/ 36584 h 112835"/>
                <a:gd name="connsiteX3" fmla="*/ 49426 w 54190"/>
                <a:gd name="connsiteY3" fmla="*/ 34635 h 112835"/>
                <a:gd name="connsiteX4" fmla="*/ 33893 w 54190"/>
                <a:gd name="connsiteY4" fmla="*/ 34635 h 112835"/>
                <a:gd name="connsiteX5" fmla="*/ 41130 w 54190"/>
                <a:gd name="connsiteY5" fmla="*/ 4876 h 112835"/>
                <a:gd name="connsiteX6" fmla="*/ 36011 w 54190"/>
                <a:gd name="connsiteY6" fmla="*/ 94 h 112835"/>
                <a:gd name="connsiteX7" fmla="*/ 28951 w 54190"/>
                <a:gd name="connsiteY7" fmla="*/ 6471 h 112835"/>
                <a:gd name="connsiteX8" fmla="*/ 22066 w 54190"/>
                <a:gd name="connsiteY8" fmla="*/ 34635 h 112835"/>
                <a:gd name="connsiteX9" fmla="*/ 5474 w 54190"/>
                <a:gd name="connsiteY9" fmla="*/ 34635 h 112835"/>
                <a:gd name="connsiteX10" fmla="*/ 178 w 54190"/>
                <a:gd name="connsiteY10" fmla="*/ 38001 h 112835"/>
                <a:gd name="connsiteX11" fmla="*/ 5121 w 54190"/>
                <a:gd name="connsiteY11" fmla="*/ 40126 h 112835"/>
                <a:gd name="connsiteX12" fmla="*/ 20654 w 54190"/>
                <a:gd name="connsiteY12" fmla="*/ 40126 h 112835"/>
                <a:gd name="connsiteX13" fmla="*/ 7239 w 54190"/>
                <a:gd name="connsiteY13" fmla="*/ 96633 h 112835"/>
                <a:gd name="connsiteX14" fmla="*/ 23479 w 54190"/>
                <a:gd name="connsiteY14" fmla="*/ 112929 h 112835"/>
                <a:gd name="connsiteX15" fmla="*/ 51545 w 54190"/>
                <a:gd name="connsiteY15" fmla="*/ 85650 h 112835"/>
                <a:gd name="connsiteX16" fmla="*/ 49426 w 54190"/>
                <a:gd name="connsiteY16" fmla="*/ 83879 h 112835"/>
                <a:gd name="connsiteX17" fmla="*/ 46779 w 54190"/>
                <a:gd name="connsiteY17" fmla="*/ 86359 h 112835"/>
                <a:gd name="connsiteX18" fmla="*/ 23832 w 54190"/>
                <a:gd name="connsiteY18" fmla="*/ 109032 h 112835"/>
                <a:gd name="connsiteX19" fmla="*/ 18360 w 54190"/>
                <a:gd name="connsiteY19" fmla="*/ 100884 h 112835"/>
                <a:gd name="connsiteX20" fmla="*/ 19419 w 54190"/>
                <a:gd name="connsiteY20" fmla="*/ 92381 h 112835"/>
                <a:gd name="connsiteX21" fmla="*/ 32481 w 54190"/>
                <a:gd name="connsiteY21" fmla="*/ 40126 h 1128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54190" h="112835">
                  <a:moveTo>
                    <a:pt x="32481" y="40126"/>
                  </a:moveTo>
                  <a:lnTo>
                    <a:pt x="49073" y="40126"/>
                  </a:lnTo>
                  <a:cubicBezTo>
                    <a:pt x="52604" y="40126"/>
                    <a:pt x="54369" y="40126"/>
                    <a:pt x="54369" y="36584"/>
                  </a:cubicBezTo>
                  <a:cubicBezTo>
                    <a:pt x="54369" y="34635"/>
                    <a:pt x="52604" y="34635"/>
                    <a:pt x="49426" y="34635"/>
                  </a:cubicBezTo>
                  <a:lnTo>
                    <a:pt x="33893" y="34635"/>
                  </a:lnTo>
                  <a:cubicBezTo>
                    <a:pt x="40248" y="9482"/>
                    <a:pt x="41130" y="5939"/>
                    <a:pt x="41130" y="4876"/>
                  </a:cubicBezTo>
                  <a:cubicBezTo>
                    <a:pt x="41130" y="1865"/>
                    <a:pt x="39012" y="94"/>
                    <a:pt x="36011" y="94"/>
                  </a:cubicBezTo>
                  <a:cubicBezTo>
                    <a:pt x="35482" y="94"/>
                    <a:pt x="30539" y="271"/>
                    <a:pt x="28951" y="6471"/>
                  </a:cubicBezTo>
                  <a:lnTo>
                    <a:pt x="22066" y="34635"/>
                  </a:lnTo>
                  <a:lnTo>
                    <a:pt x="5474" y="34635"/>
                  </a:lnTo>
                  <a:cubicBezTo>
                    <a:pt x="1944" y="34635"/>
                    <a:pt x="178" y="34635"/>
                    <a:pt x="178" y="38001"/>
                  </a:cubicBezTo>
                  <a:cubicBezTo>
                    <a:pt x="178" y="40126"/>
                    <a:pt x="1591" y="40126"/>
                    <a:pt x="5121" y="40126"/>
                  </a:cubicBezTo>
                  <a:lnTo>
                    <a:pt x="20654" y="40126"/>
                  </a:lnTo>
                  <a:cubicBezTo>
                    <a:pt x="7945" y="90433"/>
                    <a:pt x="7239" y="93444"/>
                    <a:pt x="7239" y="96633"/>
                  </a:cubicBezTo>
                  <a:cubicBezTo>
                    <a:pt x="7239" y="106198"/>
                    <a:pt x="13947" y="112929"/>
                    <a:pt x="23479" y="112929"/>
                  </a:cubicBezTo>
                  <a:cubicBezTo>
                    <a:pt x="41483" y="112929"/>
                    <a:pt x="51545" y="87067"/>
                    <a:pt x="51545" y="85650"/>
                  </a:cubicBezTo>
                  <a:cubicBezTo>
                    <a:pt x="51545" y="83879"/>
                    <a:pt x="50133" y="83879"/>
                    <a:pt x="49426" y="83879"/>
                  </a:cubicBezTo>
                  <a:cubicBezTo>
                    <a:pt x="47838" y="83879"/>
                    <a:pt x="47661" y="84410"/>
                    <a:pt x="46779" y="86359"/>
                  </a:cubicBezTo>
                  <a:cubicBezTo>
                    <a:pt x="39188" y="104781"/>
                    <a:pt x="29833" y="109032"/>
                    <a:pt x="23832" y="109032"/>
                  </a:cubicBezTo>
                  <a:cubicBezTo>
                    <a:pt x="20125" y="109032"/>
                    <a:pt x="18360" y="106729"/>
                    <a:pt x="18360" y="100884"/>
                  </a:cubicBezTo>
                  <a:cubicBezTo>
                    <a:pt x="18360" y="96633"/>
                    <a:pt x="18713" y="95393"/>
                    <a:pt x="19419" y="92381"/>
                  </a:cubicBezTo>
                  <a:lnTo>
                    <a:pt x="32481" y="40126"/>
                  </a:lnTo>
                  <a:close/>
                </a:path>
              </a:pathLst>
            </a:custGeom>
            <a:solidFill>
              <a:srgbClr val="000000"/>
            </a:solidFill>
            <a:ln w="1771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15" name="任意形状 114">
              <a:extLst>
                <a:ext uri="{FF2B5EF4-FFF2-40B4-BE49-F238E27FC236}">
                  <a16:creationId xmlns:a16="http://schemas.microsoft.com/office/drawing/2014/main" id="{D2C41444-970D-FF23-FAE6-B429C40209ED}"/>
                </a:ext>
              </a:extLst>
            </p:cNvPr>
            <p:cNvSpPr/>
            <p:nvPr>
              <p:custDataLst>
                <p:tags r:id="rId250"/>
              </p:custDataLst>
            </p:nvPr>
          </p:nvSpPr>
          <p:spPr>
            <a:xfrm>
              <a:off x="5779515" y="4187522"/>
              <a:ext cx="20652" cy="52963"/>
            </a:xfrm>
            <a:custGeom>
              <a:avLst/>
              <a:gdLst>
                <a:gd name="connsiteX0" fmla="*/ 20834 w 20652"/>
                <a:gd name="connsiteY0" fmla="*/ 18693 h 52963"/>
                <a:gd name="connsiteX1" fmla="*/ 9537 w 20652"/>
                <a:gd name="connsiteY1" fmla="*/ 94 h 52963"/>
                <a:gd name="connsiteX2" fmla="*/ 182 w 20652"/>
                <a:gd name="connsiteY2" fmla="*/ 9482 h 52963"/>
                <a:gd name="connsiteX3" fmla="*/ 9537 w 20652"/>
                <a:gd name="connsiteY3" fmla="*/ 18870 h 52963"/>
                <a:gd name="connsiteX4" fmla="*/ 15715 w 20652"/>
                <a:gd name="connsiteY4" fmla="*/ 16567 h 52963"/>
                <a:gd name="connsiteX5" fmla="*/ 16598 w 20652"/>
                <a:gd name="connsiteY5" fmla="*/ 16036 h 52963"/>
                <a:gd name="connsiteX6" fmla="*/ 16951 w 20652"/>
                <a:gd name="connsiteY6" fmla="*/ 18693 h 52963"/>
                <a:gd name="connsiteX7" fmla="*/ 4948 w 20652"/>
                <a:gd name="connsiteY7" fmla="*/ 48275 h 52963"/>
                <a:gd name="connsiteX8" fmla="*/ 3006 w 20652"/>
                <a:gd name="connsiteY8" fmla="*/ 51109 h 52963"/>
                <a:gd name="connsiteX9" fmla="*/ 4771 w 20652"/>
                <a:gd name="connsiteY9" fmla="*/ 53057 h 52963"/>
                <a:gd name="connsiteX10" fmla="*/ 20834 w 20652"/>
                <a:gd name="connsiteY10" fmla="*/ 18693 h 52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0652" h="52963">
                  <a:moveTo>
                    <a:pt x="20834" y="18693"/>
                  </a:moveTo>
                  <a:cubicBezTo>
                    <a:pt x="20834" y="7002"/>
                    <a:pt x="16421" y="94"/>
                    <a:pt x="9537" y="94"/>
                  </a:cubicBezTo>
                  <a:cubicBezTo>
                    <a:pt x="3712" y="94"/>
                    <a:pt x="182" y="4522"/>
                    <a:pt x="182" y="9482"/>
                  </a:cubicBezTo>
                  <a:cubicBezTo>
                    <a:pt x="182" y="14265"/>
                    <a:pt x="3712" y="18870"/>
                    <a:pt x="9537" y="18870"/>
                  </a:cubicBezTo>
                  <a:cubicBezTo>
                    <a:pt x="11656" y="18870"/>
                    <a:pt x="13950" y="18162"/>
                    <a:pt x="15715" y="16567"/>
                  </a:cubicBezTo>
                  <a:cubicBezTo>
                    <a:pt x="16245" y="16213"/>
                    <a:pt x="16421" y="16036"/>
                    <a:pt x="16598" y="16036"/>
                  </a:cubicBezTo>
                  <a:cubicBezTo>
                    <a:pt x="16775" y="16036"/>
                    <a:pt x="16951" y="16213"/>
                    <a:pt x="16951" y="18693"/>
                  </a:cubicBezTo>
                  <a:cubicBezTo>
                    <a:pt x="16951" y="31801"/>
                    <a:pt x="10773" y="42429"/>
                    <a:pt x="4948" y="48275"/>
                  </a:cubicBezTo>
                  <a:cubicBezTo>
                    <a:pt x="3006" y="50223"/>
                    <a:pt x="3006" y="50577"/>
                    <a:pt x="3006" y="51109"/>
                  </a:cubicBezTo>
                  <a:cubicBezTo>
                    <a:pt x="3006" y="52349"/>
                    <a:pt x="3889" y="53057"/>
                    <a:pt x="4771" y="53057"/>
                  </a:cubicBezTo>
                  <a:cubicBezTo>
                    <a:pt x="6713" y="53057"/>
                    <a:pt x="20834" y="39418"/>
                    <a:pt x="20834" y="18693"/>
                  </a:cubicBezTo>
                  <a:close/>
                </a:path>
              </a:pathLst>
            </a:custGeom>
            <a:solidFill>
              <a:srgbClr val="000000"/>
            </a:solidFill>
            <a:ln w="1771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16" name="任意形状 115">
              <a:extLst>
                <a:ext uri="{FF2B5EF4-FFF2-40B4-BE49-F238E27FC236}">
                  <a16:creationId xmlns:a16="http://schemas.microsoft.com/office/drawing/2014/main" id="{6C2E7778-45CC-F549-243E-51850C2DE2E3}"/>
                </a:ext>
              </a:extLst>
            </p:cNvPr>
            <p:cNvSpPr/>
            <p:nvPr>
              <p:custDataLst>
                <p:tags r:id="rId251"/>
              </p:custDataLst>
            </p:nvPr>
          </p:nvSpPr>
          <p:spPr>
            <a:xfrm>
              <a:off x="5919099" y="4073446"/>
              <a:ext cx="40951" cy="177135"/>
            </a:xfrm>
            <a:custGeom>
              <a:avLst/>
              <a:gdLst>
                <a:gd name="connsiteX0" fmla="*/ 41142 w 40951"/>
                <a:gd name="connsiteY0" fmla="*/ 175458 h 177135"/>
                <a:gd name="connsiteX1" fmla="*/ 38141 w 40951"/>
                <a:gd name="connsiteY1" fmla="*/ 171561 h 177135"/>
                <a:gd name="connsiteX2" fmla="*/ 10428 w 40951"/>
                <a:gd name="connsiteY2" fmla="*/ 88662 h 177135"/>
                <a:gd name="connsiteX3" fmla="*/ 38847 w 40951"/>
                <a:gd name="connsiteY3" fmla="*/ 4876 h 177135"/>
                <a:gd name="connsiteX4" fmla="*/ 41142 w 40951"/>
                <a:gd name="connsiteY4" fmla="*/ 1865 h 177135"/>
                <a:gd name="connsiteX5" fmla="*/ 39376 w 40951"/>
                <a:gd name="connsiteY5" fmla="*/ 94 h 177135"/>
                <a:gd name="connsiteX6" fmla="*/ 11310 w 40951"/>
                <a:gd name="connsiteY6" fmla="*/ 34635 h 177135"/>
                <a:gd name="connsiteX7" fmla="*/ 190 w 40951"/>
                <a:gd name="connsiteY7" fmla="*/ 88662 h 177135"/>
                <a:gd name="connsiteX8" fmla="*/ 11840 w 40951"/>
                <a:gd name="connsiteY8" fmla="*/ 143928 h 177135"/>
                <a:gd name="connsiteX9" fmla="*/ 39376 w 40951"/>
                <a:gd name="connsiteY9" fmla="*/ 177229 h 177135"/>
                <a:gd name="connsiteX10" fmla="*/ 41142 w 40951"/>
                <a:gd name="connsiteY10" fmla="*/ 175458 h 1771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40951" h="177135">
                  <a:moveTo>
                    <a:pt x="41142" y="175458"/>
                  </a:moveTo>
                  <a:cubicBezTo>
                    <a:pt x="41142" y="174927"/>
                    <a:pt x="41142" y="174572"/>
                    <a:pt x="38141" y="171561"/>
                  </a:cubicBezTo>
                  <a:cubicBezTo>
                    <a:pt x="16076" y="149242"/>
                    <a:pt x="10428" y="115763"/>
                    <a:pt x="10428" y="88662"/>
                  </a:cubicBezTo>
                  <a:cubicBezTo>
                    <a:pt x="10428" y="57840"/>
                    <a:pt x="17135" y="27018"/>
                    <a:pt x="38847" y="4876"/>
                  </a:cubicBezTo>
                  <a:cubicBezTo>
                    <a:pt x="41142" y="2751"/>
                    <a:pt x="41142" y="2396"/>
                    <a:pt x="41142" y="1865"/>
                  </a:cubicBezTo>
                  <a:cubicBezTo>
                    <a:pt x="41142" y="625"/>
                    <a:pt x="40435" y="94"/>
                    <a:pt x="39376" y="94"/>
                  </a:cubicBezTo>
                  <a:cubicBezTo>
                    <a:pt x="37611" y="94"/>
                    <a:pt x="21725" y="12139"/>
                    <a:pt x="11310" y="34635"/>
                  </a:cubicBezTo>
                  <a:cubicBezTo>
                    <a:pt x="2308" y="54120"/>
                    <a:pt x="190" y="73782"/>
                    <a:pt x="190" y="88662"/>
                  </a:cubicBezTo>
                  <a:cubicBezTo>
                    <a:pt x="190" y="102478"/>
                    <a:pt x="2131" y="123912"/>
                    <a:pt x="11840" y="143928"/>
                  </a:cubicBezTo>
                  <a:cubicBezTo>
                    <a:pt x="22431" y="165716"/>
                    <a:pt x="37611" y="177229"/>
                    <a:pt x="39376" y="177229"/>
                  </a:cubicBezTo>
                  <a:cubicBezTo>
                    <a:pt x="40435" y="177229"/>
                    <a:pt x="41142" y="176698"/>
                    <a:pt x="41142" y="175458"/>
                  </a:cubicBezTo>
                  <a:close/>
                </a:path>
              </a:pathLst>
            </a:custGeom>
            <a:solidFill>
              <a:srgbClr val="000000"/>
            </a:solidFill>
            <a:ln w="1771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17" name="任意形状 116">
              <a:extLst>
                <a:ext uri="{FF2B5EF4-FFF2-40B4-BE49-F238E27FC236}">
                  <a16:creationId xmlns:a16="http://schemas.microsoft.com/office/drawing/2014/main" id="{A5A9B265-4C93-274D-0B69-36CB4194E394}"/>
                </a:ext>
              </a:extLst>
            </p:cNvPr>
            <p:cNvSpPr/>
            <p:nvPr>
              <p:custDataLst>
                <p:tags r:id="rId252"/>
              </p:custDataLst>
            </p:nvPr>
          </p:nvSpPr>
          <p:spPr>
            <a:xfrm>
              <a:off x="5979978" y="4083366"/>
              <a:ext cx="86669" cy="124880"/>
            </a:xfrm>
            <a:custGeom>
              <a:avLst/>
              <a:gdLst>
                <a:gd name="connsiteX0" fmla="*/ 41145 w 86669"/>
                <a:gd name="connsiteY0" fmla="*/ 2042 h 124880"/>
                <a:gd name="connsiteX1" fmla="*/ 38851 w 86669"/>
                <a:gd name="connsiteY1" fmla="*/ 94 h 124880"/>
                <a:gd name="connsiteX2" fmla="*/ 17316 w 86669"/>
                <a:gd name="connsiteY2" fmla="*/ 1865 h 124880"/>
                <a:gd name="connsiteX3" fmla="*/ 13962 w 86669"/>
                <a:gd name="connsiteY3" fmla="*/ 5408 h 124880"/>
                <a:gd name="connsiteX4" fmla="*/ 18198 w 86669"/>
                <a:gd name="connsiteY4" fmla="*/ 7533 h 124880"/>
                <a:gd name="connsiteX5" fmla="*/ 27024 w 86669"/>
                <a:gd name="connsiteY5" fmla="*/ 10545 h 124880"/>
                <a:gd name="connsiteX6" fmla="*/ 26495 w 86669"/>
                <a:gd name="connsiteY6" fmla="*/ 14087 h 124880"/>
                <a:gd name="connsiteX7" fmla="*/ 900 w 86669"/>
                <a:gd name="connsiteY7" fmla="*/ 116118 h 124880"/>
                <a:gd name="connsiteX8" fmla="*/ 194 w 86669"/>
                <a:gd name="connsiteY8" fmla="*/ 120015 h 124880"/>
                <a:gd name="connsiteX9" fmla="*/ 5313 w 86669"/>
                <a:gd name="connsiteY9" fmla="*/ 124974 h 124880"/>
                <a:gd name="connsiteX10" fmla="*/ 11844 w 86669"/>
                <a:gd name="connsiteY10" fmla="*/ 120369 h 124880"/>
                <a:gd name="connsiteX11" fmla="*/ 15198 w 86669"/>
                <a:gd name="connsiteY11" fmla="*/ 106907 h 124880"/>
                <a:gd name="connsiteX12" fmla="*/ 19081 w 86669"/>
                <a:gd name="connsiteY12" fmla="*/ 90964 h 124880"/>
                <a:gd name="connsiteX13" fmla="*/ 22082 w 86669"/>
                <a:gd name="connsiteY13" fmla="*/ 79096 h 124880"/>
                <a:gd name="connsiteX14" fmla="*/ 24023 w 86669"/>
                <a:gd name="connsiteY14" fmla="*/ 71125 h 124880"/>
                <a:gd name="connsiteX15" fmla="*/ 36026 w 86669"/>
                <a:gd name="connsiteY15" fmla="*/ 54829 h 124880"/>
                <a:gd name="connsiteX16" fmla="*/ 52972 w 86669"/>
                <a:gd name="connsiteY16" fmla="*/ 48629 h 124880"/>
                <a:gd name="connsiteX17" fmla="*/ 62504 w 86669"/>
                <a:gd name="connsiteY17" fmla="*/ 61028 h 124880"/>
                <a:gd name="connsiteX18" fmla="*/ 51560 w 86669"/>
                <a:gd name="connsiteY18" fmla="*/ 100707 h 124880"/>
                <a:gd name="connsiteX19" fmla="*/ 49265 w 86669"/>
                <a:gd name="connsiteY19" fmla="*/ 110449 h 124880"/>
                <a:gd name="connsiteX20" fmla="*/ 63740 w 86669"/>
                <a:gd name="connsiteY20" fmla="*/ 124974 h 124880"/>
                <a:gd name="connsiteX21" fmla="*/ 86863 w 86669"/>
                <a:gd name="connsiteY21" fmla="*/ 97696 h 124880"/>
                <a:gd name="connsiteX22" fmla="*/ 84745 w 86669"/>
                <a:gd name="connsiteY22" fmla="*/ 95924 h 124880"/>
                <a:gd name="connsiteX23" fmla="*/ 82097 w 86669"/>
                <a:gd name="connsiteY23" fmla="*/ 99113 h 124880"/>
                <a:gd name="connsiteX24" fmla="*/ 64093 w 86669"/>
                <a:gd name="connsiteY24" fmla="*/ 121077 h 124880"/>
                <a:gd name="connsiteX25" fmla="*/ 59856 w 86669"/>
                <a:gd name="connsiteY25" fmla="*/ 115232 h 124880"/>
                <a:gd name="connsiteX26" fmla="*/ 63033 w 86669"/>
                <a:gd name="connsiteY26" fmla="*/ 102655 h 124880"/>
                <a:gd name="connsiteX27" fmla="*/ 73801 w 86669"/>
                <a:gd name="connsiteY27" fmla="*/ 63685 h 124880"/>
                <a:gd name="connsiteX28" fmla="*/ 53502 w 86669"/>
                <a:gd name="connsiteY28" fmla="*/ 44732 h 124880"/>
                <a:gd name="connsiteX29" fmla="*/ 27377 w 86669"/>
                <a:gd name="connsiteY29" fmla="*/ 58371 h 124880"/>
                <a:gd name="connsiteX30" fmla="*/ 41145 w 86669"/>
                <a:gd name="connsiteY30" fmla="*/ 2042 h 1248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86669" h="124880">
                  <a:moveTo>
                    <a:pt x="41145" y="2042"/>
                  </a:moveTo>
                  <a:cubicBezTo>
                    <a:pt x="41145" y="1865"/>
                    <a:pt x="41145" y="94"/>
                    <a:pt x="38851" y="94"/>
                  </a:cubicBezTo>
                  <a:cubicBezTo>
                    <a:pt x="34791" y="94"/>
                    <a:pt x="21905" y="1511"/>
                    <a:pt x="17316" y="1865"/>
                  </a:cubicBezTo>
                  <a:cubicBezTo>
                    <a:pt x="15904" y="2042"/>
                    <a:pt x="13962" y="2219"/>
                    <a:pt x="13962" y="5408"/>
                  </a:cubicBezTo>
                  <a:cubicBezTo>
                    <a:pt x="13962" y="7533"/>
                    <a:pt x="15551" y="7533"/>
                    <a:pt x="18198" y="7533"/>
                  </a:cubicBezTo>
                  <a:cubicBezTo>
                    <a:pt x="26671" y="7533"/>
                    <a:pt x="27024" y="8773"/>
                    <a:pt x="27024" y="10545"/>
                  </a:cubicBezTo>
                  <a:lnTo>
                    <a:pt x="26495" y="14087"/>
                  </a:lnTo>
                  <a:lnTo>
                    <a:pt x="900" y="116118"/>
                  </a:lnTo>
                  <a:cubicBezTo>
                    <a:pt x="194" y="118598"/>
                    <a:pt x="194" y="118952"/>
                    <a:pt x="194" y="120015"/>
                  </a:cubicBezTo>
                  <a:cubicBezTo>
                    <a:pt x="194" y="124089"/>
                    <a:pt x="3724" y="124974"/>
                    <a:pt x="5313" y="124974"/>
                  </a:cubicBezTo>
                  <a:cubicBezTo>
                    <a:pt x="8137" y="124974"/>
                    <a:pt x="10961" y="122849"/>
                    <a:pt x="11844" y="120369"/>
                  </a:cubicBezTo>
                  <a:lnTo>
                    <a:pt x="15198" y="106907"/>
                  </a:lnTo>
                  <a:lnTo>
                    <a:pt x="19081" y="90964"/>
                  </a:lnTo>
                  <a:cubicBezTo>
                    <a:pt x="20140" y="87067"/>
                    <a:pt x="21199" y="83170"/>
                    <a:pt x="22082" y="79096"/>
                  </a:cubicBezTo>
                  <a:cubicBezTo>
                    <a:pt x="22435" y="78033"/>
                    <a:pt x="23847" y="72188"/>
                    <a:pt x="24023" y="71125"/>
                  </a:cubicBezTo>
                  <a:cubicBezTo>
                    <a:pt x="24553" y="69531"/>
                    <a:pt x="30025" y="59611"/>
                    <a:pt x="36026" y="54829"/>
                  </a:cubicBezTo>
                  <a:cubicBezTo>
                    <a:pt x="39910" y="51994"/>
                    <a:pt x="45382" y="48629"/>
                    <a:pt x="52972" y="48629"/>
                  </a:cubicBezTo>
                  <a:cubicBezTo>
                    <a:pt x="60562" y="48629"/>
                    <a:pt x="62504" y="54652"/>
                    <a:pt x="62504" y="61028"/>
                  </a:cubicBezTo>
                  <a:cubicBezTo>
                    <a:pt x="62504" y="70594"/>
                    <a:pt x="55796" y="89902"/>
                    <a:pt x="51560" y="100707"/>
                  </a:cubicBezTo>
                  <a:cubicBezTo>
                    <a:pt x="50148" y="104781"/>
                    <a:pt x="49265" y="106907"/>
                    <a:pt x="49265" y="110449"/>
                  </a:cubicBezTo>
                  <a:cubicBezTo>
                    <a:pt x="49265" y="118775"/>
                    <a:pt x="55443" y="124974"/>
                    <a:pt x="63740" y="124974"/>
                  </a:cubicBezTo>
                  <a:cubicBezTo>
                    <a:pt x="80332" y="124974"/>
                    <a:pt x="86863" y="99113"/>
                    <a:pt x="86863" y="97696"/>
                  </a:cubicBezTo>
                  <a:cubicBezTo>
                    <a:pt x="86863" y="95924"/>
                    <a:pt x="85275" y="95924"/>
                    <a:pt x="84745" y="95924"/>
                  </a:cubicBezTo>
                  <a:cubicBezTo>
                    <a:pt x="82980" y="95924"/>
                    <a:pt x="82980" y="96456"/>
                    <a:pt x="82097" y="99113"/>
                  </a:cubicBezTo>
                  <a:cubicBezTo>
                    <a:pt x="79449" y="108501"/>
                    <a:pt x="73801" y="121077"/>
                    <a:pt x="64093" y="121077"/>
                  </a:cubicBezTo>
                  <a:cubicBezTo>
                    <a:pt x="61092" y="121077"/>
                    <a:pt x="59856" y="119306"/>
                    <a:pt x="59856" y="115232"/>
                  </a:cubicBezTo>
                  <a:cubicBezTo>
                    <a:pt x="59856" y="110804"/>
                    <a:pt x="61445" y="106552"/>
                    <a:pt x="63033" y="102655"/>
                  </a:cubicBezTo>
                  <a:cubicBezTo>
                    <a:pt x="65858" y="95038"/>
                    <a:pt x="73801" y="73959"/>
                    <a:pt x="73801" y="63685"/>
                  </a:cubicBezTo>
                  <a:cubicBezTo>
                    <a:pt x="73801" y="52172"/>
                    <a:pt x="66740" y="44732"/>
                    <a:pt x="53502" y="44732"/>
                  </a:cubicBezTo>
                  <a:cubicBezTo>
                    <a:pt x="42381" y="44732"/>
                    <a:pt x="33908" y="50223"/>
                    <a:pt x="27377" y="58371"/>
                  </a:cubicBezTo>
                  <a:lnTo>
                    <a:pt x="41145" y="2042"/>
                  </a:lnTo>
                  <a:close/>
                </a:path>
              </a:pathLst>
            </a:custGeom>
            <a:solidFill>
              <a:srgbClr val="000000"/>
            </a:solidFill>
            <a:ln w="1771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18" name="任意形状 117">
              <a:extLst>
                <a:ext uri="{FF2B5EF4-FFF2-40B4-BE49-F238E27FC236}">
                  <a16:creationId xmlns:a16="http://schemas.microsoft.com/office/drawing/2014/main" id="{BE370A08-5192-B805-0B8A-B828393E0A04}"/>
                </a:ext>
              </a:extLst>
            </p:cNvPr>
            <p:cNvSpPr/>
            <p:nvPr>
              <p:custDataLst>
                <p:tags r:id="rId253"/>
              </p:custDataLst>
            </p:nvPr>
          </p:nvSpPr>
          <p:spPr>
            <a:xfrm>
              <a:off x="6087152" y="4187522"/>
              <a:ext cx="20652" cy="52963"/>
            </a:xfrm>
            <a:custGeom>
              <a:avLst/>
              <a:gdLst>
                <a:gd name="connsiteX0" fmla="*/ 20852 w 20652"/>
                <a:gd name="connsiteY0" fmla="*/ 18693 h 52963"/>
                <a:gd name="connsiteX1" fmla="*/ 9555 w 20652"/>
                <a:gd name="connsiteY1" fmla="*/ 94 h 52963"/>
                <a:gd name="connsiteX2" fmla="*/ 199 w 20652"/>
                <a:gd name="connsiteY2" fmla="*/ 9482 h 52963"/>
                <a:gd name="connsiteX3" fmla="*/ 9555 w 20652"/>
                <a:gd name="connsiteY3" fmla="*/ 18870 h 52963"/>
                <a:gd name="connsiteX4" fmla="*/ 15733 w 20652"/>
                <a:gd name="connsiteY4" fmla="*/ 16567 h 52963"/>
                <a:gd name="connsiteX5" fmla="*/ 16615 w 20652"/>
                <a:gd name="connsiteY5" fmla="*/ 16036 h 52963"/>
                <a:gd name="connsiteX6" fmla="*/ 16968 w 20652"/>
                <a:gd name="connsiteY6" fmla="*/ 18693 h 52963"/>
                <a:gd name="connsiteX7" fmla="*/ 4965 w 20652"/>
                <a:gd name="connsiteY7" fmla="*/ 48275 h 52963"/>
                <a:gd name="connsiteX8" fmla="*/ 3024 w 20652"/>
                <a:gd name="connsiteY8" fmla="*/ 51109 h 52963"/>
                <a:gd name="connsiteX9" fmla="*/ 4789 w 20652"/>
                <a:gd name="connsiteY9" fmla="*/ 53057 h 52963"/>
                <a:gd name="connsiteX10" fmla="*/ 20852 w 20652"/>
                <a:gd name="connsiteY10" fmla="*/ 18693 h 52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0652" h="52963">
                  <a:moveTo>
                    <a:pt x="20852" y="18693"/>
                  </a:moveTo>
                  <a:cubicBezTo>
                    <a:pt x="20852" y="7002"/>
                    <a:pt x="16439" y="94"/>
                    <a:pt x="9555" y="94"/>
                  </a:cubicBezTo>
                  <a:cubicBezTo>
                    <a:pt x="3730" y="94"/>
                    <a:pt x="199" y="4522"/>
                    <a:pt x="199" y="9482"/>
                  </a:cubicBezTo>
                  <a:cubicBezTo>
                    <a:pt x="199" y="14265"/>
                    <a:pt x="3730" y="18870"/>
                    <a:pt x="9555" y="18870"/>
                  </a:cubicBezTo>
                  <a:cubicBezTo>
                    <a:pt x="11673" y="18870"/>
                    <a:pt x="13968" y="18162"/>
                    <a:pt x="15733" y="16567"/>
                  </a:cubicBezTo>
                  <a:cubicBezTo>
                    <a:pt x="16262" y="16213"/>
                    <a:pt x="16439" y="16036"/>
                    <a:pt x="16615" y="16036"/>
                  </a:cubicBezTo>
                  <a:cubicBezTo>
                    <a:pt x="16792" y="16036"/>
                    <a:pt x="16968" y="16213"/>
                    <a:pt x="16968" y="18693"/>
                  </a:cubicBezTo>
                  <a:cubicBezTo>
                    <a:pt x="16968" y="31801"/>
                    <a:pt x="10790" y="42429"/>
                    <a:pt x="4965" y="48275"/>
                  </a:cubicBezTo>
                  <a:cubicBezTo>
                    <a:pt x="3024" y="50223"/>
                    <a:pt x="3024" y="50577"/>
                    <a:pt x="3024" y="51109"/>
                  </a:cubicBezTo>
                  <a:cubicBezTo>
                    <a:pt x="3024" y="52349"/>
                    <a:pt x="3906" y="53057"/>
                    <a:pt x="4789" y="53057"/>
                  </a:cubicBezTo>
                  <a:cubicBezTo>
                    <a:pt x="6730" y="53057"/>
                    <a:pt x="20852" y="39418"/>
                    <a:pt x="20852" y="18693"/>
                  </a:cubicBezTo>
                  <a:close/>
                </a:path>
              </a:pathLst>
            </a:custGeom>
            <a:solidFill>
              <a:srgbClr val="000000"/>
            </a:solidFill>
            <a:ln w="1771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19" name="任意形状 118">
              <a:extLst>
                <a:ext uri="{FF2B5EF4-FFF2-40B4-BE49-F238E27FC236}">
                  <a16:creationId xmlns:a16="http://schemas.microsoft.com/office/drawing/2014/main" id="{BE3CF1F1-1764-0E93-8235-A3C56B36B7FC}"/>
                </a:ext>
              </a:extLst>
            </p:cNvPr>
            <p:cNvSpPr/>
            <p:nvPr>
              <p:custDataLst>
                <p:tags r:id="rId254"/>
              </p:custDataLst>
            </p:nvPr>
          </p:nvSpPr>
          <p:spPr>
            <a:xfrm>
              <a:off x="6155541" y="4128004"/>
              <a:ext cx="71842" cy="80242"/>
            </a:xfrm>
            <a:custGeom>
              <a:avLst/>
              <a:gdLst>
                <a:gd name="connsiteX0" fmla="*/ 10618 w 71842"/>
                <a:gd name="connsiteY0" fmla="*/ 67937 h 80242"/>
                <a:gd name="connsiteX1" fmla="*/ 9030 w 71842"/>
                <a:gd name="connsiteY1" fmla="*/ 75554 h 80242"/>
                <a:gd name="connsiteX2" fmla="*/ 14149 w 71842"/>
                <a:gd name="connsiteY2" fmla="*/ 80336 h 80242"/>
                <a:gd name="connsiteX3" fmla="*/ 20680 w 71842"/>
                <a:gd name="connsiteY3" fmla="*/ 75376 h 80242"/>
                <a:gd name="connsiteX4" fmla="*/ 27740 w 71842"/>
                <a:gd name="connsiteY4" fmla="*/ 47389 h 80242"/>
                <a:gd name="connsiteX5" fmla="*/ 33389 w 71842"/>
                <a:gd name="connsiteY5" fmla="*/ 24361 h 80242"/>
                <a:gd name="connsiteX6" fmla="*/ 43274 w 71842"/>
                <a:gd name="connsiteY6" fmla="*/ 9836 h 80242"/>
                <a:gd name="connsiteX7" fmla="*/ 57395 w 71842"/>
                <a:gd name="connsiteY7" fmla="*/ 3991 h 80242"/>
                <a:gd name="connsiteX8" fmla="*/ 64809 w 71842"/>
                <a:gd name="connsiteY8" fmla="*/ 6116 h 80242"/>
                <a:gd name="connsiteX9" fmla="*/ 55630 w 71842"/>
                <a:gd name="connsiteY9" fmla="*/ 15859 h 80242"/>
                <a:gd name="connsiteX10" fmla="*/ 62338 w 71842"/>
                <a:gd name="connsiteY10" fmla="*/ 22059 h 80242"/>
                <a:gd name="connsiteX11" fmla="*/ 72046 w 71842"/>
                <a:gd name="connsiteY11" fmla="*/ 11608 h 80242"/>
                <a:gd name="connsiteX12" fmla="*/ 57395 w 71842"/>
                <a:gd name="connsiteY12" fmla="*/ 94 h 80242"/>
                <a:gd name="connsiteX13" fmla="*/ 34801 w 71842"/>
                <a:gd name="connsiteY13" fmla="*/ 13733 h 80242"/>
                <a:gd name="connsiteX14" fmla="*/ 18738 w 71842"/>
                <a:gd name="connsiteY14" fmla="*/ 94 h 80242"/>
                <a:gd name="connsiteX15" fmla="*/ 5676 w 71842"/>
                <a:gd name="connsiteY15" fmla="*/ 10190 h 80242"/>
                <a:gd name="connsiteX16" fmla="*/ 204 w 71842"/>
                <a:gd name="connsiteY16" fmla="*/ 27373 h 80242"/>
                <a:gd name="connsiteX17" fmla="*/ 2322 w 71842"/>
                <a:gd name="connsiteY17" fmla="*/ 29144 h 80242"/>
                <a:gd name="connsiteX18" fmla="*/ 5323 w 71842"/>
                <a:gd name="connsiteY18" fmla="*/ 25070 h 80242"/>
                <a:gd name="connsiteX19" fmla="*/ 18208 w 71842"/>
                <a:gd name="connsiteY19" fmla="*/ 3991 h 80242"/>
                <a:gd name="connsiteX20" fmla="*/ 23680 w 71842"/>
                <a:gd name="connsiteY20" fmla="*/ 12139 h 80242"/>
                <a:gd name="connsiteX21" fmla="*/ 20856 w 71842"/>
                <a:gd name="connsiteY21" fmla="*/ 27018 h 80242"/>
                <a:gd name="connsiteX22" fmla="*/ 10618 w 71842"/>
                <a:gd name="connsiteY22" fmla="*/ 67937 h 802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71842" h="80242">
                  <a:moveTo>
                    <a:pt x="10618" y="67937"/>
                  </a:moveTo>
                  <a:cubicBezTo>
                    <a:pt x="10089" y="70594"/>
                    <a:pt x="9030" y="74668"/>
                    <a:pt x="9030" y="75554"/>
                  </a:cubicBezTo>
                  <a:cubicBezTo>
                    <a:pt x="9030" y="78742"/>
                    <a:pt x="11501" y="80336"/>
                    <a:pt x="14149" y="80336"/>
                  </a:cubicBezTo>
                  <a:cubicBezTo>
                    <a:pt x="16267" y="80336"/>
                    <a:pt x="19444" y="78919"/>
                    <a:pt x="20680" y="75376"/>
                  </a:cubicBezTo>
                  <a:cubicBezTo>
                    <a:pt x="21033" y="74668"/>
                    <a:pt x="27034" y="50577"/>
                    <a:pt x="27740" y="47389"/>
                  </a:cubicBezTo>
                  <a:cubicBezTo>
                    <a:pt x="29152" y="41543"/>
                    <a:pt x="32330" y="29144"/>
                    <a:pt x="33389" y="24361"/>
                  </a:cubicBezTo>
                  <a:cubicBezTo>
                    <a:pt x="34095" y="22059"/>
                    <a:pt x="39037" y="13733"/>
                    <a:pt x="43274" y="9836"/>
                  </a:cubicBezTo>
                  <a:cubicBezTo>
                    <a:pt x="44686" y="8596"/>
                    <a:pt x="49805" y="3991"/>
                    <a:pt x="57395" y="3991"/>
                  </a:cubicBezTo>
                  <a:cubicBezTo>
                    <a:pt x="61985" y="3991"/>
                    <a:pt x="64632" y="6116"/>
                    <a:pt x="64809" y="6116"/>
                  </a:cubicBezTo>
                  <a:cubicBezTo>
                    <a:pt x="59513" y="7002"/>
                    <a:pt x="55630" y="11253"/>
                    <a:pt x="55630" y="15859"/>
                  </a:cubicBezTo>
                  <a:cubicBezTo>
                    <a:pt x="55630" y="18693"/>
                    <a:pt x="57572" y="22059"/>
                    <a:pt x="62338" y="22059"/>
                  </a:cubicBezTo>
                  <a:cubicBezTo>
                    <a:pt x="67103" y="22059"/>
                    <a:pt x="72046" y="17984"/>
                    <a:pt x="72046" y="11608"/>
                  </a:cubicBezTo>
                  <a:cubicBezTo>
                    <a:pt x="72046" y="5408"/>
                    <a:pt x="66397" y="94"/>
                    <a:pt x="57395" y="94"/>
                  </a:cubicBezTo>
                  <a:cubicBezTo>
                    <a:pt x="45922" y="94"/>
                    <a:pt x="38155" y="8773"/>
                    <a:pt x="34801" y="13733"/>
                  </a:cubicBezTo>
                  <a:cubicBezTo>
                    <a:pt x="33389" y="5762"/>
                    <a:pt x="27034" y="94"/>
                    <a:pt x="18738" y="94"/>
                  </a:cubicBezTo>
                  <a:cubicBezTo>
                    <a:pt x="10618" y="94"/>
                    <a:pt x="7264" y="7002"/>
                    <a:pt x="5676" y="10190"/>
                  </a:cubicBezTo>
                  <a:cubicBezTo>
                    <a:pt x="2498" y="16213"/>
                    <a:pt x="204" y="26841"/>
                    <a:pt x="204" y="27373"/>
                  </a:cubicBezTo>
                  <a:cubicBezTo>
                    <a:pt x="204" y="29144"/>
                    <a:pt x="1969" y="29144"/>
                    <a:pt x="2322" y="29144"/>
                  </a:cubicBezTo>
                  <a:cubicBezTo>
                    <a:pt x="4087" y="29144"/>
                    <a:pt x="4264" y="28967"/>
                    <a:pt x="5323" y="25070"/>
                  </a:cubicBezTo>
                  <a:cubicBezTo>
                    <a:pt x="8324" y="12493"/>
                    <a:pt x="11854" y="3991"/>
                    <a:pt x="18208" y="3991"/>
                  </a:cubicBezTo>
                  <a:cubicBezTo>
                    <a:pt x="21209" y="3991"/>
                    <a:pt x="23680" y="5408"/>
                    <a:pt x="23680" y="12139"/>
                  </a:cubicBezTo>
                  <a:cubicBezTo>
                    <a:pt x="23680" y="15859"/>
                    <a:pt x="23151" y="17807"/>
                    <a:pt x="20856" y="27018"/>
                  </a:cubicBezTo>
                  <a:lnTo>
                    <a:pt x="10618" y="67937"/>
                  </a:lnTo>
                  <a:close/>
                </a:path>
              </a:pathLst>
            </a:custGeom>
            <a:solidFill>
              <a:srgbClr val="000000"/>
            </a:solidFill>
            <a:ln w="1771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20" name="任意形状 119">
              <a:extLst>
                <a:ext uri="{FF2B5EF4-FFF2-40B4-BE49-F238E27FC236}">
                  <a16:creationId xmlns:a16="http://schemas.microsoft.com/office/drawing/2014/main" id="{71B246E3-9556-9E9B-9BC0-94C72F68F71D}"/>
                </a:ext>
              </a:extLst>
            </p:cNvPr>
            <p:cNvSpPr/>
            <p:nvPr>
              <p:custDataLst>
                <p:tags r:id="rId255"/>
              </p:custDataLst>
            </p:nvPr>
          </p:nvSpPr>
          <p:spPr>
            <a:xfrm>
              <a:off x="6240337" y="4187522"/>
              <a:ext cx="20652" cy="52963"/>
            </a:xfrm>
            <a:custGeom>
              <a:avLst/>
              <a:gdLst>
                <a:gd name="connsiteX0" fmla="*/ 20860 w 20652"/>
                <a:gd name="connsiteY0" fmla="*/ 18693 h 52963"/>
                <a:gd name="connsiteX1" fmla="*/ 9563 w 20652"/>
                <a:gd name="connsiteY1" fmla="*/ 94 h 52963"/>
                <a:gd name="connsiteX2" fmla="*/ 208 w 20652"/>
                <a:gd name="connsiteY2" fmla="*/ 9482 h 52963"/>
                <a:gd name="connsiteX3" fmla="*/ 9563 w 20652"/>
                <a:gd name="connsiteY3" fmla="*/ 18870 h 52963"/>
                <a:gd name="connsiteX4" fmla="*/ 15741 w 20652"/>
                <a:gd name="connsiteY4" fmla="*/ 16567 h 52963"/>
                <a:gd name="connsiteX5" fmla="*/ 16624 w 20652"/>
                <a:gd name="connsiteY5" fmla="*/ 16036 h 52963"/>
                <a:gd name="connsiteX6" fmla="*/ 16977 w 20652"/>
                <a:gd name="connsiteY6" fmla="*/ 18693 h 52963"/>
                <a:gd name="connsiteX7" fmla="*/ 4974 w 20652"/>
                <a:gd name="connsiteY7" fmla="*/ 48275 h 52963"/>
                <a:gd name="connsiteX8" fmla="*/ 3032 w 20652"/>
                <a:gd name="connsiteY8" fmla="*/ 51109 h 52963"/>
                <a:gd name="connsiteX9" fmla="*/ 4797 w 20652"/>
                <a:gd name="connsiteY9" fmla="*/ 53057 h 52963"/>
                <a:gd name="connsiteX10" fmla="*/ 20860 w 20652"/>
                <a:gd name="connsiteY10" fmla="*/ 18693 h 52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0652" h="52963">
                  <a:moveTo>
                    <a:pt x="20860" y="18693"/>
                  </a:moveTo>
                  <a:cubicBezTo>
                    <a:pt x="20860" y="7002"/>
                    <a:pt x="16448" y="94"/>
                    <a:pt x="9563" y="94"/>
                  </a:cubicBezTo>
                  <a:cubicBezTo>
                    <a:pt x="3738" y="94"/>
                    <a:pt x="208" y="4522"/>
                    <a:pt x="208" y="9482"/>
                  </a:cubicBezTo>
                  <a:cubicBezTo>
                    <a:pt x="208" y="14265"/>
                    <a:pt x="3738" y="18870"/>
                    <a:pt x="9563" y="18870"/>
                  </a:cubicBezTo>
                  <a:cubicBezTo>
                    <a:pt x="11682" y="18870"/>
                    <a:pt x="13976" y="18162"/>
                    <a:pt x="15741" y="16567"/>
                  </a:cubicBezTo>
                  <a:cubicBezTo>
                    <a:pt x="16271" y="16213"/>
                    <a:pt x="16448" y="16036"/>
                    <a:pt x="16624" y="16036"/>
                  </a:cubicBezTo>
                  <a:cubicBezTo>
                    <a:pt x="16801" y="16036"/>
                    <a:pt x="16977" y="16213"/>
                    <a:pt x="16977" y="18693"/>
                  </a:cubicBezTo>
                  <a:cubicBezTo>
                    <a:pt x="16977" y="31801"/>
                    <a:pt x="10799" y="42429"/>
                    <a:pt x="4974" y="48275"/>
                  </a:cubicBezTo>
                  <a:cubicBezTo>
                    <a:pt x="3032" y="50223"/>
                    <a:pt x="3032" y="50577"/>
                    <a:pt x="3032" y="51109"/>
                  </a:cubicBezTo>
                  <a:cubicBezTo>
                    <a:pt x="3032" y="52349"/>
                    <a:pt x="3915" y="53057"/>
                    <a:pt x="4797" y="53057"/>
                  </a:cubicBezTo>
                  <a:cubicBezTo>
                    <a:pt x="6739" y="53057"/>
                    <a:pt x="20860" y="39418"/>
                    <a:pt x="20860" y="18693"/>
                  </a:cubicBezTo>
                  <a:close/>
                </a:path>
              </a:pathLst>
            </a:custGeom>
            <a:solidFill>
              <a:srgbClr val="000000"/>
            </a:solidFill>
            <a:ln w="1771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21" name="任意形状 120">
              <a:extLst>
                <a:ext uri="{FF2B5EF4-FFF2-40B4-BE49-F238E27FC236}">
                  <a16:creationId xmlns:a16="http://schemas.microsoft.com/office/drawing/2014/main" id="{8AC3C8BE-2AFB-6499-0A57-FE68A13215FD}"/>
                </a:ext>
              </a:extLst>
            </p:cNvPr>
            <p:cNvSpPr/>
            <p:nvPr>
              <p:custDataLst>
                <p:tags r:id="rId256"/>
              </p:custDataLst>
            </p:nvPr>
          </p:nvSpPr>
          <p:spPr>
            <a:xfrm>
              <a:off x="6307667" y="4095411"/>
              <a:ext cx="54190" cy="112835"/>
            </a:xfrm>
            <a:custGeom>
              <a:avLst/>
              <a:gdLst>
                <a:gd name="connsiteX0" fmla="*/ 32515 w 54190"/>
                <a:gd name="connsiteY0" fmla="*/ 40126 h 112835"/>
                <a:gd name="connsiteX1" fmla="*/ 49107 w 54190"/>
                <a:gd name="connsiteY1" fmla="*/ 40126 h 112835"/>
                <a:gd name="connsiteX2" fmla="*/ 54403 w 54190"/>
                <a:gd name="connsiteY2" fmla="*/ 36584 h 112835"/>
                <a:gd name="connsiteX3" fmla="*/ 49460 w 54190"/>
                <a:gd name="connsiteY3" fmla="*/ 34635 h 112835"/>
                <a:gd name="connsiteX4" fmla="*/ 33927 w 54190"/>
                <a:gd name="connsiteY4" fmla="*/ 34635 h 112835"/>
                <a:gd name="connsiteX5" fmla="*/ 41164 w 54190"/>
                <a:gd name="connsiteY5" fmla="*/ 4876 h 112835"/>
                <a:gd name="connsiteX6" fmla="*/ 36045 w 54190"/>
                <a:gd name="connsiteY6" fmla="*/ 94 h 112835"/>
                <a:gd name="connsiteX7" fmla="*/ 28985 w 54190"/>
                <a:gd name="connsiteY7" fmla="*/ 6471 h 112835"/>
                <a:gd name="connsiteX8" fmla="*/ 22100 w 54190"/>
                <a:gd name="connsiteY8" fmla="*/ 34635 h 112835"/>
                <a:gd name="connsiteX9" fmla="*/ 5508 w 54190"/>
                <a:gd name="connsiteY9" fmla="*/ 34635 h 112835"/>
                <a:gd name="connsiteX10" fmla="*/ 212 w 54190"/>
                <a:gd name="connsiteY10" fmla="*/ 38001 h 112835"/>
                <a:gd name="connsiteX11" fmla="*/ 5155 w 54190"/>
                <a:gd name="connsiteY11" fmla="*/ 40126 h 112835"/>
                <a:gd name="connsiteX12" fmla="*/ 20688 w 54190"/>
                <a:gd name="connsiteY12" fmla="*/ 40126 h 112835"/>
                <a:gd name="connsiteX13" fmla="*/ 7273 w 54190"/>
                <a:gd name="connsiteY13" fmla="*/ 96633 h 112835"/>
                <a:gd name="connsiteX14" fmla="*/ 23513 w 54190"/>
                <a:gd name="connsiteY14" fmla="*/ 112929 h 112835"/>
                <a:gd name="connsiteX15" fmla="*/ 51579 w 54190"/>
                <a:gd name="connsiteY15" fmla="*/ 85650 h 112835"/>
                <a:gd name="connsiteX16" fmla="*/ 49460 w 54190"/>
                <a:gd name="connsiteY16" fmla="*/ 83879 h 112835"/>
                <a:gd name="connsiteX17" fmla="*/ 46813 w 54190"/>
                <a:gd name="connsiteY17" fmla="*/ 86359 h 112835"/>
                <a:gd name="connsiteX18" fmla="*/ 23866 w 54190"/>
                <a:gd name="connsiteY18" fmla="*/ 109032 h 112835"/>
                <a:gd name="connsiteX19" fmla="*/ 18394 w 54190"/>
                <a:gd name="connsiteY19" fmla="*/ 100884 h 112835"/>
                <a:gd name="connsiteX20" fmla="*/ 19453 w 54190"/>
                <a:gd name="connsiteY20" fmla="*/ 92381 h 112835"/>
                <a:gd name="connsiteX21" fmla="*/ 32515 w 54190"/>
                <a:gd name="connsiteY21" fmla="*/ 40126 h 1128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54190" h="112835">
                  <a:moveTo>
                    <a:pt x="32515" y="40126"/>
                  </a:moveTo>
                  <a:lnTo>
                    <a:pt x="49107" y="40126"/>
                  </a:lnTo>
                  <a:cubicBezTo>
                    <a:pt x="52638" y="40126"/>
                    <a:pt x="54403" y="40126"/>
                    <a:pt x="54403" y="36584"/>
                  </a:cubicBezTo>
                  <a:cubicBezTo>
                    <a:pt x="54403" y="34635"/>
                    <a:pt x="52638" y="34635"/>
                    <a:pt x="49460" y="34635"/>
                  </a:cubicBezTo>
                  <a:lnTo>
                    <a:pt x="33927" y="34635"/>
                  </a:lnTo>
                  <a:cubicBezTo>
                    <a:pt x="40282" y="9482"/>
                    <a:pt x="41164" y="5939"/>
                    <a:pt x="41164" y="4876"/>
                  </a:cubicBezTo>
                  <a:cubicBezTo>
                    <a:pt x="41164" y="1865"/>
                    <a:pt x="39046" y="94"/>
                    <a:pt x="36045" y="94"/>
                  </a:cubicBezTo>
                  <a:cubicBezTo>
                    <a:pt x="35516" y="94"/>
                    <a:pt x="30573" y="271"/>
                    <a:pt x="28985" y="6471"/>
                  </a:cubicBezTo>
                  <a:lnTo>
                    <a:pt x="22100" y="34635"/>
                  </a:lnTo>
                  <a:lnTo>
                    <a:pt x="5508" y="34635"/>
                  </a:lnTo>
                  <a:cubicBezTo>
                    <a:pt x="1978" y="34635"/>
                    <a:pt x="212" y="34635"/>
                    <a:pt x="212" y="38001"/>
                  </a:cubicBezTo>
                  <a:cubicBezTo>
                    <a:pt x="212" y="40126"/>
                    <a:pt x="1625" y="40126"/>
                    <a:pt x="5155" y="40126"/>
                  </a:cubicBezTo>
                  <a:lnTo>
                    <a:pt x="20688" y="40126"/>
                  </a:lnTo>
                  <a:cubicBezTo>
                    <a:pt x="7979" y="90433"/>
                    <a:pt x="7273" y="93444"/>
                    <a:pt x="7273" y="96633"/>
                  </a:cubicBezTo>
                  <a:cubicBezTo>
                    <a:pt x="7273" y="106198"/>
                    <a:pt x="13981" y="112929"/>
                    <a:pt x="23513" y="112929"/>
                  </a:cubicBezTo>
                  <a:cubicBezTo>
                    <a:pt x="41517" y="112929"/>
                    <a:pt x="51579" y="87067"/>
                    <a:pt x="51579" y="85650"/>
                  </a:cubicBezTo>
                  <a:cubicBezTo>
                    <a:pt x="51579" y="83879"/>
                    <a:pt x="50167" y="83879"/>
                    <a:pt x="49460" y="83879"/>
                  </a:cubicBezTo>
                  <a:cubicBezTo>
                    <a:pt x="47872" y="83879"/>
                    <a:pt x="47695" y="84410"/>
                    <a:pt x="46813" y="86359"/>
                  </a:cubicBezTo>
                  <a:cubicBezTo>
                    <a:pt x="39223" y="104781"/>
                    <a:pt x="29867" y="109032"/>
                    <a:pt x="23866" y="109032"/>
                  </a:cubicBezTo>
                  <a:cubicBezTo>
                    <a:pt x="20159" y="109032"/>
                    <a:pt x="18394" y="106729"/>
                    <a:pt x="18394" y="100884"/>
                  </a:cubicBezTo>
                  <a:cubicBezTo>
                    <a:pt x="18394" y="96633"/>
                    <a:pt x="18747" y="95393"/>
                    <a:pt x="19453" y="92381"/>
                  </a:cubicBezTo>
                  <a:lnTo>
                    <a:pt x="32515" y="40126"/>
                  </a:lnTo>
                  <a:close/>
                </a:path>
              </a:pathLst>
            </a:custGeom>
            <a:solidFill>
              <a:srgbClr val="000000"/>
            </a:solidFill>
            <a:ln w="1771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22" name="任意形状 121">
              <a:extLst>
                <a:ext uri="{FF2B5EF4-FFF2-40B4-BE49-F238E27FC236}">
                  <a16:creationId xmlns:a16="http://schemas.microsoft.com/office/drawing/2014/main" id="{434D8C44-0E2E-75D1-77AC-5CF7607320BB}"/>
                </a:ext>
              </a:extLst>
            </p:cNvPr>
            <p:cNvSpPr/>
            <p:nvPr>
              <p:custDataLst>
                <p:tags r:id="rId257"/>
              </p:custDataLst>
            </p:nvPr>
          </p:nvSpPr>
          <p:spPr>
            <a:xfrm>
              <a:off x="6377411" y="4073446"/>
              <a:ext cx="40951" cy="177135"/>
            </a:xfrm>
            <a:custGeom>
              <a:avLst/>
              <a:gdLst>
                <a:gd name="connsiteX0" fmla="*/ 41168 w 40951"/>
                <a:gd name="connsiteY0" fmla="*/ 88662 h 177135"/>
                <a:gd name="connsiteX1" fmla="*/ 29518 w 40951"/>
                <a:gd name="connsiteY1" fmla="*/ 33395 h 177135"/>
                <a:gd name="connsiteX2" fmla="*/ 1981 w 40951"/>
                <a:gd name="connsiteY2" fmla="*/ 94 h 177135"/>
                <a:gd name="connsiteX3" fmla="*/ 216 w 40951"/>
                <a:gd name="connsiteY3" fmla="*/ 1865 h 177135"/>
                <a:gd name="connsiteX4" fmla="*/ 3570 w 40951"/>
                <a:gd name="connsiteY4" fmla="*/ 5939 h 177135"/>
                <a:gd name="connsiteX5" fmla="*/ 30930 w 40951"/>
                <a:gd name="connsiteY5" fmla="*/ 88662 h 177135"/>
                <a:gd name="connsiteX6" fmla="*/ 2511 w 40951"/>
                <a:gd name="connsiteY6" fmla="*/ 172447 h 177135"/>
                <a:gd name="connsiteX7" fmla="*/ 216 w 40951"/>
                <a:gd name="connsiteY7" fmla="*/ 175458 h 177135"/>
                <a:gd name="connsiteX8" fmla="*/ 1981 w 40951"/>
                <a:gd name="connsiteY8" fmla="*/ 177229 h 177135"/>
                <a:gd name="connsiteX9" fmla="*/ 30047 w 40951"/>
                <a:gd name="connsiteY9" fmla="*/ 142688 h 177135"/>
                <a:gd name="connsiteX10" fmla="*/ 41168 w 40951"/>
                <a:gd name="connsiteY10" fmla="*/ 88662 h 1771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40951" h="177135">
                  <a:moveTo>
                    <a:pt x="41168" y="88662"/>
                  </a:moveTo>
                  <a:cubicBezTo>
                    <a:pt x="41168" y="74845"/>
                    <a:pt x="39226" y="53412"/>
                    <a:pt x="29518" y="33395"/>
                  </a:cubicBezTo>
                  <a:cubicBezTo>
                    <a:pt x="18927" y="11608"/>
                    <a:pt x="3746" y="94"/>
                    <a:pt x="1981" y="94"/>
                  </a:cubicBezTo>
                  <a:cubicBezTo>
                    <a:pt x="922" y="94"/>
                    <a:pt x="216" y="802"/>
                    <a:pt x="216" y="1865"/>
                  </a:cubicBezTo>
                  <a:cubicBezTo>
                    <a:pt x="216" y="2396"/>
                    <a:pt x="216" y="2751"/>
                    <a:pt x="3570" y="5939"/>
                  </a:cubicBezTo>
                  <a:cubicBezTo>
                    <a:pt x="20868" y="23476"/>
                    <a:pt x="30930" y="51640"/>
                    <a:pt x="30930" y="88662"/>
                  </a:cubicBezTo>
                  <a:cubicBezTo>
                    <a:pt x="30930" y="118952"/>
                    <a:pt x="24399" y="150128"/>
                    <a:pt x="2511" y="172447"/>
                  </a:cubicBezTo>
                  <a:cubicBezTo>
                    <a:pt x="216" y="174572"/>
                    <a:pt x="216" y="174927"/>
                    <a:pt x="216" y="175458"/>
                  </a:cubicBezTo>
                  <a:cubicBezTo>
                    <a:pt x="216" y="176521"/>
                    <a:pt x="922" y="177229"/>
                    <a:pt x="1981" y="177229"/>
                  </a:cubicBezTo>
                  <a:cubicBezTo>
                    <a:pt x="3746" y="177229"/>
                    <a:pt x="19633" y="165184"/>
                    <a:pt x="30047" y="142688"/>
                  </a:cubicBezTo>
                  <a:cubicBezTo>
                    <a:pt x="39050" y="123203"/>
                    <a:pt x="41168" y="103541"/>
                    <a:pt x="41168" y="88662"/>
                  </a:cubicBezTo>
                  <a:close/>
                </a:path>
              </a:pathLst>
            </a:custGeom>
            <a:solidFill>
              <a:srgbClr val="000000"/>
            </a:solidFill>
            <a:ln w="1771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23" name="任意形状 122">
              <a:extLst>
                <a:ext uri="{FF2B5EF4-FFF2-40B4-BE49-F238E27FC236}">
                  <a16:creationId xmlns:a16="http://schemas.microsoft.com/office/drawing/2014/main" id="{F04DAF1D-748A-16AF-538C-EA888EBF618F}"/>
                </a:ext>
              </a:extLst>
            </p:cNvPr>
            <p:cNvSpPr/>
            <p:nvPr>
              <p:custDataLst>
                <p:tags r:id="rId258"/>
              </p:custDataLst>
            </p:nvPr>
          </p:nvSpPr>
          <p:spPr>
            <a:xfrm>
              <a:off x="6499677" y="4110645"/>
              <a:ext cx="88258" cy="102738"/>
            </a:xfrm>
            <a:custGeom>
              <a:avLst/>
              <a:gdLst>
                <a:gd name="connsiteX0" fmla="*/ 82303 w 88258"/>
                <a:gd name="connsiteY0" fmla="*/ 55006 h 102738"/>
                <a:gd name="connsiteX1" fmla="*/ 88481 w 88258"/>
                <a:gd name="connsiteY1" fmla="*/ 51463 h 102738"/>
                <a:gd name="connsiteX2" fmla="*/ 82303 w 88258"/>
                <a:gd name="connsiteY2" fmla="*/ 47920 h 102738"/>
                <a:gd name="connsiteX3" fmla="*/ 7460 w 88258"/>
                <a:gd name="connsiteY3" fmla="*/ 47920 h 102738"/>
                <a:gd name="connsiteX4" fmla="*/ 54766 w 88258"/>
                <a:gd name="connsiteY4" fmla="*/ 7179 h 102738"/>
                <a:gd name="connsiteX5" fmla="*/ 82303 w 88258"/>
                <a:gd name="connsiteY5" fmla="*/ 7179 h 102738"/>
                <a:gd name="connsiteX6" fmla="*/ 88481 w 88258"/>
                <a:gd name="connsiteY6" fmla="*/ 3636 h 102738"/>
                <a:gd name="connsiteX7" fmla="*/ 82303 w 88258"/>
                <a:gd name="connsiteY7" fmla="*/ 94 h 102738"/>
                <a:gd name="connsiteX8" fmla="*/ 54413 w 88258"/>
                <a:gd name="connsiteY8" fmla="*/ 94 h 102738"/>
                <a:gd name="connsiteX9" fmla="*/ 223 w 88258"/>
                <a:gd name="connsiteY9" fmla="*/ 51463 h 102738"/>
                <a:gd name="connsiteX10" fmla="*/ 54413 w 88258"/>
                <a:gd name="connsiteY10" fmla="*/ 102832 h 102738"/>
                <a:gd name="connsiteX11" fmla="*/ 82303 w 88258"/>
                <a:gd name="connsiteY11" fmla="*/ 102832 h 102738"/>
                <a:gd name="connsiteX12" fmla="*/ 88481 w 88258"/>
                <a:gd name="connsiteY12" fmla="*/ 99290 h 102738"/>
                <a:gd name="connsiteX13" fmla="*/ 82303 w 88258"/>
                <a:gd name="connsiteY13" fmla="*/ 95747 h 102738"/>
                <a:gd name="connsiteX14" fmla="*/ 54766 w 88258"/>
                <a:gd name="connsiteY14" fmla="*/ 95747 h 102738"/>
                <a:gd name="connsiteX15" fmla="*/ 7460 w 88258"/>
                <a:gd name="connsiteY15" fmla="*/ 55006 h 102738"/>
                <a:gd name="connsiteX16" fmla="*/ 82303 w 88258"/>
                <a:gd name="connsiteY16" fmla="*/ 55006 h 1027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88258" h="102738">
                  <a:moveTo>
                    <a:pt x="82303" y="55006"/>
                  </a:moveTo>
                  <a:cubicBezTo>
                    <a:pt x="85304" y="55006"/>
                    <a:pt x="88481" y="55006"/>
                    <a:pt x="88481" y="51463"/>
                  </a:cubicBezTo>
                  <a:cubicBezTo>
                    <a:pt x="88481" y="47920"/>
                    <a:pt x="85304" y="47920"/>
                    <a:pt x="82303" y="47920"/>
                  </a:cubicBezTo>
                  <a:lnTo>
                    <a:pt x="7460" y="47920"/>
                  </a:lnTo>
                  <a:cubicBezTo>
                    <a:pt x="9578" y="24184"/>
                    <a:pt x="29877" y="7179"/>
                    <a:pt x="54766" y="7179"/>
                  </a:cubicBezTo>
                  <a:lnTo>
                    <a:pt x="82303" y="7179"/>
                  </a:lnTo>
                  <a:cubicBezTo>
                    <a:pt x="85304" y="7179"/>
                    <a:pt x="88481" y="7179"/>
                    <a:pt x="88481" y="3636"/>
                  </a:cubicBezTo>
                  <a:cubicBezTo>
                    <a:pt x="88481" y="94"/>
                    <a:pt x="85304" y="94"/>
                    <a:pt x="82303" y="94"/>
                  </a:cubicBezTo>
                  <a:lnTo>
                    <a:pt x="54413" y="94"/>
                  </a:lnTo>
                  <a:cubicBezTo>
                    <a:pt x="24229" y="94"/>
                    <a:pt x="223" y="23121"/>
                    <a:pt x="223" y="51463"/>
                  </a:cubicBezTo>
                  <a:cubicBezTo>
                    <a:pt x="223" y="79805"/>
                    <a:pt x="24229" y="102832"/>
                    <a:pt x="54413" y="102832"/>
                  </a:cubicBezTo>
                  <a:lnTo>
                    <a:pt x="82303" y="102832"/>
                  </a:lnTo>
                  <a:cubicBezTo>
                    <a:pt x="85304" y="102832"/>
                    <a:pt x="88481" y="102832"/>
                    <a:pt x="88481" y="99290"/>
                  </a:cubicBezTo>
                  <a:cubicBezTo>
                    <a:pt x="88481" y="95747"/>
                    <a:pt x="85304" y="95747"/>
                    <a:pt x="82303" y="95747"/>
                  </a:cubicBezTo>
                  <a:lnTo>
                    <a:pt x="54766" y="95747"/>
                  </a:lnTo>
                  <a:cubicBezTo>
                    <a:pt x="29877" y="95747"/>
                    <a:pt x="9578" y="78742"/>
                    <a:pt x="7460" y="55006"/>
                  </a:cubicBezTo>
                  <a:lnTo>
                    <a:pt x="82303" y="55006"/>
                  </a:lnTo>
                  <a:close/>
                </a:path>
              </a:pathLst>
            </a:custGeom>
            <a:solidFill>
              <a:srgbClr val="000000"/>
            </a:solidFill>
            <a:ln w="1771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24" name="任意形状 123">
              <a:extLst>
                <a:ext uri="{FF2B5EF4-FFF2-40B4-BE49-F238E27FC236}">
                  <a16:creationId xmlns:a16="http://schemas.microsoft.com/office/drawing/2014/main" id="{8914B64A-3004-596F-D5C1-1B9F4133EB21}"/>
                </a:ext>
              </a:extLst>
            </p:cNvPr>
            <p:cNvSpPr/>
            <p:nvPr>
              <p:custDataLst>
                <p:tags r:id="rId259"/>
              </p:custDataLst>
            </p:nvPr>
          </p:nvSpPr>
          <p:spPr>
            <a:xfrm>
              <a:off x="6659502" y="4081417"/>
              <a:ext cx="98319" cy="145959"/>
            </a:xfrm>
            <a:custGeom>
              <a:avLst/>
              <a:gdLst>
                <a:gd name="connsiteX0" fmla="*/ 69426 w 98319"/>
                <a:gd name="connsiteY0" fmla="*/ 96810 h 145959"/>
                <a:gd name="connsiteX1" fmla="*/ 58306 w 98319"/>
                <a:gd name="connsiteY1" fmla="*/ 123912 h 145959"/>
                <a:gd name="connsiteX2" fmla="*/ 41713 w 98319"/>
                <a:gd name="connsiteY2" fmla="*/ 136311 h 145959"/>
                <a:gd name="connsiteX3" fmla="*/ 15766 w 98319"/>
                <a:gd name="connsiteY3" fmla="*/ 128694 h 145959"/>
                <a:gd name="connsiteX4" fmla="*/ 1644 w 98319"/>
                <a:gd name="connsiteY4" fmla="*/ 137197 h 145959"/>
                <a:gd name="connsiteX5" fmla="*/ 30063 w 98319"/>
                <a:gd name="connsiteY5" fmla="*/ 146054 h 145959"/>
                <a:gd name="connsiteX6" fmla="*/ 76840 w 98319"/>
                <a:gd name="connsiteY6" fmla="*/ 110449 h 145959"/>
                <a:gd name="connsiteX7" fmla="*/ 84960 w 98319"/>
                <a:gd name="connsiteY7" fmla="*/ 88307 h 145959"/>
                <a:gd name="connsiteX8" fmla="*/ 92197 w 98319"/>
                <a:gd name="connsiteY8" fmla="*/ 61206 h 145959"/>
                <a:gd name="connsiteX9" fmla="*/ 90255 w 98319"/>
                <a:gd name="connsiteY9" fmla="*/ 59611 h 145959"/>
                <a:gd name="connsiteX10" fmla="*/ 81959 w 98319"/>
                <a:gd name="connsiteY10" fmla="*/ 62977 h 145959"/>
                <a:gd name="connsiteX11" fmla="*/ 76487 w 98319"/>
                <a:gd name="connsiteY11" fmla="*/ 70948 h 145959"/>
                <a:gd name="connsiteX12" fmla="*/ 42419 w 98319"/>
                <a:gd name="connsiteY12" fmla="*/ 103187 h 145959"/>
                <a:gd name="connsiteX13" fmla="*/ 15236 w 98319"/>
                <a:gd name="connsiteY13" fmla="*/ 69177 h 145959"/>
                <a:gd name="connsiteX14" fmla="*/ 30946 w 98319"/>
                <a:gd name="connsiteY14" fmla="*/ 24893 h 145959"/>
                <a:gd name="connsiteX15" fmla="*/ 64308 w 98319"/>
                <a:gd name="connsiteY15" fmla="*/ 9836 h 145959"/>
                <a:gd name="connsiteX16" fmla="*/ 77193 w 98319"/>
                <a:gd name="connsiteY16" fmla="*/ 11785 h 145959"/>
                <a:gd name="connsiteX17" fmla="*/ 83548 w 98319"/>
                <a:gd name="connsiteY17" fmla="*/ 19402 h 145959"/>
                <a:gd name="connsiteX18" fmla="*/ 73663 w 98319"/>
                <a:gd name="connsiteY18" fmla="*/ 37824 h 145959"/>
                <a:gd name="connsiteX19" fmla="*/ 72427 w 98319"/>
                <a:gd name="connsiteY19" fmla="*/ 39949 h 145959"/>
                <a:gd name="connsiteX20" fmla="*/ 74369 w 98319"/>
                <a:gd name="connsiteY20" fmla="*/ 41189 h 145959"/>
                <a:gd name="connsiteX21" fmla="*/ 90079 w 98319"/>
                <a:gd name="connsiteY21" fmla="*/ 29853 h 145959"/>
                <a:gd name="connsiteX22" fmla="*/ 98552 w 98319"/>
                <a:gd name="connsiteY22" fmla="*/ 11962 h 145959"/>
                <a:gd name="connsiteX23" fmla="*/ 90961 w 98319"/>
                <a:gd name="connsiteY23" fmla="*/ 2219 h 145959"/>
                <a:gd name="connsiteX24" fmla="*/ 75958 w 98319"/>
                <a:gd name="connsiteY24" fmla="*/ 94 h 145959"/>
                <a:gd name="connsiteX25" fmla="*/ 232 w 98319"/>
                <a:gd name="connsiteY25" fmla="*/ 76793 h 145959"/>
                <a:gd name="connsiteX26" fmla="*/ 30946 w 98319"/>
                <a:gd name="connsiteY26" fmla="*/ 112929 h 145959"/>
                <a:gd name="connsiteX27" fmla="*/ 69426 w 98319"/>
                <a:gd name="connsiteY27" fmla="*/ 96810 h 1459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98319" h="145959">
                  <a:moveTo>
                    <a:pt x="69426" y="96810"/>
                  </a:moveTo>
                  <a:cubicBezTo>
                    <a:pt x="64661" y="112929"/>
                    <a:pt x="60071" y="121077"/>
                    <a:pt x="58306" y="123912"/>
                  </a:cubicBezTo>
                  <a:cubicBezTo>
                    <a:pt x="51422" y="135957"/>
                    <a:pt x="47715" y="136311"/>
                    <a:pt x="41713" y="136311"/>
                  </a:cubicBezTo>
                  <a:cubicBezTo>
                    <a:pt x="38713" y="136311"/>
                    <a:pt x="26180" y="135780"/>
                    <a:pt x="15766" y="128694"/>
                  </a:cubicBezTo>
                  <a:cubicBezTo>
                    <a:pt x="7822" y="129049"/>
                    <a:pt x="1644" y="135248"/>
                    <a:pt x="1644" y="137197"/>
                  </a:cubicBezTo>
                  <a:cubicBezTo>
                    <a:pt x="1644" y="138791"/>
                    <a:pt x="13647" y="146054"/>
                    <a:pt x="30063" y="146054"/>
                  </a:cubicBezTo>
                  <a:cubicBezTo>
                    <a:pt x="42773" y="146054"/>
                    <a:pt x="63601" y="139322"/>
                    <a:pt x="76840" y="110449"/>
                  </a:cubicBezTo>
                  <a:cubicBezTo>
                    <a:pt x="81430" y="100530"/>
                    <a:pt x="84430" y="90433"/>
                    <a:pt x="84960" y="88307"/>
                  </a:cubicBezTo>
                  <a:cubicBezTo>
                    <a:pt x="88490" y="76085"/>
                    <a:pt x="92197" y="61914"/>
                    <a:pt x="92197" y="61206"/>
                  </a:cubicBezTo>
                  <a:cubicBezTo>
                    <a:pt x="92197" y="60143"/>
                    <a:pt x="91844" y="59611"/>
                    <a:pt x="90255" y="59611"/>
                  </a:cubicBezTo>
                  <a:cubicBezTo>
                    <a:pt x="88667" y="59611"/>
                    <a:pt x="85666" y="60497"/>
                    <a:pt x="81959" y="62977"/>
                  </a:cubicBezTo>
                  <a:cubicBezTo>
                    <a:pt x="77899" y="65634"/>
                    <a:pt x="77723" y="66520"/>
                    <a:pt x="76487" y="70948"/>
                  </a:cubicBezTo>
                  <a:cubicBezTo>
                    <a:pt x="74722" y="76971"/>
                    <a:pt x="64308" y="103187"/>
                    <a:pt x="42419" y="103187"/>
                  </a:cubicBezTo>
                  <a:cubicBezTo>
                    <a:pt x="25297" y="103187"/>
                    <a:pt x="15236" y="89193"/>
                    <a:pt x="15236" y="69177"/>
                  </a:cubicBezTo>
                  <a:cubicBezTo>
                    <a:pt x="15236" y="55537"/>
                    <a:pt x="20708" y="37292"/>
                    <a:pt x="30946" y="24893"/>
                  </a:cubicBezTo>
                  <a:cubicBezTo>
                    <a:pt x="35712" y="19224"/>
                    <a:pt x="44361" y="9836"/>
                    <a:pt x="64308" y="9836"/>
                  </a:cubicBezTo>
                  <a:cubicBezTo>
                    <a:pt x="67661" y="9836"/>
                    <a:pt x="72780" y="10368"/>
                    <a:pt x="77193" y="11785"/>
                  </a:cubicBezTo>
                  <a:cubicBezTo>
                    <a:pt x="79135" y="12316"/>
                    <a:pt x="83548" y="13733"/>
                    <a:pt x="83548" y="19402"/>
                  </a:cubicBezTo>
                  <a:cubicBezTo>
                    <a:pt x="83548" y="25424"/>
                    <a:pt x="74369" y="36761"/>
                    <a:pt x="73663" y="37824"/>
                  </a:cubicBezTo>
                  <a:cubicBezTo>
                    <a:pt x="72957" y="38532"/>
                    <a:pt x="72427" y="39241"/>
                    <a:pt x="72427" y="39949"/>
                  </a:cubicBezTo>
                  <a:cubicBezTo>
                    <a:pt x="72427" y="41189"/>
                    <a:pt x="73310" y="41189"/>
                    <a:pt x="74369" y="41189"/>
                  </a:cubicBezTo>
                  <a:cubicBezTo>
                    <a:pt x="79488" y="41189"/>
                    <a:pt x="85313" y="36407"/>
                    <a:pt x="90079" y="29853"/>
                  </a:cubicBezTo>
                  <a:cubicBezTo>
                    <a:pt x="91491" y="27904"/>
                    <a:pt x="98552" y="17984"/>
                    <a:pt x="98552" y="11962"/>
                  </a:cubicBezTo>
                  <a:cubicBezTo>
                    <a:pt x="98552" y="4699"/>
                    <a:pt x="93080" y="2928"/>
                    <a:pt x="90961" y="2219"/>
                  </a:cubicBezTo>
                  <a:cubicBezTo>
                    <a:pt x="84430" y="94"/>
                    <a:pt x="78429" y="94"/>
                    <a:pt x="75958" y="94"/>
                  </a:cubicBezTo>
                  <a:cubicBezTo>
                    <a:pt x="36065" y="94"/>
                    <a:pt x="232" y="35167"/>
                    <a:pt x="232" y="76793"/>
                  </a:cubicBezTo>
                  <a:cubicBezTo>
                    <a:pt x="232" y="94684"/>
                    <a:pt x="8175" y="112929"/>
                    <a:pt x="30946" y="112929"/>
                  </a:cubicBezTo>
                  <a:cubicBezTo>
                    <a:pt x="44185" y="112929"/>
                    <a:pt x="57776" y="106198"/>
                    <a:pt x="69426" y="96810"/>
                  </a:cubicBezTo>
                  <a:close/>
                </a:path>
              </a:pathLst>
            </a:custGeom>
            <a:solidFill>
              <a:srgbClr val="000000"/>
            </a:solidFill>
            <a:ln w="1771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25" name="任意形状 124">
              <a:extLst>
                <a:ext uri="{FF2B5EF4-FFF2-40B4-BE49-F238E27FC236}">
                  <a16:creationId xmlns:a16="http://schemas.microsoft.com/office/drawing/2014/main" id="{6DC48453-D5F1-728A-132A-7E4E044A46BA}"/>
                </a:ext>
              </a:extLst>
            </p:cNvPr>
            <p:cNvSpPr/>
            <p:nvPr>
              <p:custDataLst>
                <p:tags r:id="rId260"/>
              </p:custDataLst>
            </p:nvPr>
          </p:nvSpPr>
          <p:spPr>
            <a:xfrm>
              <a:off x="6760322" y="4156611"/>
              <a:ext cx="42752" cy="77496"/>
            </a:xfrm>
            <a:custGeom>
              <a:avLst/>
              <a:gdLst>
                <a:gd name="connsiteX0" fmla="*/ 21491 w 42752"/>
                <a:gd name="connsiteY0" fmla="*/ 27374 h 77496"/>
                <a:gd name="connsiteX1" fmla="*/ 40766 w 42752"/>
                <a:gd name="connsiteY1" fmla="*/ 27374 h 77496"/>
                <a:gd name="connsiteX2" fmla="*/ 40766 w 42752"/>
                <a:gd name="connsiteY2" fmla="*/ 22910 h 77496"/>
                <a:gd name="connsiteX3" fmla="*/ 21491 w 42752"/>
                <a:gd name="connsiteY3" fmla="*/ 22910 h 77496"/>
                <a:gd name="connsiteX4" fmla="*/ 21491 w 42752"/>
                <a:gd name="connsiteY4" fmla="*/ 95 h 77496"/>
                <a:gd name="connsiteX5" fmla="*/ 17289 w 42752"/>
                <a:gd name="connsiteY5" fmla="*/ 95 h 77496"/>
                <a:gd name="connsiteX6" fmla="*/ 238 w 42752"/>
                <a:gd name="connsiteY6" fmla="*/ 23902 h 77496"/>
                <a:gd name="connsiteX7" fmla="*/ 238 w 42752"/>
                <a:gd name="connsiteY7" fmla="*/ 27374 h 77496"/>
                <a:gd name="connsiteX8" fmla="*/ 11729 w 42752"/>
                <a:gd name="connsiteY8" fmla="*/ 27374 h 77496"/>
                <a:gd name="connsiteX9" fmla="*/ 11729 w 42752"/>
                <a:gd name="connsiteY9" fmla="*/ 60853 h 77496"/>
                <a:gd name="connsiteX10" fmla="*/ 29028 w 42752"/>
                <a:gd name="connsiteY10" fmla="*/ 77592 h 77496"/>
                <a:gd name="connsiteX11" fmla="*/ 42990 w 42752"/>
                <a:gd name="connsiteY11" fmla="*/ 60729 h 77496"/>
                <a:gd name="connsiteX12" fmla="*/ 42990 w 42752"/>
                <a:gd name="connsiteY12" fmla="*/ 53909 h 77496"/>
                <a:gd name="connsiteX13" fmla="*/ 38789 w 42752"/>
                <a:gd name="connsiteY13" fmla="*/ 53909 h 77496"/>
                <a:gd name="connsiteX14" fmla="*/ 38789 w 42752"/>
                <a:gd name="connsiteY14" fmla="*/ 60605 h 77496"/>
                <a:gd name="connsiteX15" fmla="*/ 30016 w 42752"/>
                <a:gd name="connsiteY15" fmla="*/ 73624 h 77496"/>
                <a:gd name="connsiteX16" fmla="*/ 21491 w 42752"/>
                <a:gd name="connsiteY16" fmla="*/ 60977 h 77496"/>
                <a:gd name="connsiteX17" fmla="*/ 21491 w 42752"/>
                <a:gd name="connsiteY17" fmla="*/ 27374 h 774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42752" h="77496">
                  <a:moveTo>
                    <a:pt x="21491" y="27374"/>
                  </a:moveTo>
                  <a:lnTo>
                    <a:pt x="40766" y="27374"/>
                  </a:lnTo>
                  <a:lnTo>
                    <a:pt x="40766" y="22910"/>
                  </a:lnTo>
                  <a:lnTo>
                    <a:pt x="21491" y="22910"/>
                  </a:lnTo>
                  <a:lnTo>
                    <a:pt x="21491" y="95"/>
                  </a:lnTo>
                  <a:lnTo>
                    <a:pt x="17289" y="95"/>
                  </a:lnTo>
                  <a:cubicBezTo>
                    <a:pt x="17166" y="11255"/>
                    <a:pt x="12100" y="23530"/>
                    <a:pt x="238" y="23902"/>
                  </a:cubicBezTo>
                  <a:lnTo>
                    <a:pt x="238" y="27374"/>
                  </a:lnTo>
                  <a:lnTo>
                    <a:pt x="11729" y="27374"/>
                  </a:lnTo>
                  <a:lnTo>
                    <a:pt x="11729" y="60853"/>
                  </a:lnTo>
                  <a:cubicBezTo>
                    <a:pt x="11729" y="74740"/>
                    <a:pt x="22108" y="77592"/>
                    <a:pt x="29028" y="77592"/>
                  </a:cubicBezTo>
                  <a:cubicBezTo>
                    <a:pt x="37306" y="77592"/>
                    <a:pt x="42990" y="70524"/>
                    <a:pt x="42990" y="60729"/>
                  </a:cubicBezTo>
                  <a:lnTo>
                    <a:pt x="42990" y="53909"/>
                  </a:lnTo>
                  <a:lnTo>
                    <a:pt x="38789" y="53909"/>
                  </a:lnTo>
                  <a:lnTo>
                    <a:pt x="38789" y="60605"/>
                  </a:lnTo>
                  <a:cubicBezTo>
                    <a:pt x="38789" y="69036"/>
                    <a:pt x="34835" y="73624"/>
                    <a:pt x="30016" y="73624"/>
                  </a:cubicBezTo>
                  <a:cubicBezTo>
                    <a:pt x="21491" y="73624"/>
                    <a:pt x="21491" y="63209"/>
                    <a:pt x="21491" y="60977"/>
                  </a:cubicBezTo>
                  <a:lnTo>
                    <a:pt x="21491" y="27374"/>
                  </a:lnTo>
                  <a:close/>
                </a:path>
              </a:pathLst>
            </a:custGeom>
            <a:solidFill>
              <a:srgbClr val="000000"/>
            </a:solidFill>
            <a:ln w="1771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26" name="任意形状 125">
              <a:extLst>
                <a:ext uri="{FF2B5EF4-FFF2-40B4-BE49-F238E27FC236}">
                  <a16:creationId xmlns:a16="http://schemas.microsoft.com/office/drawing/2014/main" id="{A6A8379B-4C08-A079-9922-351510C3950F}"/>
                </a:ext>
              </a:extLst>
            </p:cNvPr>
            <p:cNvSpPr/>
            <p:nvPr>
              <p:custDataLst>
                <p:tags r:id="rId261"/>
              </p:custDataLst>
            </p:nvPr>
          </p:nvSpPr>
          <p:spPr>
            <a:xfrm>
              <a:off x="6817955" y="4178186"/>
              <a:ext cx="44234" cy="54681"/>
            </a:xfrm>
            <a:custGeom>
              <a:avLst/>
              <a:gdLst>
                <a:gd name="connsiteX0" fmla="*/ 18775 w 44234"/>
                <a:gd name="connsiteY0" fmla="*/ 26506 h 54681"/>
                <a:gd name="connsiteX1" fmla="*/ 35333 w 44234"/>
                <a:gd name="connsiteY1" fmla="*/ 3567 h 54681"/>
                <a:gd name="connsiteX2" fmla="*/ 33232 w 44234"/>
                <a:gd name="connsiteY2" fmla="*/ 8031 h 54681"/>
                <a:gd name="connsiteX3" fmla="*/ 38792 w 44234"/>
                <a:gd name="connsiteY3" fmla="*/ 13735 h 54681"/>
                <a:gd name="connsiteX4" fmla="*/ 44476 w 44234"/>
                <a:gd name="connsiteY4" fmla="*/ 8031 h 54681"/>
                <a:gd name="connsiteX5" fmla="*/ 34715 w 44234"/>
                <a:gd name="connsiteY5" fmla="*/ 95 h 54681"/>
                <a:gd name="connsiteX6" fmla="*/ 18034 w 44234"/>
                <a:gd name="connsiteY6" fmla="*/ 13363 h 54681"/>
                <a:gd name="connsiteX7" fmla="*/ 17910 w 44234"/>
                <a:gd name="connsiteY7" fmla="*/ 13363 h 54681"/>
                <a:gd name="connsiteX8" fmla="*/ 17910 w 44234"/>
                <a:gd name="connsiteY8" fmla="*/ 95 h 54681"/>
                <a:gd name="connsiteX9" fmla="*/ 241 w 44234"/>
                <a:gd name="connsiteY9" fmla="*/ 1459 h 54681"/>
                <a:gd name="connsiteX10" fmla="*/ 241 w 44234"/>
                <a:gd name="connsiteY10" fmla="*/ 5923 h 54681"/>
                <a:gd name="connsiteX11" fmla="*/ 9508 w 44234"/>
                <a:gd name="connsiteY11" fmla="*/ 12867 h 54681"/>
                <a:gd name="connsiteX12" fmla="*/ 9508 w 44234"/>
                <a:gd name="connsiteY12" fmla="*/ 44981 h 54681"/>
                <a:gd name="connsiteX13" fmla="*/ 241 w 44234"/>
                <a:gd name="connsiteY13" fmla="*/ 50313 h 54681"/>
                <a:gd name="connsiteX14" fmla="*/ 241 w 44234"/>
                <a:gd name="connsiteY14" fmla="*/ 54777 h 54681"/>
                <a:gd name="connsiteX15" fmla="*/ 14327 w 44234"/>
                <a:gd name="connsiteY15" fmla="*/ 54281 h 54681"/>
                <a:gd name="connsiteX16" fmla="*/ 30390 w 44234"/>
                <a:gd name="connsiteY16" fmla="*/ 54777 h 54681"/>
                <a:gd name="connsiteX17" fmla="*/ 30390 w 44234"/>
                <a:gd name="connsiteY17" fmla="*/ 50313 h 54681"/>
                <a:gd name="connsiteX18" fmla="*/ 27919 w 44234"/>
                <a:gd name="connsiteY18" fmla="*/ 50313 h 54681"/>
                <a:gd name="connsiteX19" fmla="*/ 18775 w 44234"/>
                <a:gd name="connsiteY19" fmla="*/ 44733 h 54681"/>
                <a:gd name="connsiteX20" fmla="*/ 18775 w 44234"/>
                <a:gd name="connsiteY20" fmla="*/ 26506 h 546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44234" h="54681">
                  <a:moveTo>
                    <a:pt x="18775" y="26506"/>
                  </a:moveTo>
                  <a:cubicBezTo>
                    <a:pt x="18775" y="16091"/>
                    <a:pt x="23594" y="3567"/>
                    <a:pt x="35333" y="3567"/>
                  </a:cubicBezTo>
                  <a:cubicBezTo>
                    <a:pt x="34221" y="4435"/>
                    <a:pt x="33232" y="6047"/>
                    <a:pt x="33232" y="8031"/>
                  </a:cubicBezTo>
                  <a:cubicBezTo>
                    <a:pt x="33232" y="12123"/>
                    <a:pt x="36445" y="13735"/>
                    <a:pt x="38792" y="13735"/>
                  </a:cubicBezTo>
                  <a:cubicBezTo>
                    <a:pt x="41758" y="13735"/>
                    <a:pt x="44476" y="11751"/>
                    <a:pt x="44476" y="8031"/>
                  </a:cubicBezTo>
                  <a:cubicBezTo>
                    <a:pt x="44476" y="3815"/>
                    <a:pt x="40522" y="95"/>
                    <a:pt x="34715" y="95"/>
                  </a:cubicBezTo>
                  <a:cubicBezTo>
                    <a:pt x="28537" y="95"/>
                    <a:pt x="21741" y="3939"/>
                    <a:pt x="18034" y="13363"/>
                  </a:cubicBezTo>
                  <a:lnTo>
                    <a:pt x="17910" y="13363"/>
                  </a:lnTo>
                  <a:lnTo>
                    <a:pt x="17910" y="95"/>
                  </a:lnTo>
                  <a:lnTo>
                    <a:pt x="241" y="1459"/>
                  </a:lnTo>
                  <a:lnTo>
                    <a:pt x="241" y="5923"/>
                  </a:lnTo>
                  <a:cubicBezTo>
                    <a:pt x="8520" y="5923"/>
                    <a:pt x="9508" y="6791"/>
                    <a:pt x="9508" y="12867"/>
                  </a:cubicBezTo>
                  <a:lnTo>
                    <a:pt x="9508" y="44981"/>
                  </a:lnTo>
                  <a:cubicBezTo>
                    <a:pt x="9508" y="50313"/>
                    <a:pt x="8273" y="50313"/>
                    <a:pt x="241" y="50313"/>
                  </a:cubicBezTo>
                  <a:lnTo>
                    <a:pt x="241" y="54777"/>
                  </a:lnTo>
                  <a:cubicBezTo>
                    <a:pt x="859" y="54777"/>
                    <a:pt x="9261" y="54281"/>
                    <a:pt x="14327" y="54281"/>
                  </a:cubicBezTo>
                  <a:cubicBezTo>
                    <a:pt x="19640" y="54281"/>
                    <a:pt x="25077" y="54529"/>
                    <a:pt x="30390" y="54777"/>
                  </a:cubicBezTo>
                  <a:lnTo>
                    <a:pt x="30390" y="50313"/>
                  </a:lnTo>
                  <a:lnTo>
                    <a:pt x="27919" y="50313"/>
                  </a:lnTo>
                  <a:cubicBezTo>
                    <a:pt x="18775" y="50313"/>
                    <a:pt x="18775" y="48949"/>
                    <a:pt x="18775" y="44733"/>
                  </a:cubicBezTo>
                  <a:lnTo>
                    <a:pt x="18775" y="26506"/>
                  </a:lnTo>
                  <a:close/>
                </a:path>
              </a:pathLst>
            </a:custGeom>
            <a:solidFill>
              <a:srgbClr val="000000"/>
            </a:solidFill>
            <a:ln w="1771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27" name="任意形状 126">
              <a:extLst>
                <a:ext uri="{FF2B5EF4-FFF2-40B4-BE49-F238E27FC236}">
                  <a16:creationId xmlns:a16="http://schemas.microsoft.com/office/drawing/2014/main" id="{7510F75E-4AC4-7F14-42BF-0AAA7992303E}"/>
                </a:ext>
              </a:extLst>
            </p:cNvPr>
            <p:cNvSpPr/>
            <p:nvPr>
              <p:custDataLst>
                <p:tags r:id="rId262"/>
              </p:custDataLst>
            </p:nvPr>
          </p:nvSpPr>
          <p:spPr>
            <a:xfrm>
              <a:off x="6873858" y="4177566"/>
              <a:ext cx="61657" cy="56541"/>
            </a:xfrm>
            <a:custGeom>
              <a:avLst/>
              <a:gdLst>
                <a:gd name="connsiteX0" fmla="*/ 48557 w 61657"/>
                <a:gd name="connsiteY0" fmla="*/ 22166 h 56541"/>
                <a:gd name="connsiteX1" fmla="*/ 42873 w 61657"/>
                <a:gd name="connsiteY1" fmla="*/ 6295 h 56541"/>
                <a:gd name="connsiteX2" fmla="*/ 24586 w 61657"/>
                <a:gd name="connsiteY2" fmla="*/ 95 h 56541"/>
                <a:gd name="connsiteX3" fmla="*/ 4569 w 61657"/>
                <a:gd name="connsiteY3" fmla="*/ 12123 h 56541"/>
                <a:gd name="connsiteX4" fmla="*/ 10500 w 61657"/>
                <a:gd name="connsiteY4" fmla="*/ 18198 h 56541"/>
                <a:gd name="connsiteX5" fmla="*/ 16307 w 61657"/>
                <a:gd name="connsiteY5" fmla="*/ 12371 h 56541"/>
                <a:gd name="connsiteX6" fmla="*/ 11983 w 61657"/>
                <a:gd name="connsiteY6" fmla="*/ 6667 h 56541"/>
                <a:gd name="connsiteX7" fmla="*/ 24339 w 61657"/>
                <a:gd name="connsiteY7" fmla="*/ 3567 h 56541"/>
                <a:gd name="connsiteX8" fmla="*/ 38795 w 61657"/>
                <a:gd name="connsiteY8" fmla="*/ 18570 h 56541"/>
                <a:gd name="connsiteX9" fmla="*/ 38795 w 61657"/>
                <a:gd name="connsiteY9" fmla="*/ 22414 h 56541"/>
                <a:gd name="connsiteX10" fmla="*/ 14824 w 61657"/>
                <a:gd name="connsiteY10" fmla="*/ 26382 h 56541"/>
                <a:gd name="connsiteX11" fmla="*/ 244 w 61657"/>
                <a:gd name="connsiteY11" fmla="*/ 42873 h 56541"/>
                <a:gd name="connsiteX12" fmla="*/ 21867 w 61657"/>
                <a:gd name="connsiteY12" fmla="*/ 56637 h 56541"/>
                <a:gd name="connsiteX13" fmla="*/ 40155 w 61657"/>
                <a:gd name="connsiteY13" fmla="*/ 46221 h 56541"/>
                <a:gd name="connsiteX14" fmla="*/ 49669 w 61657"/>
                <a:gd name="connsiteY14" fmla="*/ 56017 h 56541"/>
                <a:gd name="connsiteX15" fmla="*/ 61901 w 61657"/>
                <a:gd name="connsiteY15" fmla="*/ 44237 h 56541"/>
                <a:gd name="connsiteX16" fmla="*/ 61901 w 61657"/>
                <a:gd name="connsiteY16" fmla="*/ 37418 h 56541"/>
                <a:gd name="connsiteX17" fmla="*/ 57700 w 61657"/>
                <a:gd name="connsiteY17" fmla="*/ 37418 h 56541"/>
                <a:gd name="connsiteX18" fmla="*/ 57700 w 61657"/>
                <a:gd name="connsiteY18" fmla="*/ 44113 h 56541"/>
                <a:gd name="connsiteX19" fmla="*/ 53129 w 61657"/>
                <a:gd name="connsiteY19" fmla="*/ 51305 h 56541"/>
                <a:gd name="connsiteX20" fmla="*/ 48557 w 61657"/>
                <a:gd name="connsiteY20" fmla="*/ 43865 h 56541"/>
                <a:gd name="connsiteX21" fmla="*/ 48557 w 61657"/>
                <a:gd name="connsiteY21" fmla="*/ 22166 h 56541"/>
                <a:gd name="connsiteX22" fmla="*/ 38795 w 61657"/>
                <a:gd name="connsiteY22" fmla="*/ 37914 h 56541"/>
                <a:gd name="connsiteX23" fmla="*/ 22856 w 61657"/>
                <a:gd name="connsiteY23" fmla="*/ 53165 h 56541"/>
                <a:gd name="connsiteX24" fmla="*/ 10623 w 61657"/>
                <a:gd name="connsiteY24" fmla="*/ 42873 h 56541"/>
                <a:gd name="connsiteX25" fmla="*/ 38795 w 61657"/>
                <a:gd name="connsiteY25" fmla="*/ 25638 h 56541"/>
                <a:gd name="connsiteX26" fmla="*/ 38795 w 61657"/>
                <a:gd name="connsiteY26" fmla="*/ 37914 h 565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61657" h="56541">
                  <a:moveTo>
                    <a:pt x="48557" y="22166"/>
                  </a:moveTo>
                  <a:cubicBezTo>
                    <a:pt x="48557" y="15595"/>
                    <a:pt x="48557" y="10883"/>
                    <a:pt x="42873" y="6295"/>
                  </a:cubicBezTo>
                  <a:cubicBezTo>
                    <a:pt x="37807" y="2079"/>
                    <a:pt x="31876" y="95"/>
                    <a:pt x="24586" y="95"/>
                  </a:cubicBezTo>
                  <a:cubicBezTo>
                    <a:pt x="12847" y="95"/>
                    <a:pt x="4569" y="4559"/>
                    <a:pt x="4569" y="12123"/>
                  </a:cubicBezTo>
                  <a:cubicBezTo>
                    <a:pt x="4569" y="16091"/>
                    <a:pt x="7287" y="18198"/>
                    <a:pt x="10500" y="18198"/>
                  </a:cubicBezTo>
                  <a:cubicBezTo>
                    <a:pt x="13836" y="18198"/>
                    <a:pt x="16307" y="15719"/>
                    <a:pt x="16307" y="12371"/>
                  </a:cubicBezTo>
                  <a:cubicBezTo>
                    <a:pt x="16307" y="10263"/>
                    <a:pt x="15319" y="7659"/>
                    <a:pt x="11983" y="6667"/>
                  </a:cubicBezTo>
                  <a:cubicBezTo>
                    <a:pt x="16431" y="3567"/>
                    <a:pt x="23597" y="3567"/>
                    <a:pt x="24339" y="3567"/>
                  </a:cubicBezTo>
                  <a:cubicBezTo>
                    <a:pt x="31258" y="3567"/>
                    <a:pt x="38795" y="8155"/>
                    <a:pt x="38795" y="18570"/>
                  </a:cubicBezTo>
                  <a:lnTo>
                    <a:pt x="38795" y="22414"/>
                  </a:lnTo>
                  <a:cubicBezTo>
                    <a:pt x="32000" y="22662"/>
                    <a:pt x="23844" y="23034"/>
                    <a:pt x="14824" y="26382"/>
                  </a:cubicBezTo>
                  <a:cubicBezTo>
                    <a:pt x="3704" y="30474"/>
                    <a:pt x="244" y="37294"/>
                    <a:pt x="244" y="42873"/>
                  </a:cubicBezTo>
                  <a:cubicBezTo>
                    <a:pt x="244" y="53537"/>
                    <a:pt x="13095" y="56637"/>
                    <a:pt x="21867" y="56637"/>
                  </a:cubicBezTo>
                  <a:cubicBezTo>
                    <a:pt x="31752" y="56637"/>
                    <a:pt x="37560" y="51057"/>
                    <a:pt x="40155" y="46221"/>
                  </a:cubicBezTo>
                  <a:cubicBezTo>
                    <a:pt x="40649" y="51305"/>
                    <a:pt x="43985" y="56017"/>
                    <a:pt x="49669" y="56017"/>
                  </a:cubicBezTo>
                  <a:cubicBezTo>
                    <a:pt x="49916" y="56017"/>
                    <a:pt x="61901" y="56017"/>
                    <a:pt x="61901" y="44237"/>
                  </a:cubicBezTo>
                  <a:lnTo>
                    <a:pt x="61901" y="37418"/>
                  </a:lnTo>
                  <a:lnTo>
                    <a:pt x="57700" y="37418"/>
                  </a:lnTo>
                  <a:lnTo>
                    <a:pt x="57700" y="44113"/>
                  </a:lnTo>
                  <a:cubicBezTo>
                    <a:pt x="57700" y="45353"/>
                    <a:pt x="57700" y="51305"/>
                    <a:pt x="53129" y="51305"/>
                  </a:cubicBezTo>
                  <a:cubicBezTo>
                    <a:pt x="48557" y="51305"/>
                    <a:pt x="48557" y="45477"/>
                    <a:pt x="48557" y="43865"/>
                  </a:cubicBezTo>
                  <a:lnTo>
                    <a:pt x="48557" y="22166"/>
                  </a:lnTo>
                  <a:close/>
                  <a:moveTo>
                    <a:pt x="38795" y="37914"/>
                  </a:moveTo>
                  <a:cubicBezTo>
                    <a:pt x="38795" y="49817"/>
                    <a:pt x="28416" y="53165"/>
                    <a:pt x="22856" y="53165"/>
                  </a:cubicBezTo>
                  <a:cubicBezTo>
                    <a:pt x="16554" y="53165"/>
                    <a:pt x="10623" y="48949"/>
                    <a:pt x="10623" y="42873"/>
                  </a:cubicBezTo>
                  <a:cubicBezTo>
                    <a:pt x="10623" y="36054"/>
                    <a:pt x="16554" y="26506"/>
                    <a:pt x="38795" y="25638"/>
                  </a:cubicBezTo>
                  <a:lnTo>
                    <a:pt x="38795" y="37914"/>
                  </a:lnTo>
                  <a:close/>
                </a:path>
              </a:pathLst>
            </a:custGeom>
            <a:solidFill>
              <a:srgbClr val="000000"/>
            </a:solidFill>
            <a:ln w="1771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28" name="任意形状 127">
              <a:extLst>
                <a:ext uri="{FF2B5EF4-FFF2-40B4-BE49-F238E27FC236}">
                  <a16:creationId xmlns:a16="http://schemas.microsoft.com/office/drawing/2014/main" id="{5B02C5D7-29BC-2906-1812-4CDFD7D53E2F}"/>
                </a:ext>
              </a:extLst>
            </p:cNvPr>
            <p:cNvSpPr/>
            <p:nvPr>
              <p:custDataLst>
                <p:tags r:id="rId263"/>
              </p:custDataLst>
            </p:nvPr>
          </p:nvSpPr>
          <p:spPr>
            <a:xfrm>
              <a:off x="6944344" y="4149295"/>
              <a:ext cx="26936" cy="83572"/>
            </a:xfrm>
            <a:custGeom>
              <a:avLst/>
              <a:gdLst>
                <a:gd name="connsiteX0" fmla="*/ 19400 w 26936"/>
                <a:gd name="connsiteY0" fmla="*/ 7163 h 83572"/>
                <a:gd name="connsiteX1" fmla="*/ 12234 w 26936"/>
                <a:gd name="connsiteY1" fmla="*/ 95 h 83572"/>
                <a:gd name="connsiteX2" fmla="*/ 5191 w 26936"/>
                <a:gd name="connsiteY2" fmla="*/ 7163 h 83572"/>
                <a:gd name="connsiteX3" fmla="*/ 12234 w 26936"/>
                <a:gd name="connsiteY3" fmla="*/ 14355 h 83572"/>
                <a:gd name="connsiteX4" fmla="*/ 19400 w 26936"/>
                <a:gd name="connsiteY4" fmla="*/ 7163 h 83572"/>
                <a:gd name="connsiteX5" fmla="*/ 619 w 26936"/>
                <a:gd name="connsiteY5" fmla="*/ 30350 h 83572"/>
                <a:gd name="connsiteX6" fmla="*/ 619 w 26936"/>
                <a:gd name="connsiteY6" fmla="*/ 34814 h 83572"/>
                <a:gd name="connsiteX7" fmla="*/ 9515 w 26936"/>
                <a:gd name="connsiteY7" fmla="*/ 41634 h 83572"/>
                <a:gd name="connsiteX8" fmla="*/ 9515 w 26936"/>
                <a:gd name="connsiteY8" fmla="*/ 73872 h 83572"/>
                <a:gd name="connsiteX9" fmla="*/ 248 w 26936"/>
                <a:gd name="connsiteY9" fmla="*/ 79204 h 83572"/>
                <a:gd name="connsiteX10" fmla="*/ 248 w 26936"/>
                <a:gd name="connsiteY10" fmla="*/ 83668 h 83572"/>
                <a:gd name="connsiteX11" fmla="*/ 14087 w 26936"/>
                <a:gd name="connsiteY11" fmla="*/ 83172 h 83572"/>
                <a:gd name="connsiteX12" fmla="*/ 27185 w 26936"/>
                <a:gd name="connsiteY12" fmla="*/ 83668 h 83572"/>
                <a:gd name="connsiteX13" fmla="*/ 27185 w 26936"/>
                <a:gd name="connsiteY13" fmla="*/ 79204 h 83572"/>
                <a:gd name="connsiteX14" fmla="*/ 18782 w 26936"/>
                <a:gd name="connsiteY14" fmla="*/ 73996 h 83572"/>
                <a:gd name="connsiteX15" fmla="*/ 18782 w 26936"/>
                <a:gd name="connsiteY15" fmla="*/ 28986 h 83572"/>
                <a:gd name="connsiteX16" fmla="*/ 619 w 26936"/>
                <a:gd name="connsiteY16" fmla="*/ 30350 h 835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6936" h="83572">
                  <a:moveTo>
                    <a:pt x="19400" y="7163"/>
                  </a:moveTo>
                  <a:cubicBezTo>
                    <a:pt x="19400" y="3567"/>
                    <a:pt x="16435" y="95"/>
                    <a:pt x="12234" y="95"/>
                  </a:cubicBezTo>
                  <a:cubicBezTo>
                    <a:pt x="8527" y="95"/>
                    <a:pt x="5191" y="3071"/>
                    <a:pt x="5191" y="7163"/>
                  </a:cubicBezTo>
                  <a:cubicBezTo>
                    <a:pt x="5191" y="11627"/>
                    <a:pt x="8774" y="14355"/>
                    <a:pt x="12234" y="14355"/>
                  </a:cubicBezTo>
                  <a:cubicBezTo>
                    <a:pt x="16188" y="14355"/>
                    <a:pt x="19400" y="11255"/>
                    <a:pt x="19400" y="7163"/>
                  </a:cubicBezTo>
                  <a:close/>
                  <a:moveTo>
                    <a:pt x="619" y="30350"/>
                  </a:moveTo>
                  <a:lnTo>
                    <a:pt x="619" y="34814"/>
                  </a:lnTo>
                  <a:cubicBezTo>
                    <a:pt x="8403" y="34814"/>
                    <a:pt x="9515" y="35558"/>
                    <a:pt x="9515" y="41634"/>
                  </a:cubicBezTo>
                  <a:lnTo>
                    <a:pt x="9515" y="73872"/>
                  </a:lnTo>
                  <a:cubicBezTo>
                    <a:pt x="9515" y="79204"/>
                    <a:pt x="8280" y="79204"/>
                    <a:pt x="248" y="79204"/>
                  </a:cubicBezTo>
                  <a:lnTo>
                    <a:pt x="248" y="83668"/>
                  </a:lnTo>
                  <a:cubicBezTo>
                    <a:pt x="495" y="83668"/>
                    <a:pt x="9145" y="83172"/>
                    <a:pt x="14087" y="83172"/>
                  </a:cubicBezTo>
                  <a:cubicBezTo>
                    <a:pt x="18412" y="83172"/>
                    <a:pt x="22860" y="83296"/>
                    <a:pt x="27185" y="83668"/>
                  </a:cubicBezTo>
                  <a:lnTo>
                    <a:pt x="27185" y="79204"/>
                  </a:lnTo>
                  <a:cubicBezTo>
                    <a:pt x="20018" y="79204"/>
                    <a:pt x="18782" y="79204"/>
                    <a:pt x="18782" y="73996"/>
                  </a:cubicBezTo>
                  <a:lnTo>
                    <a:pt x="18782" y="28986"/>
                  </a:lnTo>
                  <a:lnTo>
                    <a:pt x="619" y="30350"/>
                  </a:lnTo>
                  <a:close/>
                </a:path>
              </a:pathLst>
            </a:custGeom>
            <a:solidFill>
              <a:srgbClr val="000000"/>
            </a:solidFill>
            <a:ln w="1771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29" name="任意形状 128">
              <a:extLst>
                <a:ext uri="{FF2B5EF4-FFF2-40B4-BE49-F238E27FC236}">
                  <a16:creationId xmlns:a16="http://schemas.microsoft.com/office/drawing/2014/main" id="{BC7031AC-950C-12BA-99F0-CB9290D29E95}"/>
                </a:ext>
              </a:extLst>
            </p:cNvPr>
            <p:cNvSpPr/>
            <p:nvPr>
              <p:custDataLst>
                <p:tags r:id="rId264"/>
              </p:custDataLst>
            </p:nvPr>
          </p:nvSpPr>
          <p:spPr>
            <a:xfrm>
              <a:off x="6984058" y="4178186"/>
              <a:ext cx="66228" cy="54681"/>
            </a:xfrm>
            <a:custGeom>
              <a:avLst/>
              <a:gdLst>
                <a:gd name="connsiteX0" fmla="*/ 57212 w 66228"/>
                <a:gd name="connsiteY0" fmla="*/ 17207 h 54681"/>
                <a:gd name="connsiteX1" fmla="*/ 38678 w 66228"/>
                <a:gd name="connsiteY1" fmla="*/ 95 h 54681"/>
                <a:gd name="connsiteX2" fmla="*/ 18538 w 66228"/>
                <a:gd name="connsiteY2" fmla="*/ 12123 h 54681"/>
                <a:gd name="connsiteX3" fmla="*/ 18414 w 66228"/>
                <a:gd name="connsiteY3" fmla="*/ 12123 h 54681"/>
                <a:gd name="connsiteX4" fmla="*/ 18414 w 66228"/>
                <a:gd name="connsiteY4" fmla="*/ 95 h 54681"/>
                <a:gd name="connsiteX5" fmla="*/ 250 w 66228"/>
                <a:gd name="connsiteY5" fmla="*/ 1459 h 54681"/>
                <a:gd name="connsiteX6" fmla="*/ 250 w 66228"/>
                <a:gd name="connsiteY6" fmla="*/ 5923 h 54681"/>
                <a:gd name="connsiteX7" fmla="*/ 9518 w 66228"/>
                <a:gd name="connsiteY7" fmla="*/ 12867 h 54681"/>
                <a:gd name="connsiteX8" fmla="*/ 9518 w 66228"/>
                <a:gd name="connsiteY8" fmla="*/ 44981 h 54681"/>
                <a:gd name="connsiteX9" fmla="*/ 250 w 66228"/>
                <a:gd name="connsiteY9" fmla="*/ 50313 h 54681"/>
                <a:gd name="connsiteX10" fmla="*/ 250 w 66228"/>
                <a:gd name="connsiteY10" fmla="*/ 54777 h 54681"/>
                <a:gd name="connsiteX11" fmla="*/ 14336 w 66228"/>
                <a:gd name="connsiteY11" fmla="*/ 54281 h 54681"/>
                <a:gd name="connsiteX12" fmla="*/ 28546 w 66228"/>
                <a:gd name="connsiteY12" fmla="*/ 54777 h 54681"/>
                <a:gd name="connsiteX13" fmla="*/ 28546 w 66228"/>
                <a:gd name="connsiteY13" fmla="*/ 50313 h 54681"/>
                <a:gd name="connsiteX14" fmla="*/ 19279 w 66228"/>
                <a:gd name="connsiteY14" fmla="*/ 44981 h 54681"/>
                <a:gd name="connsiteX15" fmla="*/ 19279 w 66228"/>
                <a:gd name="connsiteY15" fmla="*/ 22662 h 54681"/>
                <a:gd name="connsiteX16" fmla="*/ 37690 w 66228"/>
                <a:gd name="connsiteY16" fmla="*/ 3567 h 54681"/>
                <a:gd name="connsiteX17" fmla="*/ 47451 w 66228"/>
                <a:gd name="connsiteY17" fmla="*/ 16711 h 54681"/>
                <a:gd name="connsiteX18" fmla="*/ 47451 w 66228"/>
                <a:gd name="connsiteY18" fmla="*/ 44981 h 54681"/>
                <a:gd name="connsiteX19" fmla="*/ 38184 w 66228"/>
                <a:gd name="connsiteY19" fmla="*/ 50313 h 54681"/>
                <a:gd name="connsiteX20" fmla="*/ 38184 w 66228"/>
                <a:gd name="connsiteY20" fmla="*/ 54777 h 54681"/>
                <a:gd name="connsiteX21" fmla="*/ 52270 w 66228"/>
                <a:gd name="connsiteY21" fmla="*/ 54281 h 54681"/>
                <a:gd name="connsiteX22" fmla="*/ 66479 w 66228"/>
                <a:gd name="connsiteY22" fmla="*/ 54777 h 54681"/>
                <a:gd name="connsiteX23" fmla="*/ 66479 w 66228"/>
                <a:gd name="connsiteY23" fmla="*/ 50313 h 54681"/>
                <a:gd name="connsiteX24" fmla="*/ 57212 w 66228"/>
                <a:gd name="connsiteY24" fmla="*/ 44981 h 54681"/>
                <a:gd name="connsiteX25" fmla="*/ 57212 w 66228"/>
                <a:gd name="connsiteY25" fmla="*/ 17207 h 546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66228" h="54681">
                  <a:moveTo>
                    <a:pt x="57212" y="17207"/>
                  </a:moveTo>
                  <a:cubicBezTo>
                    <a:pt x="57212" y="6419"/>
                    <a:pt x="51899" y="95"/>
                    <a:pt x="38678" y="95"/>
                  </a:cubicBezTo>
                  <a:cubicBezTo>
                    <a:pt x="28546" y="95"/>
                    <a:pt x="21997" y="5675"/>
                    <a:pt x="18538" y="12123"/>
                  </a:cubicBezTo>
                  <a:lnTo>
                    <a:pt x="18414" y="12123"/>
                  </a:lnTo>
                  <a:lnTo>
                    <a:pt x="18414" y="95"/>
                  </a:lnTo>
                  <a:lnTo>
                    <a:pt x="250" y="1459"/>
                  </a:lnTo>
                  <a:lnTo>
                    <a:pt x="250" y="5923"/>
                  </a:lnTo>
                  <a:cubicBezTo>
                    <a:pt x="8529" y="5923"/>
                    <a:pt x="9518" y="6791"/>
                    <a:pt x="9518" y="12867"/>
                  </a:cubicBezTo>
                  <a:lnTo>
                    <a:pt x="9518" y="44981"/>
                  </a:lnTo>
                  <a:cubicBezTo>
                    <a:pt x="9518" y="50313"/>
                    <a:pt x="8282" y="50313"/>
                    <a:pt x="250" y="50313"/>
                  </a:cubicBezTo>
                  <a:lnTo>
                    <a:pt x="250" y="54777"/>
                  </a:lnTo>
                  <a:cubicBezTo>
                    <a:pt x="498" y="54777"/>
                    <a:pt x="9147" y="54281"/>
                    <a:pt x="14336" y="54281"/>
                  </a:cubicBezTo>
                  <a:cubicBezTo>
                    <a:pt x="18908" y="54281"/>
                    <a:pt x="27434" y="54653"/>
                    <a:pt x="28546" y="54777"/>
                  </a:cubicBezTo>
                  <a:lnTo>
                    <a:pt x="28546" y="50313"/>
                  </a:lnTo>
                  <a:cubicBezTo>
                    <a:pt x="20515" y="50313"/>
                    <a:pt x="19279" y="50313"/>
                    <a:pt x="19279" y="44981"/>
                  </a:cubicBezTo>
                  <a:lnTo>
                    <a:pt x="19279" y="22662"/>
                  </a:lnTo>
                  <a:cubicBezTo>
                    <a:pt x="19279" y="9643"/>
                    <a:pt x="29535" y="3567"/>
                    <a:pt x="37690" y="3567"/>
                  </a:cubicBezTo>
                  <a:cubicBezTo>
                    <a:pt x="46339" y="3567"/>
                    <a:pt x="47451" y="10387"/>
                    <a:pt x="47451" y="16711"/>
                  </a:cubicBezTo>
                  <a:lnTo>
                    <a:pt x="47451" y="44981"/>
                  </a:lnTo>
                  <a:cubicBezTo>
                    <a:pt x="47451" y="50313"/>
                    <a:pt x="46215" y="50313"/>
                    <a:pt x="38184" y="50313"/>
                  </a:cubicBezTo>
                  <a:lnTo>
                    <a:pt x="38184" y="54777"/>
                  </a:lnTo>
                  <a:cubicBezTo>
                    <a:pt x="38431" y="54777"/>
                    <a:pt x="47080" y="54281"/>
                    <a:pt x="52270" y="54281"/>
                  </a:cubicBezTo>
                  <a:cubicBezTo>
                    <a:pt x="56842" y="54281"/>
                    <a:pt x="65367" y="54653"/>
                    <a:pt x="66479" y="54777"/>
                  </a:cubicBezTo>
                  <a:lnTo>
                    <a:pt x="66479" y="50313"/>
                  </a:lnTo>
                  <a:cubicBezTo>
                    <a:pt x="58448" y="50313"/>
                    <a:pt x="57212" y="50313"/>
                    <a:pt x="57212" y="44981"/>
                  </a:cubicBezTo>
                  <a:lnTo>
                    <a:pt x="57212" y="17207"/>
                  </a:lnTo>
                  <a:close/>
                </a:path>
              </a:pathLst>
            </a:custGeom>
            <a:solidFill>
              <a:srgbClr val="000000"/>
            </a:solidFill>
            <a:ln w="1771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30" name="任意形状 129">
              <a:extLst>
                <a:ext uri="{FF2B5EF4-FFF2-40B4-BE49-F238E27FC236}">
                  <a16:creationId xmlns:a16="http://schemas.microsoft.com/office/drawing/2014/main" id="{A4385E6C-65AE-DD71-C264-BE357645765A}"/>
                </a:ext>
              </a:extLst>
            </p:cNvPr>
            <p:cNvSpPr/>
            <p:nvPr>
              <p:custDataLst>
                <p:tags r:id="rId265"/>
              </p:custDataLst>
            </p:nvPr>
          </p:nvSpPr>
          <p:spPr>
            <a:xfrm>
              <a:off x="7076882" y="4073446"/>
              <a:ext cx="62663" cy="177135"/>
            </a:xfrm>
            <a:custGeom>
              <a:avLst/>
              <a:gdLst>
                <a:gd name="connsiteX0" fmla="*/ 25674 w 62663"/>
                <a:gd name="connsiteY0" fmla="*/ 153670 h 177135"/>
                <a:gd name="connsiteX1" fmla="*/ 1844 w 62663"/>
                <a:gd name="connsiteY1" fmla="*/ 173332 h 177135"/>
                <a:gd name="connsiteX2" fmla="*/ 255 w 62663"/>
                <a:gd name="connsiteY2" fmla="*/ 175281 h 177135"/>
                <a:gd name="connsiteX3" fmla="*/ 3786 w 62663"/>
                <a:gd name="connsiteY3" fmla="*/ 177229 h 177135"/>
                <a:gd name="connsiteX4" fmla="*/ 37500 w 62663"/>
                <a:gd name="connsiteY4" fmla="*/ 155087 h 177135"/>
                <a:gd name="connsiteX5" fmla="*/ 37500 w 62663"/>
                <a:gd name="connsiteY5" fmla="*/ 114701 h 177135"/>
                <a:gd name="connsiteX6" fmla="*/ 44561 w 62663"/>
                <a:gd name="connsiteY6" fmla="*/ 96278 h 177135"/>
                <a:gd name="connsiteX7" fmla="*/ 61330 w 62663"/>
                <a:gd name="connsiteY7" fmla="*/ 90610 h 177135"/>
                <a:gd name="connsiteX8" fmla="*/ 62919 w 62663"/>
                <a:gd name="connsiteY8" fmla="*/ 88662 h 177135"/>
                <a:gd name="connsiteX9" fmla="*/ 60094 w 62663"/>
                <a:gd name="connsiteY9" fmla="*/ 86713 h 177135"/>
                <a:gd name="connsiteX10" fmla="*/ 38030 w 62663"/>
                <a:gd name="connsiteY10" fmla="*/ 70948 h 177135"/>
                <a:gd name="connsiteX11" fmla="*/ 37500 w 62663"/>
                <a:gd name="connsiteY11" fmla="*/ 62268 h 177135"/>
                <a:gd name="connsiteX12" fmla="*/ 37500 w 62663"/>
                <a:gd name="connsiteY12" fmla="*/ 27195 h 177135"/>
                <a:gd name="connsiteX13" fmla="*/ 29028 w 62663"/>
                <a:gd name="connsiteY13" fmla="*/ 7356 h 177135"/>
                <a:gd name="connsiteX14" fmla="*/ 3786 w 62663"/>
                <a:gd name="connsiteY14" fmla="*/ 94 h 177135"/>
                <a:gd name="connsiteX15" fmla="*/ 255 w 62663"/>
                <a:gd name="connsiteY15" fmla="*/ 2042 h 177135"/>
                <a:gd name="connsiteX16" fmla="*/ 3080 w 62663"/>
                <a:gd name="connsiteY16" fmla="*/ 3991 h 177135"/>
                <a:gd name="connsiteX17" fmla="*/ 25144 w 62663"/>
                <a:gd name="connsiteY17" fmla="*/ 19402 h 177135"/>
                <a:gd name="connsiteX18" fmla="*/ 25674 w 62663"/>
                <a:gd name="connsiteY18" fmla="*/ 27727 h 177135"/>
                <a:gd name="connsiteX19" fmla="*/ 25674 w 62663"/>
                <a:gd name="connsiteY19" fmla="*/ 64925 h 177135"/>
                <a:gd name="connsiteX20" fmla="*/ 32734 w 62663"/>
                <a:gd name="connsiteY20" fmla="*/ 81753 h 177135"/>
                <a:gd name="connsiteX21" fmla="*/ 46503 w 62663"/>
                <a:gd name="connsiteY21" fmla="*/ 88662 h 177135"/>
                <a:gd name="connsiteX22" fmla="*/ 25674 w 62663"/>
                <a:gd name="connsiteY22" fmla="*/ 111158 h 177135"/>
                <a:gd name="connsiteX23" fmla="*/ 25674 w 62663"/>
                <a:gd name="connsiteY23" fmla="*/ 153670 h 1771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62663" h="177135">
                  <a:moveTo>
                    <a:pt x="25674" y="153670"/>
                  </a:moveTo>
                  <a:cubicBezTo>
                    <a:pt x="25674" y="160756"/>
                    <a:pt x="21084" y="172093"/>
                    <a:pt x="1844" y="173332"/>
                  </a:cubicBezTo>
                  <a:cubicBezTo>
                    <a:pt x="961" y="173510"/>
                    <a:pt x="255" y="174218"/>
                    <a:pt x="255" y="175281"/>
                  </a:cubicBezTo>
                  <a:cubicBezTo>
                    <a:pt x="255" y="177229"/>
                    <a:pt x="2197" y="177229"/>
                    <a:pt x="3786" y="177229"/>
                  </a:cubicBezTo>
                  <a:cubicBezTo>
                    <a:pt x="20908" y="177229"/>
                    <a:pt x="37324" y="168550"/>
                    <a:pt x="37500" y="155087"/>
                  </a:cubicBezTo>
                  <a:lnTo>
                    <a:pt x="37500" y="114701"/>
                  </a:lnTo>
                  <a:cubicBezTo>
                    <a:pt x="37500" y="107792"/>
                    <a:pt x="37500" y="102124"/>
                    <a:pt x="44561" y="96278"/>
                  </a:cubicBezTo>
                  <a:cubicBezTo>
                    <a:pt x="50739" y="91141"/>
                    <a:pt x="57447" y="90787"/>
                    <a:pt x="61330" y="90610"/>
                  </a:cubicBezTo>
                  <a:cubicBezTo>
                    <a:pt x="62213" y="90433"/>
                    <a:pt x="62919" y="89724"/>
                    <a:pt x="62919" y="88662"/>
                  </a:cubicBezTo>
                  <a:cubicBezTo>
                    <a:pt x="62919" y="86890"/>
                    <a:pt x="61860" y="86890"/>
                    <a:pt x="60094" y="86713"/>
                  </a:cubicBezTo>
                  <a:cubicBezTo>
                    <a:pt x="48444" y="86005"/>
                    <a:pt x="39972" y="79628"/>
                    <a:pt x="38030" y="70948"/>
                  </a:cubicBezTo>
                  <a:cubicBezTo>
                    <a:pt x="37500" y="69000"/>
                    <a:pt x="37500" y="68645"/>
                    <a:pt x="37500" y="62268"/>
                  </a:cubicBezTo>
                  <a:lnTo>
                    <a:pt x="37500" y="27195"/>
                  </a:lnTo>
                  <a:cubicBezTo>
                    <a:pt x="37500" y="19756"/>
                    <a:pt x="37500" y="14087"/>
                    <a:pt x="29028" y="7356"/>
                  </a:cubicBezTo>
                  <a:cubicBezTo>
                    <a:pt x="21967" y="1865"/>
                    <a:pt x="9787" y="94"/>
                    <a:pt x="3786" y="94"/>
                  </a:cubicBezTo>
                  <a:cubicBezTo>
                    <a:pt x="2197" y="94"/>
                    <a:pt x="255" y="94"/>
                    <a:pt x="255" y="2042"/>
                  </a:cubicBezTo>
                  <a:cubicBezTo>
                    <a:pt x="255" y="3814"/>
                    <a:pt x="1314" y="3814"/>
                    <a:pt x="3080" y="3991"/>
                  </a:cubicBezTo>
                  <a:cubicBezTo>
                    <a:pt x="14200" y="4699"/>
                    <a:pt x="22849" y="10368"/>
                    <a:pt x="25144" y="19402"/>
                  </a:cubicBezTo>
                  <a:cubicBezTo>
                    <a:pt x="25674" y="20996"/>
                    <a:pt x="25674" y="21350"/>
                    <a:pt x="25674" y="27727"/>
                  </a:cubicBezTo>
                  <a:lnTo>
                    <a:pt x="25674" y="64925"/>
                  </a:lnTo>
                  <a:cubicBezTo>
                    <a:pt x="25674" y="73074"/>
                    <a:pt x="27086" y="76085"/>
                    <a:pt x="32734" y="81753"/>
                  </a:cubicBezTo>
                  <a:cubicBezTo>
                    <a:pt x="36441" y="85473"/>
                    <a:pt x="41560" y="87245"/>
                    <a:pt x="46503" y="88662"/>
                  </a:cubicBezTo>
                  <a:cubicBezTo>
                    <a:pt x="32028" y="92736"/>
                    <a:pt x="25674" y="100884"/>
                    <a:pt x="25674" y="111158"/>
                  </a:cubicBezTo>
                  <a:lnTo>
                    <a:pt x="25674" y="153670"/>
                  </a:lnTo>
                  <a:close/>
                </a:path>
              </a:pathLst>
            </a:custGeom>
            <a:solidFill>
              <a:srgbClr val="000000"/>
            </a:solidFill>
            <a:ln w="1771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31" name="任意形状 130">
              <a:extLst>
                <a:ext uri="{FF2B5EF4-FFF2-40B4-BE49-F238E27FC236}">
                  <a16:creationId xmlns:a16="http://schemas.microsoft.com/office/drawing/2014/main" id="{70B28809-C791-6E4E-DAE2-86CA9D976FFA}"/>
                </a:ext>
              </a:extLst>
            </p:cNvPr>
            <p:cNvSpPr/>
            <p:nvPr>
              <p:custDataLst>
                <p:tags r:id="rId266"/>
              </p:custDataLst>
            </p:nvPr>
          </p:nvSpPr>
          <p:spPr>
            <a:xfrm>
              <a:off x="7173437" y="4073446"/>
              <a:ext cx="7060" cy="177135"/>
            </a:xfrm>
            <a:custGeom>
              <a:avLst/>
              <a:gdLst>
                <a:gd name="connsiteX0" fmla="*/ 7321 w 7060"/>
                <a:gd name="connsiteY0" fmla="*/ 6471 h 177135"/>
                <a:gd name="connsiteX1" fmla="*/ 3791 w 7060"/>
                <a:gd name="connsiteY1" fmla="*/ 94 h 177135"/>
                <a:gd name="connsiteX2" fmla="*/ 260 w 7060"/>
                <a:gd name="connsiteY2" fmla="*/ 6471 h 177135"/>
                <a:gd name="connsiteX3" fmla="*/ 260 w 7060"/>
                <a:gd name="connsiteY3" fmla="*/ 170853 h 177135"/>
                <a:gd name="connsiteX4" fmla="*/ 3791 w 7060"/>
                <a:gd name="connsiteY4" fmla="*/ 177229 h 177135"/>
                <a:gd name="connsiteX5" fmla="*/ 7321 w 7060"/>
                <a:gd name="connsiteY5" fmla="*/ 170853 h 177135"/>
                <a:gd name="connsiteX6" fmla="*/ 7321 w 7060"/>
                <a:gd name="connsiteY6" fmla="*/ 6471 h 1771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060" h="177135">
                  <a:moveTo>
                    <a:pt x="7321" y="6471"/>
                  </a:moveTo>
                  <a:cubicBezTo>
                    <a:pt x="7321" y="3282"/>
                    <a:pt x="7321" y="94"/>
                    <a:pt x="3791" y="94"/>
                  </a:cubicBezTo>
                  <a:cubicBezTo>
                    <a:pt x="260" y="94"/>
                    <a:pt x="260" y="3282"/>
                    <a:pt x="260" y="6471"/>
                  </a:cubicBezTo>
                  <a:lnTo>
                    <a:pt x="260" y="170853"/>
                  </a:lnTo>
                  <a:cubicBezTo>
                    <a:pt x="260" y="174041"/>
                    <a:pt x="260" y="177229"/>
                    <a:pt x="3791" y="177229"/>
                  </a:cubicBezTo>
                  <a:cubicBezTo>
                    <a:pt x="7321" y="177229"/>
                    <a:pt x="7321" y="174041"/>
                    <a:pt x="7321" y="170853"/>
                  </a:cubicBezTo>
                  <a:lnTo>
                    <a:pt x="7321" y="6471"/>
                  </a:lnTo>
                  <a:close/>
                </a:path>
              </a:pathLst>
            </a:custGeom>
            <a:solidFill>
              <a:srgbClr val="000000"/>
            </a:solidFill>
            <a:ln w="1771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32" name="任意形状 131">
              <a:extLst>
                <a:ext uri="{FF2B5EF4-FFF2-40B4-BE49-F238E27FC236}">
                  <a16:creationId xmlns:a16="http://schemas.microsoft.com/office/drawing/2014/main" id="{6A4D84E9-F938-80F0-DAB9-60DCA4D71D97}"/>
                </a:ext>
              </a:extLst>
            </p:cNvPr>
            <p:cNvSpPr/>
            <p:nvPr>
              <p:custDataLst>
                <p:tags r:id="rId267"/>
              </p:custDataLst>
            </p:nvPr>
          </p:nvSpPr>
          <p:spPr>
            <a:xfrm>
              <a:off x="7261948" y="3916512"/>
              <a:ext cx="234943" cy="247990"/>
            </a:xfrm>
            <a:custGeom>
              <a:avLst/>
              <a:gdLst>
                <a:gd name="connsiteX0" fmla="*/ 213851 w 234943"/>
                <a:gd name="connsiteY0" fmla="*/ 248067 h 247990"/>
                <a:gd name="connsiteX1" fmla="*/ 235209 w 234943"/>
                <a:gd name="connsiteY1" fmla="*/ 191384 h 247990"/>
                <a:gd name="connsiteX2" fmla="*/ 230796 w 234943"/>
                <a:gd name="connsiteY2" fmla="*/ 191384 h 247990"/>
                <a:gd name="connsiteX3" fmla="*/ 184902 w 234943"/>
                <a:gd name="connsiteY3" fmla="*/ 227165 h 247990"/>
                <a:gd name="connsiteX4" fmla="*/ 130005 w 234943"/>
                <a:gd name="connsiteY4" fmla="*/ 232657 h 247990"/>
                <a:gd name="connsiteX5" fmla="*/ 23566 w 234943"/>
                <a:gd name="connsiteY5" fmla="*/ 232657 h 247990"/>
                <a:gd name="connsiteX6" fmla="*/ 113413 w 234943"/>
                <a:gd name="connsiteY6" fmla="*/ 126907 h 247990"/>
                <a:gd name="connsiteX7" fmla="*/ 115002 w 234943"/>
                <a:gd name="connsiteY7" fmla="*/ 124072 h 247990"/>
                <a:gd name="connsiteX8" fmla="*/ 113766 w 234943"/>
                <a:gd name="connsiteY8" fmla="*/ 121415 h 247990"/>
                <a:gd name="connsiteX9" fmla="*/ 31509 w 234943"/>
                <a:gd name="connsiteY9" fmla="*/ 8580 h 247990"/>
                <a:gd name="connsiteX10" fmla="*/ 128240 w 234943"/>
                <a:gd name="connsiteY10" fmla="*/ 8580 h 247990"/>
                <a:gd name="connsiteX11" fmla="*/ 169545 w 234943"/>
                <a:gd name="connsiteY11" fmla="*/ 11414 h 247990"/>
                <a:gd name="connsiteX12" fmla="*/ 208379 w 234943"/>
                <a:gd name="connsiteY12" fmla="*/ 24699 h 247990"/>
                <a:gd name="connsiteX13" fmla="*/ 230796 w 234943"/>
                <a:gd name="connsiteY13" fmla="*/ 49853 h 247990"/>
                <a:gd name="connsiteX14" fmla="*/ 235209 w 234943"/>
                <a:gd name="connsiteY14" fmla="*/ 49853 h 247990"/>
                <a:gd name="connsiteX15" fmla="*/ 213851 w 234943"/>
                <a:gd name="connsiteY15" fmla="*/ 77 h 247990"/>
                <a:gd name="connsiteX16" fmla="*/ 5208 w 234943"/>
                <a:gd name="connsiteY16" fmla="*/ 77 h 247990"/>
                <a:gd name="connsiteX17" fmla="*/ 442 w 234943"/>
                <a:gd name="connsiteY17" fmla="*/ 1317 h 247990"/>
                <a:gd name="connsiteX18" fmla="*/ 266 w 234943"/>
                <a:gd name="connsiteY18" fmla="*/ 7163 h 247990"/>
                <a:gd name="connsiteX19" fmla="*/ 93643 w 234943"/>
                <a:gd name="connsiteY19" fmla="*/ 135409 h 247990"/>
                <a:gd name="connsiteX20" fmla="*/ 2208 w 234943"/>
                <a:gd name="connsiteY20" fmla="*/ 242931 h 247990"/>
                <a:gd name="connsiteX21" fmla="*/ 442 w 234943"/>
                <a:gd name="connsiteY21" fmla="*/ 246119 h 247990"/>
                <a:gd name="connsiteX22" fmla="*/ 5208 w 234943"/>
                <a:gd name="connsiteY22" fmla="*/ 248067 h 247990"/>
                <a:gd name="connsiteX23" fmla="*/ 213851 w 234943"/>
                <a:gd name="connsiteY23" fmla="*/ 248067 h 2479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34943" h="247990">
                  <a:moveTo>
                    <a:pt x="213851" y="248067"/>
                  </a:moveTo>
                  <a:lnTo>
                    <a:pt x="235209" y="191384"/>
                  </a:lnTo>
                  <a:lnTo>
                    <a:pt x="230796" y="191384"/>
                  </a:lnTo>
                  <a:cubicBezTo>
                    <a:pt x="223912" y="209806"/>
                    <a:pt x="205201" y="221851"/>
                    <a:pt x="184902" y="227165"/>
                  </a:cubicBezTo>
                  <a:cubicBezTo>
                    <a:pt x="181195" y="228051"/>
                    <a:pt x="163897" y="232657"/>
                    <a:pt x="130005" y="232657"/>
                  </a:cubicBezTo>
                  <a:lnTo>
                    <a:pt x="23566" y="232657"/>
                  </a:lnTo>
                  <a:lnTo>
                    <a:pt x="113413" y="126907"/>
                  </a:lnTo>
                  <a:cubicBezTo>
                    <a:pt x="114649" y="125490"/>
                    <a:pt x="115002" y="124958"/>
                    <a:pt x="115002" y="124072"/>
                  </a:cubicBezTo>
                  <a:cubicBezTo>
                    <a:pt x="115002" y="123718"/>
                    <a:pt x="115002" y="123187"/>
                    <a:pt x="113766" y="121415"/>
                  </a:cubicBezTo>
                  <a:lnTo>
                    <a:pt x="31509" y="8580"/>
                  </a:lnTo>
                  <a:lnTo>
                    <a:pt x="128240" y="8580"/>
                  </a:lnTo>
                  <a:cubicBezTo>
                    <a:pt x="151894" y="8580"/>
                    <a:pt x="167957" y="11060"/>
                    <a:pt x="169545" y="11414"/>
                  </a:cubicBezTo>
                  <a:cubicBezTo>
                    <a:pt x="179077" y="12831"/>
                    <a:pt x="194434" y="15843"/>
                    <a:pt x="208379" y="24699"/>
                  </a:cubicBezTo>
                  <a:cubicBezTo>
                    <a:pt x="212792" y="27533"/>
                    <a:pt x="224795" y="35505"/>
                    <a:pt x="230796" y="49853"/>
                  </a:cubicBezTo>
                  <a:lnTo>
                    <a:pt x="235209" y="49853"/>
                  </a:lnTo>
                  <a:lnTo>
                    <a:pt x="213851" y="77"/>
                  </a:lnTo>
                  <a:lnTo>
                    <a:pt x="5208" y="77"/>
                  </a:lnTo>
                  <a:cubicBezTo>
                    <a:pt x="1149" y="77"/>
                    <a:pt x="972" y="255"/>
                    <a:pt x="442" y="1317"/>
                  </a:cubicBezTo>
                  <a:cubicBezTo>
                    <a:pt x="266" y="1849"/>
                    <a:pt x="266" y="5214"/>
                    <a:pt x="266" y="7163"/>
                  </a:cubicBezTo>
                  <a:lnTo>
                    <a:pt x="93643" y="135409"/>
                  </a:lnTo>
                  <a:lnTo>
                    <a:pt x="2208" y="242931"/>
                  </a:lnTo>
                  <a:cubicBezTo>
                    <a:pt x="442" y="245056"/>
                    <a:pt x="442" y="245942"/>
                    <a:pt x="442" y="246119"/>
                  </a:cubicBezTo>
                  <a:cubicBezTo>
                    <a:pt x="442" y="248067"/>
                    <a:pt x="2031" y="248067"/>
                    <a:pt x="5208" y="248067"/>
                  </a:cubicBezTo>
                  <a:lnTo>
                    <a:pt x="213851" y="248067"/>
                  </a:lnTo>
                  <a:close/>
                </a:path>
              </a:pathLst>
            </a:custGeom>
            <a:solidFill>
              <a:srgbClr val="000000"/>
            </a:solidFill>
            <a:ln w="1771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33" name="任意形状 132">
              <a:extLst>
                <a:ext uri="{FF2B5EF4-FFF2-40B4-BE49-F238E27FC236}">
                  <a16:creationId xmlns:a16="http://schemas.microsoft.com/office/drawing/2014/main" id="{7A738158-E234-EEE7-7794-3DF484BA25C3}"/>
                </a:ext>
              </a:extLst>
            </p:cNvPr>
            <p:cNvSpPr/>
            <p:nvPr>
              <p:custDataLst>
                <p:tags r:id="rId268"/>
              </p:custDataLst>
            </p:nvPr>
          </p:nvSpPr>
          <p:spPr>
            <a:xfrm>
              <a:off x="7347495" y="4211795"/>
              <a:ext cx="67340" cy="87292"/>
            </a:xfrm>
            <a:custGeom>
              <a:avLst/>
              <a:gdLst>
                <a:gd name="connsiteX0" fmla="*/ 29678 w 67340"/>
                <a:gd name="connsiteY0" fmla="*/ 3819 h 87292"/>
                <a:gd name="connsiteX1" fmla="*/ 30173 w 67340"/>
                <a:gd name="connsiteY1" fmla="*/ 1835 h 87292"/>
                <a:gd name="connsiteX2" fmla="*/ 28196 w 67340"/>
                <a:gd name="connsiteY2" fmla="*/ 99 h 87292"/>
                <a:gd name="connsiteX3" fmla="*/ 12380 w 67340"/>
                <a:gd name="connsiteY3" fmla="*/ 1339 h 87292"/>
                <a:gd name="connsiteX4" fmla="*/ 9661 w 67340"/>
                <a:gd name="connsiteY4" fmla="*/ 4191 h 87292"/>
                <a:gd name="connsiteX5" fmla="*/ 12874 w 67340"/>
                <a:gd name="connsiteY5" fmla="*/ 5927 h 87292"/>
                <a:gd name="connsiteX6" fmla="*/ 18805 w 67340"/>
                <a:gd name="connsiteY6" fmla="*/ 7787 h 87292"/>
                <a:gd name="connsiteX7" fmla="*/ 18311 w 67340"/>
                <a:gd name="connsiteY7" fmla="*/ 10514 h 87292"/>
                <a:gd name="connsiteX8" fmla="*/ 889 w 67340"/>
                <a:gd name="connsiteY8" fmla="*/ 80696 h 87292"/>
                <a:gd name="connsiteX9" fmla="*/ 271 w 67340"/>
                <a:gd name="connsiteY9" fmla="*/ 83424 h 87292"/>
                <a:gd name="connsiteX10" fmla="*/ 4472 w 67340"/>
                <a:gd name="connsiteY10" fmla="*/ 87391 h 87292"/>
                <a:gd name="connsiteX11" fmla="*/ 9538 w 67340"/>
                <a:gd name="connsiteY11" fmla="*/ 84167 h 87292"/>
                <a:gd name="connsiteX12" fmla="*/ 11638 w 67340"/>
                <a:gd name="connsiteY12" fmla="*/ 76356 h 87292"/>
                <a:gd name="connsiteX13" fmla="*/ 14480 w 67340"/>
                <a:gd name="connsiteY13" fmla="*/ 65320 h 87292"/>
                <a:gd name="connsiteX14" fmla="*/ 16457 w 67340"/>
                <a:gd name="connsiteY14" fmla="*/ 56889 h 87292"/>
                <a:gd name="connsiteX15" fmla="*/ 20164 w 67340"/>
                <a:gd name="connsiteY15" fmla="*/ 48085 h 87292"/>
                <a:gd name="connsiteX16" fmla="*/ 39934 w 67340"/>
                <a:gd name="connsiteY16" fmla="*/ 34941 h 87292"/>
                <a:gd name="connsiteX17" fmla="*/ 47224 w 67340"/>
                <a:gd name="connsiteY17" fmla="*/ 43621 h 87292"/>
                <a:gd name="connsiteX18" fmla="*/ 39934 w 67340"/>
                <a:gd name="connsiteY18" fmla="*/ 70032 h 87292"/>
                <a:gd name="connsiteX19" fmla="*/ 38081 w 67340"/>
                <a:gd name="connsiteY19" fmla="*/ 76728 h 87292"/>
                <a:gd name="connsiteX20" fmla="*/ 49819 w 67340"/>
                <a:gd name="connsiteY20" fmla="*/ 87391 h 87292"/>
                <a:gd name="connsiteX21" fmla="*/ 67612 w 67340"/>
                <a:gd name="connsiteY21" fmla="*/ 68420 h 87292"/>
                <a:gd name="connsiteX22" fmla="*/ 65635 w 67340"/>
                <a:gd name="connsiteY22" fmla="*/ 66808 h 87292"/>
                <a:gd name="connsiteX23" fmla="*/ 63287 w 67340"/>
                <a:gd name="connsiteY23" fmla="*/ 68916 h 87292"/>
                <a:gd name="connsiteX24" fmla="*/ 50190 w 67340"/>
                <a:gd name="connsiteY24" fmla="*/ 83920 h 87292"/>
                <a:gd name="connsiteX25" fmla="*/ 47101 w 67340"/>
                <a:gd name="connsiteY25" fmla="*/ 79580 h 87292"/>
                <a:gd name="connsiteX26" fmla="*/ 49943 w 67340"/>
                <a:gd name="connsiteY26" fmla="*/ 69536 h 87292"/>
                <a:gd name="connsiteX27" fmla="*/ 56491 w 67340"/>
                <a:gd name="connsiteY27" fmla="*/ 45605 h 87292"/>
                <a:gd name="connsiteX28" fmla="*/ 51920 w 67340"/>
                <a:gd name="connsiteY28" fmla="*/ 34817 h 87292"/>
                <a:gd name="connsiteX29" fmla="*/ 40428 w 67340"/>
                <a:gd name="connsiteY29" fmla="*/ 31470 h 87292"/>
                <a:gd name="connsiteX30" fmla="*/ 20288 w 67340"/>
                <a:gd name="connsiteY30" fmla="*/ 41761 h 87292"/>
                <a:gd name="connsiteX31" fmla="*/ 29678 w 67340"/>
                <a:gd name="connsiteY31" fmla="*/ 3819 h 872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67340" h="87292">
                  <a:moveTo>
                    <a:pt x="29678" y="3819"/>
                  </a:moveTo>
                  <a:cubicBezTo>
                    <a:pt x="29802" y="3571"/>
                    <a:pt x="30173" y="1959"/>
                    <a:pt x="30173" y="1835"/>
                  </a:cubicBezTo>
                  <a:cubicBezTo>
                    <a:pt x="30173" y="1215"/>
                    <a:pt x="29678" y="99"/>
                    <a:pt x="28196" y="99"/>
                  </a:cubicBezTo>
                  <a:cubicBezTo>
                    <a:pt x="25724" y="99"/>
                    <a:pt x="15469" y="1091"/>
                    <a:pt x="12380" y="1339"/>
                  </a:cubicBezTo>
                  <a:cubicBezTo>
                    <a:pt x="11391" y="1463"/>
                    <a:pt x="9661" y="1587"/>
                    <a:pt x="9661" y="4191"/>
                  </a:cubicBezTo>
                  <a:cubicBezTo>
                    <a:pt x="9661" y="5927"/>
                    <a:pt x="11391" y="5927"/>
                    <a:pt x="12874" y="5927"/>
                  </a:cubicBezTo>
                  <a:cubicBezTo>
                    <a:pt x="18805" y="5927"/>
                    <a:pt x="18805" y="6795"/>
                    <a:pt x="18805" y="7787"/>
                  </a:cubicBezTo>
                  <a:cubicBezTo>
                    <a:pt x="18805" y="8655"/>
                    <a:pt x="18558" y="9398"/>
                    <a:pt x="18311" y="10514"/>
                  </a:cubicBezTo>
                  <a:lnTo>
                    <a:pt x="889" y="80696"/>
                  </a:lnTo>
                  <a:cubicBezTo>
                    <a:pt x="271" y="82928"/>
                    <a:pt x="271" y="83176"/>
                    <a:pt x="271" y="83424"/>
                  </a:cubicBezTo>
                  <a:cubicBezTo>
                    <a:pt x="271" y="85283"/>
                    <a:pt x="1754" y="87391"/>
                    <a:pt x="4472" y="87391"/>
                  </a:cubicBezTo>
                  <a:cubicBezTo>
                    <a:pt x="5831" y="87391"/>
                    <a:pt x="8179" y="86771"/>
                    <a:pt x="9538" y="84167"/>
                  </a:cubicBezTo>
                  <a:cubicBezTo>
                    <a:pt x="9909" y="83424"/>
                    <a:pt x="11021" y="78960"/>
                    <a:pt x="11638" y="76356"/>
                  </a:cubicBezTo>
                  <a:lnTo>
                    <a:pt x="14480" y="65320"/>
                  </a:lnTo>
                  <a:cubicBezTo>
                    <a:pt x="14851" y="63460"/>
                    <a:pt x="16087" y="58749"/>
                    <a:pt x="16457" y="56889"/>
                  </a:cubicBezTo>
                  <a:cubicBezTo>
                    <a:pt x="17693" y="52177"/>
                    <a:pt x="17693" y="52053"/>
                    <a:pt x="20164" y="48085"/>
                  </a:cubicBezTo>
                  <a:cubicBezTo>
                    <a:pt x="24118" y="42009"/>
                    <a:pt x="30296" y="34941"/>
                    <a:pt x="39934" y="34941"/>
                  </a:cubicBezTo>
                  <a:cubicBezTo>
                    <a:pt x="46853" y="34941"/>
                    <a:pt x="47224" y="40645"/>
                    <a:pt x="47224" y="43621"/>
                  </a:cubicBezTo>
                  <a:cubicBezTo>
                    <a:pt x="47224" y="51061"/>
                    <a:pt x="41911" y="64824"/>
                    <a:pt x="39934" y="70032"/>
                  </a:cubicBezTo>
                  <a:cubicBezTo>
                    <a:pt x="38575" y="73504"/>
                    <a:pt x="38081" y="74620"/>
                    <a:pt x="38081" y="76728"/>
                  </a:cubicBezTo>
                  <a:cubicBezTo>
                    <a:pt x="38081" y="83300"/>
                    <a:pt x="43517" y="87391"/>
                    <a:pt x="49819" y="87391"/>
                  </a:cubicBezTo>
                  <a:cubicBezTo>
                    <a:pt x="62175" y="87391"/>
                    <a:pt x="67612" y="70280"/>
                    <a:pt x="67612" y="68420"/>
                  </a:cubicBezTo>
                  <a:cubicBezTo>
                    <a:pt x="67612" y="66808"/>
                    <a:pt x="66006" y="66808"/>
                    <a:pt x="65635" y="66808"/>
                  </a:cubicBezTo>
                  <a:cubicBezTo>
                    <a:pt x="63905" y="66808"/>
                    <a:pt x="63781" y="67552"/>
                    <a:pt x="63287" y="68916"/>
                  </a:cubicBezTo>
                  <a:cubicBezTo>
                    <a:pt x="60445" y="78836"/>
                    <a:pt x="55009" y="83920"/>
                    <a:pt x="50190" y="83920"/>
                  </a:cubicBezTo>
                  <a:cubicBezTo>
                    <a:pt x="47595" y="83920"/>
                    <a:pt x="47101" y="82184"/>
                    <a:pt x="47101" y="79580"/>
                  </a:cubicBezTo>
                  <a:cubicBezTo>
                    <a:pt x="47101" y="76728"/>
                    <a:pt x="47718" y="75116"/>
                    <a:pt x="49943" y="69536"/>
                  </a:cubicBezTo>
                  <a:cubicBezTo>
                    <a:pt x="51425" y="65692"/>
                    <a:pt x="56491" y="52549"/>
                    <a:pt x="56491" y="45605"/>
                  </a:cubicBezTo>
                  <a:cubicBezTo>
                    <a:pt x="56491" y="43621"/>
                    <a:pt x="56491" y="38413"/>
                    <a:pt x="51920" y="34817"/>
                  </a:cubicBezTo>
                  <a:cubicBezTo>
                    <a:pt x="49819" y="33206"/>
                    <a:pt x="46236" y="31470"/>
                    <a:pt x="40428" y="31470"/>
                  </a:cubicBezTo>
                  <a:cubicBezTo>
                    <a:pt x="31408" y="31470"/>
                    <a:pt x="24860" y="36429"/>
                    <a:pt x="20288" y="41761"/>
                  </a:cubicBezTo>
                  <a:lnTo>
                    <a:pt x="29678" y="3819"/>
                  </a:lnTo>
                  <a:close/>
                </a:path>
              </a:pathLst>
            </a:custGeom>
            <a:solidFill>
              <a:srgbClr val="000000"/>
            </a:solidFill>
            <a:ln w="1771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34" name="任意形状 133">
              <a:extLst>
                <a:ext uri="{FF2B5EF4-FFF2-40B4-BE49-F238E27FC236}">
                  <a16:creationId xmlns:a16="http://schemas.microsoft.com/office/drawing/2014/main" id="{8367AADB-B68C-10F6-2F36-FD0761D18878}"/>
                </a:ext>
              </a:extLst>
            </p:cNvPr>
            <p:cNvSpPr/>
            <p:nvPr>
              <p:custDataLst>
                <p:tags r:id="rId269"/>
              </p:custDataLst>
            </p:nvPr>
          </p:nvSpPr>
          <p:spPr>
            <a:xfrm>
              <a:off x="7557456" y="3951940"/>
              <a:ext cx="7060" cy="177135"/>
            </a:xfrm>
            <a:custGeom>
              <a:avLst/>
              <a:gdLst>
                <a:gd name="connsiteX0" fmla="*/ 7343 w 7060"/>
                <a:gd name="connsiteY0" fmla="*/ 6464 h 177135"/>
                <a:gd name="connsiteX1" fmla="*/ 3812 w 7060"/>
                <a:gd name="connsiteY1" fmla="*/ 87 h 177135"/>
                <a:gd name="connsiteX2" fmla="*/ 282 w 7060"/>
                <a:gd name="connsiteY2" fmla="*/ 6464 h 177135"/>
                <a:gd name="connsiteX3" fmla="*/ 282 w 7060"/>
                <a:gd name="connsiteY3" fmla="*/ 170846 h 177135"/>
                <a:gd name="connsiteX4" fmla="*/ 3812 w 7060"/>
                <a:gd name="connsiteY4" fmla="*/ 177223 h 177135"/>
                <a:gd name="connsiteX5" fmla="*/ 7343 w 7060"/>
                <a:gd name="connsiteY5" fmla="*/ 170846 h 177135"/>
                <a:gd name="connsiteX6" fmla="*/ 7343 w 7060"/>
                <a:gd name="connsiteY6" fmla="*/ 6464 h 1771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060" h="177135">
                  <a:moveTo>
                    <a:pt x="7343" y="6464"/>
                  </a:moveTo>
                  <a:cubicBezTo>
                    <a:pt x="7343" y="3275"/>
                    <a:pt x="7343" y="87"/>
                    <a:pt x="3812" y="87"/>
                  </a:cubicBezTo>
                  <a:cubicBezTo>
                    <a:pt x="282" y="87"/>
                    <a:pt x="282" y="3275"/>
                    <a:pt x="282" y="6464"/>
                  </a:cubicBezTo>
                  <a:lnTo>
                    <a:pt x="282" y="170846"/>
                  </a:lnTo>
                  <a:cubicBezTo>
                    <a:pt x="282" y="174034"/>
                    <a:pt x="282" y="177223"/>
                    <a:pt x="3812" y="177223"/>
                  </a:cubicBezTo>
                  <a:cubicBezTo>
                    <a:pt x="7343" y="177223"/>
                    <a:pt x="7343" y="174034"/>
                    <a:pt x="7343" y="170846"/>
                  </a:cubicBezTo>
                  <a:lnTo>
                    <a:pt x="7343" y="6464"/>
                  </a:lnTo>
                  <a:close/>
                </a:path>
              </a:pathLst>
            </a:custGeom>
            <a:solidFill>
              <a:srgbClr val="000000"/>
            </a:solidFill>
            <a:ln w="1771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35" name="任意形状 134">
              <a:extLst>
                <a:ext uri="{FF2B5EF4-FFF2-40B4-BE49-F238E27FC236}">
                  <a16:creationId xmlns:a16="http://schemas.microsoft.com/office/drawing/2014/main" id="{697886E0-0921-CF69-870E-EACE7575C3F3}"/>
                </a:ext>
              </a:extLst>
            </p:cNvPr>
            <p:cNvSpPr/>
            <p:nvPr>
              <p:custDataLst>
                <p:tags r:id="rId270"/>
              </p:custDataLst>
            </p:nvPr>
          </p:nvSpPr>
          <p:spPr>
            <a:xfrm>
              <a:off x="7598192" y="3951940"/>
              <a:ext cx="62663" cy="177135"/>
            </a:xfrm>
            <a:custGeom>
              <a:avLst/>
              <a:gdLst>
                <a:gd name="connsiteX0" fmla="*/ 37530 w 62663"/>
                <a:gd name="connsiteY0" fmla="*/ 23646 h 177135"/>
                <a:gd name="connsiteX1" fmla="*/ 61359 w 62663"/>
                <a:gd name="connsiteY1" fmla="*/ 3984 h 177135"/>
                <a:gd name="connsiteX2" fmla="*/ 62948 w 62663"/>
                <a:gd name="connsiteY2" fmla="*/ 2035 h 177135"/>
                <a:gd name="connsiteX3" fmla="*/ 59594 w 62663"/>
                <a:gd name="connsiteY3" fmla="*/ 87 h 177135"/>
                <a:gd name="connsiteX4" fmla="*/ 25703 w 62663"/>
                <a:gd name="connsiteY4" fmla="*/ 22229 h 177135"/>
                <a:gd name="connsiteX5" fmla="*/ 25703 w 62663"/>
                <a:gd name="connsiteY5" fmla="*/ 62616 h 177135"/>
                <a:gd name="connsiteX6" fmla="*/ 18642 w 62663"/>
                <a:gd name="connsiteY6" fmla="*/ 81038 h 177135"/>
                <a:gd name="connsiteX7" fmla="*/ 1873 w 62663"/>
                <a:gd name="connsiteY7" fmla="*/ 86706 h 177135"/>
                <a:gd name="connsiteX8" fmla="*/ 285 w 62663"/>
                <a:gd name="connsiteY8" fmla="*/ 88655 h 177135"/>
                <a:gd name="connsiteX9" fmla="*/ 3109 w 62663"/>
                <a:gd name="connsiteY9" fmla="*/ 90603 h 177135"/>
                <a:gd name="connsiteX10" fmla="*/ 25174 w 62663"/>
                <a:gd name="connsiteY10" fmla="*/ 106368 h 177135"/>
                <a:gd name="connsiteX11" fmla="*/ 25703 w 62663"/>
                <a:gd name="connsiteY11" fmla="*/ 115048 h 177135"/>
                <a:gd name="connsiteX12" fmla="*/ 25703 w 62663"/>
                <a:gd name="connsiteY12" fmla="*/ 150121 h 177135"/>
                <a:gd name="connsiteX13" fmla="*/ 34176 w 62663"/>
                <a:gd name="connsiteY13" fmla="*/ 169960 h 177135"/>
                <a:gd name="connsiteX14" fmla="*/ 59594 w 62663"/>
                <a:gd name="connsiteY14" fmla="*/ 177223 h 177135"/>
                <a:gd name="connsiteX15" fmla="*/ 62948 w 62663"/>
                <a:gd name="connsiteY15" fmla="*/ 175274 h 177135"/>
                <a:gd name="connsiteX16" fmla="*/ 60124 w 62663"/>
                <a:gd name="connsiteY16" fmla="*/ 173326 h 177135"/>
                <a:gd name="connsiteX17" fmla="*/ 38059 w 62663"/>
                <a:gd name="connsiteY17" fmla="*/ 157915 h 177135"/>
                <a:gd name="connsiteX18" fmla="*/ 37530 w 62663"/>
                <a:gd name="connsiteY18" fmla="*/ 149589 h 177135"/>
                <a:gd name="connsiteX19" fmla="*/ 37530 w 62663"/>
                <a:gd name="connsiteY19" fmla="*/ 112391 h 177135"/>
                <a:gd name="connsiteX20" fmla="*/ 30469 w 62663"/>
                <a:gd name="connsiteY20" fmla="*/ 95563 h 177135"/>
                <a:gd name="connsiteX21" fmla="*/ 16701 w 62663"/>
                <a:gd name="connsiteY21" fmla="*/ 88655 h 177135"/>
                <a:gd name="connsiteX22" fmla="*/ 37530 w 62663"/>
                <a:gd name="connsiteY22" fmla="*/ 66159 h 177135"/>
                <a:gd name="connsiteX23" fmla="*/ 37530 w 62663"/>
                <a:gd name="connsiteY23" fmla="*/ 23646 h 1771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62663" h="177135">
                  <a:moveTo>
                    <a:pt x="37530" y="23646"/>
                  </a:moveTo>
                  <a:cubicBezTo>
                    <a:pt x="37530" y="16561"/>
                    <a:pt x="42119" y="5224"/>
                    <a:pt x="61359" y="3984"/>
                  </a:cubicBezTo>
                  <a:cubicBezTo>
                    <a:pt x="62242" y="3807"/>
                    <a:pt x="62948" y="3098"/>
                    <a:pt x="62948" y="2035"/>
                  </a:cubicBezTo>
                  <a:cubicBezTo>
                    <a:pt x="62948" y="87"/>
                    <a:pt x="61536" y="87"/>
                    <a:pt x="59594" y="87"/>
                  </a:cubicBezTo>
                  <a:cubicBezTo>
                    <a:pt x="41943" y="87"/>
                    <a:pt x="25880" y="9121"/>
                    <a:pt x="25703" y="22229"/>
                  </a:cubicBezTo>
                  <a:lnTo>
                    <a:pt x="25703" y="62616"/>
                  </a:lnTo>
                  <a:cubicBezTo>
                    <a:pt x="25703" y="69524"/>
                    <a:pt x="25703" y="75192"/>
                    <a:pt x="18642" y="81038"/>
                  </a:cubicBezTo>
                  <a:cubicBezTo>
                    <a:pt x="12464" y="86175"/>
                    <a:pt x="5757" y="86529"/>
                    <a:pt x="1873" y="86706"/>
                  </a:cubicBezTo>
                  <a:cubicBezTo>
                    <a:pt x="991" y="86883"/>
                    <a:pt x="285" y="87592"/>
                    <a:pt x="285" y="88655"/>
                  </a:cubicBezTo>
                  <a:cubicBezTo>
                    <a:pt x="285" y="90426"/>
                    <a:pt x="1344" y="90426"/>
                    <a:pt x="3109" y="90603"/>
                  </a:cubicBezTo>
                  <a:cubicBezTo>
                    <a:pt x="14759" y="91312"/>
                    <a:pt x="23232" y="97689"/>
                    <a:pt x="25174" y="106368"/>
                  </a:cubicBezTo>
                  <a:cubicBezTo>
                    <a:pt x="25703" y="108317"/>
                    <a:pt x="25703" y="108671"/>
                    <a:pt x="25703" y="115048"/>
                  </a:cubicBezTo>
                  <a:lnTo>
                    <a:pt x="25703" y="150121"/>
                  </a:lnTo>
                  <a:cubicBezTo>
                    <a:pt x="25703" y="157561"/>
                    <a:pt x="25703" y="163229"/>
                    <a:pt x="34176" y="169960"/>
                  </a:cubicBezTo>
                  <a:cubicBezTo>
                    <a:pt x="41060" y="175274"/>
                    <a:pt x="52710" y="177223"/>
                    <a:pt x="59594" y="177223"/>
                  </a:cubicBezTo>
                  <a:cubicBezTo>
                    <a:pt x="61536" y="177223"/>
                    <a:pt x="62948" y="177223"/>
                    <a:pt x="62948" y="175274"/>
                  </a:cubicBezTo>
                  <a:cubicBezTo>
                    <a:pt x="62948" y="173503"/>
                    <a:pt x="61889" y="173503"/>
                    <a:pt x="60124" y="173326"/>
                  </a:cubicBezTo>
                  <a:cubicBezTo>
                    <a:pt x="49003" y="172617"/>
                    <a:pt x="40354" y="166949"/>
                    <a:pt x="38059" y="157915"/>
                  </a:cubicBezTo>
                  <a:cubicBezTo>
                    <a:pt x="37530" y="156321"/>
                    <a:pt x="37530" y="155966"/>
                    <a:pt x="37530" y="149589"/>
                  </a:cubicBezTo>
                  <a:lnTo>
                    <a:pt x="37530" y="112391"/>
                  </a:lnTo>
                  <a:cubicBezTo>
                    <a:pt x="37530" y="104243"/>
                    <a:pt x="36118" y="101231"/>
                    <a:pt x="30469" y="95563"/>
                  </a:cubicBezTo>
                  <a:cubicBezTo>
                    <a:pt x="26762" y="91843"/>
                    <a:pt x="21643" y="90072"/>
                    <a:pt x="16701" y="88655"/>
                  </a:cubicBezTo>
                  <a:cubicBezTo>
                    <a:pt x="31175" y="84581"/>
                    <a:pt x="37530" y="76432"/>
                    <a:pt x="37530" y="66159"/>
                  </a:cubicBezTo>
                  <a:lnTo>
                    <a:pt x="37530" y="23646"/>
                  </a:lnTo>
                  <a:close/>
                </a:path>
              </a:pathLst>
            </a:custGeom>
            <a:solidFill>
              <a:srgbClr val="000000"/>
            </a:solidFill>
            <a:ln w="1771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36" name="任意形状 135">
              <a:extLst>
                <a:ext uri="{FF2B5EF4-FFF2-40B4-BE49-F238E27FC236}">
                  <a16:creationId xmlns:a16="http://schemas.microsoft.com/office/drawing/2014/main" id="{73FB06C1-B73C-4C63-F067-2F0C04901F41}"/>
                </a:ext>
              </a:extLst>
            </p:cNvPr>
            <p:cNvSpPr/>
            <p:nvPr>
              <p:custDataLst>
                <p:tags r:id="rId271"/>
              </p:custDataLst>
            </p:nvPr>
          </p:nvSpPr>
          <p:spPr>
            <a:xfrm>
              <a:off x="7707220" y="3973905"/>
              <a:ext cx="54190" cy="112835"/>
            </a:xfrm>
            <a:custGeom>
              <a:avLst/>
              <a:gdLst>
                <a:gd name="connsiteX0" fmla="*/ 32594 w 54190"/>
                <a:gd name="connsiteY0" fmla="*/ 40120 h 112835"/>
                <a:gd name="connsiteX1" fmla="*/ 49186 w 54190"/>
                <a:gd name="connsiteY1" fmla="*/ 40120 h 112835"/>
                <a:gd name="connsiteX2" fmla="*/ 54482 w 54190"/>
                <a:gd name="connsiteY2" fmla="*/ 36577 h 112835"/>
                <a:gd name="connsiteX3" fmla="*/ 49539 w 54190"/>
                <a:gd name="connsiteY3" fmla="*/ 34628 h 112835"/>
                <a:gd name="connsiteX4" fmla="*/ 34006 w 54190"/>
                <a:gd name="connsiteY4" fmla="*/ 34628 h 112835"/>
                <a:gd name="connsiteX5" fmla="*/ 41243 w 54190"/>
                <a:gd name="connsiteY5" fmla="*/ 4870 h 112835"/>
                <a:gd name="connsiteX6" fmla="*/ 36124 w 54190"/>
                <a:gd name="connsiteY6" fmla="*/ 87 h 112835"/>
                <a:gd name="connsiteX7" fmla="*/ 29064 w 54190"/>
                <a:gd name="connsiteY7" fmla="*/ 6464 h 112835"/>
                <a:gd name="connsiteX8" fmla="*/ 22179 w 54190"/>
                <a:gd name="connsiteY8" fmla="*/ 34628 h 112835"/>
                <a:gd name="connsiteX9" fmla="*/ 5587 w 54190"/>
                <a:gd name="connsiteY9" fmla="*/ 34628 h 112835"/>
                <a:gd name="connsiteX10" fmla="*/ 291 w 54190"/>
                <a:gd name="connsiteY10" fmla="*/ 37994 h 112835"/>
                <a:gd name="connsiteX11" fmla="*/ 5234 w 54190"/>
                <a:gd name="connsiteY11" fmla="*/ 40120 h 112835"/>
                <a:gd name="connsiteX12" fmla="*/ 20767 w 54190"/>
                <a:gd name="connsiteY12" fmla="*/ 40120 h 112835"/>
                <a:gd name="connsiteX13" fmla="*/ 7352 w 54190"/>
                <a:gd name="connsiteY13" fmla="*/ 96626 h 112835"/>
                <a:gd name="connsiteX14" fmla="*/ 23592 w 54190"/>
                <a:gd name="connsiteY14" fmla="*/ 112922 h 112835"/>
                <a:gd name="connsiteX15" fmla="*/ 51658 w 54190"/>
                <a:gd name="connsiteY15" fmla="*/ 85643 h 112835"/>
                <a:gd name="connsiteX16" fmla="*/ 49539 w 54190"/>
                <a:gd name="connsiteY16" fmla="*/ 83872 h 112835"/>
                <a:gd name="connsiteX17" fmla="*/ 46892 w 54190"/>
                <a:gd name="connsiteY17" fmla="*/ 86352 h 112835"/>
                <a:gd name="connsiteX18" fmla="*/ 23945 w 54190"/>
                <a:gd name="connsiteY18" fmla="*/ 109025 h 112835"/>
                <a:gd name="connsiteX19" fmla="*/ 18473 w 54190"/>
                <a:gd name="connsiteY19" fmla="*/ 100877 h 112835"/>
                <a:gd name="connsiteX20" fmla="*/ 19532 w 54190"/>
                <a:gd name="connsiteY20" fmla="*/ 92375 h 112835"/>
                <a:gd name="connsiteX21" fmla="*/ 32594 w 54190"/>
                <a:gd name="connsiteY21" fmla="*/ 40120 h 1128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54190" h="112835">
                  <a:moveTo>
                    <a:pt x="32594" y="40120"/>
                  </a:moveTo>
                  <a:lnTo>
                    <a:pt x="49186" y="40120"/>
                  </a:lnTo>
                  <a:cubicBezTo>
                    <a:pt x="52717" y="40120"/>
                    <a:pt x="54482" y="40120"/>
                    <a:pt x="54482" y="36577"/>
                  </a:cubicBezTo>
                  <a:cubicBezTo>
                    <a:pt x="54482" y="34628"/>
                    <a:pt x="52717" y="34628"/>
                    <a:pt x="49539" y="34628"/>
                  </a:cubicBezTo>
                  <a:lnTo>
                    <a:pt x="34006" y="34628"/>
                  </a:lnTo>
                  <a:cubicBezTo>
                    <a:pt x="40361" y="9475"/>
                    <a:pt x="41243" y="5932"/>
                    <a:pt x="41243" y="4870"/>
                  </a:cubicBezTo>
                  <a:cubicBezTo>
                    <a:pt x="41243" y="1858"/>
                    <a:pt x="39125" y="87"/>
                    <a:pt x="36124" y="87"/>
                  </a:cubicBezTo>
                  <a:cubicBezTo>
                    <a:pt x="35595" y="87"/>
                    <a:pt x="30652" y="264"/>
                    <a:pt x="29064" y="6464"/>
                  </a:cubicBezTo>
                  <a:lnTo>
                    <a:pt x="22179" y="34628"/>
                  </a:lnTo>
                  <a:lnTo>
                    <a:pt x="5587" y="34628"/>
                  </a:lnTo>
                  <a:cubicBezTo>
                    <a:pt x="2057" y="34628"/>
                    <a:pt x="291" y="34628"/>
                    <a:pt x="291" y="37994"/>
                  </a:cubicBezTo>
                  <a:cubicBezTo>
                    <a:pt x="291" y="40120"/>
                    <a:pt x="1704" y="40120"/>
                    <a:pt x="5234" y="40120"/>
                  </a:cubicBezTo>
                  <a:lnTo>
                    <a:pt x="20767" y="40120"/>
                  </a:lnTo>
                  <a:cubicBezTo>
                    <a:pt x="8058" y="90426"/>
                    <a:pt x="7352" y="93437"/>
                    <a:pt x="7352" y="96626"/>
                  </a:cubicBezTo>
                  <a:cubicBezTo>
                    <a:pt x="7352" y="106191"/>
                    <a:pt x="14060" y="112922"/>
                    <a:pt x="23592" y="112922"/>
                  </a:cubicBezTo>
                  <a:cubicBezTo>
                    <a:pt x="41596" y="112922"/>
                    <a:pt x="51658" y="87061"/>
                    <a:pt x="51658" y="85643"/>
                  </a:cubicBezTo>
                  <a:cubicBezTo>
                    <a:pt x="51658" y="83872"/>
                    <a:pt x="50246" y="83872"/>
                    <a:pt x="49539" y="83872"/>
                  </a:cubicBezTo>
                  <a:cubicBezTo>
                    <a:pt x="47951" y="83872"/>
                    <a:pt x="47774" y="84404"/>
                    <a:pt x="46892" y="86352"/>
                  </a:cubicBezTo>
                  <a:cubicBezTo>
                    <a:pt x="39302" y="104774"/>
                    <a:pt x="29946" y="109025"/>
                    <a:pt x="23945" y="109025"/>
                  </a:cubicBezTo>
                  <a:cubicBezTo>
                    <a:pt x="20238" y="109025"/>
                    <a:pt x="18473" y="106723"/>
                    <a:pt x="18473" y="100877"/>
                  </a:cubicBezTo>
                  <a:cubicBezTo>
                    <a:pt x="18473" y="96626"/>
                    <a:pt x="18826" y="95386"/>
                    <a:pt x="19532" y="92375"/>
                  </a:cubicBezTo>
                  <a:lnTo>
                    <a:pt x="32594" y="40120"/>
                  </a:lnTo>
                  <a:close/>
                </a:path>
              </a:pathLst>
            </a:custGeom>
            <a:solidFill>
              <a:srgbClr val="000000"/>
            </a:solidFill>
            <a:ln w="1771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37" name="任意形状 136">
              <a:extLst>
                <a:ext uri="{FF2B5EF4-FFF2-40B4-BE49-F238E27FC236}">
                  <a16:creationId xmlns:a16="http://schemas.microsoft.com/office/drawing/2014/main" id="{8ADA732B-88E3-CB43-0AAA-407B5042C0D4}"/>
                </a:ext>
              </a:extLst>
            </p:cNvPr>
            <p:cNvSpPr/>
            <p:nvPr>
              <p:custDataLst>
                <p:tags r:id="rId272"/>
              </p:custDataLst>
            </p:nvPr>
          </p:nvSpPr>
          <p:spPr>
            <a:xfrm>
              <a:off x="7836939" y="3951940"/>
              <a:ext cx="7060" cy="177135"/>
            </a:xfrm>
            <a:custGeom>
              <a:avLst/>
              <a:gdLst>
                <a:gd name="connsiteX0" fmla="*/ 7358 w 7060"/>
                <a:gd name="connsiteY0" fmla="*/ 6464 h 177135"/>
                <a:gd name="connsiteX1" fmla="*/ 3828 w 7060"/>
                <a:gd name="connsiteY1" fmla="*/ 87 h 177135"/>
                <a:gd name="connsiteX2" fmla="*/ 298 w 7060"/>
                <a:gd name="connsiteY2" fmla="*/ 6464 h 177135"/>
                <a:gd name="connsiteX3" fmla="*/ 298 w 7060"/>
                <a:gd name="connsiteY3" fmla="*/ 170846 h 177135"/>
                <a:gd name="connsiteX4" fmla="*/ 3828 w 7060"/>
                <a:gd name="connsiteY4" fmla="*/ 177223 h 177135"/>
                <a:gd name="connsiteX5" fmla="*/ 7358 w 7060"/>
                <a:gd name="connsiteY5" fmla="*/ 170846 h 177135"/>
                <a:gd name="connsiteX6" fmla="*/ 7358 w 7060"/>
                <a:gd name="connsiteY6" fmla="*/ 6464 h 1771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060" h="177135">
                  <a:moveTo>
                    <a:pt x="7358" y="6464"/>
                  </a:moveTo>
                  <a:cubicBezTo>
                    <a:pt x="7358" y="3275"/>
                    <a:pt x="7358" y="87"/>
                    <a:pt x="3828" y="87"/>
                  </a:cubicBezTo>
                  <a:cubicBezTo>
                    <a:pt x="298" y="87"/>
                    <a:pt x="298" y="3275"/>
                    <a:pt x="298" y="6464"/>
                  </a:cubicBezTo>
                  <a:lnTo>
                    <a:pt x="298" y="170846"/>
                  </a:lnTo>
                  <a:cubicBezTo>
                    <a:pt x="298" y="174034"/>
                    <a:pt x="298" y="177223"/>
                    <a:pt x="3828" y="177223"/>
                  </a:cubicBezTo>
                  <a:cubicBezTo>
                    <a:pt x="7358" y="177223"/>
                    <a:pt x="7358" y="174034"/>
                    <a:pt x="7358" y="170846"/>
                  </a:cubicBezTo>
                  <a:lnTo>
                    <a:pt x="7358" y="6464"/>
                  </a:lnTo>
                  <a:close/>
                </a:path>
              </a:pathLst>
            </a:custGeom>
            <a:solidFill>
              <a:srgbClr val="000000"/>
            </a:solidFill>
            <a:ln w="1771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38" name="任意形状 137">
              <a:extLst>
                <a:ext uri="{FF2B5EF4-FFF2-40B4-BE49-F238E27FC236}">
                  <a16:creationId xmlns:a16="http://schemas.microsoft.com/office/drawing/2014/main" id="{85CBC0EC-5C9B-8A0F-DCD0-F8B113B52294}"/>
                </a:ext>
              </a:extLst>
            </p:cNvPr>
            <p:cNvSpPr/>
            <p:nvPr>
              <p:custDataLst>
                <p:tags r:id="rId273"/>
              </p:custDataLst>
            </p:nvPr>
          </p:nvSpPr>
          <p:spPr>
            <a:xfrm>
              <a:off x="7931473" y="3951940"/>
              <a:ext cx="40951" cy="177135"/>
            </a:xfrm>
            <a:custGeom>
              <a:avLst/>
              <a:gdLst>
                <a:gd name="connsiteX0" fmla="*/ 41255 w 40951"/>
                <a:gd name="connsiteY0" fmla="*/ 175451 h 177135"/>
                <a:gd name="connsiteX1" fmla="*/ 38254 w 40951"/>
                <a:gd name="connsiteY1" fmla="*/ 171554 h 177135"/>
                <a:gd name="connsiteX2" fmla="*/ 10541 w 40951"/>
                <a:gd name="connsiteY2" fmla="*/ 88655 h 177135"/>
                <a:gd name="connsiteX3" fmla="*/ 38960 w 40951"/>
                <a:gd name="connsiteY3" fmla="*/ 4870 h 177135"/>
                <a:gd name="connsiteX4" fmla="*/ 41255 w 40951"/>
                <a:gd name="connsiteY4" fmla="*/ 1858 h 177135"/>
                <a:gd name="connsiteX5" fmla="*/ 39490 w 40951"/>
                <a:gd name="connsiteY5" fmla="*/ 87 h 177135"/>
                <a:gd name="connsiteX6" fmla="*/ 11424 w 40951"/>
                <a:gd name="connsiteY6" fmla="*/ 34628 h 177135"/>
                <a:gd name="connsiteX7" fmla="*/ 303 w 40951"/>
                <a:gd name="connsiteY7" fmla="*/ 88655 h 177135"/>
                <a:gd name="connsiteX8" fmla="*/ 11953 w 40951"/>
                <a:gd name="connsiteY8" fmla="*/ 143921 h 177135"/>
                <a:gd name="connsiteX9" fmla="*/ 39490 w 40951"/>
                <a:gd name="connsiteY9" fmla="*/ 177223 h 177135"/>
                <a:gd name="connsiteX10" fmla="*/ 41255 w 40951"/>
                <a:gd name="connsiteY10" fmla="*/ 175451 h 1771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40951" h="177135">
                  <a:moveTo>
                    <a:pt x="41255" y="175451"/>
                  </a:moveTo>
                  <a:cubicBezTo>
                    <a:pt x="41255" y="174920"/>
                    <a:pt x="41255" y="174566"/>
                    <a:pt x="38254" y="171554"/>
                  </a:cubicBezTo>
                  <a:cubicBezTo>
                    <a:pt x="16190" y="149235"/>
                    <a:pt x="10541" y="115757"/>
                    <a:pt x="10541" y="88655"/>
                  </a:cubicBezTo>
                  <a:cubicBezTo>
                    <a:pt x="10541" y="57833"/>
                    <a:pt x="17249" y="27012"/>
                    <a:pt x="38960" y="4870"/>
                  </a:cubicBezTo>
                  <a:cubicBezTo>
                    <a:pt x="41255" y="2744"/>
                    <a:pt x="41255" y="2390"/>
                    <a:pt x="41255" y="1858"/>
                  </a:cubicBezTo>
                  <a:cubicBezTo>
                    <a:pt x="41255" y="618"/>
                    <a:pt x="40549" y="87"/>
                    <a:pt x="39490" y="87"/>
                  </a:cubicBezTo>
                  <a:cubicBezTo>
                    <a:pt x="37725" y="87"/>
                    <a:pt x="21838" y="12132"/>
                    <a:pt x="11424" y="34628"/>
                  </a:cubicBezTo>
                  <a:cubicBezTo>
                    <a:pt x="2422" y="54113"/>
                    <a:pt x="303" y="73775"/>
                    <a:pt x="303" y="88655"/>
                  </a:cubicBezTo>
                  <a:cubicBezTo>
                    <a:pt x="303" y="102471"/>
                    <a:pt x="2245" y="123905"/>
                    <a:pt x="11953" y="143921"/>
                  </a:cubicBezTo>
                  <a:cubicBezTo>
                    <a:pt x="22544" y="165709"/>
                    <a:pt x="37725" y="177223"/>
                    <a:pt x="39490" y="177223"/>
                  </a:cubicBezTo>
                  <a:cubicBezTo>
                    <a:pt x="40549" y="177223"/>
                    <a:pt x="41255" y="176691"/>
                    <a:pt x="41255" y="175451"/>
                  </a:cubicBezTo>
                  <a:close/>
                </a:path>
              </a:pathLst>
            </a:custGeom>
            <a:solidFill>
              <a:srgbClr val="000000"/>
            </a:solidFill>
            <a:ln w="1771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39" name="任意形状 138">
              <a:extLst>
                <a:ext uri="{FF2B5EF4-FFF2-40B4-BE49-F238E27FC236}">
                  <a16:creationId xmlns:a16="http://schemas.microsoft.com/office/drawing/2014/main" id="{BA81DE44-52A6-B0A9-8B3E-61835D4D975B}"/>
                </a:ext>
              </a:extLst>
            </p:cNvPr>
            <p:cNvSpPr/>
            <p:nvPr>
              <p:custDataLst>
                <p:tags r:id="rId274"/>
              </p:custDataLst>
            </p:nvPr>
          </p:nvSpPr>
          <p:spPr>
            <a:xfrm>
              <a:off x="7992351" y="3961860"/>
              <a:ext cx="86669" cy="124880"/>
            </a:xfrm>
            <a:custGeom>
              <a:avLst/>
              <a:gdLst>
                <a:gd name="connsiteX0" fmla="*/ 41259 w 86669"/>
                <a:gd name="connsiteY0" fmla="*/ 2035 h 124880"/>
                <a:gd name="connsiteX1" fmla="*/ 38964 w 86669"/>
                <a:gd name="connsiteY1" fmla="*/ 87 h 124880"/>
                <a:gd name="connsiteX2" fmla="*/ 17429 w 86669"/>
                <a:gd name="connsiteY2" fmla="*/ 1858 h 124880"/>
                <a:gd name="connsiteX3" fmla="*/ 14075 w 86669"/>
                <a:gd name="connsiteY3" fmla="*/ 5401 h 124880"/>
                <a:gd name="connsiteX4" fmla="*/ 18312 w 86669"/>
                <a:gd name="connsiteY4" fmla="*/ 7527 h 124880"/>
                <a:gd name="connsiteX5" fmla="*/ 27138 w 86669"/>
                <a:gd name="connsiteY5" fmla="*/ 10538 h 124880"/>
                <a:gd name="connsiteX6" fmla="*/ 26608 w 86669"/>
                <a:gd name="connsiteY6" fmla="*/ 14081 h 124880"/>
                <a:gd name="connsiteX7" fmla="*/ 1013 w 86669"/>
                <a:gd name="connsiteY7" fmla="*/ 116111 h 124880"/>
                <a:gd name="connsiteX8" fmla="*/ 307 w 86669"/>
                <a:gd name="connsiteY8" fmla="*/ 120008 h 124880"/>
                <a:gd name="connsiteX9" fmla="*/ 5426 w 86669"/>
                <a:gd name="connsiteY9" fmla="*/ 124968 h 124880"/>
                <a:gd name="connsiteX10" fmla="*/ 11957 w 86669"/>
                <a:gd name="connsiteY10" fmla="*/ 120362 h 124880"/>
                <a:gd name="connsiteX11" fmla="*/ 15311 w 86669"/>
                <a:gd name="connsiteY11" fmla="*/ 106900 h 124880"/>
                <a:gd name="connsiteX12" fmla="*/ 19194 w 86669"/>
                <a:gd name="connsiteY12" fmla="*/ 90958 h 124880"/>
                <a:gd name="connsiteX13" fmla="*/ 22195 w 86669"/>
                <a:gd name="connsiteY13" fmla="*/ 79089 h 124880"/>
                <a:gd name="connsiteX14" fmla="*/ 24137 w 86669"/>
                <a:gd name="connsiteY14" fmla="*/ 71118 h 124880"/>
                <a:gd name="connsiteX15" fmla="*/ 36140 w 86669"/>
                <a:gd name="connsiteY15" fmla="*/ 54822 h 124880"/>
                <a:gd name="connsiteX16" fmla="*/ 53086 w 86669"/>
                <a:gd name="connsiteY16" fmla="*/ 48622 h 124880"/>
                <a:gd name="connsiteX17" fmla="*/ 62617 w 86669"/>
                <a:gd name="connsiteY17" fmla="*/ 61022 h 124880"/>
                <a:gd name="connsiteX18" fmla="*/ 51673 w 86669"/>
                <a:gd name="connsiteY18" fmla="*/ 100700 h 124880"/>
                <a:gd name="connsiteX19" fmla="*/ 49379 w 86669"/>
                <a:gd name="connsiteY19" fmla="*/ 110442 h 124880"/>
                <a:gd name="connsiteX20" fmla="*/ 63853 w 86669"/>
                <a:gd name="connsiteY20" fmla="*/ 124968 h 124880"/>
                <a:gd name="connsiteX21" fmla="*/ 86977 w 86669"/>
                <a:gd name="connsiteY21" fmla="*/ 97689 h 124880"/>
                <a:gd name="connsiteX22" fmla="*/ 84859 w 86669"/>
                <a:gd name="connsiteY22" fmla="*/ 95917 h 124880"/>
                <a:gd name="connsiteX23" fmla="*/ 82211 w 86669"/>
                <a:gd name="connsiteY23" fmla="*/ 99106 h 124880"/>
                <a:gd name="connsiteX24" fmla="*/ 64206 w 86669"/>
                <a:gd name="connsiteY24" fmla="*/ 121071 h 124880"/>
                <a:gd name="connsiteX25" fmla="*/ 59970 w 86669"/>
                <a:gd name="connsiteY25" fmla="*/ 115225 h 124880"/>
                <a:gd name="connsiteX26" fmla="*/ 63147 w 86669"/>
                <a:gd name="connsiteY26" fmla="*/ 102648 h 124880"/>
                <a:gd name="connsiteX27" fmla="*/ 73915 w 86669"/>
                <a:gd name="connsiteY27" fmla="*/ 63679 h 124880"/>
                <a:gd name="connsiteX28" fmla="*/ 53615 w 86669"/>
                <a:gd name="connsiteY28" fmla="*/ 44725 h 124880"/>
                <a:gd name="connsiteX29" fmla="*/ 27491 w 86669"/>
                <a:gd name="connsiteY29" fmla="*/ 58365 h 124880"/>
                <a:gd name="connsiteX30" fmla="*/ 41259 w 86669"/>
                <a:gd name="connsiteY30" fmla="*/ 2035 h 1248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86669" h="124880">
                  <a:moveTo>
                    <a:pt x="41259" y="2035"/>
                  </a:moveTo>
                  <a:cubicBezTo>
                    <a:pt x="41259" y="1858"/>
                    <a:pt x="41259" y="87"/>
                    <a:pt x="38964" y="87"/>
                  </a:cubicBezTo>
                  <a:cubicBezTo>
                    <a:pt x="34904" y="87"/>
                    <a:pt x="22019" y="1504"/>
                    <a:pt x="17429" y="1858"/>
                  </a:cubicBezTo>
                  <a:cubicBezTo>
                    <a:pt x="16017" y="2035"/>
                    <a:pt x="14075" y="2213"/>
                    <a:pt x="14075" y="5401"/>
                  </a:cubicBezTo>
                  <a:cubicBezTo>
                    <a:pt x="14075" y="7527"/>
                    <a:pt x="15664" y="7527"/>
                    <a:pt x="18312" y="7527"/>
                  </a:cubicBezTo>
                  <a:cubicBezTo>
                    <a:pt x="26785" y="7527"/>
                    <a:pt x="27138" y="8767"/>
                    <a:pt x="27138" y="10538"/>
                  </a:cubicBezTo>
                  <a:lnTo>
                    <a:pt x="26608" y="14081"/>
                  </a:lnTo>
                  <a:lnTo>
                    <a:pt x="1013" y="116111"/>
                  </a:lnTo>
                  <a:cubicBezTo>
                    <a:pt x="307" y="118591"/>
                    <a:pt x="307" y="118945"/>
                    <a:pt x="307" y="120008"/>
                  </a:cubicBezTo>
                  <a:cubicBezTo>
                    <a:pt x="307" y="124082"/>
                    <a:pt x="3838" y="124968"/>
                    <a:pt x="5426" y="124968"/>
                  </a:cubicBezTo>
                  <a:cubicBezTo>
                    <a:pt x="8250" y="124968"/>
                    <a:pt x="11075" y="122842"/>
                    <a:pt x="11957" y="120362"/>
                  </a:cubicBezTo>
                  <a:lnTo>
                    <a:pt x="15311" y="106900"/>
                  </a:lnTo>
                  <a:lnTo>
                    <a:pt x="19194" y="90958"/>
                  </a:lnTo>
                  <a:cubicBezTo>
                    <a:pt x="20254" y="87061"/>
                    <a:pt x="21313" y="83164"/>
                    <a:pt x="22195" y="79089"/>
                  </a:cubicBezTo>
                  <a:cubicBezTo>
                    <a:pt x="22548" y="78027"/>
                    <a:pt x="23960" y="72181"/>
                    <a:pt x="24137" y="71118"/>
                  </a:cubicBezTo>
                  <a:cubicBezTo>
                    <a:pt x="24666" y="69524"/>
                    <a:pt x="30138" y="59604"/>
                    <a:pt x="36140" y="54822"/>
                  </a:cubicBezTo>
                  <a:cubicBezTo>
                    <a:pt x="40023" y="51988"/>
                    <a:pt x="45495" y="48622"/>
                    <a:pt x="53086" y="48622"/>
                  </a:cubicBezTo>
                  <a:cubicBezTo>
                    <a:pt x="60676" y="48622"/>
                    <a:pt x="62617" y="54645"/>
                    <a:pt x="62617" y="61022"/>
                  </a:cubicBezTo>
                  <a:cubicBezTo>
                    <a:pt x="62617" y="70587"/>
                    <a:pt x="55910" y="89895"/>
                    <a:pt x="51673" y="100700"/>
                  </a:cubicBezTo>
                  <a:cubicBezTo>
                    <a:pt x="50261" y="104774"/>
                    <a:pt x="49379" y="106900"/>
                    <a:pt x="49379" y="110442"/>
                  </a:cubicBezTo>
                  <a:cubicBezTo>
                    <a:pt x="49379" y="118768"/>
                    <a:pt x="55557" y="124968"/>
                    <a:pt x="63853" y="124968"/>
                  </a:cubicBezTo>
                  <a:cubicBezTo>
                    <a:pt x="80446" y="124968"/>
                    <a:pt x="86977" y="99106"/>
                    <a:pt x="86977" y="97689"/>
                  </a:cubicBezTo>
                  <a:cubicBezTo>
                    <a:pt x="86977" y="95917"/>
                    <a:pt x="85388" y="95917"/>
                    <a:pt x="84859" y="95917"/>
                  </a:cubicBezTo>
                  <a:cubicBezTo>
                    <a:pt x="83093" y="95917"/>
                    <a:pt x="83093" y="96449"/>
                    <a:pt x="82211" y="99106"/>
                  </a:cubicBezTo>
                  <a:cubicBezTo>
                    <a:pt x="79563" y="108494"/>
                    <a:pt x="73915" y="121071"/>
                    <a:pt x="64206" y="121071"/>
                  </a:cubicBezTo>
                  <a:cubicBezTo>
                    <a:pt x="61205" y="121071"/>
                    <a:pt x="59970" y="119299"/>
                    <a:pt x="59970" y="115225"/>
                  </a:cubicBezTo>
                  <a:cubicBezTo>
                    <a:pt x="59970" y="110797"/>
                    <a:pt x="61558" y="106545"/>
                    <a:pt x="63147" y="102648"/>
                  </a:cubicBezTo>
                  <a:cubicBezTo>
                    <a:pt x="65971" y="95032"/>
                    <a:pt x="73915" y="73952"/>
                    <a:pt x="73915" y="63679"/>
                  </a:cubicBezTo>
                  <a:cubicBezTo>
                    <a:pt x="73915" y="52165"/>
                    <a:pt x="66854" y="44725"/>
                    <a:pt x="53615" y="44725"/>
                  </a:cubicBezTo>
                  <a:cubicBezTo>
                    <a:pt x="42495" y="44725"/>
                    <a:pt x="34022" y="50216"/>
                    <a:pt x="27491" y="58365"/>
                  </a:cubicBezTo>
                  <a:lnTo>
                    <a:pt x="41259" y="2035"/>
                  </a:lnTo>
                  <a:close/>
                </a:path>
              </a:pathLst>
            </a:custGeom>
            <a:solidFill>
              <a:srgbClr val="000000"/>
            </a:solidFill>
            <a:ln w="1771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40" name="任意形状 139">
              <a:extLst>
                <a:ext uri="{FF2B5EF4-FFF2-40B4-BE49-F238E27FC236}">
                  <a16:creationId xmlns:a16="http://schemas.microsoft.com/office/drawing/2014/main" id="{FE4D27D5-4B9D-85B7-C7EA-26C2F6BF2E17}"/>
                </a:ext>
              </a:extLst>
            </p:cNvPr>
            <p:cNvSpPr/>
            <p:nvPr>
              <p:custDataLst>
                <p:tags r:id="rId275"/>
              </p:custDataLst>
            </p:nvPr>
          </p:nvSpPr>
          <p:spPr>
            <a:xfrm>
              <a:off x="8099525" y="4066015"/>
              <a:ext cx="20652" cy="52963"/>
            </a:xfrm>
            <a:custGeom>
              <a:avLst/>
              <a:gdLst>
                <a:gd name="connsiteX0" fmla="*/ 20965 w 20652"/>
                <a:gd name="connsiteY0" fmla="*/ 18686 h 52963"/>
                <a:gd name="connsiteX1" fmla="*/ 9668 w 20652"/>
                <a:gd name="connsiteY1" fmla="*/ 87 h 52963"/>
                <a:gd name="connsiteX2" fmla="*/ 313 w 20652"/>
                <a:gd name="connsiteY2" fmla="*/ 9475 h 52963"/>
                <a:gd name="connsiteX3" fmla="*/ 9668 w 20652"/>
                <a:gd name="connsiteY3" fmla="*/ 18863 h 52963"/>
                <a:gd name="connsiteX4" fmla="*/ 15846 w 20652"/>
                <a:gd name="connsiteY4" fmla="*/ 16561 h 52963"/>
                <a:gd name="connsiteX5" fmla="*/ 16729 w 20652"/>
                <a:gd name="connsiteY5" fmla="*/ 16029 h 52963"/>
                <a:gd name="connsiteX6" fmla="*/ 17082 w 20652"/>
                <a:gd name="connsiteY6" fmla="*/ 18686 h 52963"/>
                <a:gd name="connsiteX7" fmla="*/ 5079 w 20652"/>
                <a:gd name="connsiteY7" fmla="*/ 48268 h 52963"/>
                <a:gd name="connsiteX8" fmla="*/ 3137 w 20652"/>
                <a:gd name="connsiteY8" fmla="*/ 51102 h 52963"/>
                <a:gd name="connsiteX9" fmla="*/ 4902 w 20652"/>
                <a:gd name="connsiteY9" fmla="*/ 53050 h 52963"/>
                <a:gd name="connsiteX10" fmla="*/ 20965 w 20652"/>
                <a:gd name="connsiteY10" fmla="*/ 18686 h 52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0652" h="52963">
                  <a:moveTo>
                    <a:pt x="20965" y="18686"/>
                  </a:moveTo>
                  <a:cubicBezTo>
                    <a:pt x="20965" y="6995"/>
                    <a:pt x="16552" y="87"/>
                    <a:pt x="9668" y="87"/>
                  </a:cubicBezTo>
                  <a:cubicBezTo>
                    <a:pt x="3843" y="87"/>
                    <a:pt x="313" y="4515"/>
                    <a:pt x="313" y="9475"/>
                  </a:cubicBezTo>
                  <a:cubicBezTo>
                    <a:pt x="313" y="14258"/>
                    <a:pt x="3843" y="18863"/>
                    <a:pt x="9668" y="18863"/>
                  </a:cubicBezTo>
                  <a:cubicBezTo>
                    <a:pt x="11786" y="18863"/>
                    <a:pt x="14081" y="18155"/>
                    <a:pt x="15846" y="16561"/>
                  </a:cubicBezTo>
                  <a:cubicBezTo>
                    <a:pt x="16376" y="16206"/>
                    <a:pt x="16552" y="16029"/>
                    <a:pt x="16729" y="16029"/>
                  </a:cubicBezTo>
                  <a:cubicBezTo>
                    <a:pt x="16905" y="16029"/>
                    <a:pt x="17082" y="16206"/>
                    <a:pt x="17082" y="18686"/>
                  </a:cubicBezTo>
                  <a:cubicBezTo>
                    <a:pt x="17082" y="31794"/>
                    <a:pt x="10904" y="42422"/>
                    <a:pt x="5079" y="48268"/>
                  </a:cubicBezTo>
                  <a:cubicBezTo>
                    <a:pt x="3137" y="50216"/>
                    <a:pt x="3137" y="50571"/>
                    <a:pt x="3137" y="51102"/>
                  </a:cubicBezTo>
                  <a:cubicBezTo>
                    <a:pt x="3137" y="52342"/>
                    <a:pt x="4020" y="53050"/>
                    <a:pt x="4902" y="53050"/>
                  </a:cubicBezTo>
                  <a:cubicBezTo>
                    <a:pt x="6844" y="53050"/>
                    <a:pt x="20965" y="39411"/>
                    <a:pt x="20965" y="18686"/>
                  </a:cubicBezTo>
                  <a:close/>
                </a:path>
              </a:pathLst>
            </a:custGeom>
            <a:solidFill>
              <a:srgbClr val="000000"/>
            </a:solidFill>
            <a:ln w="1771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41" name="任意形状 140">
              <a:extLst>
                <a:ext uri="{FF2B5EF4-FFF2-40B4-BE49-F238E27FC236}">
                  <a16:creationId xmlns:a16="http://schemas.microsoft.com/office/drawing/2014/main" id="{7F63E0FD-CDC4-0076-F2C0-1F4E61A9853D}"/>
                </a:ext>
              </a:extLst>
            </p:cNvPr>
            <p:cNvSpPr/>
            <p:nvPr>
              <p:custDataLst>
                <p:tags r:id="rId276"/>
              </p:custDataLst>
            </p:nvPr>
          </p:nvSpPr>
          <p:spPr>
            <a:xfrm>
              <a:off x="8167915" y="4006498"/>
              <a:ext cx="71842" cy="80242"/>
            </a:xfrm>
            <a:custGeom>
              <a:avLst/>
              <a:gdLst>
                <a:gd name="connsiteX0" fmla="*/ 10732 w 71842"/>
                <a:gd name="connsiteY0" fmla="*/ 67930 h 80242"/>
                <a:gd name="connsiteX1" fmla="*/ 9143 w 71842"/>
                <a:gd name="connsiteY1" fmla="*/ 75547 h 80242"/>
                <a:gd name="connsiteX2" fmla="*/ 14262 w 71842"/>
                <a:gd name="connsiteY2" fmla="*/ 80329 h 80242"/>
                <a:gd name="connsiteX3" fmla="*/ 20793 w 71842"/>
                <a:gd name="connsiteY3" fmla="*/ 75370 h 80242"/>
                <a:gd name="connsiteX4" fmla="*/ 27854 w 71842"/>
                <a:gd name="connsiteY4" fmla="*/ 47382 h 80242"/>
                <a:gd name="connsiteX5" fmla="*/ 33502 w 71842"/>
                <a:gd name="connsiteY5" fmla="*/ 24354 h 80242"/>
                <a:gd name="connsiteX6" fmla="*/ 43387 w 71842"/>
                <a:gd name="connsiteY6" fmla="*/ 9829 h 80242"/>
                <a:gd name="connsiteX7" fmla="*/ 57509 w 71842"/>
                <a:gd name="connsiteY7" fmla="*/ 3984 h 80242"/>
                <a:gd name="connsiteX8" fmla="*/ 64922 w 71842"/>
                <a:gd name="connsiteY8" fmla="*/ 6110 h 80242"/>
                <a:gd name="connsiteX9" fmla="*/ 55743 w 71842"/>
                <a:gd name="connsiteY9" fmla="*/ 15852 h 80242"/>
                <a:gd name="connsiteX10" fmla="*/ 62451 w 71842"/>
                <a:gd name="connsiteY10" fmla="*/ 22052 h 80242"/>
                <a:gd name="connsiteX11" fmla="*/ 72160 w 71842"/>
                <a:gd name="connsiteY11" fmla="*/ 11601 h 80242"/>
                <a:gd name="connsiteX12" fmla="*/ 57509 w 71842"/>
                <a:gd name="connsiteY12" fmla="*/ 87 h 80242"/>
                <a:gd name="connsiteX13" fmla="*/ 34915 w 71842"/>
                <a:gd name="connsiteY13" fmla="*/ 13726 h 80242"/>
                <a:gd name="connsiteX14" fmla="*/ 18852 w 71842"/>
                <a:gd name="connsiteY14" fmla="*/ 87 h 80242"/>
                <a:gd name="connsiteX15" fmla="*/ 5789 w 71842"/>
                <a:gd name="connsiteY15" fmla="*/ 10184 h 80242"/>
                <a:gd name="connsiteX16" fmla="*/ 317 w 71842"/>
                <a:gd name="connsiteY16" fmla="*/ 27366 h 80242"/>
                <a:gd name="connsiteX17" fmla="*/ 2436 w 71842"/>
                <a:gd name="connsiteY17" fmla="*/ 29137 h 80242"/>
                <a:gd name="connsiteX18" fmla="*/ 5436 w 71842"/>
                <a:gd name="connsiteY18" fmla="*/ 25063 h 80242"/>
                <a:gd name="connsiteX19" fmla="*/ 18322 w 71842"/>
                <a:gd name="connsiteY19" fmla="*/ 3984 h 80242"/>
                <a:gd name="connsiteX20" fmla="*/ 23794 w 71842"/>
                <a:gd name="connsiteY20" fmla="*/ 12132 h 80242"/>
                <a:gd name="connsiteX21" fmla="*/ 20970 w 71842"/>
                <a:gd name="connsiteY21" fmla="*/ 27012 h 80242"/>
                <a:gd name="connsiteX22" fmla="*/ 10732 w 71842"/>
                <a:gd name="connsiteY22" fmla="*/ 67930 h 802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71842" h="80242">
                  <a:moveTo>
                    <a:pt x="10732" y="67930"/>
                  </a:moveTo>
                  <a:cubicBezTo>
                    <a:pt x="10202" y="70587"/>
                    <a:pt x="9143" y="74661"/>
                    <a:pt x="9143" y="75547"/>
                  </a:cubicBezTo>
                  <a:cubicBezTo>
                    <a:pt x="9143" y="78735"/>
                    <a:pt x="11614" y="80329"/>
                    <a:pt x="14262" y="80329"/>
                  </a:cubicBezTo>
                  <a:cubicBezTo>
                    <a:pt x="16380" y="80329"/>
                    <a:pt x="19558" y="78912"/>
                    <a:pt x="20793" y="75370"/>
                  </a:cubicBezTo>
                  <a:cubicBezTo>
                    <a:pt x="21146" y="74661"/>
                    <a:pt x="27148" y="50571"/>
                    <a:pt x="27854" y="47382"/>
                  </a:cubicBezTo>
                  <a:cubicBezTo>
                    <a:pt x="29266" y="41537"/>
                    <a:pt x="32443" y="29137"/>
                    <a:pt x="33502" y="24354"/>
                  </a:cubicBezTo>
                  <a:cubicBezTo>
                    <a:pt x="34208" y="22052"/>
                    <a:pt x="39151" y="13726"/>
                    <a:pt x="43387" y="9829"/>
                  </a:cubicBezTo>
                  <a:cubicBezTo>
                    <a:pt x="44799" y="8589"/>
                    <a:pt x="49918" y="3984"/>
                    <a:pt x="57509" y="3984"/>
                  </a:cubicBezTo>
                  <a:cubicBezTo>
                    <a:pt x="62098" y="3984"/>
                    <a:pt x="64746" y="6110"/>
                    <a:pt x="64922" y="6110"/>
                  </a:cubicBezTo>
                  <a:cubicBezTo>
                    <a:pt x="59627" y="6995"/>
                    <a:pt x="55743" y="11246"/>
                    <a:pt x="55743" y="15852"/>
                  </a:cubicBezTo>
                  <a:cubicBezTo>
                    <a:pt x="55743" y="18686"/>
                    <a:pt x="57685" y="22052"/>
                    <a:pt x="62451" y="22052"/>
                  </a:cubicBezTo>
                  <a:cubicBezTo>
                    <a:pt x="67217" y="22052"/>
                    <a:pt x="72160" y="17978"/>
                    <a:pt x="72160" y="11601"/>
                  </a:cubicBezTo>
                  <a:cubicBezTo>
                    <a:pt x="72160" y="5401"/>
                    <a:pt x="66511" y="87"/>
                    <a:pt x="57509" y="87"/>
                  </a:cubicBezTo>
                  <a:cubicBezTo>
                    <a:pt x="46035" y="87"/>
                    <a:pt x="38268" y="8767"/>
                    <a:pt x="34915" y="13726"/>
                  </a:cubicBezTo>
                  <a:cubicBezTo>
                    <a:pt x="33502" y="5755"/>
                    <a:pt x="27148" y="87"/>
                    <a:pt x="18852" y="87"/>
                  </a:cubicBezTo>
                  <a:cubicBezTo>
                    <a:pt x="10732" y="87"/>
                    <a:pt x="7378" y="6995"/>
                    <a:pt x="5789" y="10184"/>
                  </a:cubicBezTo>
                  <a:cubicBezTo>
                    <a:pt x="2612" y="16206"/>
                    <a:pt x="317" y="26834"/>
                    <a:pt x="317" y="27366"/>
                  </a:cubicBezTo>
                  <a:cubicBezTo>
                    <a:pt x="317" y="29137"/>
                    <a:pt x="2083" y="29137"/>
                    <a:pt x="2436" y="29137"/>
                  </a:cubicBezTo>
                  <a:cubicBezTo>
                    <a:pt x="4201" y="29137"/>
                    <a:pt x="4377" y="28960"/>
                    <a:pt x="5436" y="25063"/>
                  </a:cubicBezTo>
                  <a:cubicBezTo>
                    <a:pt x="8437" y="12486"/>
                    <a:pt x="11967" y="3984"/>
                    <a:pt x="18322" y="3984"/>
                  </a:cubicBezTo>
                  <a:cubicBezTo>
                    <a:pt x="21323" y="3984"/>
                    <a:pt x="23794" y="5401"/>
                    <a:pt x="23794" y="12132"/>
                  </a:cubicBezTo>
                  <a:cubicBezTo>
                    <a:pt x="23794" y="15852"/>
                    <a:pt x="23264" y="17800"/>
                    <a:pt x="20970" y="27012"/>
                  </a:cubicBezTo>
                  <a:lnTo>
                    <a:pt x="10732" y="67930"/>
                  </a:lnTo>
                  <a:close/>
                </a:path>
              </a:pathLst>
            </a:custGeom>
            <a:solidFill>
              <a:srgbClr val="000000"/>
            </a:solidFill>
            <a:ln w="1771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42" name="任意形状 141">
              <a:extLst>
                <a:ext uri="{FF2B5EF4-FFF2-40B4-BE49-F238E27FC236}">
                  <a16:creationId xmlns:a16="http://schemas.microsoft.com/office/drawing/2014/main" id="{B1AEE223-391A-3093-6D46-2CE00173D415}"/>
                </a:ext>
              </a:extLst>
            </p:cNvPr>
            <p:cNvSpPr/>
            <p:nvPr>
              <p:custDataLst>
                <p:tags r:id="rId277"/>
              </p:custDataLst>
            </p:nvPr>
          </p:nvSpPr>
          <p:spPr>
            <a:xfrm>
              <a:off x="8252710" y="4066015"/>
              <a:ext cx="20652" cy="52963"/>
            </a:xfrm>
            <a:custGeom>
              <a:avLst/>
              <a:gdLst>
                <a:gd name="connsiteX0" fmla="*/ 20974 w 20652"/>
                <a:gd name="connsiteY0" fmla="*/ 18686 h 52963"/>
                <a:gd name="connsiteX1" fmla="*/ 9677 w 20652"/>
                <a:gd name="connsiteY1" fmla="*/ 87 h 52963"/>
                <a:gd name="connsiteX2" fmla="*/ 322 w 20652"/>
                <a:gd name="connsiteY2" fmla="*/ 9475 h 52963"/>
                <a:gd name="connsiteX3" fmla="*/ 9677 w 20652"/>
                <a:gd name="connsiteY3" fmla="*/ 18863 h 52963"/>
                <a:gd name="connsiteX4" fmla="*/ 15855 w 20652"/>
                <a:gd name="connsiteY4" fmla="*/ 16561 h 52963"/>
                <a:gd name="connsiteX5" fmla="*/ 16738 w 20652"/>
                <a:gd name="connsiteY5" fmla="*/ 16029 h 52963"/>
                <a:gd name="connsiteX6" fmla="*/ 17091 w 20652"/>
                <a:gd name="connsiteY6" fmla="*/ 18686 h 52963"/>
                <a:gd name="connsiteX7" fmla="*/ 5088 w 20652"/>
                <a:gd name="connsiteY7" fmla="*/ 48268 h 52963"/>
                <a:gd name="connsiteX8" fmla="*/ 3146 w 20652"/>
                <a:gd name="connsiteY8" fmla="*/ 51102 h 52963"/>
                <a:gd name="connsiteX9" fmla="*/ 4911 w 20652"/>
                <a:gd name="connsiteY9" fmla="*/ 53050 h 52963"/>
                <a:gd name="connsiteX10" fmla="*/ 20974 w 20652"/>
                <a:gd name="connsiteY10" fmla="*/ 18686 h 52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0652" h="52963">
                  <a:moveTo>
                    <a:pt x="20974" y="18686"/>
                  </a:moveTo>
                  <a:cubicBezTo>
                    <a:pt x="20974" y="6995"/>
                    <a:pt x="16561" y="87"/>
                    <a:pt x="9677" y="87"/>
                  </a:cubicBezTo>
                  <a:cubicBezTo>
                    <a:pt x="3852" y="87"/>
                    <a:pt x="322" y="4515"/>
                    <a:pt x="322" y="9475"/>
                  </a:cubicBezTo>
                  <a:cubicBezTo>
                    <a:pt x="322" y="14258"/>
                    <a:pt x="3852" y="18863"/>
                    <a:pt x="9677" y="18863"/>
                  </a:cubicBezTo>
                  <a:cubicBezTo>
                    <a:pt x="11795" y="18863"/>
                    <a:pt x="14090" y="18155"/>
                    <a:pt x="15855" y="16561"/>
                  </a:cubicBezTo>
                  <a:cubicBezTo>
                    <a:pt x="16385" y="16206"/>
                    <a:pt x="16561" y="16029"/>
                    <a:pt x="16738" y="16029"/>
                  </a:cubicBezTo>
                  <a:cubicBezTo>
                    <a:pt x="16914" y="16029"/>
                    <a:pt x="17091" y="16206"/>
                    <a:pt x="17091" y="18686"/>
                  </a:cubicBezTo>
                  <a:cubicBezTo>
                    <a:pt x="17091" y="31794"/>
                    <a:pt x="10913" y="42422"/>
                    <a:pt x="5088" y="48268"/>
                  </a:cubicBezTo>
                  <a:cubicBezTo>
                    <a:pt x="3146" y="50216"/>
                    <a:pt x="3146" y="50571"/>
                    <a:pt x="3146" y="51102"/>
                  </a:cubicBezTo>
                  <a:cubicBezTo>
                    <a:pt x="3146" y="52342"/>
                    <a:pt x="4028" y="53050"/>
                    <a:pt x="4911" y="53050"/>
                  </a:cubicBezTo>
                  <a:cubicBezTo>
                    <a:pt x="6853" y="53050"/>
                    <a:pt x="20974" y="39411"/>
                    <a:pt x="20974" y="18686"/>
                  </a:cubicBezTo>
                  <a:close/>
                </a:path>
              </a:pathLst>
            </a:custGeom>
            <a:solidFill>
              <a:srgbClr val="000000"/>
            </a:solidFill>
            <a:ln w="1771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43" name="任意形状 142">
              <a:extLst>
                <a:ext uri="{FF2B5EF4-FFF2-40B4-BE49-F238E27FC236}">
                  <a16:creationId xmlns:a16="http://schemas.microsoft.com/office/drawing/2014/main" id="{A7C60A5D-5997-5803-08B3-5F90A438B615}"/>
                </a:ext>
              </a:extLst>
            </p:cNvPr>
            <p:cNvSpPr/>
            <p:nvPr>
              <p:custDataLst>
                <p:tags r:id="rId278"/>
              </p:custDataLst>
            </p:nvPr>
          </p:nvSpPr>
          <p:spPr>
            <a:xfrm>
              <a:off x="8320041" y="3973905"/>
              <a:ext cx="54190" cy="112835"/>
            </a:xfrm>
            <a:custGeom>
              <a:avLst/>
              <a:gdLst>
                <a:gd name="connsiteX0" fmla="*/ 32628 w 54190"/>
                <a:gd name="connsiteY0" fmla="*/ 40120 h 112835"/>
                <a:gd name="connsiteX1" fmla="*/ 49221 w 54190"/>
                <a:gd name="connsiteY1" fmla="*/ 40120 h 112835"/>
                <a:gd name="connsiteX2" fmla="*/ 54517 w 54190"/>
                <a:gd name="connsiteY2" fmla="*/ 36577 h 112835"/>
                <a:gd name="connsiteX3" fmla="*/ 49574 w 54190"/>
                <a:gd name="connsiteY3" fmla="*/ 34628 h 112835"/>
                <a:gd name="connsiteX4" fmla="*/ 34041 w 54190"/>
                <a:gd name="connsiteY4" fmla="*/ 34628 h 112835"/>
                <a:gd name="connsiteX5" fmla="*/ 41278 w 54190"/>
                <a:gd name="connsiteY5" fmla="*/ 4870 h 112835"/>
                <a:gd name="connsiteX6" fmla="*/ 36159 w 54190"/>
                <a:gd name="connsiteY6" fmla="*/ 87 h 112835"/>
                <a:gd name="connsiteX7" fmla="*/ 29098 w 54190"/>
                <a:gd name="connsiteY7" fmla="*/ 6464 h 112835"/>
                <a:gd name="connsiteX8" fmla="*/ 22214 w 54190"/>
                <a:gd name="connsiteY8" fmla="*/ 34628 h 112835"/>
                <a:gd name="connsiteX9" fmla="*/ 5621 w 54190"/>
                <a:gd name="connsiteY9" fmla="*/ 34628 h 112835"/>
                <a:gd name="connsiteX10" fmla="*/ 326 w 54190"/>
                <a:gd name="connsiteY10" fmla="*/ 37994 h 112835"/>
                <a:gd name="connsiteX11" fmla="*/ 5268 w 54190"/>
                <a:gd name="connsiteY11" fmla="*/ 40120 h 112835"/>
                <a:gd name="connsiteX12" fmla="*/ 20802 w 54190"/>
                <a:gd name="connsiteY12" fmla="*/ 40120 h 112835"/>
                <a:gd name="connsiteX13" fmla="*/ 7387 w 54190"/>
                <a:gd name="connsiteY13" fmla="*/ 96626 h 112835"/>
                <a:gd name="connsiteX14" fmla="*/ 23626 w 54190"/>
                <a:gd name="connsiteY14" fmla="*/ 112922 h 112835"/>
                <a:gd name="connsiteX15" fmla="*/ 51692 w 54190"/>
                <a:gd name="connsiteY15" fmla="*/ 85643 h 112835"/>
                <a:gd name="connsiteX16" fmla="*/ 49574 w 54190"/>
                <a:gd name="connsiteY16" fmla="*/ 83872 h 112835"/>
                <a:gd name="connsiteX17" fmla="*/ 46926 w 54190"/>
                <a:gd name="connsiteY17" fmla="*/ 86352 h 112835"/>
                <a:gd name="connsiteX18" fmla="*/ 23979 w 54190"/>
                <a:gd name="connsiteY18" fmla="*/ 109025 h 112835"/>
                <a:gd name="connsiteX19" fmla="*/ 18507 w 54190"/>
                <a:gd name="connsiteY19" fmla="*/ 100877 h 112835"/>
                <a:gd name="connsiteX20" fmla="*/ 19566 w 54190"/>
                <a:gd name="connsiteY20" fmla="*/ 92375 h 112835"/>
                <a:gd name="connsiteX21" fmla="*/ 32628 w 54190"/>
                <a:gd name="connsiteY21" fmla="*/ 40120 h 1128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54190" h="112835">
                  <a:moveTo>
                    <a:pt x="32628" y="40120"/>
                  </a:moveTo>
                  <a:lnTo>
                    <a:pt x="49221" y="40120"/>
                  </a:lnTo>
                  <a:cubicBezTo>
                    <a:pt x="52751" y="40120"/>
                    <a:pt x="54517" y="40120"/>
                    <a:pt x="54517" y="36577"/>
                  </a:cubicBezTo>
                  <a:cubicBezTo>
                    <a:pt x="54517" y="34628"/>
                    <a:pt x="52751" y="34628"/>
                    <a:pt x="49574" y="34628"/>
                  </a:cubicBezTo>
                  <a:lnTo>
                    <a:pt x="34041" y="34628"/>
                  </a:lnTo>
                  <a:cubicBezTo>
                    <a:pt x="40395" y="9475"/>
                    <a:pt x="41278" y="5932"/>
                    <a:pt x="41278" y="4870"/>
                  </a:cubicBezTo>
                  <a:cubicBezTo>
                    <a:pt x="41278" y="1858"/>
                    <a:pt x="39160" y="87"/>
                    <a:pt x="36159" y="87"/>
                  </a:cubicBezTo>
                  <a:cubicBezTo>
                    <a:pt x="35629" y="87"/>
                    <a:pt x="30687" y="264"/>
                    <a:pt x="29098" y="6464"/>
                  </a:cubicBezTo>
                  <a:lnTo>
                    <a:pt x="22214" y="34628"/>
                  </a:lnTo>
                  <a:lnTo>
                    <a:pt x="5621" y="34628"/>
                  </a:lnTo>
                  <a:cubicBezTo>
                    <a:pt x="2091" y="34628"/>
                    <a:pt x="326" y="34628"/>
                    <a:pt x="326" y="37994"/>
                  </a:cubicBezTo>
                  <a:cubicBezTo>
                    <a:pt x="326" y="40120"/>
                    <a:pt x="1738" y="40120"/>
                    <a:pt x="5268" y="40120"/>
                  </a:cubicBezTo>
                  <a:lnTo>
                    <a:pt x="20802" y="40120"/>
                  </a:lnTo>
                  <a:cubicBezTo>
                    <a:pt x="8093" y="90426"/>
                    <a:pt x="7387" y="93437"/>
                    <a:pt x="7387" y="96626"/>
                  </a:cubicBezTo>
                  <a:cubicBezTo>
                    <a:pt x="7387" y="106191"/>
                    <a:pt x="14094" y="112922"/>
                    <a:pt x="23626" y="112922"/>
                  </a:cubicBezTo>
                  <a:cubicBezTo>
                    <a:pt x="41631" y="112922"/>
                    <a:pt x="51692" y="87061"/>
                    <a:pt x="51692" y="85643"/>
                  </a:cubicBezTo>
                  <a:cubicBezTo>
                    <a:pt x="51692" y="83872"/>
                    <a:pt x="50280" y="83872"/>
                    <a:pt x="49574" y="83872"/>
                  </a:cubicBezTo>
                  <a:cubicBezTo>
                    <a:pt x="47985" y="83872"/>
                    <a:pt x="47809" y="84404"/>
                    <a:pt x="46926" y="86352"/>
                  </a:cubicBezTo>
                  <a:cubicBezTo>
                    <a:pt x="39336" y="104774"/>
                    <a:pt x="29981" y="109025"/>
                    <a:pt x="23979" y="109025"/>
                  </a:cubicBezTo>
                  <a:cubicBezTo>
                    <a:pt x="20272" y="109025"/>
                    <a:pt x="18507" y="106723"/>
                    <a:pt x="18507" y="100877"/>
                  </a:cubicBezTo>
                  <a:cubicBezTo>
                    <a:pt x="18507" y="96626"/>
                    <a:pt x="18860" y="95386"/>
                    <a:pt x="19566" y="92375"/>
                  </a:cubicBezTo>
                  <a:lnTo>
                    <a:pt x="32628" y="40120"/>
                  </a:lnTo>
                  <a:close/>
                </a:path>
              </a:pathLst>
            </a:custGeom>
            <a:solidFill>
              <a:srgbClr val="000000"/>
            </a:solidFill>
            <a:ln w="1771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44" name="任意形状 143">
              <a:extLst>
                <a:ext uri="{FF2B5EF4-FFF2-40B4-BE49-F238E27FC236}">
                  <a16:creationId xmlns:a16="http://schemas.microsoft.com/office/drawing/2014/main" id="{7708D54D-FA08-AB7D-DCB4-25DBC8F4D2C0}"/>
                </a:ext>
              </a:extLst>
            </p:cNvPr>
            <p:cNvSpPr/>
            <p:nvPr>
              <p:custDataLst>
                <p:tags r:id="rId279"/>
              </p:custDataLst>
            </p:nvPr>
          </p:nvSpPr>
          <p:spPr>
            <a:xfrm>
              <a:off x="8389785" y="3951940"/>
              <a:ext cx="40951" cy="177135"/>
            </a:xfrm>
            <a:custGeom>
              <a:avLst/>
              <a:gdLst>
                <a:gd name="connsiteX0" fmla="*/ 41281 w 40951"/>
                <a:gd name="connsiteY0" fmla="*/ 88655 h 177135"/>
                <a:gd name="connsiteX1" fmla="*/ 29631 w 40951"/>
                <a:gd name="connsiteY1" fmla="*/ 33388 h 177135"/>
                <a:gd name="connsiteX2" fmla="*/ 2095 w 40951"/>
                <a:gd name="connsiteY2" fmla="*/ 87 h 177135"/>
                <a:gd name="connsiteX3" fmla="*/ 330 w 40951"/>
                <a:gd name="connsiteY3" fmla="*/ 1858 h 177135"/>
                <a:gd name="connsiteX4" fmla="*/ 3683 w 40951"/>
                <a:gd name="connsiteY4" fmla="*/ 5932 h 177135"/>
                <a:gd name="connsiteX5" fmla="*/ 31043 w 40951"/>
                <a:gd name="connsiteY5" fmla="*/ 88655 h 177135"/>
                <a:gd name="connsiteX6" fmla="*/ 2624 w 40951"/>
                <a:gd name="connsiteY6" fmla="*/ 172440 h 177135"/>
                <a:gd name="connsiteX7" fmla="*/ 330 w 40951"/>
                <a:gd name="connsiteY7" fmla="*/ 175451 h 177135"/>
                <a:gd name="connsiteX8" fmla="*/ 2095 w 40951"/>
                <a:gd name="connsiteY8" fmla="*/ 177223 h 177135"/>
                <a:gd name="connsiteX9" fmla="*/ 30161 w 40951"/>
                <a:gd name="connsiteY9" fmla="*/ 142681 h 177135"/>
                <a:gd name="connsiteX10" fmla="*/ 41281 w 40951"/>
                <a:gd name="connsiteY10" fmla="*/ 88655 h 1771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40951" h="177135">
                  <a:moveTo>
                    <a:pt x="41281" y="88655"/>
                  </a:moveTo>
                  <a:cubicBezTo>
                    <a:pt x="41281" y="74838"/>
                    <a:pt x="39340" y="53405"/>
                    <a:pt x="29631" y="33388"/>
                  </a:cubicBezTo>
                  <a:cubicBezTo>
                    <a:pt x="19040" y="11601"/>
                    <a:pt x="3860" y="87"/>
                    <a:pt x="2095" y="87"/>
                  </a:cubicBezTo>
                  <a:cubicBezTo>
                    <a:pt x="1036" y="87"/>
                    <a:pt x="330" y="795"/>
                    <a:pt x="330" y="1858"/>
                  </a:cubicBezTo>
                  <a:cubicBezTo>
                    <a:pt x="330" y="2390"/>
                    <a:pt x="330" y="2744"/>
                    <a:pt x="3683" y="5932"/>
                  </a:cubicBezTo>
                  <a:cubicBezTo>
                    <a:pt x="20982" y="23469"/>
                    <a:pt x="31043" y="51633"/>
                    <a:pt x="31043" y="88655"/>
                  </a:cubicBezTo>
                  <a:cubicBezTo>
                    <a:pt x="31043" y="118945"/>
                    <a:pt x="24512" y="150121"/>
                    <a:pt x="2624" y="172440"/>
                  </a:cubicBezTo>
                  <a:cubicBezTo>
                    <a:pt x="330" y="174566"/>
                    <a:pt x="330" y="174920"/>
                    <a:pt x="330" y="175451"/>
                  </a:cubicBezTo>
                  <a:cubicBezTo>
                    <a:pt x="330" y="176514"/>
                    <a:pt x="1036" y="177223"/>
                    <a:pt x="2095" y="177223"/>
                  </a:cubicBezTo>
                  <a:cubicBezTo>
                    <a:pt x="3860" y="177223"/>
                    <a:pt x="19746" y="165177"/>
                    <a:pt x="30161" y="142681"/>
                  </a:cubicBezTo>
                  <a:cubicBezTo>
                    <a:pt x="39163" y="123196"/>
                    <a:pt x="41281" y="103534"/>
                    <a:pt x="41281" y="88655"/>
                  </a:cubicBezTo>
                  <a:close/>
                </a:path>
              </a:pathLst>
            </a:custGeom>
            <a:solidFill>
              <a:srgbClr val="000000"/>
            </a:solidFill>
            <a:ln w="1771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45" name="任意形状 144">
              <a:extLst>
                <a:ext uri="{FF2B5EF4-FFF2-40B4-BE49-F238E27FC236}">
                  <a16:creationId xmlns:a16="http://schemas.microsoft.com/office/drawing/2014/main" id="{CEB99B2C-E869-8BC7-EEEE-A0B4A7F3EB62}"/>
                </a:ext>
              </a:extLst>
            </p:cNvPr>
            <p:cNvSpPr/>
            <p:nvPr>
              <p:custDataLst>
                <p:tags r:id="rId280"/>
              </p:custDataLst>
            </p:nvPr>
          </p:nvSpPr>
          <p:spPr>
            <a:xfrm>
              <a:off x="8512051" y="3989138"/>
              <a:ext cx="88258" cy="102738"/>
            </a:xfrm>
            <a:custGeom>
              <a:avLst/>
              <a:gdLst>
                <a:gd name="connsiteX0" fmla="*/ 82416 w 88258"/>
                <a:gd name="connsiteY0" fmla="*/ 54999 h 102738"/>
                <a:gd name="connsiteX1" fmla="*/ 88594 w 88258"/>
                <a:gd name="connsiteY1" fmla="*/ 51456 h 102738"/>
                <a:gd name="connsiteX2" fmla="*/ 82416 w 88258"/>
                <a:gd name="connsiteY2" fmla="*/ 47914 h 102738"/>
                <a:gd name="connsiteX3" fmla="*/ 7573 w 88258"/>
                <a:gd name="connsiteY3" fmla="*/ 47914 h 102738"/>
                <a:gd name="connsiteX4" fmla="*/ 54880 w 88258"/>
                <a:gd name="connsiteY4" fmla="*/ 7172 h 102738"/>
                <a:gd name="connsiteX5" fmla="*/ 82416 w 88258"/>
                <a:gd name="connsiteY5" fmla="*/ 7172 h 102738"/>
                <a:gd name="connsiteX6" fmla="*/ 88594 w 88258"/>
                <a:gd name="connsiteY6" fmla="*/ 3630 h 102738"/>
                <a:gd name="connsiteX7" fmla="*/ 82416 w 88258"/>
                <a:gd name="connsiteY7" fmla="*/ 87 h 102738"/>
                <a:gd name="connsiteX8" fmla="*/ 54527 w 88258"/>
                <a:gd name="connsiteY8" fmla="*/ 87 h 102738"/>
                <a:gd name="connsiteX9" fmla="*/ 336 w 88258"/>
                <a:gd name="connsiteY9" fmla="*/ 51456 h 102738"/>
                <a:gd name="connsiteX10" fmla="*/ 54527 w 88258"/>
                <a:gd name="connsiteY10" fmla="*/ 102826 h 102738"/>
                <a:gd name="connsiteX11" fmla="*/ 82416 w 88258"/>
                <a:gd name="connsiteY11" fmla="*/ 102826 h 102738"/>
                <a:gd name="connsiteX12" fmla="*/ 88594 w 88258"/>
                <a:gd name="connsiteY12" fmla="*/ 99283 h 102738"/>
                <a:gd name="connsiteX13" fmla="*/ 82416 w 88258"/>
                <a:gd name="connsiteY13" fmla="*/ 95740 h 102738"/>
                <a:gd name="connsiteX14" fmla="*/ 54880 w 88258"/>
                <a:gd name="connsiteY14" fmla="*/ 95740 h 102738"/>
                <a:gd name="connsiteX15" fmla="*/ 7573 w 88258"/>
                <a:gd name="connsiteY15" fmla="*/ 54999 h 102738"/>
                <a:gd name="connsiteX16" fmla="*/ 82416 w 88258"/>
                <a:gd name="connsiteY16" fmla="*/ 54999 h 1027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88258" h="102738">
                  <a:moveTo>
                    <a:pt x="82416" y="54999"/>
                  </a:moveTo>
                  <a:cubicBezTo>
                    <a:pt x="85417" y="54999"/>
                    <a:pt x="88594" y="54999"/>
                    <a:pt x="88594" y="51456"/>
                  </a:cubicBezTo>
                  <a:cubicBezTo>
                    <a:pt x="88594" y="47914"/>
                    <a:pt x="85417" y="47914"/>
                    <a:pt x="82416" y="47914"/>
                  </a:cubicBezTo>
                  <a:lnTo>
                    <a:pt x="7573" y="47914"/>
                  </a:lnTo>
                  <a:cubicBezTo>
                    <a:pt x="9692" y="24177"/>
                    <a:pt x="29991" y="7172"/>
                    <a:pt x="54880" y="7172"/>
                  </a:cubicBezTo>
                  <a:lnTo>
                    <a:pt x="82416" y="7172"/>
                  </a:lnTo>
                  <a:cubicBezTo>
                    <a:pt x="85417" y="7172"/>
                    <a:pt x="88594" y="7172"/>
                    <a:pt x="88594" y="3630"/>
                  </a:cubicBezTo>
                  <a:cubicBezTo>
                    <a:pt x="88594" y="87"/>
                    <a:pt x="85417" y="87"/>
                    <a:pt x="82416" y="87"/>
                  </a:cubicBezTo>
                  <a:lnTo>
                    <a:pt x="54527" y="87"/>
                  </a:lnTo>
                  <a:cubicBezTo>
                    <a:pt x="24342" y="87"/>
                    <a:pt x="336" y="23115"/>
                    <a:pt x="336" y="51456"/>
                  </a:cubicBezTo>
                  <a:cubicBezTo>
                    <a:pt x="336" y="79798"/>
                    <a:pt x="24342" y="102826"/>
                    <a:pt x="54527" y="102826"/>
                  </a:cubicBezTo>
                  <a:lnTo>
                    <a:pt x="82416" y="102826"/>
                  </a:lnTo>
                  <a:cubicBezTo>
                    <a:pt x="85417" y="102826"/>
                    <a:pt x="88594" y="102826"/>
                    <a:pt x="88594" y="99283"/>
                  </a:cubicBezTo>
                  <a:cubicBezTo>
                    <a:pt x="88594" y="95740"/>
                    <a:pt x="85417" y="95740"/>
                    <a:pt x="82416" y="95740"/>
                  </a:cubicBezTo>
                  <a:lnTo>
                    <a:pt x="54880" y="95740"/>
                  </a:lnTo>
                  <a:cubicBezTo>
                    <a:pt x="29991" y="95740"/>
                    <a:pt x="9692" y="78735"/>
                    <a:pt x="7573" y="54999"/>
                  </a:cubicBezTo>
                  <a:lnTo>
                    <a:pt x="82416" y="54999"/>
                  </a:lnTo>
                  <a:close/>
                </a:path>
              </a:pathLst>
            </a:custGeom>
            <a:solidFill>
              <a:srgbClr val="000000"/>
            </a:solidFill>
            <a:ln w="1771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46" name="任意形状 145">
              <a:extLst>
                <a:ext uri="{FF2B5EF4-FFF2-40B4-BE49-F238E27FC236}">
                  <a16:creationId xmlns:a16="http://schemas.microsoft.com/office/drawing/2014/main" id="{4467C2CE-878E-D98E-0799-E1285A373199}"/>
                </a:ext>
              </a:extLst>
            </p:cNvPr>
            <p:cNvSpPr/>
            <p:nvPr>
              <p:custDataLst>
                <p:tags r:id="rId281"/>
              </p:custDataLst>
            </p:nvPr>
          </p:nvSpPr>
          <p:spPr>
            <a:xfrm>
              <a:off x="8671876" y="3959911"/>
              <a:ext cx="98319" cy="145959"/>
            </a:xfrm>
            <a:custGeom>
              <a:avLst/>
              <a:gdLst>
                <a:gd name="connsiteX0" fmla="*/ 69540 w 98319"/>
                <a:gd name="connsiteY0" fmla="*/ 96803 h 145959"/>
                <a:gd name="connsiteX1" fmla="*/ 58420 w 98319"/>
                <a:gd name="connsiteY1" fmla="*/ 123905 h 145959"/>
                <a:gd name="connsiteX2" fmla="*/ 41827 w 98319"/>
                <a:gd name="connsiteY2" fmla="*/ 136304 h 145959"/>
                <a:gd name="connsiteX3" fmla="*/ 15879 w 98319"/>
                <a:gd name="connsiteY3" fmla="*/ 128687 h 145959"/>
                <a:gd name="connsiteX4" fmla="*/ 1758 w 98319"/>
                <a:gd name="connsiteY4" fmla="*/ 137190 h 145959"/>
                <a:gd name="connsiteX5" fmla="*/ 30177 w 98319"/>
                <a:gd name="connsiteY5" fmla="*/ 146047 h 145959"/>
                <a:gd name="connsiteX6" fmla="*/ 76954 w 98319"/>
                <a:gd name="connsiteY6" fmla="*/ 110442 h 145959"/>
                <a:gd name="connsiteX7" fmla="*/ 85074 w 98319"/>
                <a:gd name="connsiteY7" fmla="*/ 88300 h 145959"/>
                <a:gd name="connsiteX8" fmla="*/ 92311 w 98319"/>
                <a:gd name="connsiteY8" fmla="*/ 61199 h 145959"/>
                <a:gd name="connsiteX9" fmla="*/ 90369 w 98319"/>
                <a:gd name="connsiteY9" fmla="*/ 59604 h 145959"/>
                <a:gd name="connsiteX10" fmla="*/ 82073 w 98319"/>
                <a:gd name="connsiteY10" fmla="*/ 62970 h 145959"/>
                <a:gd name="connsiteX11" fmla="*/ 76601 w 98319"/>
                <a:gd name="connsiteY11" fmla="*/ 70941 h 145959"/>
                <a:gd name="connsiteX12" fmla="*/ 42533 w 98319"/>
                <a:gd name="connsiteY12" fmla="*/ 103180 h 145959"/>
                <a:gd name="connsiteX13" fmla="*/ 15350 w 98319"/>
                <a:gd name="connsiteY13" fmla="*/ 69170 h 145959"/>
                <a:gd name="connsiteX14" fmla="*/ 31060 w 98319"/>
                <a:gd name="connsiteY14" fmla="*/ 24886 h 145959"/>
                <a:gd name="connsiteX15" fmla="*/ 64421 w 98319"/>
                <a:gd name="connsiteY15" fmla="*/ 9829 h 145959"/>
                <a:gd name="connsiteX16" fmla="*/ 77307 w 98319"/>
                <a:gd name="connsiteY16" fmla="*/ 11778 h 145959"/>
                <a:gd name="connsiteX17" fmla="*/ 83661 w 98319"/>
                <a:gd name="connsiteY17" fmla="*/ 19395 h 145959"/>
                <a:gd name="connsiteX18" fmla="*/ 73776 w 98319"/>
                <a:gd name="connsiteY18" fmla="*/ 37817 h 145959"/>
                <a:gd name="connsiteX19" fmla="*/ 72541 w 98319"/>
                <a:gd name="connsiteY19" fmla="*/ 39942 h 145959"/>
                <a:gd name="connsiteX20" fmla="*/ 74483 w 98319"/>
                <a:gd name="connsiteY20" fmla="*/ 41182 h 145959"/>
                <a:gd name="connsiteX21" fmla="*/ 90192 w 98319"/>
                <a:gd name="connsiteY21" fmla="*/ 29846 h 145959"/>
                <a:gd name="connsiteX22" fmla="*/ 98665 w 98319"/>
                <a:gd name="connsiteY22" fmla="*/ 11955 h 145959"/>
                <a:gd name="connsiteX23" fmla="*/ 91075 w 98319"/>
                <a:gd name="connsiteY23" fmla="*/ 2213 h 145959"/>
                <a:gd name="connsiteX24" fmla="*/ 76071 w 98319"/>
                <a:gd name="connsiteY24" fmla="*/ 87 h 145959"/>
                <a:gd name="connsiteX25" fmla="*/ 346 w 98319"/>
                <a:gd name="connsiteY25" fmla="*/ 76787 h 145959"/>
                <a:gd name="connsiteX26" fmla="*/ 31060 w 98319"/>
                <a:gd name="connsiteY26" fmla="*/ 112922 h 145959"/>
                <a:gd name="connsiteX27" fmla="*/ 69540 w 98319"/>
                <a:gd name="connsiteY27" fmla="*/ 96803 h 1459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98319" h="145959">
                  <a:moveTo>
                    <a:pt x="69540" y="96803"/>
                  </a:moveTo>
                  <a:cubicBezTo>
                    <a:pt x="64774" y="112922"/>
                    <a:pt x="60185" y="121071"/>
                    <a:pt x="58420" y="123905"/>
                  </a:cubicBezTo>
                  <a:cubicBezTo>
                    <a:pt x="51535" y="135950"/>
                    <a:pt x="47829" y="136304"/>
                    <a:pt x="41827" y="136304"/>
                  </a:cubicBezTo>
                  <a:cubicBezTo>
                    <a:pt x="38826" y="136304"/>
                    <a:pt x="26294" y="135773"/>
                    <a:pt x="15879" y="128687"/>
                  </a:cubicBezTo>
                  <a:cubicBezTo>
                    <a:pt x="7936" y="129042"/>
                    <a:pt x="1758" y="135241"/>
                    <a:pt x="1758" y="137190"/>
                  </a:cubicBezTo>
                  <a:cubicBezTo>
                    <a:pt x="1758" y="138784"/>
                    <a:pt x="13761" y="146047"/>
                    <a:pt x="30177" y="146047"/>
                  </a:cubicBezTo>
                  <a:cubicBezTo>
                    <a:pt x="42886" y="146047"/>
                    <a:pt x="63715" y="139316"/>
                    <a:pt x="76954" y="110442"/>
                  </a:cubicBezTo>
                  <a:cubicBezTo>
                    <a:pt x="81543" y="100523"/>
                    <a:pt x="84544" y="90426"/>
                    <a:pt x="85074" y="88300"/>
                  </a:cubicBezTo>
                  <a:cubicBezTo>
                    <a:pt x="88604" y="76078"/>
                    <a:pt x="92311" y="61907"/>
                    <a:pt x="92311" y="61199"/>
                  </a:cubicBezTo>
                  <a:cubicBezTo>
                    <a:pt x="92311" y="60136"/>
                    <a:pt x="91958" y="59604"/>
                    <a:pt x="90369" y="59604"/>
                  </a:cubicBezTo>
                  <a:cubicBezTo>
                    <a:pt x="88780" y="59604"/>
                    <a:pt x="85780" y="60490"/>
                    <a:pt x="82073" y="62970"/>
                  </a:cubicBezTo>
                  <a:cubicBezTo>
                    <a:pt x="78013" y="65627"/>
                    <a:pt x="77836" y="66513"/>
                    <a:pt x="76601" y="70941"/>
                  </a:cubicBezTo>
                  <a:cubicBezTo>
                    <a:pt x="74836" y="76964"/>
                    <a:pt x="64421" y="103180"/>
                    <a:pt x="42533" y="103180"/>
                  </a:cubicBezTo>
                  <a:cubicBezTo>
                    <a:pt x="25411" y="103180"/>
                    <a:pt x="15350" y="89186"/>
                    <a:pt x="15350" y="69170"/>
                  </a:cubicBezTo>
                  <a:cubicBezTo>
                    <a:pt x="15350" y="55530"/>
                    <a:pt x="20822" y="37285"/>
                    <a:pt x="31060" y="24886"/>
                  </a:cubicBezTo>
                  <a:cubicBezTo>
                    <a:pt x="35825" y="19218"/>
                    <a:pt x="44475" y="9829"/>
                    <a:pt x="64421" y="9829"/>
                  </a:cubicBezTo>
                  <a:cubicBezTo>
                    <a:pt x="67775" y="9829"/>
                    <a:pt x="72894" y="10361"/>
                    <a:pt x="77307" y="11778"/>
                  </a:cubicBezTo>
                  <a:cubicBezTo>
                    <a:pt x="79248" y="12309"/>
                    <a:pt x="83661" y="13726"/>
                    <a:pt x="83661" y="19395"/>
                  </a:cubicBezTo>
                  <a:cubicBezTo>
                    <a:pt x="83661" y="25417"/>
                    <a:pt x="74483" y="36754"/>
                    <a:pt x="73776" y="37817"/>
                  </a:cubicBezTo>
                  <a:cubicBezTo>
                    <a:pt x="73070" y="38525"/>
                    <a:pt x="72541" y="39234"/>
                    <a:pt x="72541" y="39942"/>
                  </a:cubicBezTo>
                  <a:cubicBezTo>
                    <a:pt x="72541" y="41182"/>
                    <a:pt x="73423" y="41182"/>
                    <a:pt x="74483" y="41182"/>
                  </a:cubicBezTo>
                  <a:cubicBezTo>
                    <a:pt x="79602" y="41182"/>
                    <a:pt x="85427" y="36400"/>
                    <a:pt x="90192" y="29846"/>
                  </a:cubicBezTo>
                  <a:cubicBezTo>
                    <a:pt x="91605" y="27897"/>
                    <a:pt x="98665" y="17978"/>
                    <a:pt x="98665" y="11955"/>
                  </a:cubicBezTo>
                  <a:cubicBezTo>
                    <a:pt x="98665" y="4692"/>
                    <a:pt x="93193" y="2921"/>
                    <a:pt x="91075" y="2213"/>
                  </a:cubicBezTo>
                  <a:cubicBezTo>
                    <a:pt x="84544" y="87"/>
                    <a:pt x="78542" y="87"/>
                    <a:pt x="76071" y="87"/>
                  </a:cubicBezTo>
                  <a:cubicBezTo>
                    <a:pt x="36178" y="87"/>
                    <a:pt x="346" y="35160"/>
                    <a:pt x="346" y="76787"/>
                  </a:cubicBezTo>
                  <a:cubicBezTo>
                    <a:pt x="346" y="94677"/>
                    <a:pt x="8289" y="112922"/>
                    <a:pt x="31060" y="112922"/>
                  </a:cubicBezTo>
                  <a:cubicBezTo>
                    <a:pt x="44298" y="112922"/>
                    <a:pt x="57890" y="106191"/>
                    <a:pt x="69540" y="96803"/>
                  </a:cubicBezTo>
                  <a:close/>
                </a:path>
              </a:pathLst>
            </a:custGeom>
            <a:solidFill>
              <a:srgbClr val="000000"/>
            </a:solidFill>
            <a:ln w="1771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47" name="任意形状 146">
              <a:extLst>
                <a:ext uri="{FF2B5EF4-FFF2-40B4-BE49-F238E27FC236}">
                  <a16:creationId xmlns:a16="http://schemas.microsoft.com/office/drawing/2014/main" id="{E4535648-2535-360F-EF7F-E1832367F35A}"/>
                </a:ext>
              </a:extLst>
            </p:cNvPr>
            <p:cNvSpPr/>
            <p:nvPr>
              <p:custDataLst>
                <p:tags r:id="rId282"/>
              </p:custDataLst>
            </p:nvPr>
          </p:nvSpPr>
          <p:spPr>
            <a:xfrm>
              <a:off x="8772696" y="4035105"/>
              <a:ext cx="42752" cy="77496"/>
            </a:xfrm>
            <a:custGeom>
              <a:avLst/>
              <a:gdLst>
                <a:gd name="connsiteX0" fmla="*/ 21604 w 42752"/>
                <a:gd name="connsiteY0" fmla="*/ 27367 h 77496"/>
                <a:gd name="connsiteX1" fmla="*/ 40880 w 42752"/>
                <a:gd name="connsiteY1" fmla="*/ 27367 h 77496"/>
                <a:gd name="connsiteX2" fmla="*/ 40880 w 42752"/>
                <a:gd name="connsiteY2" fmla="*/ 22903 h 77496"/>
                <a:gd name="connsiteX3" fmla="*/ 21604 w 42752"/>
                <a:gd name="connsiteY3" fmla="*/ 22903 h 77496"/>
                <a:gd name="connsiteX4" fmla="*/ 21604 w 42752"/>
                <a:gd name="connsiteY4" fmla="*/ 88 h 77496"/>
                <a:gd name="connsiteX5" fmla="*/ 17403 w 42752"/>
                <a:gd name="connsiteY5" fmla="*/ 88 h 77496"/>
                <a:gd name="connsiteX6" fmla="*/ 352 w 42752"/>
                <a:gd name="connsiteY6" fmla="*/ 23895 h 77496"/>
                <a:gd name="connsiteX7" fmla="*/ 352 w 42752"/>
                <a:gd name="connsiteY7" fmla="*/ 27367 h 77496"/>
                <a:gd name="connsiteX8" fmla="*/ 11843 w 42752"/>
                <a:gd name="connsiteY8" fmla="*/ 27367 h 77496"/>
                <a:gd name="connsiteX9" fmla="*/ 11843 w 42752"/>
                <a:gd name="connsiteY9" fmla="*/ 60846 h 77496"/>
                <a:gd name="connsiteX10" fmla="*/ 29141 w 42752"/>
                <a:gd name="connsiteY10" fmla="*/ 77585 h 77496"/>
                <a:gd name="connsiteX11" fmla="*/ 43104 w 42752"/>
                <a:gd name="connsiteY11" fmla="*/ 60722 h 77496"/>
                <a:gd name="connsiteX12" fmla="*/ 43104 w 42752"/>
                <a:gd name="connsiteY12" fmla="*/ 53902 h 77496"/>
                <a:gd name="connsiteX13" fmla="*/ 38903 w 42752"/>
                <a:gd name="connsiteY13" fmla="*/ 53902 h 77496"/>
                <a:gd name="connsiteX14" fmla="*/ 38903 w 42752"/>
                <a:gd name="connsiteY14" fmla="*/ 60598 h 77496"/>
                <a:gd name="connsiteX15" fmla="*/ 30130 w 42752"/>
                <a:gd name="connsiteY15" fmla="*/ 73617 h 77496"/>
                <a:gd name="connsiteX16" fmla="*/ 21604 w 42752"/>
                <a:gd name="connsiteY16" fmla="*/ 60970 h 77496"/>
                <a:gd name="connsiteX17" fmla="*/ 21604 w 42752"/>
                <a:gd name="connsiteY17" fmla="*/ 27367 h 774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42752" h="77496">
                  <a:moveTo>
                    <a:pt x="21604" y="27367"/>
                  </a:moveTo>
                  <a:lnTo>
                    <a:pt x="40880" y="27367"/>
                  </a:lnTo>
                  <a:lnTo>
                    <a:pt x="40880" y="22903"/>
                  </a:lnTo>
                  <a:lnTo>
                    <a:pt x="21604" y="22903"/>
                  </a:lnTo>
                  <a:lnTo>
                    <a:pt x="21604" y="88"/>
                  </a:lnTo>
                  <a:lnTo>
                    <a:pt x="17403" y="88"/>
                  </a:lnTo>
                  <a:cubicBezTo>
                    <a:pt x="17279" y="11248"/>
                    <a:pt x="12213" y="23523"/>
                    <a:pt x="352" y="23895"/>
                  </a:cubicBezTo>
                  <a:lnTo>
                    <a:pt x="352" y="27367"/>
                  </a:lnTo>
                  <a:lnTo>
                    <a:pt x="11843" y="27367"/>
                  </a:lnTo>
                  <a:lnTo>
                    <a:pt x="11843" y="60846"/>
                  </a:lnTo>
                  <a:cubicBezTo>
                    <a:pt x="11843" y="74733"/>
                    <a:pt x="22222" y="77585"/>
                    <a:pt x="29141" y="77585"/>
                  </a:cubicBezTo>
                  <a:cubicBezTo>
                    <a:pt x="37420" y="77585"/>
                    <a:pt x="43104" y="70518"/>
                    <a:pt x="43104" y="60722"/>
                  </a:cubicBezTo>
                  <a:lnTo>
                    <a:pt x="43104" y="53902"/>
                  </a:lnTo>
                  <a:lnTo>
                    <a:pt x="38903" y="53902"/>
                  </a:lnTo>
                  <a:lnTo>
                    <a:pt x="38903" y="60598"/>
                  </a:lnTo>
                  <a:cubicBezTo>
                    <a:pt x="38903" y="69030"/>
                    <a:pt x="34949" y="73617"/>
                    <a:pt x="30130" y="73617"/>
                  </a:cubicBezTo>
                  <a:cubicBezTo>
                    <a:pt x="21604" y="73617"/>
                    <a:pt x="21604" y="63202"/>
                    <a:pt x="21604" y="60970"/>
                  </a:cubicBezTo>
                  <a:lnTo>
                    <a:pt x="21604" y="27367"/>
                  </a:lnTo>
                  <a:close/>
                </a:path>
              </a:pathLst>
            </a:custGeom>
            <a:solidFill>
              <a:srgbClr val="000000"/>
            </a:solidFill>
            <a:ln w="1771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48" name="任意形状 147">
              <a:extLst>
                <a:ext uri="{FF2B5EF4-FFF2-40B4-BE49-F238E27FC236}">
                  <a16:creationId xmlns:a16="http://schemas.microsoft.com/office/drawing/2014/main" id="{76BC1C68-D2A0-0A61-75E5-4C6ADD0924CA}"/>
                </a:ext>
              </a:extLst>
            </p:cNvPr>
            <p:cNvSpPr/>
            <p:nvPr>
              <p:custDataLst>
                <p:tags r:id="rId283"/>
              </p:custDataLst>
            </p:nvPr>
          </p:nvSpPr>
          <p:spPr>
            <a:xfrm>
              <a:off x="8830329" y="4056680"/>
              <a:ext cx="44234" cy="54681"/>
            </a:xfrm>
            <a:custGeom>
              <a:avLst/>
              <a:gdLst>
                <a:gd name="connsiteX0" fmla="*/ 18889 w 44234"/>
                <a:gd name="connsiteY0" fmla="*/ 26499 h 54681"/>
                <a:gd name="connsiteX1" fmla="*/ 35446 w 44234"/>
                <a:gd name="connsiteY1" fmla="*/ 3560 h 54681"/>
                <a:gd name="connsiteX2" fmla="*/ 33346 w 44234"/>
                <a:gd name="connsiteY2" fmla="*/ 8024 h 54681"/>
                <a:gd name="connsiteX3" fmla="*/ 38906 w 44234"/>
                <a:gd name="connsiteY3" fmla="*/ 13728 h 54681"/>
                <a:gd name="connsiteX4" fmla="*/ 44590 w 44234"/>
                <a:gd name="connsiteY4" fmla="*/ 8024 h 54681"/>
                <a:gd name="connsiteX5" fmla="*/ 34828 w 44234"/>
                <a:gd name="connsiteY5" fmla="*/ 88 h 54681"/>
                <a:gd name="connsiteX6" fmla="*/ 18148 w 44234"/>
                <a:gd name="connsiteY6" fmla="*/ 13356 h 54681"/>
                <a:gd name="connsiteX7" fmla="*/ 18024 w 44234"/>
                <a:gd name="connsiteY7" fmla="*/ 13356 h 54681"/>
                <a:gd name="connsiteX8" fmla="*/ 18024 w 44234"/>
                <a:gd name="connsiteY8" fmla="*/ 88 h 54681"/>
                <a:gd name="connsiteX9" fmla="*/ 355 w 44234"/>
                <a:gd name="connsiteY9" fmla="*/ 1452 h 54681"/>
                <a:gd name="connsiteX10" fmla="*/ 355 w 44234"/>
                <a:gd name="connsiteY10" fmla="*/ 5916 h 54681"/>
                <a:gd name="connsiteX11" fmla="*/ 9622 w 44234"/>
                <a:gd name="connsiteY11" fmla="*/ 12860 h 54681"/>
                <a:gd name="connsiteX12" fmla="*/ 9622 w 44234"/>
                <a:gd name="connsiteY12" fmla="*/ 44975 h 54681"/>
                <a:gd name="connsiteX13" fmla="*/ 355 w 44234"/>
                <a:gd name="connsiteY13" fmla="*/ 50306 h 54681"/>
                <a:gd name="connsiteX14" fmla="*/ 355 w 44234"/>
                <a:gd name="connsiteY14" fmla="*/ 54770 h 54681"/>
                <a:gd name="connsiteX15" fmla="*/ 14441 w 44234"/>
                <a:gd name="connsiteY15" fmla="*/ 54274 h 54681"/>
                <a:gd name="connsiteX16" fmla="*/ 30504 w 44234"/>
                <a:gd name="connsiteY16" fmla="*/ 54770 h 54681"/>
                <a:gd name="connsiteX17" fmla="*/ 30504 w 44234"/>
                <a:gd name="connsiteY17" fmla="*/ 50306 h 54681"/>
                <a:gd name="connsiteX18" fmla="*/ 28032 w 44234"/>
                <a:gd name="connsiteY18" fmla="*/ 50306 h 54681"/>
                <a:gd name="connsiteX19" fmla="*/ 18889 w 44234"/>
                <a:gd name="connsiteY19" fmla="*/ 44727 h 54681"/>
                <a:gd name="connsiteX20" fmla="*/ 18889 w 44234"/>
                <a:gd name="connsiteY20" fmla="*/ 26499 h 546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44234" h="54681">
                  <a:moveTo>
                    <a:pt x="18889" y="26499"/>
                  </a:moveTo>
                  <a:cubicBezTo>
                    <a:pt x="18889" y="16084"/>
                    <a:pt x="23708" y="3560"/>
                    <a:pt x="35446" y="3560"/>
                  </a:cubicBezTo>
                  <a:cubicBezTo>
                    <a:pt x="34334" y="4428"/>
                    <a:pt x="33346" y="6040"/>
                    <a:pt x="33346" y="8024"/>
                  </a:cubicBezTo>
                  <a:cubicBezTo>
                    <a:pt x="33346" y="12116"/>
                    <a:pt x="36558" y="13728"/>
                    <a:pt x="38906" y="13728"/>
                  </a:cubicBezTo>
                  <a:cubicBezTo>
                    <a:pt x="41871" y="13728"/>
                    <a:pt x="44590" y="11744"/>
                    <a:pt x="44590" y="8024"/>
                  </a:cubicBezTo>
                  <a:cubicBezTo>
                    <a:pt x="44590" y="3808"/>
                    <a:pt x="40636" y="88"/>
                    <a:pt x="34828" y="88"/>
                  </a:cubicBezTo>
                  <a:cubicBezTo>
                    <a:pt x="28650" y="88"/>
                    <a:pt x="21854" y="3932"/>
                    <a:pt x="18148" y="13356"/>
                  </a:cubicBezTo>
                  <a:lnTo>
                    <a:pt x="18024" y="13356"/>
                  </a:lnTo>
                  <a:lnTo>
                    <a:pt x="18024" y="88"/>
                  </a:lnTo>
                  <a:lnTo>
                    <a:pt x="355" y="1452"/>
                  </a:lnTo>
                  <a:lnTo>
                    <a:pt x="355" y="5916"/>
                  </a:lnTo>
                  <a:cubicBezTo>
                    <a:pt x="8633" y="5916"/>
                    <a:pt x="9622" y="6784"/>
                    <a:pt x="9622" y="12860"/>
                  </a:cubicBezTo>
                  <a:lnTo>
                    <a:pt x="9622" y="44975"/>
                  </a:lnTo>
                  <a:cubicBezTo>
                    <a:pt x="9622" y="50306"/>
                    <a:pt x="8386" y="50306"/>
                    <a:pt x="355" y="50306"/>
                  </a:cubicBezTo>
                  <a:lnTo>
                    <a:pt x="355" y="54770"/>
                  </a:lnTo>
                  <a:cubicBezTo>
                    <a:pt x="972" y="54770"/>
                    <a:pt x="9375" y="54274"/>
                    <a:pt x="14441" y="54274"/>
                  </a:cubicBezTo>
                  <a:cubicBezTo>
                    <a:pt x="19754" y="54274"/>
                    <a:pt x="25191" y="54522"/>
                    <a:pt x="30504" y="54770"/>
                  </a:cubicBezTo>
                  <a:lnTo>
                    <a:pt x="30504" y="50306"/>
                  </a:lnTo>
                  <a:lnTo>
                    <a:pt x="28032" y="50306"/>
                  </a:lnTo>
                  <a:cubicBezTo>
                    <a:pt x="18889" y="50306"/>
                    <a:pt x="18889" y="48942"/>
                    <a:pt x="18889" y="44727"/>
                  </a:cubicBezTo>
                  <a:lnTo>
                    <a:pt x="18889" y="26499"/>
                  </a:lnTo>
                  <a:close/>
                </a:path>
              </a:pathLst>
            </a:custGeom>
            <a:solidFill>
              <a:srgbClr val="000000"/>
            </a:solidFill>
            <a:ln w="1771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49" name="任意形状 148">
              <a:extLst>
                <a:ext uri="{FF2B5EF4-FFF2-40B4-BE49-F238E27FC236}">
                  <a16:creationId xmlns:a16="http://schemas.microsoft.com/office/drawing/2014/main" id="{67A8A750-8818-24AD-EBE4-EE556E5933EE}"/>
                </a:ext>
              </a:extLst>
            </p:cNvPr>
            <p:cNvSpPr/>
            <p:nvPr>
              <p:custDataLst>
                <p:tags r:id="rId284"/>
              </p:custDataLst>
            </p:nvPr>
          </p:nvSpPr>
          <p:spPr>
            <a:xfrm>
              <a:off x="8886232" y="4056060"/>
              <a:ext cx="61657" cy="56541"/>
            </a:xfrm>
            <a:custGeom>
              <a:avLst/>
              <a:gdLst>
                <a:gd name="connsiteX0" fmla="*/ 48670 w 61657"/>
                <a:gd name="connsiteY0" fmla="*/ 22159 h 56541"/>
                <a:gd name="connsiteX1" fmla="*/ 42987 w 61657"/>
                <a:gd name="connsiteY1" fmla="*/ 6288 h 56541"/>
                <a:gd name="connsiteX2" fmla="*/ 24699 w 61657"/>
                <a:gd name="connsiteY2" fmla="*/ 88 h 56541"/>
                <a:gd name="connsiteX3" fmla="*/ 4682 w 61657"/>
                <a:gd name="connsiteY3" fmla="*/ 12116 h 56541"/>
                <a:gd name="connsiteX4" fmla="*/ 10613 w 61657"/>
                <a:gd name="connsiteY4" fmla="*/ 18192 h 56541"/>
                <a:gd name="connsiteX5" fmla="*/ 16421 w 61657"/>
                <a:gd name="connsiteY5" fmla="*/ 12364 h 56541"/>
                <a:gd name="connsiteX6" fmla="*/ 12096 w 61657"/>
                <a:gd name="connsiteY6" fmla="*/ 6660 h 56541"/>
                <a:gd name="connsiteX7" fmla="*/ 24452 w 61657"/>
                <a:gd name="connsiteY7" fmla="*/ 3560 h 56541"/>
                <a:gd name="connsiteX8" fmla="*/ 38909 w 61657"/>
                <a:gd name="connsiteY8" fmla="*/ 18564 h 56541"/>
                <a:gd name="connsiteX9" fmla="*/ 38909 w 61657"/>
                <a:gd name="connsiteY9" fmla="*/ 22407 h 56541"/>
                <a:gd name="connsiteX10" fmla="*/ 14938 w 61657"/>
                <a:gd name="connsiteY10" fmla="*/ 26375 h 56541"/>
                <a:gd name="connsiteX11" fmla="*/ 358 w 61657"/>
                <a:gd name="connsiteY11" fmla="*/ 42867 h 56541"/>
                <a:gd name="connsiteX12" fmla="*/ 21981 w 61657"/>
                <a:gd name="connsiteY12" fmla="*/ 56630 h 56541"/>
                <a:gd name="connsiteX13" fmla="*/ 40268 w 61657"/>
                <a:gd name="connsiteY13" fmla="*/ 46215 h 56541"/>
                <a:gd name="connsiteX14" fmla="*/ 49782 w 61657"/>
                <a:gd name="connsiteY14" fmla="*/ 56010 h 56541"/>
                <a:gd name="connsiteX15" fmla="*/ 62015 w 61657"/>
                <a:gd name="connsiteY15" fmla="*/ 44231 h 56541"/>
                <a:gd name="connsiteX16" fmla="*/ 62015 w 61657"/>
                <a:gd name="connsiteY16" fmla="*/ 37411 h 56541"/>
                <a:gd name="connsiteX17" fmla="*/ 57814 w 61657"/>
                <a:gd name="connsiteY17" fmla="*/ 37411 h 56541"/>
                <a:gd name="connsiteX18" fmla="*/ 57814 w 61657"/>
                <a:gd name="connsiteY18" fmla="*/ 44107 h 56541"/>
                <a:gd name="connsiteX19" fmla="*/ 53242 w 61657"/>
                <a:gd name="connsiteY19" fmla="*/ 51298 h 56541"/>
                <a:gd name="connsiteX20" fmla="*/ 48670 w 61657"/>
                <a:gd name="connsiteY20" fmla="*/ 43859 h 56541"/>
                <a:gd name="connsiteX21" fmla="*/ 48670 w 61657"/>
                <a:gd name="connsiteY21" fmla="*/ 22159 h 56541"/>
                <a:gd name="connsiteX22" fmla="*/ 38909 w 61657"/>
                <a:gd name="connsiteY22" fmla="*/ 37907 h 56541"/>
                <a:gd name="connsiteX23" fmla="*/ 22970 w 61657"/>
                <a:gd name="connsiteY23" fmla="*/ 53158 h 56541"/>
                <a:gd name="connsiteX24" fmla="*/ 10737 w 61657"/>
                <a:gd name="connsiteY24" fmla="*/ 42867 h 56541"/>
                <a:gd name="connsiteX25" fmla="*/ 38909 w 61657"/>
                <a:gd name="connsiteY25" fmla="*/ 25631 h 56541"/>
                <a:gd name="connsiteX26" fmla="*/ 38909 w 61657"/>
                <a:gd name="connsiteY26" fmla="*/ 37907 h 565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61657" h="56541">
                  <a:moveTo>
                    <a:pt x="48670" y="22159"/>
                  </a:moveTo>
                  <a:cubicBezTo>
                    <a:pt x="48670" y="15588"/>
                    <a:pt x="48670" y="10876"/>
                    <a:pt x="42987" y="6288"/>
                  </a:cubicBezTo>
                  <a:cubicBezTo>
                    <a:pt x="37920" y="2072"/>
                    <a:pt x="31990" y="88"/>
                    <a:pt x="24699" y="88"/>
                  </a:cubicBezTo>
                  <a:cubicBezTo>
                    <a:pt x="12961" y="88"/>
                    <a:pt x="4682" y="4552"/>
                    <a:pt x="4682" y="12116"/>
                  </a:cubicBezTo>
                  <a:cubicBezTo>
                    <a:pt x="4682" y="16084"/>
                    <a:pt x="7401" y="18192"/>
                    <a:pt x="10613" y="18192"/>
                  </a:cubicBezTo>
                  <a:cubicBezTo>
                    <a:pt x="13950" y="18192"/>
                    <a:pt x="16421" y="15712"/>
                    <a:pt x="16421" y="12364"/>
                  </a:cubicBezTo>
                  <a:cubicBezTo>
                    <a:pt x="16421" y="10256"/>
                    <a:pt x="15432" y="7652"/>
                    <a:pt x="12096" y="6660"/>
                  </a:cubicBezTo>
                  <a:cubicBezTo>
                    <a:pt x="16544" y="3560"/>
                    <a:pt x="23711" y="3560"/>
                    <a:pt x="24452" y="3560"/>
                  </a:cubicBezTo>
                  <a:cubicBezTo>
                    <a:pt x="31372" y="3560"/>
                    <a:pt x="38909" y="8148"/>
                    <a:pt x="38909" y="18564"/>
                  </a:cubicBezTo>
                  <a:lnTo>
                    <a:pt x="38909" y="22407"/>
                  </a:lnTo>
                  <a:cubicBezTo>
                    <a:pt x="32113" y="22655"/>
                    <a:pt x="23958" y="23027"/>
                    <a:pt x="14938" y="26375"/>
                  </a:cubicBezTo>
                  <a:cubicBezTo>
                    <a:pt x="3818" y="30467"/>
                    <a:pt x="358" y="37287"/>
                    <a:pt x="358" y="42867"/>
                  </a:cubicBezTo>
                  <a:cubicBezTo>
                    <a:pt x="358" y="53530"/>
                    <a:pt x="13208" y="56630"/>
                    <a:pt x="21981" y="56630"/>
                  </a:cubicBezTo>
                  <a:cubicBezTo>
                    <a:pt x="31866" y="56630"/>
                    <a:pt x="37673" y="51050"/>
                    <a:pt x="40268" y="46215"/>
                  </a:cubicBezTo>
                  <a:cubicBezTo>
                    <a:pt x="40762" y="51298"/>
                    <a:pt x="44099" y="56010"/>
                    <a:pt x="49782" y="56010"/>
                  </a:cubicBezTo>
                  <a:cubicBezTo>
                    <a:pt x="50030" y="56010"/>
                    <a:pt x="62015" y="56010"/>
                    <a:pt x="62015" y="44231"/>
                  </a:cubicBezTo>
                  <a:lnTo>
                    <a:pt x="62015" y="37411"/>
                  </a:lnTo>
                  <a:lnTo>
                    <a:pt x="57814" y="37411"/>
                  </a:lnTo>
                  <a:lnTo>
                    <a:pt x="57814" y="44107"/>
                  </a:lnTo>
                  <a:cubicBezTo>
                    <a:pt x="57814" y="45347"/>
                    <a:pt x="57814" y="51298"/>
                    <a:pt x="53242" y="51298"/>
                  </a:cubicBezTo>
                  <a:cubicBezTo>
                    <a:pt x="48670" y="51298"/>
                    <a:pt x="48670" y="45471"/>
                    <a:pt x="48670" y="43859"/>
                  </a:cubicBezTo>
                  <a:lnTo>
                    <a:pt x="48670" y="22159"/>
                  </a:lnTo>
                  <a:close/>
                  <a:moveTo>
                    <a:pt x="38909" y="37907"/>
                  </a:moveTo>
                  <a:cubicBezTo>
                    <a:pt x="38909" y="49810"/>
                    <a:pt x="28530" y="53158"/>
                    <a:pt x="22970" y="53158"/>
                  </a:cubicBezTo>
                  <a:cubicBezTo>
                    <a:pt x="16668" y="53158"/>
                    <a:pt x="10737" y="48942"/>
                    <a:pt x="10737" y="42867"/>
                  </a:cubicBezTo>
                  <a:cubicBezTo>
                    <a:pt x="10737" y="36047"/>
                    <a:pt x="16668" y="26499"/>
                    <a:pt x="38909" y="25631"/>
                  </a:cubicBezTo>
                  <a:lnTo>
                    <a:pt x="38909" y="37907"/>
                  </a:lnTo>
                  <a:close/>
                </a:path>
              </a:pathLst>
            </a:custGeom>
            <a:solidFill>
              <a:srgbClr val="000000"/>
            </a:solidFill>
            <a:ln w="1771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50" name="任意形状 149">
              <a:extLst>
                <a:ext uri="{FF2B5EF4-FFF2-40B4-BE49-F238E27FC236}">
                  <a16:creationId xmlns:a16="http://schemas.microsoft.com/office/drawing/2014/main" id="{111A3BF1-041E-E718-EAA7-BE67DC5D93A1}"/>
                </a:ext>
              </a:extLst>
            </p:cNvPr>
            <p:cNvSpPr/>
            <p:nvPr>
              <p:custDataLst>
                <p:tags r:id="rId285"/>
              </p:custDataLst>
            </p:nvPr>
          </p:nvSpPr>
          <p:spPr>
            <a:xfrm>
              <a:off x="8956717" y="4027789"/>
              <a:ext cx="26936" cy="83572"/>
            </a:xfrm>
            <a:custGeom>
              <a:avLst/>
              <a:gdLst>
                <a:gd name="connsiteX0" fmla="*/ 19514 w 26936"/>
                <a:gd name="connsiteY0" fmla="*/ 7156 h 83572"/>
                <a:gd name="connsiteX1" fmla="*/ 12347 w 26936"/>
                <a:gd name="connsiteY1" fmla="*/ 88 h 83572"/>
                <a:gd name="connsiteX2" fmla="*/ 5304 w 26936"/>
                <a:gd name="connsiteY2" fmla="*/ 7156 h 83572"/>
                <a:gd name="connsiteX3" fmla="*/ 12347 w 26936"/>
                <a:gd name="connsiteY3" fmla="*/ 14348 h 83572"/>
                <a:gd name="connsiteX4" fmla="*/ 19514 w 26936"/>
                <a:gd name="connsiteY4" fmla="*/ 7156 h 83572"/>
                <a:gd name="connsiteX5" fmla="*/ 732 w 26936"/>
                <a:gd name="connsiteY5" fmla="*/ 30343 h 83572"/>
                <a:gd name="connsiteX6" fmla="*/ 732 w 26936"/>
                <a:gd name="connsiteY6" fmla="*/ 34807 h 83572"/>
                <a:gd name="connsiteX7" fmla="*/ 9629 w 26936"/>
                <a:gd name="connsiteY7" fmla="*/ 41627 h 83572"/>
                <a:gd name="connsiteX8" fmla="*/ 9629 w 26936"/>
                <a:gd name="connsiteY8" fmla="*/ 73865 h 83572"/>
                <a:gd name="connsiteX9" fmla="*/ 362 w 26936"/>
                <a:gd name="connsiteY9" fmla="*/ 79197 h 83572"/>
                <a:gd name="connsiteX10" fmla="*/ 362 w 26936"/>
                <a:gd name="connsiteY10" fmla="*/ 83661 h 83572"/>
                <a:gd name="connsiteX11" fmla="*/ 14201 w 26936"/>
                <a:gd name="connsiteY11" fmla="*/ 83165 h 83572"/>
                <a:gd name="connsiteX12" fmla="*/ 27298 w 26936"/>
                <a:gd name="connsiteY12" fmla="*/ 83661 h 83572"/>
                <a:gd name="connsiteX13" fmla="*/ 27298 w 26936"/>
                <a:gd name="connsiteY13" fmla="*/ 79197 h 83572"/>
                <a:gd name="connsiteX14" fmla="*/ 18896 w 26936"/>
                <a:gd name="connsiteY14" fmla="*/ 73989 h 83572"/>
                <a:gd name="connsiteX15" fmla="*/ 18896 w 26936"/>
                <a:gd name="connsiteY15" fmla="*/ 28979 h 83572"/>
                <a:gd name="connsiteX16" fmla="*/ 732 w 26936"/>
                <a:gd name="connsiteY16" fmla="*/ 30343 h 835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6936" h="83572">
                  <a:moveTo>
                    <a:pt x="19514" y="7156"/>
                  </a:moveTo>
                  <a:cubicBezTo>
                    <a:pt x="19514" y="3560"/>
                    <a:pt x="16548" y="88"/>
                    <a:pt x="12347" y="88"/>
                  </a:cubicBezTo>
                  <a:cubicBezTo>
                    <a:pt x="8640" y="88"/>
                    <a:pt x="5304" y="3064"/>
                    <a:pt x="5304" y="7156"/>
                  </a:cubicBezTo>
                  <a:cubicBezTo>
                    <a:pt x="5304" y="11620"/>
                    <a:pt x="8888" y="14348"/>
                    <a:pt x="12347" y="14348"/>
                  </a:cubicBezTo>
                  <a:cubicBezTo>
                    <a:pt x="16301" y="14348"/>
                    <a:pt x="19514" y="11248"/>
                    <a:pt x="19514" y="7156"/>
                  </a:cubicBezTo>
                  <a:close/>
                  <a:moveTo>
                    <a:pt x="732" y="30343"/>
                  </a:moveTo>
                  <a:lnTo>
                    <a:pt x="732" y="34807"/>
                  </a:lnTo>
                  <a:cubicBezTo>
                    <a:pt x="8517" y="34807"/>
                    <a:pt x="9629" y="35551"/>
                    <a:pt x="9629" y="41627"/>
                  </a:cubicBezTo>
                  <a:lnTo>
                    <a:pt x="9629" y="73865"/>
                  </a:lnTo>
                  <a:cubicBezTo>
                    <a:pt x="9629" y="79197"/>
                    <a:pt x="8393" y="79197"/>
                    <a:pt x="362" y="79197"/>
                  </a:cubicBezTo>
                  <a:lnTo>
                    <a:pt x="362" y="83661"/>
                  </a:lnTo>
                  <a:cubicBezTo>
                    <a:pt x="609" y="83661"/>
                    <a:pt x="9258" y="83165"/>
                    <a:pt x="14201" y="83165"/>
                  </a:cubicBezTo>
                  <a:cubicBezTo>
                    <a:pt x="18525" y="83165"/>
                    <a:pt x="22974" y="83289"/>
                    <a:pt x="27298" y="83661"/>
                  </a:cubicBezTo>
                  <a:lnTo>
                    <a:pt x="27298" y="79197"/>
                  </a:lnTo>
                  <a:cubicBezTo>
                    <a:pt x="20132" y="79197"/>
                    <a:pt x="18896" y="79197"/>
                    <a:pt x="18896" y="73989"/>
                  </a:cubicBezTo>
                  <a:lnTo>
                    <a:pt x="18896" y="28979"/>
                  </a:lnTo>
                  <a:lnTo>
                    <a:pt x="732" y="30343"/>
                  </a:lnTo>
                  <a:close/>
                </a:path>
              </a:pathLst>
            </a:custGeom>
            <a:solidFill>
              <a:srgbClr val="000000"/>
            </a:solidFill>
            <a:ln w="1771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51" name="任意形状 150">
              <a:extLst>
                <a:ext uri="{FF2B5EF4-FFF2-40B4-BE49-F238E27FC236}">
                  <a16:creationId xmlns:a16="http://schemas.microsoft.com/office/drawing/2014/main" id="{A846BE8F-6045-4ECF-7272-682CDCD29E7F}"/>
                </a:ext>
              </a:extLst>
            </p:cNvPr>
            <p:cNvSpPr/>
            <p:nvPr>
              <p:custDataLst>
                <p:tags r:id="rId286"/>
              </p:custDataLst>
            </p:nvPr>
          </p:nvSpPr>
          <p:spPr>
            <a:xfrm>
              <a:off x="8996432" y="4056680"/>
              <a:ext cx="66228" cy="54681"/>
            </a:xfrm>
            <a:custGeom>
              <a:avLst/>
              <a:gdLst>
                <a:gd name="connsiteX0" fmla="*/ 57326 w 66228"/>
                <a:gd name="connsiteY0" fmla="*/ 17200 h 54681"/>
                <a:gd name="connsiteX1" fmla="*/ 38792 w 66228"/>
                <a:gd name="connsiteY1" fmla="*/ 88 h 54681"/>
                <a:gd name="connsiteX2" fmla="*/ 18651 w 66228"/>
                <a:gd name="connsiteY2" fmla="*/ 12116 h 54681"/>
                <a:gd name="connsiteX3" fmla="*/ 18528 w 66228"/>
                <a:gd name="connsiteY3" fmla="*/ 12116 h 54681"/>
                <a:gd name="connsiteX4" fmla="*/ 18528 w 66228"/>
                <a:gd name="connsiteY4" fmla="*/ 88 h 54681"/>
                <a:gd name="connsiteX5" fmla="*/ 364 w 66228"/>
                <a:gd name="connsiteY5" fmla="*/ 1452 h 54681"/>
                <a:gd name="connsiteX6" fmla="*/ 364 w 66228"/>
                <a:gd name="connsiteY6" fmla="*/ 5916 h 54681"/>
                <a:gd name="connsiteX7" fmla="*/ 9631 w 66228"/>
                <a:gd name="connsiteY7" fmla="*/ 12860 h 54681"/>
                <a:gd name="connsiteX8" fmla="*/ 9631 w 66228"/>
                <a:gd name="connsiteY8" fmla="*/ 44975 h 54681"/>
                <a:gd name="connsiteX9" fmla="*/ 364 w 66228"/>
                <a:gd name="connsiteY9" fmla="*/ 50306 h 54681"/>
                <a:gd name="connsiteX10" fmla="*/ 364 w 66228"/>
                <a:gd name="connsiteY10" fmla="*/ 54770 h 54681"/>
                <a:gd name="connsiteX11" fmla="*/ 14450 w 66228"/>
                <a:gd name="connsiteY11" fmla="*/ 54274 h 54681"/>
                <a:gd name="connsiteX12" fmla="*/ 28660 w 66228"/>
                <a:gd name="connsiteY12" fmla="*/ 54770 h 54681"/>
                <a:gd name="connsiteX13" fmla="*/ 28660 w 66228"/>
                <a:gd name="connsiteY13" fmla="*/ 50306 h 54681"/>
                <a:gd name="connsiteX14" fmla="*/ 19392 w 66228"/>
                <a:gd name="connsiteY14" fmla="*/ 44975 h 54681"/>
                <a:gd name="connsiteX15" fmla="*/ 19392 w 66228"/>
                <a:gd name="connsiteY15" fmla="*/ 22655 h 54681"/>
                <a:gd name="connsiteX16" fmla="*/ 37803 w 66228"/>
                <a:gd name="connsiteY16" fmla="*/ 3560 h 54681"/>
                <a:gd name="connsiteX17" fmla="*/ 47565 w 66228"/>
                <a:gd name="connsiteY17" fmla="*/ 16704 h 54681"/>
                <a:gd name="connsiteX18" fmla="*/ 47565 w 66228"/>
                <a:gd name="connsiteY18" fmla="*/ 44975 h 54681"/>
                <a:gd name="connsiteX19" fmla="*/ 38297 w 66228"/>
                <a:gd name="connsiteY19" fmla="*/ 50306 h 54681"/>
                <a:gd name="connsiteX20" fmla="*/ 38297 w 66228"/>
                <a:gd name="connsiteY20" fmla="*/ 54770 h 54681"/>
                <a:gd name="connsiteX21" fmla="*/ 52383 w 66228"/>
                <a:gd name="connsiteY21" fmla="*/ 54274 h 54681"/>
                <a:gd name="connsiteX22" fmla="*/ 66593 w 66228"/>
                <a:gd name="connsiteY22" fmla="*/ 54770 h 54681"/>
                <a:gd name="connsiteX23" fmla="*/ 66593 w 66228"/>
                <a:gd name="connsiteY23" fmla="*/ 50306 h 54681"/>
                <a:gd name="connsiteX24" fmla="*/ 57326 w 66228"/>
                <a:gd name="connsiteY24" fmla="*/ 44975 h 54681"/>
                <a:gd name="connsiteX25" fmla="*/ 57326 w 66228"/>
                <a:gd name="connsiteY25" fmla="*/ 17200 h 546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66228" h="54681">
                  <a:moveTo>
                    <a:pt x="57326" y="17200"/>
                  </a:moveTo>
                  <a:cubicBezTo>
                    <a:pt x="57326" y="6412"/>
                    <a:pt x="52013" y="88"/>
                    <a:pt x="38792" y="88"/>
                  </a:cubicBezTo>
                  <a:cubicBezTo>
                    <a:pt x="28660" y="88"/>
                    <a:pt x="22111" y="5668"/>
                    <a:pt x="18651" y="12116"/>
                  </a:cubicBezTo>
                  <a:lnTo>
                    <a:pt x="18528" y="12116"/>
                  </a:lnTo>
                  <a:lnTo>
                    <a:pt x="18528" y="88"/>
                  </a:lnTo>
                  <a:lnTo>
                    <a:pt x="364" y="1452"/>
                  </a:lnTo>
                  <a:lnTo>
                    <a:pt x="364" y="5916"/>
                  </a:lnTo>
                  <a:cubicBezTo>
                    <a:pt x="8643" y="5916"/>
                    <a:pt x="9631" y="6784"/>
                    <a:pt x="9631" y="12860"/>
                  </a:cubicBezTo>
                  <a:lnTo>
                    <a:pt x="9631" y="44975"/>
                  </a:lnTo>
                  <a:cubicBezTo>
                    <a:pt x="9631" y="50306"/>
                    <a:pt x="8396" y="50306"/>
                    <a:pt x="364" y="50306"/>
                  </a:cubicBezTo>
                  <a:lnTo>
                    <a:pt x="364" y="54770"/>
                  </a:lnTo>
                  <a:cubicBezTo>
                    <a:pt x="611" y="54770"/>
                    <a:pt x="9260" y="54274"/>
                    <a:pt x="14450" y="54274"/>
                  </a:cubicBezTo>
                  <a:cubicBezTo>
                    <a:pt x="19022" y="54274"/>
                    <a:pt x="27548" y="54646"/>
                    <a:pt x="28660" y="54770"/>
                  </a:cubicBezTo>
                  <a:lnTo>
                    <a:pt x="28660" y="50306"/>
                  </a:lnTo>
                  <a:cubicBezTo>
                    <a:pt x="20628" y="50306"/>
                    <a:pt x="19392" y="50306"/>
                    <a:pt x="19392" y="44975"/>
                  </a:cubicBezTo>
                  <a:lnTo>
                    <a:pt x="19392" y="22655"/>
                  </a:lnTo>
                  <a:cubicBezTo>
                    <a:pt x="19392" y="9636"/>
                    <a:pt x="29648" y="3560"/>
                    <a:pt x="37803" y="3560"/>
                  </a:cubicBezTo>
                  <a:cubicBezTo>
                    <a:pt x="46452" y="3560"/>
                    <a:pt x="47565" y="10380"/>
                    <a:pt x="47565" y="16704"/>
                  </a:cubicBezTo>
                  <a:lnTo>
                    <a:pt x="47565" y="44975"/>
                  </a:lnTo>
                  <a:cubicBezTo>
                    <a:pt x="47565" y="50306"/>
                    <a:pt x="46329" y="50306"/>
                    <a:pt x="38297" y="50306"/>
                  </a:cubicBezTo>
                  <a:lnTo>
                    <a:pt x="38297" y="54770"/>
                  </a:lnTo>
                  <a:cubicBezTo>
                    <a:pt x="38545" y="54770"/>
                    <a:pt x="47194" y="54274"/>
                    <a:pt x="52383" y="54274"/>
                  </a:cubicBezTo>
                  <a:cubicBezTo>
                    <a:pt x="56955" y="54274"/>
                    <a:pt x="65481" y="54646"/>
                    <a:pt x="66593" y="54770"/>
                  </a:cubicBezTo>
                  <a:lnTo>
                    <a:pt x="66593" y="50306"/>
                  </a:lnTo>
                  <a:cubicBezTo>
                    <a:pt x="58561" y="50306"/>
                    <a:pt x="57326" y="50306"/>
                    <a:pt x="57326" y="44975"/>
                  </a:cubicBezTo>
                  <a:lnTo>
                    <a:pt x="57326" y="17200"/>
                  </a:lnTo>
                  <a:close/>
                </a:path>
              </a:pathLst>
            </a:custGeom>
            <a:solidFill>
              <a:srgbClr val="000000"/>
            </a:solidFill>
            <a:ln w="1771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52" name="任意形状 151">
              <a:extLst>
                <a:ext uri="{FF2B5EF4-FFF2-40B4-BE49-F238E27FC236}">
                  <a16:creationId xmlns:a16="http://schemas.microsoft.com/office/drawing/2014/main" id="{DBA17FDA-CE74-A950-310F-88B69AE75DA4}"/>
                </a:ext>
              </a:extLst>
            </p:cNvPr>
            <p:cNvSpPr/>
            <p:nvPr>
              <p:custDataLst>
                <p:tags r:id="rId287"/>
              </p:custDataLst>
            </p:nvPr>
          </p:nvSpPr>
          <p:spPr>
            <a:xfrm>
              <a:off x="9089256" y="3951940"/>
              <a:ext cx="62663" cy="177135"/>
            </a:xfrm>
            <a:custGeom>
              <a:avLst/>
              <a:gdLst>
                <a:gd name="connsiteX0" fmla="*/ 25787 w 62663"/>
                <a:gd name="connsiteY0" fmla="*/ 153664 h 177135"/>
                <a:gd name="connsiteX1" fmla="*/ 1958 w 62663"/>
                <a:gd name="connsiteY1" fmla="*/ 173326 h 177135"/>
                <a:gd name="connsiteX2" fmla="*/ 369 w 62663"/>
                <a:gd name="connsiteY2" fmla="*/ 175274 h 177135"/>
                <a:gd name="connsiteX3" fmla="*/ 3899 w 62663"/>
                <a:gd name="connsiteY3" fmla="*/ 177223 h 177135"/>
                <a:gd name="connsiteX4" fmla="*/ 37614 w 62663"/>
                <a:gd name="connsiteY4" fmla="*/ 155081 h 177135"/>
                <a:gd name="connsiteX5" fmla="*/ 37614 w 62663"/>
                <a:gd name="connsiteY5" fmla="*/ 114694 h 177135"/>
                <a:gd name="connsiteX6" fmla="*/ 44675 w 62663"/>
                <a:gd name="connsiteY6" fmla="*/ 96272 h 177135"/>
                <a:gd name="connsiteX7" fmla="*/ 61444 w 62663"/>
                <a:gd name="connsiteY7" fmla="*/ 90603 h 177135"/>
                <a:gd name="connsiteX8" fmla="*/ 63032 w 62663"/>
                <a:gd name="connsiteY8" fmla="*/ 88655 h 177135"/>
                <a:gd name="connsiteX9" fmla="*/ 60208 w 62663"/>
                <a:gd name="connsiteY9" fmla="*/ 86706 h 177135"/>
                <a:gd name="connsiteX10" fmla="*/ 38143 w 62663"/>
                <a:gd name="connsiteY10" fmla="*/ 70941 h 177135"/>
                <a:gd name="connsiteX11" fmla="*/ 37614 w 62663"/>
                <a:gd name="connsiteY11" fmla="*/ 62262 h 177135"/>
                <a:gd name="connsiteX12" fmla="*/ 37614 w 62663"/>
                <a:gd name="connsiteY12" fmla="*/ 27189 h 177135"/>
                <a:gd name="connsiteX13" fmla="*/ 29141 w 62663"/>
                <a:gd name="connsiteY13" fmla="*/ 7349 h 177135"/>
                <a:gd name="connsiteX14" fmla="*/ 3899 w 62663"/>
                <a:gd name="connsiteY14" fmla="*/ 87 h 177135"/>
                <a:gd name="connsiteX15" fmla="*/ 369 w 62663"/>
                <a:gd name="connsiteY15" fmla="*/ 2035 h 177135"/>
                <a:gd name="connsiteX16" fmla="*/ 3193 w 62663"/>
                <a:gd name="connsiteY16" fmla="*/ 3984 h 177135"/>
                <a:gd name="connsiteX17" fmla="*/ 25258 w 62663"/>
                <a:gd name="connsiteY17" fmla="*/ 19395 h 177135"/>
                <a:gd name="connsiteX18" fmla="*/ 25787 w 62663"/>
                <a:gd name="connsiteY18" fmla="*/ 27720 h 177135"/>
                <a:gd name="connsiteX19" fmla="*/ 25787 w 62663"/>
                <a:gd name="connsiteY19" fmla="*/ 64919 h 177135"/>
                <a:gd name="connsiteX20" fmla="*/ 32848 w 62663"/>
                <a:gd name="connsiteY20" fmla="*/ 81746 h 177135"/>
                <a:gd name="connsiteX21" fmla="*/ 46616 w 62663"/>
                <a:gd name="connsiteY21" fmla="*/ 88655 h 177135"/>
                <a:gd name="connsiteX22" fmla="*/ 25787 w 62663"/>
                <a:gd name="connsiteY22" fmla="*/ 111151 h 177135"/>
                <a:gd name="connsiteX23" fmla="*/ 25787 w 62663"/>
                <a:gd name="connsiteY23" fmla="*/ 153664 h 1771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62663" h="177135">
                  <a:moveTo>
                    <a:pt x="25787" y="153664"/>
                  </a:moveTo>
                  <a:cubicBezTo>
                    <a:pt x="25787" y="160749"/>
                    <a:pt x="21198" y="172086"/>
                    <a:pt x="1958" y="173326"/>
                  </a:cubicBezTo>
                  <a:cubicBezTo>
                    <a:pt x="1075" y="173503"/>
                    <a:pt x="369" y="174211"/>
                    <a:pt x="369" y="175274"/>
                  </a:cubicBezTo>
                  <a:cubicBezTo>
                    <a:pt x="369" y="177223"/>
                    <a:pt x="2311" y="177223"/>
                    <a:pt x="3899" y="177223"/>
                  </a:cubicBezTo>
                  <a:cubicBezTo>
                    <a:pt x="21021" y="177223"/>
                    <a:pt x="37437" y="168543"/>
                    <a:pt x="37614" y="155081"/>
                  </a:cubicBezTo>
                  <a:lnTo>
                    <a:pt x="37614" y="114694"/>
                  </a:lnTo>
                  <a:cubicBezTo>
                    <a:pt x="37614" y="107785"/>
                    <a:pt x="37614" y="102117"/>
                    <a:pt x="44675" y="96272"/>
                  </a:cubicBezTo>
                  <a:cubicBezTo>
                    <a:pt x="50853" y="91135"/>
                    <a:pt x="57560" y="90780"/>
                    <a:pt x="61444" y="90603"/>
                  </a:cubicBezTo>
                  <a:cubicBezTo>
                    <a:pt x="62326" y="90426"/>
                    <a:pt x="63032" y="89718"/>
                    <a:pt x="63032" y="88655"/>
                  </a:cubicBezTo>
                  <a:cubicBezTo>
                    <a:pt x="63032" y="86883"/>
                    <a:pt x="61973" y="86883"/>
                    <a:pt x="60208" y="86706"/>
                  </a:cubicBezTo>
                  <a:cubicBezTo>
                    <a:pt x="48558" y="85998"/>
                    <a:pt x="40085" y="79621"/>
                    <a:pt x="38143" y="70941"/>
                  </a:cubicBezTo>
                  <a:cubicBezTo>
                    <a:pt x="37614" y="68993"/>
                    <a:pt x="37614" y="68638"/>
                    <a:pt x="37614" y="62262"/>
                  </a:cubicBezTo>
                  <a:lnTo>
                    <a:pt x="37614" y="27189"/>
                  </a:lnTo>
                  <a:cubicBezTo>
                    <a:pt x="37614" y="19749"/>
                    <a:pt x="37614" y="14081"/>
                    <a:pt x="29141" y="7349"/>
                  </a:cubicBezTo>
                  <a:cubicBezTo>
                    <a:pt x="22080" y="1858"/>
                    <a:pt x="9901" y="87"/>
                    <a:pt x="3899" y="87"/>
                  </a:cubicBezTo>
                  <a:cubicBezTo>
                    <a:pt x="2311" y="87"/>
                    <a:pt x="369" y="87"/>
                    <a:pt x="369" y="2035"/>
                  </a:cubicBezTo>
                  <a:cubicBezTo>
                    <a:pt x="369" y="3807"/>
                    <a:pt x="1428" y="3807"/>
                    <a:pt x="3193" y="3984"/>
                  </a:cubicBezTo>
                  <a:cubicBezTo>
                    <a:pt x="14314" y="4692"/>
                    <a:pt x="22963" y="10361"/>
                    <a:pt x="25258" y="19395"/>
                  </a:cubicBezTo>
                  <a:cubicBezTo>
                    <a:pt x="25787" y="20989"/>
                    <a:pt x="25787" y="21343"/>
                    <a:pt x="25787" y="27720"/>
                  </a:cubicBezTo>
                  <a:lnTo>
                    <a:pt x="25787" y="64919"/>
                  </a:lnTo>
                  <a:cubicBezTo>
                    <a:pt x="25787" y="73067"/>
                    <a:pt x="27199" y="76078"/>
                    <a:pt x="32848" y="81746"/>
                  </a:cubicBezTo>
                  <a:cubicBezTo>
                    <a:pt x="36555" y="85466"/>
                    <a:pt x="41674" y="87238"/>
                    <a:pt x="46616" y="88655"/>
                  </a:cubicBezTo>
                  <a:cubicBezTo>
                    <a:pt x="32142" y="92729"/>
                    <a:pt x="25787" y="100877"/>
                    <a:pt x="25787" y="111151"/>
                  </a:cubicBezTo>
                  <a:lnTo>
                    <a:pt x="25787" y="153664"/>
                  </a:lnTo>
                  <a:close/>
                </a:path>
              </a:pathLst>
            </a:custGeom>
            <a:solidFill>
              <a:srgbClr val="000000"/>
            </a:solidFill>
            <a:ln w="1771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53" name="任意形状 152">
              <a:extLst>
                <a:ext uri="{FF2B5EF4-FFF2-40B4-BE49-F238E27FC236}">
                  <a16:creationId xmlns:a16="http://schemas.microsoft.com/office/drawing/2014/main" id="{8AE19981-5831-99C5-733D-538A786B61E6}"/>
                </a:ext>
              </a:extLst>
            </p:cNvPr>
            <p:cNvSpPr/>
            <p:nvPr>
              <p:custDataLst>
                <p:tags r:id="rId288"/>
              </p:custDataLst>
            </p:nvPr>
          </p:nvSpPr>
          <p:spPr>
            <a:xfrm>
              <a:off x="9185811" y="3951940"/>
              <a:ext cx="7060" cy="177135"/>
            </a:xfrm>
            <a:custGeom>
              <a:avLst/>
              <a:gdLst>
                <a:gd name="connsiteX0" fmla="*/ 7435 w 7060"/>
                <a:gd name="connsiteY0" fmla="*/ 6464 h 177135"/>
                <a:gd name="connsiteX1" fmla="*/ 3904 w 7060"/>
                <a:gd name="connsiteY1" fmla="*/ 87 h 177135"/>
                <a:gd name="connsiteX2" fmla="*/ 374 w 7060"/>
                <a:gd name="connsiteY2" fmla="*/ 6464 h 177135"/>
                <a:gd name="connsiteX3" fmla="*/ 374 w 7060"/>
                <a:gd name="connsiteY3" fmla="*/ 170846 h 177135"/>
                <a:gd name="connsiteX4" fmla="*/ 3904 w 7060"/>
                <a:gd name="connsiteY4" fmla="*/ 177223 h 177135"/>
                <a:gd name="connsiteX5" fmla="*/ 7435 w 7060"/>
                <a:gd name="connsiteY5" fmla="*/ 170846 h 177135"/>
                <a:gd name="connsiteX6" fmla="*/ 7435 w 7060"/>
                <a:gd name="connsiteY6" fmla="*/ 6464 h 1771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060" h="177135">
                  <a:moveTo>
                    <a:pt x="7435" y="6464"/>
                  </a:moveTo>
                  <a:cubicBezTo>
                    <a:pt x="7435" y="3275"/>
                    <a:pt x="7435" y="87"/>
                    <a:pt x="3904" y="87"/>
                  </a:cubicBezTo>
                  <a:cubicBezTo>
                    <a:pt x="374" y="87"/>
                    <a:pt x="374" y="3275"/>
                    <a:pt x="374" y="6464"/>
                  </a:cubicBezTo>
                  <a:lnTo>
                    <a:pt x="374" y="170846"/>
                  </a:lnTo>
                  <a:cubicBezTo>
                    <a:pt x="374" y="174034"/>
                    <a:pt x="374" y="177223"/>
                    <a:pt x="3904" y="177223"/>
                  </a:cubicBezTo>
                  <a:cubicBezTo>
                    <a:pt x="7435" y="177223"/>
                    <a:pt x="7435" y="174034"/>
                    <a:pt x="7435" y="170846"/>
                  </a:cubicBezTo>
                  <a:lnTo>
                    <a:pt x="7435" y="6464"/>
                  </a:lnTo>
                  <a:close/>
                </a:path>
              </a:pathLst>
            </a:custGeom>
            <a:solidFill>
              <a:srgbClr val="000000"/>
            </a:solidFill>
            <a:ln w="1771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</p:grpSp>
      <p:grpSp>
        <p:nvGrpSpPr>
          <p:cNvPr id="216" name="组合 215">
            <a:extLst>
              <a:ext uri="{FF2B5EF4-FFF2-40B4-BE49-F238E27FC236}">
                <a16:creationId xmlns:a16="http://schemas.microsoft.com/office/drawing/2014/main" id="{89E827ED-55CD-CF04-78E6-9AA87A6D27F2}"/>
              </a:ext>
            </a:extLst>
          </p:cNvPr>
          <p:cNvGrpSpPr>
            <a:grpSpLocks noChangeAspect="1"/>
          </p:cNvGrpSpPr>
          <p:nvPr>
            <p:custDataLst>
              <p:tags r:id="rId3"/>
            </p:custDataLst>
          </p:nvPr>
        </p:nvGrpSpPr>
        <p:grpSpPr>
          <a:xfrm>
            <a:off x="323886" y="4234780"/>
            <a:ext cx="5194864" cy="425043"/>
            <a:chOff x="4089601" y="3794706"/>
            <a:chExt cx="5194864" cy="425043"/>
          </a:xfrm>
        </p:grpSpPr>
        <p:sp>
          <p:nvSpPr>
            <p:cNvPr id="158" name="任意形状 157">
              <a:extLst>
                <a:ext uri="{FF2B5EF4-FFF2-40B4-BE49-F238E27FC236}">
                  <a16:creationId xmlns:a16="http://schemas.microsoft.com/office/drawing/2014/main" id="{2A721924-7E04-AF32-1E00-E2AB6FA6F3F9}"/>
                </a:ext>
              </a:extLst>
            </p:cNvPr>
            <p:cNvSpPr/>
            <p:nvPr>
              <p:custDataLst>
                <p:tags r:id="rId173"/>
              </p:custDataLst>
            </p:nvPr>
          </p:nvSpPr>
          <p:spPr>
            <a:xfrm>
              <a:off x="4089601" y="3946818"/>
              <a:ext cx="79888" cy="78053"/>
            </a:xfrm>
            <a:custGeom>
              <a:avLst/>
              <a:gdLst>
                <a:gd name="connsiteX0" fmla="*/ 51633 w 79888"/>
                <a:gd name="connsiteY0" fmla="*/ 63346 h 78053"/>
                <a:gd name="connsiteX1" fmla="*/ 65450 w 79888"/>
                <a:gd name="connsiteY1" fmla="*/ 77290 h 78053"/>
                <a:gd name="connsiteX2" fmla="*/ 79975 w 79888"/>
                <a:gd name="connsiteY2" fmla="*/ 61135 h 78053"/>
                <a:gd name="connsiteX3" fmla="*/ 79975 w 79888"/>
                <a:gd name="connsiteY3" fmla="*/ 51612 h 78053"/>
                <a:gd name="connsiteX4" fmla="*/ 75547 w 79888"/>
                <a:gd name="connsiteY4" fmla="*/ 51612 h 78053"/>
                <a:gd name="connsiteX5" fmla="*/ 75547 w 79888"/>
                <a:gd name="connsiteY5" fmla="*/ 61135 h 78053"/>
                <a:gd name="connsiteX6" fmla="*/ 69170 w 79888"/>
                <a:gd name="connsiteY6" fmla="*/ 72018 h 78053"/>
                <a:gd name="connsiteX7" fmla="*/ 62616 w 79888"/>
                <a:gd name="connsiteY7" fmla="*/ 63516 h 78053"/>
                <a:gd name="connsiteX8" fmla="*/ 62616 w 79888"/>
                <a:gd name="connsiteY8" fmla="*/ 29506 h 78053"/>
                <a:gd name="connsiteX9" fmla="*/ 56239 w 79888"/>
                <a:gd name="connsiteY9" fmla="*/ 9440 h 78053"/>
                <a:gd name="connsiteX10" fmla="*/ 31971 w 79888"/>
                <a:gd name="connsiteY10" fmla="*/ 87 h 78053"/>
                <a:gd name="connsiteX11" fmla="*/ 5224 w 79888"/>
                <a:gd name="connsiteY11" fmla="*/ 19303 h 78053"/>
                <a:gd name="connsiteX12" fmla="*/ 13372 w 79888"/>
                <a:gd name="connsiteY12" fmla="*/ 27295 h 78053"/>
                <a:gd name="connsiteX13" fmla="*/ 21520 w 79888"/>
                <a:gd name="connsiteY13" fmla="*/ 19473 h 78053"/>
                <a:gd name="connsiteX14" fmla="*/ 12486 w 79888"/>
                <a:gd name="connsiteY14" fmla="*/ 11650 h 78053"/>
                <a:gd name="connsiteX15" fmla="*/ 31617 w 79888"/>
                <a:gd name="connsiteY15" fmla="*/ 3828 h 78053"/>
                <a:gd name="connsiteX16" fmla="*/ 50393 w 79888"/>
                <a:gd name="connsiteY16" fmla="*/ 25594 h 78053"/>
                <a:gd name="connsiteX17" fmla="*/ 50393 w 79888"/>
                <a:gd name="connsiteY17" fmla="*/ 31886 h 78053"/>
                <a:gd name="connsiteX18" fmla="*/ 17800 w 79888"/>
                <a:gd name="connsiteY18" fmla="*/ 38008 h 78053"/>
                <a:gd name="connsiteX19" fmla="*/ 87 w 79888"/>
                <a:gd name="connsiteY19" fmla="*/ 60115 h 78053"/>
                <a:gd name="connsiteX20" fmla="*/ 28428 w 79888"/>
                <a:gd name="connsiteY20" fmla="*/ 78140 h 78053"/>
                <a:gd name="connsiteX21" fmla="*/ 51633 w 79888"/>
                <a:gd name="connsiteY21" fmla="*/ 63346 h 78053"/>
                <a:gd name="connsiteX22" fmla="*/ 50393 w 79888"/>
                <a:gd name="connsiteY22" fmla="*/ 35457 h 78053"/>
                <a:gd name="connsiteX23" fmla="*/ 50393 w 79888"/>
                <a:gd name="connsiteY23" fmla="*/ 52462 h 78053"/>
                <a:gd name="connsiteX24" fmla="*/ 29668 w 79888"/>
                <a:gd name="connsiteY24" fmla="*/ 74399 h 78053"/>
                <a:gd name="connsiteX25" fmla="*/ 13726 w 79888"/>
                <a:gd name="connsiteY25" fmla="*/ 59945 h 78053"/>
                <a:gd name="connsiteX26" fmla="*/ 50393 w 79888"/>
                <a:gd name="connsiteY26" fmla="*/ 35457 h 780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79888" h="78053">
                  <a:moveTo>
                    <a:pt x="51633" y="63346"/>
                  </a:moveTo>
                  <a:cubicBezTo>
                    <a:pt x="52342" y="70148"/>
                    <a:pt x="57124" y="77290"/>
                    <a:pt x="65450" y="77290"/>
                  </a:cubicBezTo>
                  <a:cubicBezTo>
                    <a:pt x="69170" y="77290"/>
                    <a:pt x="79975" y="74909"/>
                    <a:pt x="79975" y="61135"/>
                  </a:cubicBezTo>
                  <a:lnTo>
                    <a:pt x="79975" y="51612"/>
                  </a:lnTo>
                  <a:lnTo>
                    <a:pt x="75547" y="51612"/>
                  </a:lnTo>
                  <a:lnTo>
                    <a:pt x="75547" y="61135"/>
                  </a:lnTo>
                  <a:cubicBezTo>
                    <a:pt x="75547" y="70998"/>
                    <a:pt x="71118" y="72018"/>
                    <a:pt x="69170" y="72018"/>
                  </a:cubicBezTo>
                  <a:cubicBezTo>
                    <a:pt x="63324" y="72018"/>
                    <a:pt x="62616" y="64366"/>
                    <a:pt x="62616" y="63516"/>
                  </a:cubicBezTo>
                  <a:lnTo>
                    <a:pt x="62616" y="29506"/>
                  </a:lnTo>
                  <a:cubicBezTo>
                    <a:pt x="62616" y="22363"/>
                    <a:pt x="62616" y="15732"/>
                    <a:pt x="56239" y="9440"/>
                  </a:cubicBezTo>
                  <a:cubicBezTo>
                    <a:pt x="49330" y="2808"/>
                    <a:pt x="40474" y="87"/>
                    <a:pt x="31971" y="87"/>
                  </a:cubicBezTo>
                  <a:cubicBezTo>
                    <a:pt x="17446" y="87"/>
                    <a:pt x="5224" y="8079"/>
                    <a:pt x="5224" y="19303"/>
                  </a:cubicBezTo>
                  <a:cubicBezTo>
                    <a:pt x="5224" y="24404"/>
                    <a:pt x="8766" y="27295"/>
                    <a:pt x="13372" y="27295"/>
                  </a:cubicBezTo>
                  <a:cubicBezTo>
                    <a:pt x="18332" y="27295"/>
                    <a:pt x="21520" y="23894"/>
                    <a:pt x="21520" y="19473"/>
                  </a:cubicBezTo>
                  <a:cubicBezTo>
                    <a:pt x="21520" y="17432"/>
                    <a:pt x="20634" y="11820"/>
                    <a:pt x="12486" y="11650"/>
                  </a:cubicBezTo>
                  <a:cubicBezTo>
                    <a:pt x="17269" y="5699"/>
                    <a:pt x="25949" y="3828"/>
                    <a:pt x="31617" y="3828"/>
                  </a:cubicBezTo>
                  <a:cubicBezTo>
                    <a:pt x="40297" y="3828"/>
                    <a:pt x="50393" y="10460"/>
                    <a:pt x="50393" y="25594"/>
                  </a:cubicBezTo>
                  <a:lnTo>
                    <a:pt x="50393" y="31886"/>
                  </a:lnTo>
                  <a:cubicBezTo>
                    <a:pt x="41359" y="32396"/>
                    <a:pt x="28960" y="32907"/>
                    <a:pt x="17800" y="38008"/>
                  </a:cubicBezTo>
                  <a:cubicBezTo>
                    <a:pt x="4515" y="43790"/>
                    <a:pt x="87" y="52632"/>
                    <a:pt x="87" y="60115"/>
                  </a:cubicBezTo>
                  <a:cubicBezTo>
                    <a:pt x="87" y="73889"/>
                    <a:pt x="17269" y="78140"/>
                    <a:pt x="28428" y="78140"/>
                  </a:cubicBezTo>
                  <a:cubicBezTo>
                    <a:pt x="40119" y="78140"/>
                    <a:pt x="48268" y="71338"/>
                    <a:pt x="51633" y="63346"/>
                  </a:cubicBezTo>
                  <a:close/>
                  <a:moveTo>
                    <a:pt x="50393" y="35457"/>
                  </a:moveTo>
                  <a:lnTo>
                    <a:pt x="50393" y="52462"/>
                  </a:lnTo>
                  <a:cubicBezTo>
                    <a:pt x="50393" y="68617"/>
                    <a:pt x="37640" y="74399"/>
                    <a:pt x="29668" y="74399"/>
                  </a:cubicBezTo>
                  <a:cubicBezTo>
                    <a:pt x="20989" y="74399"/>
                    <a:pt x="13726" y="68447"/>
                    <a:pt x="13726" y="59945"/>
                  </a:cubicBezTo>
                  <a:cubicBezTo>
                    <a:pt x="13726" y="50592"/>
                    <a:pt x="21166" y="36478"/>
                    <a:pt x="50393" y="35457"/>
                  </a:cubicBezTo>
                  <a:close/>
                </a:path>
              </a:pathLst>
            </a:custGeom>
            <a:solidFill>
              <a:srgbClr val="000000"/>
            </a:solidFill>
            <a:ln w="177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59" name="任意形状 158">
              <a:extLst>
                <a:ext uri="{FF2B5EF4-FFF2-40B4-BE49-F238E27FC236}">
                  <a16:creationId xmlns:a16="http://schemas.microsoft.com/office/drawing/2014/main" id="{021DA55D-D2B3-E895-BDD5-A113375D0727}"/>
                </a:ext>
              </a:extLst>
            </p:cNvPr>
            <p:cNvSpPr/>
            <p:nvPr>
              <p:custDataLst>
                <p:tags r:id="rId174"/>
              </p:custDataLst>
            </p:nvPr>
          </p:nvSpPr>
          <p:spPr>
            <a:xfrm>
              <a:off x="4169175" y="3949708"/>
              <a:ext cx="86619" cy="75162"/>
            </a:xfrm>
            <a:custGeom>
              <a:avLst/>
              <a:gdLst>
                <a:gd name="connsiteX0" fmla="*/ 70414 w 86619"/>
                <a:gd name="connsiteY0" fmla="*/ 16752 h 75162"/>
                <a:gd name="connsiteX1" fmla="*/ 86711 w 86619"/>
                <a:gd name="connsiteY1" fmla="*/ 5358 h 75162"/>
                <a:gd name="connsiteX2" fmla="*/ 86711 w 86619"/>
                <a:gd name="connsiteY2" fmla="*/ 87 h 75162"/>
                <a:gd name="connsiteX3" fmla="*/ 73426 w 86619"/>
                <a:gd name="connsiteY3" fmla="*/ 597 h 75162"/>
                <a:gd name="connsiteX4" fmla="*/ 58015 w 86619"/>
                <a:gd name="connsiteY4" fmla="*/ 87 h 75162"/>
                <a:gd name="connsiteX5" fmla="*/ 58015 w 86619"/>
                <a:gd name="connsiteY5" fmla="*/ 5358 h 75162"/>
                <a:gd name="connsiteX6" fmla="*/ 66517 w 86619"/>
                <a:gd name="connsiteY6" fmla="*/ 12671 h 75162"/>
                <a:gd name="connsiteX7" fmla="*/ 65455 w 86619"/>
                <a:gd name="connsiteY7" fmla="*/ 16752 h 75162"/>
                <a:gd name="connsiteX8" fmla="*/ 47387 w 86619"/>
                <a:gd name="connsiteY8" fmla="*/ 60115 h 75162"/>
                <a:gd name="connsiteX9" fmla="*/ 27547 w 86619"/>
                <a:gd name="connsiteY9" fmla="*/ 12671 h 75162"/>
                <a:gd name="connsiteX10" fmla="*/ 26485 w 86619"/>
                <a:gd name="connsiteY10" fmla="*/ 9780 h 75162"/>
                <a:gd name="connsiteX11" fmla="*/ 36581 w 86619"/>
                <a:gd name="connsiteY11" fmla="*/ 5358 h 75162"/>
                <a:gd name="connsiteX12" fmla="*/ 36581 w 86619"/>
                <a:gd name="connsiteY12" fmla="*/ 87 h 75162"/>
                <a:gd name="connsiteX13" fmla="*/ 17274 w 86619"/>
                <a:gd name="connsiteY13" fmla="*/ 597 h 75162"/>
                <a:gd name="connsiteX14" fmla="*/ 91 w 86619"/>
                <a:gd name="connsiteY14" fmla="*/ 87 h 75162"/>
                <a:gd name="connsiteX15" fmla="*/ 91 w 86619"/>
                <a:gd name="connsiteY15" fmla="*/ 5358 h 75162"/>
                <a:gd name="connsiteX16" fmla="*/ 14262 w 86619"/>
                <a:gd name="connsiteY16" fmla="*/ 11650 h 75162"/>
                <a:gd name="connsiteX17" fmla="*/ 39770 w 86619"/>
                <a:gd name="connsiteY17" fmla="*/ 72018 h 75162"/>
                <a:gd name="connsiteX18" fmla="*/ 43490 w 86619"/>
                <a:gd name="connsiteY18" fmla="*/ 75249 h 75162"/>
                <a:gd name="connsiteX19" fmla="*/ 47210 w 86619"/>
                <a:gd name="connsiteY19" fmla="*/ 72018 h 75162"/>
                <a:gd name="connsiteX20" fmla="*/ 70414 w 86619"/>
                <a:gd name="connsiteY20" fmla="*/ 16752 h 751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86619" h="75162">
                  <a:moveTo>
                    <a:pt x="70414" y="16752"/>
                  </a:moveTo>
                  <a:cubicBezTo>
                    <a:pt x="72009" y="12841"/>
                    <a:pt x="75020" y="5529"/>
                    <a:pt x="86711" y="5358"/>
                  </a:cubicBezTo>
                  <a:lnTo>
                    <a:pt x="86711" y="87"/>
                  </a:lnTo>
                  <a:cubicBezTo>
                    <a:pt x="82637" y="427"/>
                    <a:pt x="77500" y="597"/>
                    <a:pt x="73426" y="597"/>
                  </a:cubicBezTo>
                  <a:cubicBezTo>
                    <a:pt x="69174" y="597"/>
                    <a:pt x="61026" y="257"/>
                    <a:pt x="58015" y="87"/>
                  </a:cubicBezTo>
                  <a:lnTo>
                    <a:pt x="58015" y="5358"/>
                  </a:lnTo>
                  <a:cubicBezTo>
                    <a:pt x="64569" y="5529"/>
                    <a:pt x="66517" y="9440"/>
                    <a:pt x="66517" y="12671"/>
                  </a:cubicBezTo>
                  <a:cubicBezTo>
                    <a:pt x="66517" y="14201"/>
                    <a:pt x="66163" y="14881"/>
                    <a:pt x="65455" y="16752"/>
                  </a:cubicBezTo>
                  <a:lnTo>
                    <a:pt x="47387" y="60115"/>
                  </a:lnTo>
                  <a:lnTo>
                    <a:pt x="27547" y="12671"/>
                  </a:lnTo>
                  <a:cubicBezTo>
                    <a:pt x="26485" y="10460"/>
                    <a:pt x="26485" y="10120"/>
                    <a:pt x="26485" y="9780"/>
                  </a:cubicBezTo>
                  <a:cubicBezTo>
                    <a:pt x="26485" y="5358"/>
                    <a:pt x="33393" y="5358"/>
                    <a:pt x="36581" y="5358"/>
                  </a:cubicBezTo>
                  <a:lnTo>
                    <a:pt x="36581" y="87"/>
                  </a:lnTo>
                  <a:cubicBezTo>
                    <a:pt x="31267" y="257"/>
                    <a:pt x="21348" y="597"/>
                    <a:pt x="17274" y="597"/>
                  </a:cubicBezTo>
                  <a:cubicBezTo>
                    <a:pt x="12491" y="597"/>
                    <a:pt x="5406" y="427"/>
                    <a:pt x="91" y="87"/>
                  </a:cubicBezTo>
                  <a:lnTo>
                    <a:pt x="91" y="5358"/>
                  </a:lnTo>
                  <a:cubicBezTo>
                    <a:pt x="11251" y="5358"/>
                    <a:pt x="11960" y="6379"/>
                    <a:pt x="14262" y="11650"/>
                  </a:cubicBezTo>
                  <a:lnTo>
                    <a:pt x="39770" y="72018"/>
                  </a:lnTo>
                  <a:cubicBezTo>
                    <a:pt x="40833" y="74399"/>
                    <a:pt x="41187" y="75249"/>
                    <a:pt x="43490" y="75249"/>
                  </a:cubicBezTo>
                  <a:cubicBezTo>
                    <a:pt x="45792" y="75249"/>
                    <a:pt x="46501" y="73719"/>
                    <a:pt x="47210" y="72018"/>
                  </a:cubicBezTo>
                  <a:lnTo>
                    <a:pt x="70414" y="16752"/>
                  </a:lnTo>
                  <a:close/>
                </a:path>
              </a:pathLst>
            </a:custGeom>
            <a:solidFill>
              <a:srgbClr val="000000"/>
            </a:solidFill>
            <a:ln w="177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60" name="任意形状 159">
              <a:extLst>
                <a:ext uri="{FF2B5EF4-FFF2-40B4-BE49-F238E27FC236}">
                  <a16:creationId xmlns:a16="http://schemas.microsoft.com/office/drawing/2014/main" id="{424FBA74-F7D5-4731-AF4D-F48E8C11A845}"/>
                </a:ext>
              </a:extLst>
            </p:cNvPr>
            <p:cNvSpPr/>
            <p:nvPr>
              <p:custDataLst>
                <p:tags r:id="rId175"/>
              </p:custDataLst>
            </p:nvPr>
          </p:nvSpPr>
          <p:spPr>
            <a:xfrm>
              <a:off x="4264258" y="3945967"/>
              <a:ext cx="80951" cy="112063"/>
            </a:xfrm>
            <a:custGeom>
              <a:avLst/>
              <a:gdLst>
                <a:gd name="connsiteX0" fmla="*/ 34461 w 80951"/>
                <a:gd name="connsiteY0" fmla="*/ 47871 h 112063"/>
                <a:gd name="connsiteX1" fmla="*/ 19050 w 80951"/>
                <a:gd name="connsiteY1" fmla="*/ 26955 h 112063"/>
                <a:gd name="connsiteX2" fmla="*/ 21884 w 80951"/>
                <a:gd name="connsiteY2" fmla="*/ 12671 h 112063"/>
                <a:gd name="connsiteX3" fmla="*/ 34461 w 80951"/>
                <a:gd name="connsiteY3" fmla="*/ 5869 h 112063"/>
                <a:gd name="connsiteX4" fmla="*/ 49872 w 80951"/>
                <a:gd name="connsiteY4" fmla="*/ 26785 h 112063"/>
                <a:gd name="connsiteX5" fmla="*/ 47038 w 80951"/>
                <a:gd name="connsiteY5" fmla="*/ 41069 h 112063"/>
                <a:gd name="connsiteX6" fmla="*/ 34461 w 80951"/>
                <a:gd name="connsiteY6" fmla="*/ 47871 h 112063"/>
                <a:gd name="connsiteX7" fmla="*/ 13913 w 80951"/>
                <a:gd name="connsiteY7" fmla="*/ 54503 h 112063"/>
                <a:gd name="connsiteX8" fmla="*/ 16925 w 80951"/>
                <a:gd name="connsiteY8" fmla="*/ 46511 h 112063"/>
                <a:gd name="connsiteX9" fmla="*/ 34461 w 80951"/>
                <a:gd name="connsiteY9" fmla="*/ 51782 h 112063"/>
                <a:gd name="connsiteX10" fmla="*/ 63157 w 80951"/>
                <a:gd name="connsiteY10" fmla="*/ 26955 h 112063"/>
                <a:gd name="connsiteX11" fmla="*/ 55894 w 80951"/>
                <a:gd name="connsiteY11" fmla="*/ 10460 h 112063"/>
                <a:gd name="connsiteX12" fmla="*/ 71837 w 80951"/>
                <a:gd name="connsiteY12" fmla="*/ 3828 h 112063"/>
                <a:gd name="connsiteX13" fmla="*/ 73608 w 80951"/>
                <a:gd name="connsiteY13" fmla="*/ 3998 h 112063"/>
                <a:gd name="connsiteX14" fmla="*/ 70774 w 80951"/>
                <a:gd name="connsiteY14" fmla="*/ 8589 h 112063"/>
                <a:gd name="connsiteX15" fmla="*/ 75911 w 80951"/>
                <a:gd name="connsiteY15" fmla="*/ 13521 h 112063"/>
                <a:gd name="connsiteX16" fmla="*/ 81048 w 80951"/>
                <a:gd name="connsiteY16" fmla="*/ 8419 h 112063"/>
                <a:gd name="connsiteX17" fmla="*/ 72014 w 80951"/>
                <a:gd name="connsiteY17" fmla="*/ 87 h 112063"/>
                <a:gd name="connsiteX18" fmla="*/ 53237 w 80951"/>
                <a:gd name="connsiteY18" fmla="*/ 8079 h 112063"/>
                <a:gd name="connsiteX19" fmla="*/ 34461 w 80951"/>
                <a:gd name="connsiteY19" fmla="*/ 1957 h 112063"/>
                <a:gd name="connsiteX20" fmla="*/ 5765 w 80951"/>
                <a:gd name="connsiteY20" fmla="*/ 26785 h 112063"/>
                <a:gd name="connsiteX21" fmla="*/ 14090 w 80951"/>
                <a:gd name="connsiteY21" fmla="*/ 44300 h 112063"/>
                <a:gd name="connsiteX22" fmla="*/ 8599 w 80951"/>
                <a:gd name="connsiteY22" fmla="*/ 58414 h 112063"/>
                <a:gd name="connsiteX23" fmla="*/ 16393 w 80951"/>
                <a:gd name="connsiteY23" fmla="*/ 73549 h 112063"/>
                <a:gd name="connsiteX24" fmla="*/ 97 w 80951"/>
                <a:gd name="connsiteY24" fmla="*/ 90554 h 112063"/>
                <a:gd name="connsiteX25" fmla="*/ 39244 w 80951"/>
                <a:gd name="connsiteY25" fmla="*/ 112150 h 112063"/>
                <a:gd name="connsiteX26" fmla="*/ 78568 w 80951"/>
                <a:gd name="connsiteY26" fmla="*/ 90214 h 112063"/>
                <a:gd name="connsiteX27" fmla="*/ 67054 w 80951"/>
                <a:gd name="connsiteY27" fmla="*/ 70828 h 112063"/>
                <a:gd name="connsiteX28" fmla="*/ 36587 w 80951"/>
                <a:gd name="connsiteY28" fmla="*/ 66066 h 112063"/>
                <a:gd name="connsiteX29" fmla="*/ 23301 w 80951"/>
                <a:gd name="connsiteY29" fmla="*/ 65896 h 112063"/>
                <a:gd name="connsiteX30" fmla="*/ 13913 w 80951"/>
                <a:gd name="connsiteY30" fmla="*/ 54503 h 112063"/>
                <a:gd name="connsiteX31" fmla="*/ 39421 w 80951"/>
                <a:gd name="connsiteY31" fmla="*/ 108239 h 112063"/>
                <a:gd name="connsiteX32" fmla="*/ 9308 w 80951"/>
                <a:gd name="connsiteY32" fmla="*/ 90554 h 112063"/>
                <a:gd name="connsiteX33" fmla="*/ 23833 w 80951"/>
                <a:gd name="connsiteY33" fmla="*/ 75929 h 112063"/>
                <a:gd name="connsiteX34" fmla="*/ 34284 w 80951"/>
                <a:gd name="connsiteY34" fmla="*/ 75929 h 112063"/>
                <a:gd name="connsiteX35" fmla="*/ 69357 w 80951"/>
                <a:gd name="connsiteY35" fmla="*/ 90554 h 112063"/>
                <a:gd name="connsiteX36" fmla="*/ 39421 w 80951"/>
                <a:gd name="connsiteY36" fmla="*/ 108239 h 1120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</a:cxnLst>
              <a:rect l="l" t="t" r="r" b="b"/>
              <a:pathLst>
                <a:path w="80951" h="112063">
                  <a:moveTo>
                    <a:pt x="34461" y="47871"/>
                  </a:moveTo>
                  <a:cubicBezTo>
                    <a:pt x="19050" y="47871"/>
                    <a:pt x="19050" y="30866"/>
                    <a:pt x="19050" y="26955"/>
                  </a:cubicBezTo>
                  <a:cubicBezTo>
                    <a:pt x="19050" y="22363"/>
                    <a:pt x="19227" y="16922"/>
                    <a:pt x="21884" y="12671"/>
                  </a:cubicBezTo>
                  <a:cubicBezTo>
                    <a:pt x="23301" y="10630"/>
                    <a:pt x="27376" y="5869"/>
                    <a:pt x="34461" y="5869"/>
                  </a:cubicBezTo>
                  <a:cubicBezTo>
                    <a:pt x="49872" y="5869"/>
                    <a:pt x="49872" y="22874"/>
                    <a:pt x="49872" y="26785"/>
                  </a:cubicBezTo>
                  <a:cubicBezTo>
                    <a:pt x="49872" y="31376"/>
                    <a:pt x="49695" y="36818"/>
                    <a:pt x="47038" y="41069"/>
                  </a:cubicBezTo>
                  <a:cubicBezTo>
                    <a:pt x="45621" y="43110"/>
                    <a:pt x="41546" y="47871"/>
                    <a:pt x="34461" y="47871"/>
                  </a:cubicBezTo>
                  <a:close/>
                  <a:moveTo>
                    <a:pt x="13913" y="54503"/>
                  </a:moveTo>
                  <a:cubicBezTo>
                    <a:pt x="13913" y="53823"/>
                    <a:pt x="13913" y="49912"/>
                    <a:pt x="16925" y="46511"/>
                  </a:cubicBezTo>
                  <a:cubicBezTo>
                    <a:pt x="23833" y="51272"/>
                    <a:pt x="31095" y="51782"/>
                    <a:pt x="34461" y="51782"/>
                  </a:cubicBezTo>
                  <a:cubicBezTo>
                    <a:pt x="50935" y="51782"/>
                    <a:pt x="63157" y="40049"/>
                    <a:pt x="63157" y="26955"/>
                  </a:cubicBezTo>
                  <a:cubicBezTo>
                    <a:pt x="63157" y="20663"/>
                    <a:pt x="60323" y="14371"/>
                    <a:pt x="55894" y="10460"/>
                  </a:cubicBezTo>
                  <a:cubicBezTo>
                    <a:pt x="62271" y="4678"/>
                    <a:pt x="68648" y="3828"/>
                    <a:pt x="71837" y="3828"/>
                  </a:cubicBezTo>
                  <a:cubicBezTo>
                    <a:pt x="72191" y="3828"/>
                    <a:pt x="73077" y="3828"/>
                    <a:pt x="73608" y="3998"/>
                  </a:cubicBezTo>
                  <a:cubicBezTo>
                    <a:pt x="71660" y="4678"/>
                    <a:pt x="70774" y="6549"/>
                    <a:pt x="70774" y="8589"/>
                  </a:cubicBezTo>
                  <a:cubicBezTo>
                    <a:pt x="70774" y="11480"/>
                    <a:pt x="73077" y="13521"/>
                    <a:pt x="75911" y="13521"/>
                  </a:cubicBezTo>
                  <a:cubicBezTo>
                    <a:pt x="77682" y="13521"/>
                    <a:pt x="81048" y="12331"/>
                    <a:pt x="81048" y="8419"/>
                  </a:cubicBezTo>
                  <a:cubicBezTo>
                    <a:pt x="81048" y="5528"/>
                    <a:pt x="78922" y="87"/>
                    <a:pt x="72014" y="87"/>
                  </a:cubicBezTo>
                  <a:cubicBezTo>
                    <a:pt x="68471" y="87"/>
                    <a:pt x="60677" y="1107"/>
                    <a:pt x="53237" y="8079"/>
                  </a:cubicBezTo>
                  <a:cubicBezTo>
                    <a:pt x="45798" y="2468"/>
                    <a:pt x="38358" y="1957"/>
                    <a:pt x="34461" y="1957"/>
                  </a:cubicBezTo>
                  <a:cubicBezTo>
                    <a:pt x="17987" y="1957"/>
                    <a:pt x="5765" y="13691"/>
                    <a:pt x="5765" y="26785"/>
                  </a:cubicBezTo>
                  <a:cubicBezTo>
                    <a:pt x="5765" y="34267"/>
                    <a:pt x="9662" y="40729"/>
                    <a:pt x="14090" y="44300"/>
                  </a:cubicBezTo>
                  <a:cubicBezTo>
                    <a:pt x="11788" y="46851"/>
                    <a:pt x="8599" y="52462"/>
                    <a:pt x="8599" y="58414"/>
                  </a:cubicBezTo>
                  <a:cubicBezTo>
                    <a:pt x="8599" y="63686"/>
                    <a:pt x="10902" y="70148"/>
                    <a:pt x="16393" y="73549"/>
                  </a:cubicBezTo>
                  <a:cubicBezTo>
                    <a:pt x="5765" y="76439"/>
                    <a:pt x="97" y="83752"/>
                    <a:pt x="97" y="90554"/>
                  </a:cubicBezTo>
                  <a:cubicBezTo>
                    <a:pt x="97" y="102797"/>
                    <a:pt x="17633" y="112150"/>
                    <a:pt x="39244" y="112150"/>
                  </a:cubicBezTo>
                  <a:cubicBezTo>
                    <a:pt x="60146" y="112150"/>
                    <a:pt x="78568" y="103477"/>
                    <a:pt x="78568" y="90214"/>
                  </a:cubicBezTo>
                  <a:cubicBezTo>
                    <a:pt x="78568" y="84262"/>
                    <a:pt x="76088" y="75589"/>
                    <a:pt x="67054" y="70828"/>
                  </a:cubicBezTo>
                  <a:cubicBezTo>
                    <a:pt x="57666" y="66066"/>
                    <a:pt x="47392" y="66066"/>
                    <a:pt x="36587" y="66066"/>
                  </a:cubicBezTo>
                  <a:cubicBezTo>
                    <a:pt x="32158" y="66066"/>
                    <a:pt x="24541" y="66066"/>
                    <a:pt x="23301" y="65896"/>
                  </a:cubicBezTo>
                  <a:cubicBezTo>
                    <a:pt x="17633" y="65216"/>
                    <a:pt x="13913" y="59945"/>
                    <a:pt x="13913" y="54503"/>
                  </a:cubicBezTo>
                  <a:close/>
                  <a:moveTo>
                    <a:pt x="39421" y="108239"/>
                  </a:moveTo>
                  <a:cubicBezTo>
                    <a:pt x="21530" y="108239"/>
                    <a:pt x="9308" y="99566"/>
                    <a:pt x="9308" y="90554"/>
                  </a:cubicBezTo>
                  <a:cubicBezTo>
                    <a:pt x="9308" y="82731"/>
                    <a:pt x="16039" y="76439"/>
                    <a:pt x="23833" y="75929"/>
                  </a:cubicBezTo>
                  <a:lnTo>
                    <a:pt x="34284" y="75929"/>
                  </a:lnTo>
                  <a:cubicBezTo>
                    <a:pt x="49518" y="75929"/>
                    <a:pt x="69357" y="75929"/>
                    <a:pt x="69357" y="90554"/>
                  </a:cubicBezTo>
                  <a:cubicBezTo>
                    <a:pt x="69357" y="99736"/>
                    <a:pt x="56780" y="108239"/>
                    <a:pt x="39421" y="108239"/>
                  </a:cubicBezTo>
                  <a:close/>
                </a:path>
              </a:pathLst>
            </a:custGeom>
            <a:solidFill>
              <a:srgbClr val="000000"/>
            </a:solidFill>
            <a:ln w="177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61" name="任意形状 160">
              <a:extLst>
                <a:ext uri="{FF2B5EF4-FFF2-40B4-BE49-F238E27FC236}">
                  <a16:creationId xmlns:a16="http://schemas.microsoft.com/office/drawing/2014/main" id="{35F7A1D0-A50A-D5BB-3EA5-0808A9BD9E79}"/>
                </a:ext>
              </a:extLst>
            </p:cNvPr>
            <p:cNvSpPr/>
            <p:nvPr>
              <p:custDataLst>
                <p:tags r:id="rId176"/>
              </p:custDataLst>
            </p:nvPr>
          </p:nvSpPr>
          <p:spPr>
            <a:xfrm>
              <a:off x="4353712" y="3906856"/>
              <a:ext cx="120983" cy="116144"/>
            </a:xfrm>
            <a:custGeom>
              <a:avLst/>
              <a:gdLst>
                <a:gd name="connsiteX0" fmla="*/ 102840 w 120983"/>
                <a:gd name="connsiteY0" fmla="*/ 13351 h 116144"/>
                <a:gd name="connsiteX1" fmla="*/ 116834 w 120983"/>
                <a:gd name="connsiteY1" fmla="*/ 5358 h 116144"/>
                <a:gd name="connsiteX2" fmla="*/ 121085 w 120983"/>
                <a:gd name="connsiteY2" fmla="*/ 5358 h 116144"/>
                <a:gd name="connsiteX3" fmla="*/ 121085 w 120983"/>
                <a:gd name="connsiteY3" fmla="*/ 87 h 116144"/>
                <a:gd name="connsiteX4" fmla="*/ 95046 w 120983"/>
                <a:gd name="connsiteY4" fmla="*/ 597 h 116144"/>
                <a:gd name="connsiteX5" fmla="*/ 68830 w 120983"/>
                <a:gd name="connsiteY5" fmla="*/ 87 h 116144"/>
                <a:gd name="connsiteX6" fmla="*/ 68830 w 120983"/>
                <a:gd name="connsiteY6" fmla="*/ 5358 h 116144"/>
                <a:gd name="connsiteX7" fmla="*/ 73082 w 120983"/>
                <a:gd name="connsiteY7" fmla="*/ 5358 h 116144"/>
                <a:gd name="connsiteX8" fmla="*/ 87075 w 120983"/>
                <a:gd name="connsiteY8" fmla="*/ 13351 h 116144"/>
                <a:gd name="connsiteX9" fmla="*/ 87075 w 120983"/>
                <a:gd name="connsiteY9" fmla="*/ 53143 h 116144"/>
                <a:gd name="connsiteX10" fmla="*/ 34112 w 120983"/>
                <a:gd name="connsiteY10" fmla="*/ 53143 h 116144"/>
                <a:gd name="connsiteX11" fmla="*/ 34112 w 120983"/>
                <a:gd name="connsiteY11" fmla="*/ 13351 h 116144"/>
                <a:gd name="connsiteX12" fmla="*/ 48105 w 120983"/>
                <a:gd name="connsiteY12" fmla="*/ 5358 h 116144"/>
                <a:gd name="connsiteX13" fmla="*/ 52357 w 120983"/>
                <a:gd name="connsiteY13" fmla="*/ 5358 h 116144"/>
                <a:gd name="connsiteX14" fmla="*/ 52357 w 120983"/>
                <a:gd name="connsiteY14" fmla="*/ 87 h 116144"/>
                <a:gd name="connsiteX15" fmla="*/ 26318 w 120983"/>
                <a:gd name="connsiteY15" fmla="*/ 597 h 116144"/>
                <a:gd name="connsiteX16" fmla="*/ 102 w 120983"/>
                <a:gd name="connsiteY16" fmla="*/ 87 h 116144"/>
                <a:gd name="connsiteX17" fmla="*/ 102 w 120983"/>
                <a:gd name="connsiteY17" fmla="*/ 5358 h 116144"/>
                <a:gd name="connsiteX18" fmla="*/ 4353 w 120983"/>
                <a:gd name="connsiteY18" fmla="*/ 5358 h 116144"/>
                <a:gd name="connsiteX19" fmla="*/ 18347 w 120983"/>
                <a:gd name="connsiteY19" fmla="*/ 13351 h 116144"/>
                <a:gd name="connsiteX20" fmla="*/ 18347 w 120983"/>
                <a:gd name="connsiteY20" fmla="*/ 102967 h 116144"/>
                <a:gd name="connsiteX21" fmla="*/ 4353 w 120983"/>
                <a:gd name="connsiteY21" fmla="*/ 110960 h 116144"/>
                <a:gd name="connsiteX22" fmla="*/ 102 w 120983"/>
                <a:gd name="connsiteY22" fmla="*/ 110960 h 116144"/>
                <a:gd name="connsiteX23" fmla="*/ 102 w 120983"/>
                <a:gd name="connsiteY23" fmla="*/ 116231 h 116144"/>
                <a:gd name="connsiteX24" fmla="*/ 26141 w 120983"/>
                <a:gd name="connsiteY24" fmla="*/ 115721 h 116144"/>
                <a:gd name="connsiteX25" fmla="*/ 52357 w 120983"/>
                <a:gd name="connsiteY25" fmla="*/ 116231 h 116144"/>
                <a:gd name="connsiteX26" fmla="*/ 52357 w 120983"/>
                <a:gd name="connsiteY26" fmla="*/ 110960 h 116144"/>
                <a:gd name="connsiteX27" fmla="*/ 48105 w 120983"/>
                <a:gd name="connsiteY27" fmla="*/ 110960 h 116144"/>
                <a:gd name="connsiteX28" fmla="*/ 34112 w 120983"/>
                <a:gd name="connsiteY28" fmla="*/ 102967 h 116144"/>
                <a:gd name="connsiteX29" fmla="*/ 34112 w 120983"/>
                <a:gd name="connsiteY29" fmla="*/ 58414 h 116144"/>
                <a:gd name="connsiteX30" fmla="*/ 87075 w 120983"/>
                <a:gd name="connsiteY30" fmla="*/ 58414 h 116144"/>
                <a:gd name="connsiteX31" fmla="*/ 87075 w 120983"/>
                <a:gd name="connsiteY31" fmla="*/ 102967 h 116144"/>
                <a:gd name="connsiteX32" fmla="*/ 73082 w 120983"/>
                <a:gd name="connsiteY32" fmla="*/ 110960 h 116144"/>
                <a:gd name="connsiteX33" fmla="*/ 68830 w 120983"/>
                <a:gd name="connsiteY33" fmla="*/ 110960 h 116144"/>
                <a:gd name="connsiteX34" fmla="*/ 68830 w 120983"/>
                <a:gd name="connsiteY34" fmla="*/ 116231 h 116144"/>
                <a:gd name="connsiteX35" fmla="*/ 94869 w 120983"/>
                <a:gd name="connsiteY35" fmla="*/ 115721 h 116144"/>
                <a:gd name="connsiteX36" fmla="*/ 121085 w 120983"/>
                <a:gd name="connsiteY36" fmla="*/ 116231 h 116144"/>
                <a:gd name="connsiteX37" fmla="*/ 121085 w 120983"/>
                <a:gd name="connsiteY37" fmla="*/ 110960 h 116144"/>
                <a:gd name="connsiteX38" fmla="*/ 116834 w 120983"/>
                <a:gd name="connsiteY38" fmla="*/ 110960 h 116144"/>
                <a:gd name="connsiteX39" fmla="*/ 102840 w 120983"/>
                <a:gd name="connsiteY39" fmla="*/ 102967 h 116144"/>
                <a:gd name="connsiteX40" fmla="*/ 102840 w 120983"/>
                <a:gd name="connsiteY40" fmla="*/ 13351 h 1161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120983" h="116144">
                  <a:moveTo>
                    <a:pt x="102840" y="13351"/>
                  </a:moveTo>
                  <a:cubicBezTo>
                    <a:pt x="102840" y="7229"/>
                    <a:pt x="103195" y="5358"/>
                    <a:pt x="116834" y="5358"/>
                  </a:cubicBezTo>
                  <a:lnTo>
                    <a:pt x="121085" y="5358"/>
                  </a:lnTo>
                  <a:lnTo>
                    <a:pt x="121085" y="87"/>
                  </a:lnTo>
                  <a:cubicBezTo>
                    <a:pt x="114886" y="597"/>
                    <a:pt x="101778" y="597"/>
                    <a:pt x="95046" y="597"/>
                  </a:cubicBezTo>
                  <a:cubicBezTo>
                    <a:pt x="88315" y="597"/>
                    <a:pt x="75030" y="597"/>
                    <a:pt x="68830" y="87"/>
                  </a:cubicBezTo>
                  <a:lnTo>
                    <a:pt x="68830" y="5358"/>
                  </a:lnTo>
                  <a:lnTo>
                    <a:pt x="73082" y="5358"/>
                  </a:lnTo>
                  <a:cubicBezTo>
                    <a:pt x="86721" y="5358"/>
                    <a:pt x="87075" y="7229"/>
                    <a:pt x="87075" y="13351"/>
                  </a:cubicBezTo>
                  <a:lnTo>
                    <a:pt x="87075" y="53143"/>
                  </a:lnTo>
                  <a:lnTo>
                    <a:pt x="34112" y="53143"/>
                  </a:lnTo>
                  <a:lnTo>
                    <a:pt x="34112" y="13351"/>
                  </a:lnTo>
                  <a:cubicBezTo>
                    <a:pt x="34112" y="7229"/>
                    <a:pt x="34466" y="5358"/>
                    <a:pt x="48105" y="5358"/>
                  </a:cubicBezTo>
                  <a:lnTo>
                    <a:pt x="52357" y="5358"/>
                  </a:lnTo>
                  <a:lnTo>
                    <a:pt x="52357" y="87"/>
                  </a:lnTo>
                  <a:cubicBezTo>
                    <a:pt x="46157" y="597"/>
                    <a:pt x="33049" y="597"/>
                    <a:pt x="26318" y="597"/>
                  </a:cubicBezTo>
                  <a:cubicBezTo>
                    <a:pt x="19587" y="597"/>
                    <a:pt x="6301" y="597"/>
                    <a:pt x="102" y="87"/>
                  </a:cubicBezTo>
                  <a:lnTo>
                    <a:pt x="102" y="5358"/>
                  </a:lnTo>
                  <a:lnTo>
                    <a:pt x="4353" y="5358"/>
                  </a:lnTo>
                  <a:cubicBezTo>
                    <a:pt x="17992" y="5358"/>
                    <a:pt x="18347" y="7229"/>
                    <a:pt x="18347" y="13351"/>
                  </a:cubicBezTo>
                  <a:lnTo>
                    <a:pt x="18347" y="102967"/>
                  </a:lnTo>
                  <a:cubicBezTo>
                    <a:pt x="18347" y="109089"/>
                    <a:pt x="17992" y="110960"/>
                    <a:pt x="4353" y="110960"/>
                  </a:cubicBezTo>
                  <a:lnTo>
                    <a:pt x="102" y="110960"/>
                  </a:lnTo>
                  <a:lnTo>
                    <a:pt x="102" y="116231"/>
                  </a:lnTo>
                  <a:cubicBezTo>
                    <a:pt x="6301" y="115721"/>
                    <a:pt x="19409" y="115721"/>
                    <a:pt x="26141" y="115721"/>
                  </a:cubicBezTo>
                  <a:cubicBezTo>
                    <a:pt x="32872" y="115721"/>
                    <a:pt x="46157" y="115721"/>
                    <a:pt x="52357" y="116231"/>
                  </a:cubicBezTo>
                  <a:lnTo>
                    <a:pt x="52357" y="110960"/>
                  </a:lnTo>
                  <a:lnTo>
                    <a:pt x="48105" y="110960"/>
                  </a:lnTo>
                  <a:cubicBezTo>
                    <a:pt x="34466" y="110960"/>
                    <a:pt x="34112" y="109089"/>
                    <a:pt x="34112" y="102967"/>
                  </a:cubicBezTo>
                  <a:lnTo>
                    <a:pt x="34112" y="58414"/>
                  </a:lnTo>
                  <a:lnTo>
                    <a:pt x="87075" y="58414"/>
                  </a:lnTo>
                  <a:lnTo>
                    <a:pt x="87075" y="102967"/>
                  </a:lnTo>
                  <a:cubicBezTo>
                    <a:pt x="87075" y="109089"/>
                    <a:pt x="86721" y="110960"/>
                    <a:pt x="73082" y="110960"/>
                  </a:cubicBezTo>
                  <a:lnTo>
                    <a:pt x="68830" y="110960"/>
                  </a:lnTo>
                  <a:lnTo>
                    <a:pt x="68830" y="116231"/>
                  </a:lnTo>
                  <a:cubicBezTo>
                    <a:pt x="75030" y="115721"/>
                    <a:pt x="88138" y="115721"/>
                    <a:pt x="94869" y="115721"/>
                  </a:cubicBezTo>
                  <a:cubicBezTo>
                    <a:pt x="101600" y="115721"/>
                    <a:pt x="114886" y="115721"/>
                    <a:pt x="121085" y="116231"/>
                  </a:cubicBezTo>
                  <a:lnTo>
                    <a:pt x="121085" y="110960"/>
                  </a:lnTo>
                  <a:lnTo>
                    <a:pt x="116834" y="110960"/>
                  </a:lnTo>
                  <a:cubicBezTo>
                    <a:pt x="103195" y="110960"/>
                    <a:pt x="102840" y="109089"/>
                    <a:pt x="102840" y="102967"/>
                  </a:cubicBezTo>
                  <a:lnTo>
                    <a:pt x="102840" y="13351"/>
                  </a:lnTo>
                  <a:close/>
                </a:path>
              </a:pathLst>
            </a:custGeom>
            <a:solidFill>
              <a:srgbClr val="000000"/>
            </a:solidFill>
            <a:ln w="177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62" name="任意形状 161">
              <a:extLst>
                <a:ext uri="{FF2B5EF4-FFF2-40B4-BE49-F238E27FC236}">
                  <a16:creationId xmlns:a16="http://schemas.microsoft.com/office/drawing/2014/main" id="{A97FF86E-FDD4-96DD-52C2-3071E2BDCA02}"/>
                </a:ext>
              </a:extLst>
            </p:cNvPr>
            <p:cNvSpPr/>
            <p:nvPr>
              <p:custDataLst>
                <p:tags r:id="rId177"/>
              </p:custDataLst>
            </p:nvPr>
          </p:nvSpPr>
          <p:spPr>
            <a:xfrm>
              <a:off x="4485678" y="3946818"/>
              <a:ext cx="68551" cy="78053"/>
            </a:xfrm>
            <a:custGeom>
              <a:avLst/>
              <a:gdLst>
                <a:gd name="connsiteX0" fmla="*/ 14989 w 68551"/>
                <a:gd name="connsiteY0" fmla="*/ 33417 h 78053"/>
                <a:gd name="connsiteX1" fmla="*/ 36953 w 68551"/>
                <a:gd name="connsiteY1" fmla="*/ 3828 h 78053"/>
                <a:gd name="connsiteX2" fmla="*/ 56970 w 68551"/>
                <a:gd name="connsiteY2" fmla="*/ 33417 h 78053"/>
                <a:gd name="connsiteX3" fmla="*/ 14989 w 68551"/>
                <a:gd name="connsiteY3" fmla="*/ 33417 h 78053"/>
                <a:gd name="connsiteX4" fmla="*/ 14811 w 68551"/>
                <a:gd name="connsiteY4" fmla="*/ 36988 h 78053"/>
                <a:gd name="connsiteX5" fmla="*/ 64232 w 68551"/>
                <a:gd name="connsiteY5" fmla="*/ 36988 h 78053"/>
                <a:gd name="connsiteX6" fmla="*/ 68661 w 68551"/>
                <a:gd name="connsiteY6" fmla="*/ 33417 h 78053"/>
                <a:gd name="connsiteX7" fmla="*/ 36953 w 68551"/>
                <a:gd name="connsiteY7" fmla="*/ 87 h 78053"/>
                <a:gd name="connsiteX8" fmla="*/ 109 w 68551"/>
                <a:gd name="connsiteY8" fmla="*/ 38858 h 78053"/>
                <a:gd name="connsiteX9" fmla="*/ 39079 w 68551"/>
                <a:gd name="connsiteY9" fmla="*/ 78140 h 78053"/>
                <a:gd name="connsiteX10" fmla="*/ 68661 w 68551"/>
                <a:gd name="connsiteY10" fmla="*/ 56033 h 78053"/>
                <a:gd name="connsiteX11" fmla="*/ 66358 w 68551"/>
                <a:gd name="connsiteY11" fmla="*/ 53993 h 78053"/>
                <a:gd name="connsiteX12" fmla="*/ 64055 w 68551"/>
                <a:gd name="connsiteY12" fmla="*/ 56374 h 78053"/>
                <a:gd name="connsiteX13" fmla="*/ 40142 w 68551"/>
                <a:gd name="connsiteY13" fmla="*/ 73889 h 78053"/>
                <a:gd name="connsiteX14" fmla="*/ 20125 w 68551"/>
                <a:gd name="connsiteY14" fmla="*/ 62495 h 78053"/>
                <a:gd name="connsiteX15" fmla="*/ 14811 w 68551"/>
                <a:gd name="connsiteY15" fmla="*/ 36988 h 780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68551" h="78053">
                  <a:moveTo>
                    <a:pt x="14989" y="33417"/>
                  </a:moveTo>
                  <a:cubicBezTo>
                    <a:pt x="16051" y="8079"/>
                    <a:pt x="30931" y="3828"/>
                    <a:pt x="36953" y="3828"/>
                  </a:cubicBezTo>
                  <a:cubicBezTo>
                    <a:pt x="55198" y="3828"/>
                    <a:pt x="56970" y="26785"/>
                    <a:pt x="56970" y="33417"/>
                  </a:cubicBezTo>
                  <a:lnTo>
                    <a:pt x="14989" y="33417"/>
                  </a:lnTo>
                  <a:close/>
                  <a:moveTo>
                    <a:pt x="14811" y="36988"/>
                  </a:moveTo>
                  <a:lnTo>
                    <a:pt x="64232" y="36988"/>
                  </a:lnTo>
                  <a:cubicBezTo>
                    <a:pt x="68129" y="36988"/>
                    <a:pt x="68661" y="36988"/>
                    <a:pt x="68661" y="33417"/>
                  </a:cubicBezTo>
                  <a:cubicBezTo>
                    <a:pt x="68661" y="16582"/>
                    <a:pt x="59095" y="87"/>
                    <a:pt x="36953" y="87"/>
                  </a:cubicBezTo>
                  <a:cubicBezTo>
                    <a:pt x="16406" y="87"/>
                    <a:pt x="109" y="17602"/>
                    <a:pt x="109" y="38858"/>
                  </a:cubicBezTo>
                  <a:cubicBezTo>
                    <a:pt x="109" y="61645"/>
                    <a:pt x="18708" y="78140"/>
                    <a:pt x="39079" y="78140"/>
                  </a:cubicBezTo>
                  <a:cubicBezTo>
                    <a:pt x="60690" y="78140"/>
                    <a:pt x="68661" y="59264"/>
                    <a:pt x="68661" y="56033"/>
                  </a:cubicBezTo>
                  <a:cubicBezTo>
                    <a:pt x="68661" y="54333"/>
                    <a:pt x="67244" y="53993"/>
                    <a:pt x="66358" y="53993"/>
                  </a:cubicBezTo>
                  <a:cubicBezTo>
                    <a:pt x="64764" y="53993"/>
                    <a:pt x="64409" y="55013"/>
                    <a:pt x="64055" y="56374"/>
                  </a:cubicBezTo>
                  <a:cubicBezTo>
                    <a:pt x="57855" y="73889"/>
                    <a:pt x="41913" y="73889"/>
                    <a:pt x="40142" y="73889"/>
                  </a:cubicBezTo>
                  <a:cubicBezTo>
                    <a:pt x="31285" y="73889"/>
                    <a:pt x="24200" y="68787"/>
                    <a:pt x="20125" y="62495"/>
                  </a:cubicBezTo>
                  <a:cubicBezTo>
                    <a:pt x="14811" y="54333"/>
                    <a:pt x="14811" y="43110"/>
                    <a:pt x="14811" y="36988"/>
                  </a:cubicBezTo>
                  <a:close/>
                </a:path>
              </a:pathLst>
            </a:custGeom>
            <a:solidFill>
              <a:srgbClr val="000000"/>
            </a:solidFill>
            <a:ln w="177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63" name="任意形状 162">
              <a:extLst>
                <a:ext uri="{FF2B5EF4-FFF2-40B4-BE49-F238E27FC236}">
                  <a16:creationId xmlns:a16="http://schemas.microsoft.com/office/drawing/2014/main" id="{08FF1CDE-E4C0-1D00-C005-44929E1D4ACF}"/>
                </a:ext>
              </a:extLst>
            </p:cNvPr>
            <p:cNvSpPr/>
            <p:nvPr>
              <p:custDataLst>
                <p:tags r:id="rId178"/>
              </p:custDataLst>
            </p:nvPr>
          </p:nvSpPr>
          <p:spPr>
            <a:xfrm>
              <a:off x="4566885" y="3946818"/>
              <a:ext cx="79888" cy="78053"/>
            </a:xfrm>
            <a:custGeom>
              <a:avLst/>
              <a:gdLst>
                <a:gd name="connsiteX0" fmla="*/ 51660 w 79888"/>
                <a:gd name="connsiteY0" fmla="*/ 63346 h 78053"/>
                <a:gd name="connsiteX1" fmla="*/ 65477 w 79888"/>
                <a:gd name="connsiteY1" fmla="*/ 77290 h 78053"/>
                <a:gd name="connsiteX2" fmla="*/ 80002 w 79888"/>
                <a:gd name="connsiteY2" fmla="*/ 61135 h 78053"/>
                <a:gd name="connsiteX3" fmla="*/ 80002 w 79888"/>
                <a:gd name="connsiteY3" fmla="*/ 51612 h 78053"/>
                <a:gd name="connsiteX4" fmla="*/ 75573 w 79888"/>
                <a:gd name="connsiteY4" fmla="*/ 51612 h 78053"/>
                <a:gd name="connsiteX5" fmla="*/ 75573 w 79888"/>
                <a:gd name="connsiteY5" fmla="*/ 61135 h 78053"/>
                <a:gd name="connsiteX6" fmla="*/ 69197 w 79888"/>
                <a:gd name="connsiteY6" fmla="*/ 72018 h 78053"/>
                <a:gd name="connsiteX7" fmla="*/ 62642 w 79888"/>
                <a:gd name="connsiteY7" fmla="*/ 63516 h 78053"/>
                <a:gd name="connsiteX8" fmla="*/ 62642 w 79888"/>
                <a:gd name="connsiteY8" fmla="*/ 29506 h 78053"/>
                <a:gd name="connsiteX9" fmla="*/ 56266 w 79888"/>
                <a:gd name="connsiteY9" fmla="*/ 9440 h 78053"/>
                <a:gd name="connsiteX10" fmla="*/ 31998 w 79888"/>
                <a:gd name="connsiteY10" fmla="*/ 87 h 78053"/>
                <a:gd name="connsiteX11" fmla="*/ 5251 w 79888"/>
                <a:gd name="connsiteY11" fmla="*/ 19303 h 78053"/>
                <a:gd name="connsiteX12" fmla="*/ 13399 w 79888"/>
                <a:gd name="connsiteY12" fmla="*/ 27295 h 78053"/>
                <a:gd name="connsiteX13" fmla="*/ 21547 w 79888"/>
                <a:gd name="connsiteY13" fmla="*/ 19473 h 78053"/>
                <a:gd name="connsiteX14" fmla="*/ 12513 w 79888"/>
                <a:gd name="connsiteY14" fmla="*/ 11650 h 78053"/>
                <a:gd name="connsiteX15" fmla="*/ 31644 w 79888"/>
                <a:gd name="connsiteY15" fmla="*/ 3828 h 78053"/>
                <a:gd name="connsiteX16" fmla="*/ 50420 w 79888"/>
                <a:gd name="connsiteY16" fmla="*/ 25594 h 78053"/>
                <a:gd name="connsiteX17" fmla="*/ 50420 w 79888"/>
                <a:gd name="connsiteY17" fmla="*/ 31886 h 78053"/>
                <a:gd name="connsiteX18" fmla="*/ 17827 w 79888"/>
                <a:gd name="connsiteY18" fmla="*/ 38008 h 78053"/>
                <a:gd name="connsiteX19" fmla="*/ 114 w 79888"/>
                <a:gd name="connsiteY19" fmla="*/ 60115 h 78053"/>
                <a:gd name="connsiteX20" fmla="*/ 28455 w 79888"/>
                <a:gd name="connsiteY20" fmla="*/ 78140 h 78053"/>
                <a:gd name="connsiteX21" fmla="*/ 51660 w 79888"/>
                <a:gd name="connsiteY21" fmla="*/ 63346 h 78053"/>
                <a:gd name="connsiteX22" fmla="*/ 50420 w 79888"/>
                <a:gd name="connsiteY22" fmla="*/ 35457 h 78053"/>
                <a:gd name="connsiteX23" fmla="*/ 50420 w 79888"/>
                <a:gd name="connsiteY23" fmla="*/ 52462 h 78053"/>
                <a:gd name="connsiteX24" fmla="*/ 29695 w 79888"/>
                <a:gd name="connsiteY24" fmla="*/ 74399 h 78053"/>
                <a:gd name="connsiteX25" fmla="*/ 13753 w 79888"/>
                <a:gd name="connsiteY25" fmla="*/ 59945 h 78053"/>
                <a:gd name="connsiteX26" fmla="*/ 50420 w 79888"/>
                <a:gd name="connsiteY26" fmla="*/ 35457 h 780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79888" h="78053">
                  <a:moveTo>
                    <a:pt x="51660" y="63346"/>
                  </a:moveTo>
                  <a:cubicBezTo>
                    <a:pt x="52369" y="70148"/>
                    <a:pt x="57151" y="77290"/>
                    <a:pt x="65477" y="77290"/>
                  </a:cubicBezTo>
                  <a:cubicBezTo>
                    <a:pt x="69197" y="77290"/>
                    <a:pt x="80002" y="74909"/>
                    <a:pt x="80002" y="61135"/>
                  </a:cubicBezTo>
                  <a:lnTo>
                    <a:pt x="80002" y="51612"/>
                  </a:lnTo>
                  <a:lnTo>
                    <a:pt x="75573" y="51612"/>
                  </a:lnTo>
                  <a:lnTo>
                    <a:pt x="75573" y="61135"/>
                  </a:lnTo>
                  <a:cubicBezTo>
                    <a:pt x="75573" y="70998"/>
                    <a:pt x="71145" y="72018"/>
                    <a:pt x="69197" y="72018"/>
                  </a:cubicBezTo>
                  <a:cubicBezTo>
                    <a:pt x="63351" y="72018"/>
                    <a:pt x="62642" y="64366"/>
                    <a:pt x="62642" y="63516"/>
                  </a:cubicBezTo>
                  <a:lnTo>
                    <a:pt x="62642" y="29506"/>
                  </a:lnTo>
                  <a:cubicBezTo>
                    <a:pt x="62642" y="22363"/>
                    <a:pt x="62642" y="15732"/>
                    <a:pt x="56266" y="9440"/>
                  </a:cubicBezTo>
                  <a:cubicBezTo>
                    <a:pt x="49357" y="2808"/>
                    <a:pt x="40501" y="87"/>
                    <a:pt x="31998" y="87"/>
                  </a:cubicBezTo>
                  <a:cubicBezTo>
                    <a:pt x="17473" y="87"/>
                    <a:pt x="5251" y="8079"/>
                    <a:pt x="5251" y="19303"/>
                  </a:cubicBezTo>
                  <a:cubicBezTo>
                    <a:pt x="5251" y="24404"/>
                    <a:pt x="8793" y="27295"/>
                    <a:pt x="13399" y="27295"/>
                  </a:cubicBezTo>
                  <a:cubicBezTo>
                    <a:pt x="18359" y="27295"/>
                    <a:pt x="21547" y="23894"/>
                    <a:pt x="21547" y="19473"/>
                  </a:cubicBezTo>
                  <a:cubicBezTo>
                    <a:pt x="21547" y="17432"/>
                    <a:pt x="20661" y="11820"/>
                    <a:pt x="12513" y="11650"/>
                  </a:cubicBezTo>
                  <a:cubicBezTo>
                    <a:pt x="17296" y="5699"/>
                    <a:pt x="25975" y="3828"/>
                    <a:pt x="31644" y="3828"/>
                  </a:cubicBezTo>
                  <a:cubicBezTo>
                    <a:pt x="40323" y="3828"/>
                    <a:pt x="50420" y="10460"/>
                    <a:pt x="50420" y="25594"/>
                  </a:cubicBezTo>
                  <a:lnTo>
                    <a:pt x="50420" y="31886"/>
                  </a:lnTo>
                  <a:cubicBezTo>
                    <a:pt x="41386" y="32396"/>
                    <a:pt x="28987" y="32907"/>
                    <a:pt x="17827" y="38008"/>
                  </a:cubicBezTo>
                  <a:cubicBezTo>
                    <a:pt x="4542" y="43790"/>
                    <a:pt x="114" y="52632"/>
                    <a:pt x="114" y="60115"/>
                  </a:cubicBezTo>
                  <a:cubicBezTo>
                    <a:pt x="114" y="73889"/>
                    <a:pt x="17296" y="78140"/>
                    <a:pt x="28455" y="78140"/>
                  </a:cubicBezTo>
                  <a:cubicBezTo>
                    <a:pt x="40146" y="78140"/>
                    <a:pt x="48295" y="71338"/>
                    <a:pt x="51660" y="63346"/>
                  </a:cubicBezTo>
                  <a:close/>
                  <a:moveTo>
                    <a:pt x="50420" y="35457"/>
                  </a:moveTo>
                  <a:lnTo>
                    <a:pt x="50420" y="52462"/>
                  </a:lnTo>
                  <a:cubicBezTo>
                    <a:pt x="50420" y="68617"/>
                    <a:pt x="37666" y="74399"/>
                    <a:pt x="29695" y="74399"/>
                  </a:cubicBezTo>
                  <a:cubicBezTo>
                    <a:pt x="21016" y="74399"/>
                    <a:pt x="13753" y="68447"/>
                    <a:pt x="13753" y="59945"/>
                  </a:cubicBezTo>
                  <a:cubicBezTo>
                    <a:pt x="13753" y="50592"/>
                    <a:pt x="21193" y="36478"/>
                    <a:pt x="50420" y="35457"/>
                  </a:cubicBezTo>
                  <a:close/>
                </a:path>
              </a:pathLst>
            </a:custGeom>
            <a:solidFill>
              <a:srgbClr val="000000"/>
            </a:solidFill>
            <a:ln w="177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64" name="任意形状 163">
              <a:extLst>
                <a:ext uri="{FF2B5EF4-FFF2-40B4-BE49-F238E27FC236}">
                  <a16:creationId xmlns:a16="http://schemas.microsoft.com/office/drawing/2014/main" id="{39337716-98EF-05C8-D865-27E38FB2A38D}"/>
                </a:ext>
              </a:extLst>
            </p:cNvPr>
            <p:cNvSpPr/>
            <p:nvPr>
              <p:custDataLst>
                <p:tags r:id="rId179"/>
              </p:custDataLst>
            </p:nvPr>
          </p:nvSpPr>
          <p:spPr>
            <a:xfrm>
              <a:off x="4654036" y="3904985"/>
              <a:ext cx="87327" cy="119885"/>
            </a:xfrm>
            <a:custGeom>
              <a:avLst/>
              <a:gdLst>
                <a:gd name="connsiteX0" fmla="*/ 61408 w 87327"/>
                <a:gd name="connsiteY0" fmla="*/ 108749 h 119885"/>
                <a:gd name="connsiteX1" fmla="*/ 61408 w 87327"/>
                <a:gd name="connsiteY1" fmla="*/ 119972 h 119885"/>
                <a:gd name="connsiteX2" fmla="*/ 87446 w 87327"/>
                <a:gd name="connsiteY2" fmla="*/ 118102 h 119885"/>
                <a:gd name="connsiteX3" fmla="*/ 87446 w 87327"/>
                <a:gd name="connsiteY3" fmla="*/ 112830 h 119885"/>
                <a:gd name="connsiteX4" fmla="*/ 73630 w 87327"/>
                <a:gd name="connsiteY4" fmla="*/ 103307 h 119885"/>
                <a:gd name="connsiteX5" fmla="*/ 73630 w 87327"/>
                <a:gd name="connsiteY5" fmla="*/ 87 h 119885"/>
                <a:gd name="connsiteX6" fmla="*/ 48122 w 87327"/>
                <a:gd name="connsiteY6" fmla="*/ 1957 h 119885"/>
                <a:gd name="connsiteX7" fmla="*/ 48122 w 87327"/>
                <a:gd name="connsiteY7" fmla="*/ 7229 h 119885"/>
                <a:gd name="connsiteX8" fmla="*/ 61939 w 87327"/>
                <a:gd name="connsiteY8" fmla="*/ 16752 h 119885"/>
                <a:gd name="connsiteX9" fmla="*/ 61939 w 87327"/>
                <a:gd name="connsiteY9" fmla="*/ 53483 h 119885"/>
                <a:gd name="connsiteX10" fmla="*/ 39620 w 87327"/>
                <a:gd name="connsiteY10" fmla="*/ 42940 h 119885"/>
                <a:gd name="connsiteX11" fmla="*/ 119 w 87327"/>
                <a:gd name="connsiteY11" fmla="*/ 81541 h 119885"/>
                <a:gd name="connsiteX12" fmla="*/ 37671 w 87327"/>
                <a:gd name="connsiteY12" fmla="*/ 119972 h 119885"/>
                <a:gd name="connsiteX13" fmla="*/ 61408 w 87327"/>
                <a:gd name="connsiteY13" fmla="*/ 108749 h 119885"/>
                <a:gd name="connsiteX14" fmla="*/ 61408 w 87327"/>
                <a:gd name="connsiteY14" fmla="*/ 63176 h 119885"/>
                <a:gd name="connsiteX15" fmla="*/ 61408 w 87327"/>
                <a:gd name="connsiteY15" fmla="*/ 98036 h 119885"/>
                <a:gd name="connsiteX16" fmla="*/ 59459 w 87327"/>
                <a:gd name="connsiteY16" fmla="*/ 104328 h 119885"/>
                <a:gd name="connsiteX17" fmla="*/ 38557 w 87327"/>
                <a:gd name="connsiteY17" fmla="*/ 116231 h 119885"/>
                <a:gd name="connsiteX18" fmla="*/ 19958 w 87327"/>
                <a:gd name="connsiteY18" fmla="*/ 105348 h 119885"/>
                <a:gd name="connsiteX19" fmla="*/ 14821 w 87327"/>
                <a:gd name="connsiteY19" fmla="*/ 81711 h 119885"/>
                <a:gd name="connsiteX20" fmla="*/ 20312 w 87327"/>
                <a:gd name="connsiteY20" fmla="*/ 57564 h 119885"/>
                <a:gd name="connsiteX21" fmla="*/ 40328 w 87327"/>
                <a:gd name="connsiteY21" fmla="*/ 46681 h 119885"/>
                <a:gd name="connsiteX22" fmla="*/ 59459 w 87327"/>
                <a:gd name="connsiteY22" fmla="*/ 56884 h 119885"/>
                <a:gd name="connsiteX23" fmla="*/ 61408 w 87327"/>
                <a:gd name="connsiteY23" fmla="*/ 63176 h 1198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87327" h="119885">
                  <a:moveTo>
                    <a:pt x="61408" y="108749"/>
                  </a:moveTo>
                  <a:lnTo>
                    <a:pt x="61408" y="119972"/>
                  </a:lnTo>
                  <a:lnTo>
                    <a:pt x="87446" y="118102"/>
                  </a:lnTo>
                  <a:lnTo>
                    <a:pt x="87446" y="112830"/>
                  </a:lnTo>
                  <a:cubicBezTo>
                    <a:pt x="75047" y="112830"/>
                    <a:pt x="73630" y="111640"/>
                    <a:pt x="73630" y="103307"/>
                  </a:cubicBezTo>
                  <a:lnTo>
                    <a:pt x="73630" y="87"/>
                  </a:lnTo>
                  <a:lnTo>
                    <a:pt x="48122" y="1957"/>
                  </a:lnTo>
                  <a:lnTo>
                    <a:pt x="48122" y="7229"/>
                  </a:lnTo>
                  <a:cubicBezTo>
                    <a:pt x="60522" y="7229"/>
                    <a:pt x="61939" y="8419"/>
                    <a:pt x="61939" y="16752"/>
                  </a:cubicBezTo>
                  <a:lnTo>
                    <a:pt x="61939" y="53483"/>
                  </a:lnTo>
                  <a:cubicBezTo>
                    <a:pt x="56802" y="47361"/>
                    <a:pt x="49185" y="42940"/>
                    <a:pt x="39620" y="42940"/>
                  </a:cubicBezTo>
                  <a:cubicBezTo>
                    <a:pt x="18718" y="42940"/>
                    <a:pt x="119" y="59604"/>
                    <a:pt x="119" y="81541"/>
                  </a:cubicBezTo>
                  <a:cubicBezTo>
                    <a:pt x="119" y="103137"/>
                    <a:pt x="17478" y="119972"/>
                    <a:pt x="37671" y="119972"/>
                  </a:cubicBezTo>
                  <a:cubicBezTo>
                    <a:pt x="49008" y="119972"/>
                    <a:pt x="56979" y="114191"/>
                    <a:pt x="61408" y="108749"/>
                  </a:cubicBezTo>
                  <a:close/>
                  <a:moveTo>
                    <a:pt x="61408" y="63176"/>
                  </a:moveTo>
                  <a:lnTo>
                    <a:pt x="61408" y="98036"/>
                  </a:lnTo>
                  <a:cubicBezTo>
                    <a:pt x="61408" y="101097"/>
                    <a:pt x="61408" y="101437"/>
                    <a:pt x="59459" y="104328"/>
                  </a:cubicBezTo>
                  <a:cubicBezTo>
                    <a:pt x="54145" y="112490"/>
                    <a:pt x="46174" y="116231"/>
                    <a:pt x="38557" y="116231"/>
                  </a:cubicBezTo>
                  <a:cubicBezTo>
                    <a:pt x="30586" y="116231"/>
                    <a:pt x="24209" y="111810"/>
                    <a:pt x="19958" y="105348"/>
                  </a:cubicBezTo>
                  <a:cubicBezTo>
                    <a:pt x="15352" y="98376"/>
                    <a:pt x="14821" y="88683"/>
                    <a:pt x="14821" y="81711"/>
                  </a:cubicBezTo>
                  <a:cubicBezTo>
                    <a:pt x="14821" y="75419"/>
                    <a:pt x="15175" y="65216"/>
                    <a:pt x="20312" y="57564"/>
                  </a:cubicBezTo>
                  <a:cubicBezTo>
                    <a:pt x="24032" y="52292"/>
                    <a:pt x="30763" y="46681"/>
                    <a:pt x="40328" y="46681"/>
                  </a:cubicBezTo>
                  <a:cubicBezTo>
                    <a:pt x="46528" y="46681"/>
                    <a:pt x="53968" y="49231"/>
                    <a:pt x="59459" y="56884"/>
                  </a:cubicBezTo>
                  <a:cubicBezTo>
                    <a:pt x="61408" y="59775"/>
                    <a:pt x="61408" y="60115"/>
                    <a:pt x="61408" y="63176"/>
                  </a:cubicBezTo>
                  <a:close/>
                </a:path>
              </a:pathLst>
            </a:custGeom>
            <a:solidFill>
              <a:srgbClr val="000000"/>
            </a:solidFill>
            <a:ln w="177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65" name="任意形状 164">
              <a:extLst>
                <a:ext uri="{FF2B5EF4-FFF2-40B4-BE49-F238E27FC236}">
                  <a16:creationId xmlns:a16="http://schemas.microsoft.com/office/drawing/2014/main" id="{13C8B1EE-2937-E760-B9BE-C08356E073B0}"/>
                </a:ext>
              </a:extLst>
            </p:cNvPr>
            <p:cNvSpPr/>
            <p:nvPr>
              <p:custDataLst>
                <p:tags r:id="rId180"/>
              </p:custDataLst>
            </p:nvPr>
          </p:nvSpPr>
          <p:spPr>
            <a:xfrm>
              <a:off x="4763959" y="3895462"/>
              <a:ext cx="41095" cy="170050"/>
            </a:xfrm>
            <a:custGeom>
              <a:avLst/>
              <a:gdLst>
                <a:gd name="connsiteX0" fmla="*/ 41220 w 41095"/>
                <a:gd name="connsiteY0" fmla="*/ 168437 h 170050"/>
                <a:gd name="connsiteX1" fmla="*/ 38208 w 41095"/>
                <a:gd name="connsiteY1" fmla="*/ 164696 h 170050"/>
                <a:gd name="connsiteX2" fmla="*/ 10398 w 41095"/>
                <a:gd name="connsiteY2" fmla="*/ 85112 h 170050"/>
                <a:gd name="connsiteX3" fmla="*/ 38917 w 41095"/>
                <a:gd name="connsiteY3" fmla="*/ 4678 h 170050"/>
                <a:gd name="connsiteX4" fmla="*/ 41220 w 41095"/>
                <a:gd name="connsiteY4" fmla="*/ 1787 h 170050"/>
                <a:gd name="connsiteX5" fmla="*/ 39448 w 41095"/>
                <a:gd name="connsiteY5" fmla="*/ 87 h 170050"/>
                <a:gd name="connsiteX6" fmla="*/ 11284 w 41095"/>
                <a:gd name="connsiteY6" fmla="*/ 33247 h 170050"/>
                <a:gd name="connsiteX7" fmla="*/ 124 w 41095"/>
                <a:gd name="connsiteY7" fmla="*/ 85112 h 170050"/>
                <a:gd name="connsiteX8" fmla="*/ 11815 w 41095"/>
                <a:gd name="connsiteY8" fmla="*/ 138168 h 170050"/>
                <a:gd name="connsiteX9" fmla="*/ 39448 w 41095"/>
                <a:gd name="connsiteY9" fmla="*/ 170137 h 170050"/>
                <a:gd name="connsiteX10" fmla="*/ 41220 w 41095"/>
                <a:gd name="connsiteY10" fmla="*/ 168437 h 170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41095" h="170050">
                  <a:moveTo>
                    <a:pt x="41220" y="168437"/>
                  </a:moveTo>
                  <a:cubicBezTo>
                    <a:pt x="41220" y="167927"/>
                    <a:pt x="41220" y="167586"/>
                    <a:pt x="38208" y="164696"/>
                  </a:cubicBezTo>
                  <a:cubicBezTo>
                    <a:pt x="16066" y="143269"/>
                    <a:pt x="10398" y="111130"/>
                    <a:pt x="10398" y="85112"/>
                  </a:cubicBezTo>
                  <a:cubicBezTo>
                    <a:pt x="10398" y="55523"/>
                    <a:pt x="17129" y="25935"/>
                    <a:pt x="38917" y="4678"/>
                  </a:cubicBezTo>
                  <a:cubicBezTo>
                    <a:pt x="41220" y="2638"/>
                    <a:pt x="41220" y="2298"/>
                    <a:pt x="41220" y="1787"/>
                  </a:cubicBezTo>
                  <a:cubicBezTo>
                    <a:pt x="41220" y="597"/>
                    <a:pt x="40511" y="87"/>
                    <a:pt x="39448" y="87"/>
                  </a:cubicBezTo>
                  <a:cubicBezTo>
                    <a:pt x="37677" y="87"/>
                    <a:pt x="21735" y="11650"/>
                    <a:pt x="11284" y="33247"/>
                  </a:cubicBezTo>
                  <a:cubicBezTo>
                    <a:pt x="2250" y="51952"/>
                    <a:pt x="124" y="70828"/>
                    <a:pt x="124" y="85112"/>
                  </a:cubicBezTo>
                  <a:cubicBezTo>
                    <a:pt x="124" y="98376"/>
                    <a:pt x="2073" y="118952"/>
                    <a:pt x="11815" y="138168"/>
                  </a:cubicBezTo>
                  <a:cubicBezTo>
                    <a:pt x="22443" y="159084"/>
                    <a:pt x="37677" y="170137"/>
                    <a:pt x="39448" y="170137"/>
                  </a:cubicBezTo>
                  <a:cubicBezTo>
                    <a:pt x="40511" y="170137"/>
                    <a:pt x="41220" y="169627"/>
                    <a:pt x="41220" y="168437"/>
                  </a:cubicBezTo>
                  <a:close/>
                </a:path>
              </a:pathLst>
            </a:custGeom>
            <a:solidFill>
              <a:srgbClr val="000000"/>
            </a:solidFill>
            <a:ln w="177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66" name="任意形状 165">
              <a:extLst>
                <a:ext uri="{FF2B5EF4-FFF2-40B4-BE49-F238E27FC236}">
                  <a16:creationId xmlns:a16="http://schemas.microsoft.com/office/drawing/2014/main" id="{0F8E5B58-20AC-8B44-594F-91E05901E284}"/>
                </a:ext>
              </a:extLst>
            </p:cNvPr>
            <p:cNvSpPr/>
            <p:nvPr>
              <p:custDataLst>
                <p:tags r:id="rId181"/>
              </p:custDataLst>
            </p:nvPr>
          </p:nvSpPr>
          <p:spPr>
            <a:xfrm>
              <a:off x="4820446" y="3947838"/>
              <a:ext cx="72094" cy="77032"/>
            </a:xfrm>
            <a:custGeom>
              <a:avLst/>
              <a:gdLst>
                <a:gd name="connsiteX0" fmla="*/ 10579 w 72094"/>
                <a:gd name="connsiteY0" fmla="*/ 65216 h 77032"/>
                <a:gd name="connsiteX1" fmla="*/ 8985 w 72094"/>
                <a:gd name="connsiteY1" fmla="*/ 72528 h 77032"/>
                <a:gd name="connsiteX2" fmla="*/ 14122 w 72094"/>
                <a:gd name="connsiteY2" fmla="*/ 77120 h 77032"/>
                <a:gd name="connsiteX3" fmla="*/ 20676 w 72094"/>
                <a:gd name="connsiteY3" fmla="*/ 72358 h 77032"/>
                <a:gd name="connsiteX4" fmla="*/ 27761 w 72094"/>
                <a:gd name="connsiteY4" fmla="*/ 45490 h 77032"/>
                <a:gd name="connsiteX5" fmla="*/ 33429 w 72094"/>
                <a:gd name="connsiteY5" fmla="*/ 23384 h 77032"/>
                <a:gd name="connsiteX6" fmla="*/ 43349 w 72094"/>
                <a:gd name="connsiteY6" fmla="*/ 9440 h 77032"/>
                <a:gd name="connsiteX7" fmla="*/ 57520 w 72094"/>
                <a:gd name="connsiteY7" fmla="*/ 3828 h 77032"/>
                <a:gd name="connsiteX8" fmla="*/ 64960 w 72094"/>
                <a:gd name="connsiteY8" fmla="*/ 5869 h 77032"/>
                <a:gd name="connsiteX9" fmla="*/ 55749 w 72094"/>
                <a:gd name="connsiteY9" fmla="*/ 15221 h 77032"/>
                <a:gd name="connsiteX10" fmla="*/ 62480 w 72094"/>
                <a:gd name="connsiteY10" fmla="*/ 21173 h 77032"/>
                <a:gd name="connsiteX11" fmla="*/ 72222 w 72094"/>
                <a:gd name="connsiteY11" fmla="*/ 11140 h 77032"/>
                <a:gd name="connsiteX12" fmla="*/ 57520 w 72094"/>
                <a:gd name="connsiteY12" fmla="*/ 87 h 77032"/>
                <a:gd name="connsiteX13" fmla="*/ 34847 w 72094"/>
                <a:gd name="connsiteY13" fmla="*/ 13181 h 77032"/>
                <a:gd name="connsiteX14" fmla="*/ 18727 w 72094"/>
                <a:gd name="connsiteY14" fmla="*/ 87 h 77032"/>
                <a:gd name="connsiteX15" fmla="*/ 5619 w 72094"/>
                <a:gd name="connsiteY15" fmla="*/ 9780 h 77032"/>
                <a:gd name="connsiteX16" fmla="*/ 128 w 72094"/>
                <a:gd name="connsiteY16" fmla="*/ 26275 h 77032"/>
                <a:gd name="connsiteX17" fmla="*/ 2254 w 72094"/>
                <a:gd name="connsiteY17" fmla="*/ 27975 h 77032"/>
                <a:gd name="connsiteX18" fmla="*/ 5265 w 72094"/>
                <a:gd name="connsiteY18" fmla="*/ 24064 h 77032"/>
                <a:gd name="connsiteX19" fmla="*/ 18196 w 72094"/>
                <a:gd name="connsiteY19" fmla="*/ 3828 h 77032"/>
                <a:gd name="connsiteX20" fmla="*/ 23687 w 72094"/>
                <a:gd name="connsiteY20" fmla="*/ 11650 h 77032"/>
                <a:gd name="connsiteX21" fmla="*/ 20853 w 72094"/>
                <a:gd name="connsiteY21" fmla="*/ 25935 h 77032"/>
                <a:gd name="connsiteX22" fmla="*/ 10579 w 72094"/>
                <a:gd name="connsiteY22" fmla="*/ 65216 h 770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72094" h="77032">
                  <a:moveTo>
                    <a:pt x="10579" y="65216"/>
                  </a:moveTo>
                  <a:cubicBezTo>
                    <a:pt x="10048" y="67767"/>
                    <a:pt x="8985" y="71678"/>
                    <a:pt x="8985" y="72528"/>
                  </a:cubicBezTo>
                  <a:cubicBezTo>
                    <a:pt x="8985" y="75589"/>
                    <a:pt x="11465" y="77120"/>
                    <a:pt x="14122" y="77120"/>
                  </a:cubicBezTo>
                  <a:cubicBezTo>
                    <a:pt x="16247" y="77120"/>
                    <a:pt x="19436" y="75759"/>
                    <a:pt x="20676" y="72358"/>
                  </a:cubicBezTo>
                  <a:cubicBezTo>
                    <a:pt x="21030" y="71678"/>
                    <a:pt x="27053" y="48551"/>
                    <a:pt x="27761" y="45490"/>
                  </a:cubicBezTo>
                  <a:cubicBezTo>
                    <a:pt x="29178" y="39879"/>
                    <a:pt x="32367" y="27975"/>
                    <a:pt x="33429" y="23384"/>
                  </a:cubicBezTo>
                  <a:cubicBezTo>
                    <a:pt x="34138" y="21173"/>
                    <a:pt x="39098" y="13181"/>
                    <a:pt x="43349" y="9440"/>
                  </a:cubicBezTo>
                  <a:cubicBezTo>
                    <a:pt x="44766" y="8249"/>
                    <a:pt x="49903" y="3828"/>
                    <a:pt x="57520" y="3828"/>
                  </a:cubicBezTo>
                  <a:cubicBezTo>
                    <a:pt x="62125" y="3828"/>
                    <a:pt x="64783" y="5869"/>
                    <a:pt x="64960" y="5869"/>
                  </a:cubicBezTo>
                  <a:cubicBezTo>
                    <a:pt x="59646" y="6719"/>
                    <a:pt x="55749" y="10800"/>
                    <a:pt x="55749" y="15221"/>
                  </a:cubicBezTo>
                  <a:cubicBezTo>
                    <a:pt x="55749" y="17942"/>
                    <a:pt x="57697" y="21173"/>
                    <a:pt x="62480" y="21173"/>
                  </a:cubicBezTo>
                  <a:cubicBezTo>
                    <a:pt x="67262" y="21173"/>
                    <a:pt x="72222" y="17262"/>
                    <a:pt x="72222" y="11140"/>
                  </a:cubicBezTo>
                  <a:cubicBezTo>
                    <a:pt x="72222" y="5188"/>
                    <a:pt x="66554" y="87"/>
                    <a:pt x="57520" y="87"/>
                  </a:cubicBezTo>
                  <a:cubicBezTo>
                    <a:pt x="46006" y="87"/>
                    <a:pt x="38212" y="8419"/>
                    <a:pt x="34847" y="13181"/>
                  </a:cubicBezTo>
                  <a:cubicBezTo>
                    <a:pt x="33429" y="5529"/>
                    <a:pt x="27053" y="87"/>
                    <a:pt x="18727" y="87"/>
                  </a:cubicBezTo>
                  <a:cubicBezTo>
                    <a:pt x="10579" y="87"/>
                    <a:pt x="7213" y="6719"/>
                    <a:pt x="5619" y="9780"/>
                  </a:cubicBezTo>
                  <a:cubicBezTo>
                    <a:pt x="2431" y="15561"/>
                    <a:pt x="128" y="25764"/>
                    <a:pt x="128" y="26275"/>
                  </a:cubicBezTo>
                  <a:cubicBezTo>
                    <a:pt x="128" y="27975"/>
                    <a:pt x="1899" y="27975"/>
                    <a:pt x="2254" y="27975"/>
                  </a:cubicBezTo>
                  <a:cubicBezTo>
                    <a:pt x="4025" y="27975"/>
                    <a:pt x="4202" y="27805"/>
                    <a:pt x="5265" y="24064"/>
                  </a:cubicBezTo>
                  <a:cubicBezTo>
                    <a:pt x="8276" y="11990"/>
                    <a:pt x="11819" y="3828"/>
                    <a:pt x="18196" y="3828"/>
                  </a:cubicBezTo>
                  <a:cubicBezTo>
                    <a:pt x="21207" y="3828"/>
                    <a:pt x="23687" y="5188"/>
                    <a:pt x="23687" y="11650"/>
                  </a:cubicBezTo>
                  <a:cubicBezTo>
                    <a:pt x="23687" y="15221"/>
                    <a:pt x="23156" y="17092"/>
                    <a:pt x="20853" y="25935"/>
                  </a:cubicBezTo>
                  <a:lnTo>
                    <a:pt x="10579" y="65216"/>
                  </a:lnTo>
                  <a:close/>
                </a:path>
              </a:pathLst>
            </a:custGeom>
            <a:solidFill>
              <a:srgbClr val="000000"/>
            </a:solidFill>
            <a:ln w="177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67" name="任意形状 166">
              <a:extLst>
                <a:ext uri="{FF2B5EF4-FFF2-40B4-BE49-F238E27FC236}">
                  <a16:creationId xmlns:a16="http://schemas.microsoft.com/office/drawing/2014/main" id="{48F67A55-A439-8C9E-B013-C471D7D0E3D5}"/>
                </a:ext>
              </a:extLst>
            </p:cNvPr>
            <p:cNvSpPr/>
            <p:nvPr>
              <p:custDataLst>
                <p:tags r:id="rId182"/>
              </p:custDataLst>
            </p:nvPr>
          </p:nvSpPr>
          <p:spPr>
            <a:xfrm>
              <a:off x="4910242" y="3895462"/>
              <a:ext cx="41095" cy="170050"/>
            </a:xfrm>
            <a:custGeom>
              <a:avLst/>
              <a:gdLst>
                <a:gd name="connsiteX0" fmla="*/ 41228 w 41095"/>
                <a:gd name="connsiteY0" fmla="*/ 85112 h 170050"/>
                <a:gd name="connsiteX1" fmla="*/ 29537 w 41095"/>
                <a:gd name="connsiteY1" fmla="*/ 32056 h 170050"/>
                <a:gd name="connsiteX2" fmla="*/ 1904 w 41095"/>
                <a:gd name="connsiteY2" fmla="*/ 87 h 170050"/>
                <a:gd name="connsiteX3" fmla="*/ 133 w 41095"/>
                <a:gd name="connsiteY3" fmla="*/ 1787 h 170050"/>
                <a:gd name="connsiteX4" fmla="*/ 3498 w 41095"/>
                <a:gd name="connsiteY4" fmla="*/ 5699 h 170050"/>
                <a:gd name="connsiteX5" fmla="*/ 30954 w 41095"/>
                <a:gd name="connsiteY5" fmla="*/ 85112 h 170050"/>
                <a:gd name="connsiteX6" fmla="*/ 2436 w 41095"/>
                <a:gd name="connsiteY6" fmla="*/ 165546 h 170050"/>
                <a:gd name="connsiteX7" fmla="*/ 133 w 41095"/>
                <a:gd name="connsiteY7" fmla="*/ 168437 h 170050"/>
                <a:gd name="connsiteX8" fmla="*/ 1904 w 41095"/>
                <a:gd name="connsiteY8" fmla="*/ 170137 h 170050"/>
                <a:gd name="connsiteX9" fmla="*/ 30069 w 41095"/>
                <a:gd name="connsiteY9" fmla="*/ 136977 h 170050"/>
                <a:gd name="connsiteX10" fmla="*/ 41228 w 41095"/>
                <a:gd name="connsiteY10" fmla="*/ 85112 h 170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41095" h="170050">
                  <a:moveTo>
                    <a:pt x="41228" y="85112"/>
                  </a:moveTo>
                  <a:cubicBezTo>
                    <a:pt x="41228" y="71848"/>
                    <a:pt x="39280" y="51272"/>
                    <a:pt x="29537" y="32056"/>
                  </a:cubicBezTo>
                  <a:cubicBezTo>
                    <a:pt x="18909" y="11140"/>
                    <a:pt x="3675" y="87"/>
                    <a:pt x="1904" y="87"/>
                  </a:cubicBezTo>
                  <a:cubicBezTo>
                    <a:pt x="841" y="87"/>
                    <a:pt x="133" y="767"/>
                    <a:pt x="133" y="1787"/>
                  </a:cubicBezTo>
                  <a:cubicBezTo>
                    <a:pt x="133" y="2298"/>
                    <a:pt x="133" y="2638"/>
                    <a:pt x="3498" y="5699"/>
                  </a:cubicBezTo>
                  <a:cubicBezTo>
                    <a:pt x="20858" y="22534"/>
                    <a:pt x="30954" y="49572"/>
                    <a:pt x="30954" y="85112"/>
                  </a:cubicBezTo>
                  <a:cubicBezTo>
                    <a:pt x="30954" y="114191"/>
                    <a:pt x="24400" y="144120"/>
                    <a:pt x="2436" y="165546"/>
                  </a:cubicBezTo>
                  <a:cubicBezTo>
                    <a:pt x="133" y="167586"/>
                    <a:pt x="133" y="167927"/>
                    <a:pt x="133" y="168437"/>
                  </a:cubicBezTo>
                  <a:cubicBezTo>
                    <a:pt x="133" y="169457"/>
                    <a:pt x="841" y="170137"/>
                    <a:pt x="1904" y="170137"/>
                  </a:cubicBezTo>
                  <a:cubicBezTo>
                    <a:pt x="3675" y="170137"/>
                    <a:pt x="19618" y="158574"/>
                    <a:pt x="30069" y="136977"/>
                  </a:cubicBezTo>
                  <a:cubicBezTo>
                    <a:pt x="39103" y="118272"/>
                    <a:pt x="41228" y="99396"/>
                    <a:pt x="41228" y="85112"/>
                  </a:cubicBezTo>
                  <a:close/>
                </a:path>
              </a:pathLst>
            </a:custGeom>
            <a:solidFill>
              <a:srgbClr val="000000"/>
            </a:solidFill>
            <a:ln w="177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68" name="任意形状 167">
              <a:extLst>
                <a:ext uri="{FF2B5EF4-FFF2-40B4-BE49-F238E27FC236}">
                  <a16:creationId xmlns:a16="http://schemas.microsoft.com/office/drawing/2014/main" id="{A8183B6A-731E-5990-DF31-6AD3F9D18BE1}"/>
                </a:ext>
              </a:extLst>
            </p:cNvPr>
            <p:cNvSpPr/>
            <p:nvPr>
              <p:custDataLst>
                <p:tags r:id="rId183"/>
              </p:custDataLst>
            </p:nvPr>
          </p:nvSpPr>
          <p:spPr>
            <a:xfrm>
              <a:off x="5028155" y="3960592"/>
              <a:ext cx="117795" cy="39791"/>
            </a:xfrm>
            <a:custGeom>
              <a:avLst/>
              <a:gdLst>
                <a:gd name="connsiteX0" fmla="*/ 111912 w 117795"/>
                <a:gd name="connsiteY0" fmla="*/ 6889 h 39791"/>
                <a:gd name="connsiteX1" fmla="*/ 117935 w 117795"/>
                <a:gd name="connsiteY1" fmla="*/ 3488 h 39791"/>
                <a:gd name="connsiteX2" fmla="*/ 112089 w 117795"/>
                <a:gd name="connsiteY2" fmla="*/ 87 h 39791"/>
                <a:gd name="connsiteX3" fmla="*/ 5985 w 117795"/>
                <a:gd name="connsiteY3" fmla="*/ 87 h 39791"/>
                <a:gd name="connsiteX4" fmla="*/ 139 w 117795"/>
                <a:gd name="connsiteY4" fmla="*/ 3488 h 39791"/>
                <a:gd name="connsiteX5" fmla="*/ 6162 w 117795"/>
                <a:gd name="connsiteY5" fmla="*/ 6889 h 39791"/>
                <a:gd name="connsiteX6" fmla="*/ 111912 w 117795"/>
                <a:gd name="connsiteY6" fmla="*/ 6889 h 39791"/>
                <a:gd name="connsiteX7" fmla="*/ 112089 w 117795"/>
                <a:gd name="connsiteY7" fmla="*/ 39879 h 39791"/>
                <a:gd name="connsiteX8" fmla="*/ 117935 w 117795"/>
                <a:gd name="connsiteY8" fmla="*/ 36478 h 39791"/>
                <a:gd name="connsiteX9" fmla="*/ 111912 w 117795"/>
                <a:gd name="connsiteY9" fmla="*/ 33077 h 39791"/>
                <a:gd name="connsiteX10" fmla="*/ 6162 w 117795"/>
                <a:gd name="connsiteY10" fmla="*/ 33077 h 39791"/>
                <a:gd name="connsiteX11" fmla="*/ 139 w 117795"/>
                <a:gd name="connsiteY11" fmla="*/ 36478 h 39791"/>
                <a:gd name="connsiteX12" fmla="*/ 5985 w 117795"/>
                <a:gd name="connsiteY12" fmla="*/ 39879 h 39791"/>
                <a:gd name="connsiteX13" fmla="*/ 112089 w 117795"/>
                <a:gd name="connsiteY13" fmla="*/ 39879 h 397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17795" h="39791">
                  <a:moveTo>
                    <a:pt x="111912" y="6889"/>
                  </a:moveTo>
                  <a:cubicBezTo>
                    <a:pt x="114569" y="6889"/>
                    <a:pt x="117935" y="6889"/>
                    <a:pt x="117935" y="3488"/>
                  </a:cubicBezTo>
                  <a:cubicBezTo>
                    <a:pt x="117935" y="87"/>
                    <a:pt x="114569" y="87"/>
                    <a:pt x="112089" y="87"/>
                  </a:cubicBezTo>
                  <a:lnTo>
                    <a:pt x="5985" y="87"/>
                  </a:lnTo>
                  <a:cubicBezTo>
                    <a:pt x="3505" y="87"/>
                    <a:pt x="139" y="87"/>
                    <a:pt x="139" y="3488"/>
                  </a:cubicBezTo>
                  <a:cubicBezTo>
                    <a:pt x="139" y="6889"/>
                    <a:pt x="3505" y="6889"/>
                    <a:pt x="6162" y="6889"/>
                  </a:cubicBezTo>
                  <a:lnTo>
                    <a:pt x="111912" y="6889"/>
                  </a:lnTo>
                  <a:close/>
                  <a:moveTo>
                    <a:pt x="112089" y="39879"/>
                  </a:moveTo>
                  <a:cubicBezTo>
                    <a:pt x="114569" y="39879"/>
                    <a:pt x="117935" y="39879"/>
                    <a:pt x="117935" y="36478"/>
                  </a:cubicBezTo>
                  <a:cubicBezTo>
                    <a:pt x="117935" y="33077"/>
                    <a:pt x="114569" y="33077"/>
                    <a:pt x="111912" y="33077"/>
                  </a:cubicBezTo>
                  <a:lnTo>
                    <a:pt x="6162" y="33077"/>
                  </a:lnTo>
                  <a:cubicBezTo>
                    <a:pt x="3505" y="33077"/>
                    <a:pt x="139" y="33077"/>
                    <a:pt x="139" y="36478"/>
                  </a:cubicBezTo>
                  <a:cubicBezTo>
                    <a:pt x="139" y="39879"/>
                    <a:pt x="3505" y="39879"/>
                    <a:pt x="5985" y="39879"/>
                  </a:cubicBezTo>
                  <a:lnTo>
                    <a:pt x="112089" y="39879"/>
                  </a:lnTo>
                  <a:close/>
                </a:path>
              </a:pathLst>
            </a:custGeom>
            <a:solidFill>
              <a:srgbClr val="000000"/>
            </a:solidFill>
            <a:ln w="177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69" name="任意形状 168">
              <a:extLst>
                <a:ext uri="{FF2B5EF4-FFF2-40B4-BE49-F238E27FC236}">
                  <a16:creationId xmlns:a16="http://schemas.microsoft.com/office/drawing/2014/main" id="{5C3C0B66-5129-36A0-11F5-9FC93E611D7C}"/>
                </a:ext>
              </a:extLst>
            </p:cNvPr>
            <p:cNvSpPr/>
            <p:nvPr>
              <p:custDataLst>
                <p:tags r:id="rId184"/>
              </p:custDataLst>
            </p:nvPr>
          </p:nvSpPr>
          <p:spPr>
            <a:xfrm>
              <a:off x="6208703" y="3794706"/>
              <a:ext cx="58454" cy="113253"/>
            </a:xfrm>
            <a:custGeom>
              <a:avLst/>
              <a:gdLst>
                <a:gd name="connsiteX0" fmla="*/ 36518 w 58454"/>
                <a:gd name="connsiteY0" fmla="*/ 4501 h 113253"/>
                <a:gd name="connsiteX1" fmla="*/ 32444 w 58454"/>
                <a:gd name="connsiteY1" fmla="*/ 80 h 113253"/>
                <a:gd name="connsiteX2" fmla="*/ 205 w 58454"/>
                <a:gd name="connsiteY2" fmla="*/ 10963 h 113253"/>
                <a:gd name="connsiteX3" fmla="*/ 205 w 58454"/>
                <a:gd name="connsiteY3" fmla="*/ 16235 h 113253"/>
                <a:gd name="connsiteX4" fmla="*/ 23410 w 58454"/>
                <a:gd name="connsiteY4" fmla="*/ 11814 h 113253"/>
                <a:gd name="connsiteX5" fmla="*/ 23410 w 58454"/>
                <a:gd name="connsiteY5" fmla="*/ 99900 h 113253"/>
                <a:gd name="connsiteX6" fmla="*/ 6937 w 58454"/>
                <a:gd name="connsiteY6" fmla="*/ 108062 h 113253"/>
                <a:gd name="connsiteX7" fmla="*/ 1268 w 58454"/>
                <a:gd name="connsiteY7" fmla="*/ 108062 h 113253"/>
                <a:gd name="connsiteX8" fmla="*/ 1268 w 58454"/>
                <a:gd name="connsiteY8" fmla="*/ 113334 h 113253"/>
                <a:gd name="connsiteX9" fmla="*/ 29964 w 58454"/>
                <a:gd name="connsiteY9" fmla="*/ 112823 h 113253"/>
                <a:gd name="connsiteX10" fmla="*/ 58660 w 58454"/>
                <a:gd name="connsiteY10" fmla="*/ 113334 h 113253"/>
                <a:gd name="connsiteX11" fmla="*/ 58660 w 58454"/>
                <a:gd name="connsiteY11" fmla="*/ 108062 h 113253"/>
                <a:gd name="connsiteX12" fmla="*/ 52992 w 58454"/>
                <a:gd name="connsiteY12" fmla="*/ 108062 h 113253"/>
                <a:gd name="connsiteX13" fmla="*/ 36518 w 58454"/>
                <a:gd name="connsiteY13" fmla="*/ 99900 h 113253"/>
                <a:gd name="connsiteX14" fmla="*/ 36518 w 58454"/>
                <a:gd name="connsiteY14" fmla="*/ 4501 h 1132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58454" h="113253">
                  <a:moveTo>
                    <a:pt x="36518" y="4501"/>
                  </a:moveTo>
                  <a:cubicBezTo>
                    <a:pt x="36518" y="420"/>
                    <a:pt x="36518" y="80"/>
                    <a:pt x="32444" y="80"/>
                  </a:cubicBezTo>
                  <a:cubicBezTo>
                    <a:pt x="21462" y="10963"/>
                    <a:pt x="5874" y="10963"/>
                    <a:pt x="205" y="10963"/>
                  </a:cubicBezTo>
                  <a:lnTo>
                    <a:pt x="205" y="16235"/>
                  </a:lnTo>
                  <a:cubicBezTo>
                    <a:pt x="3748" y="16235"/>
                    <a:pt x="14199" y="16235"/>
                    <a:pt x="23410" y="11814"/>
                  </a:cubicBezTo>
                  <a:lnTo>
                    <a:pt x="23410" y="99900"/>
                  </a:lnTo>
                  <a:cubicBezTo>
                    <a:pt x="23410" y="106021"/>
                    <a:pt x="22879" y="108062"/>
                    <a:pt x="6937" y="108062"/>
                  </a:cubicBezTo>
                  <a:lnTo>
                    <a:pt x="1268" y="108062"/>
                  </a:lnTo>
                  <a:lnTo>
                    <a:pt x="1268" y="113334"/>
                  </a:lnTo>
                  <a:cubicBezTo>
                    <a:pt x="7468" y="112823"/>
                    <a:pt x="22879" y="112823"/>
                    <a:pt x="29964" y="112823"/>
                  </a:cubicBezTo>
                  <a:cubicBezTo>
                    <a:pt x="37050" y="112823"/>
                    <a:pt x="52461" y="112823"/>
                    <a:pt x="58660" y="113334"/>
                  </a:cubicBezTo>
                  <a:lnTo>
                    <a:pt x="58660" y="108062"/>
                  </a:lnTo>
                  <a:lnTo>
                    <a:pt x="52992" y="108062"/>
                  </a:lnTo>
                  <a:cubicBezTo>
                    <a:pt x="37050" y="108062"/>
                    <a:pt x="36518" y="106192"/>
                    <a:pt x="36518" y="99900"/>
                  </a:cubicBezTo>
                  <a:lnTo>
                    <a:pt x="36518" y="4501"/>
                  </a:lnTo>
                  <a:close/>
                </a:path>
              </a:pathLst>
            </a:custGeom>
            <a:solidFill>
              <a:srgbClr val="000000"/>
            </a:solidFill>
            <a:ln w="177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70" name="任意形状 169">
              <a:extLst>
                <a:ext uri="{FF2B5EF4-FFF2-40B4-BE49-F238E27FC236}">
                  <a16:creationId xmlns:a16="http://schemas.microsoft.com/office/drawing/2014/main" id="{6B76D38A-FBBF-7290-D4FB-C25DA448A4C9}"/>
                </a:ext>
              </a:extLst>
            </p:cNvPr>
            <p:cNvSpPr/>
            <p:nvPr>
              <p:custDataLst>
                <p:tags r:id="rId185"/>
              </p:custDataLst>
            </p:nvPr>
          </p:nvSpPr>
          <p:spPr>
            <a:xfrm>
              <a:off x="5226467" y="3977087"/>
              <a:ext cx="2021510" cy="6801"/>
            </a:xfrm>
            <a:custGeom>
              <a:avLst/>
              <a:gdLst>
                <a:gd name="connsiteX0" fmla="*/ 0 w 2021510"/>
                <a:gd name="connsiteY0" fmla="*/ 0 h 6801"/>
                <a:gd name="connsiteX1" fmla="*/ 2021510 w 2021510"/>
                <a:gd name="connsiteY1" fmla="*/ 0 h 6801"/>
                <a:gd name="connsiteX2" fmla="*/ 2021510 w 2021510"/>
                <a:gd name="connsiteY2" fmla="*/ 6802 h 6801"/>
                <a:gd name="connsiteX3" fmla="*/ 0 w 2021510"/>
                <a:gd name="connsiteY3" fmla="*/ 6802 h 68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1510" h="6801">
                  <a:moveTo>
                    <a:pt x="0" y="0"/>
                  </a:moveTo>
                  <a:lnTo>
                    <a:pt x="2021510" y="0"/>
                  </a:lnTo>
                  <a:lnTo>
                    <a:pt x="2021510" y="6802"/>
                  </a:lnTo>
                  <a:lnTo>
                    <a:pt x="0" y="6802"/>
                  </a:lnTo>
                  <a:close/>
                </a:path>
              </a:pathLst>
            </a:custGeom>
            <a:solidFill>
              <a:srgbClr val="000000"/>
            </a:solidFill>
            <a:ln w="177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71" name="任意形状 170">
              <a:extLst>
                <a:ext uri="{FF2B5EF4-FFF2-40B4-BE49-F238E27FC236}">
                  <a16:creationId xmlns:a16="http://schemas.microsoft.com/office/drawing/2014/main" id="{8E9B7DC2-C38A-6920-1903-CC68CEC516E3}"/>
                </a:ext>
              </a:extLst>
            </p:cNvPr>
            <p:cNvSpPr/>
            <p:nvPr>
              <p:custDataLst>
                <p:tags r:id="rId186"/>
              </p:custDataLst>
            </p:nvPr>
          </p:nvSpPr>
          <p:spPr>
            <a:xfrm>
              <a:off x="5247546" y="4012108"/>
              <a:ext cx="7085" cy="170050"/>
            </a:xfrm>
            <a:custGeom>
              <a:avLst/>
              <a:gdLst>
                <a:gd name="connsiteX0" fmla="*/ 7237 w 7085"/>
                <a:gd name="connsiteY0" fmla="*/ 6216 h 170050"/>
                <a:gd name="connsiteX1" fmla="*/ 3694 w 7085"/>
                <a:gd name="connsiteY1" fmla="*/ 94 h 170050"/>
                <a:gd name="connsiteX2" fmla="*/ 151 w 7085"/>
                <a:gd name="connsiteY2" fmla="*/ 6216 h 170050"/>
                <a:gd name="connsiteX3" fmla="*/ 151 w 7085"/>
                <a:gd name="connsiteY3" fmla="*/ 164022 h 170050"/>
                <a:gd name="connsiteX4" fmla="*/ 3694 w 7085"/>
                <a:gd name="connsiteY4" fmla="*/ 170144 h 170050"/>
                <a:gd name="connsiteX5" fmla="*/ 7237 w 7085"/>
                <a:gd name="connsiteY5" fmla="*/ 164022 h 170050"/>
                <a:gd name="connsiteX6" fmla="*/ 7237 w 7085"/>
                <a:gd name="connsiteY6" fmla="*/ 6216 h 170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085" h="170050">
                  <a:moveTo>
                    <a:pt x="7237" y="6216"/>
                  </a:moveTo>
                  <a:cubicBezTo>
                    <a:pt x="7237" y="3155"/>
                    <a:pt x="7237" y="94"/>
                    <a:pt x="3694" y="94"/>
                  </a:cubicBezTo>
                  <a:cubicBezTo>
                    <a:pt x="151" y="94"/>
                    <a:pt x="151" y="3155"/>
                    <a:pt x="151" y="6216"/>
                  </a:cubicBezTo>
                  <a:lnTo>
                    <a:pt x="151" y="164022"/>
                  </a:lnTo>
                  <a:cubicBezTo>
                    <a:pt x="151" y="167083"/>
                    <a:pt x="151" y="170144"/>
                    <a:pt x="3694" y="170144"/>
                  </a:cubicBezTo>
                  <a:cubicBezTo>
                    <a:pt x="7237" y="170144"/>
                    <a:pt x="7237" y="167083"/>
                    <a:pt x="7237" y="164022"/>
                  </a:cubicBezTo>
                  <a:lnTo>
                    <a:pt x="7237" y="6216"/>
                  </a:lnTo>
                  <a:close/>
                </a:path>
              </a:pathLst>
            </a:custGeom>
            <a:solidFill>
              <a:srgbClr val="000000"/>
            </a:solidFill>
            <a:ln w="177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72" name="任意形状 171">
              <a:extLst>
                <a:ext uri="{FF2B5EF4-FFF2-40B4-BE49-F238E27FC236}">
                  <a16:creationId xmlns:a16="http://schemas.microsoft.com/office/drawing/2014/main" id="{DB10FA1B-DDE7-52FE-021A-2E0E9D2A8011}"/>
                </a:ext>
              </a:extLst>
            </p:cNvPr>
            <p:cNvSpPr/>
            <p:nvPr>
              <p:custDataLst>
                <p:tags r:id="rId187"/>
              </p:custDataLst>
            </p:nvPr>
          </p:nvSpPr>
          <p:spPr>
            <a:xfrm>
              <a:off x="5288426" y="4012108"/>
              <a:ext cx="62883" cy="170050"/>
            </a:xfrm>
            <a:custGeom>
              <a:avLst/>
              <a:gdLst>
                <a:gd name="connsiteX0" fmla="*/ 37530 w 62883"/>
                <a:gd name="connsiteY0" fmla="*/ 22710 h 170050"/>
                <a:gd name="connsiteX1" fmla="*/ 61443 w 62883"/>
                <a:gd name="connsiteY1" fmla="*/ 3835 h 170050"/>
                <a:gd name="connsiteX2" fmla="*/ 63037 w 62883"/>
                <a:gd name="connsiteY2" fmla="*/ 1964 h 170050"/>
                <a:gd name="connsiteX3" fmla="*/ 59671 w 62883"/>
                <a:gd name="connsiteY3" fmla="*/ 94 h 170050"/>
                <a:gd name="connsiteX4" fmla="*/ 25661 w 62883"/>
                <a:gd name="connsiteY4" fmla="*/ 21350 h 170050"/>
                <a:gd name="connsiteX5" fmla="*/ 25661 w 62883"/>
                <a:gd name="connsiteY5" fmla="*/ 60121 h 170050"/>
                <a:gd name="connsiteX6" fmla="*/ 18576 w 62883"/>
                <a:gd name="connsiteY6" fmla="*/ 77807 h 170050"/>
                <a:gd name="connsiteX7" fmla="*/ 1748 w 62883"/>
                <a:gd name="connsiteY7" fmla="*/ 83248 h 170050"/>
                <a:gd name="connsiteX8" fmla="*/ 154 w 62883"/>
                <a:gd name="connsiteY8" fmla="*/ 85119 h 170050"/>
                <a:gd name="connsiteX9" fmla="*/ 2988 w 62883"/>
                <a:gd name="connsiteY9" fmla="*/ 86989 h 170050"/>
                <a:gd name="connsiteX10" fmla="*/ 25130 w 62883"/>
                <a:gd name="connsiteY10" fmla="*/ 102124 h 170050"/>
                <a:gd name="connsiteX11" fmla="*/ 25661 w 62883"/>
                <a:gd name="connsiteY11" fmla="*/ 110456 h 170050"/>
                <a:gd name="connsiteX12" fmla="*/ 25661 w 62883"/>
                <a:gd name="connsiteY12" fmla="*/ 144126 h 170050"/>
                <a:gd name="connsiteX13" fmla="*/ 34164 w 62883"/>
                <a:gd name="connsiteY13" fmla="*/ 163172 h 170050"/>
                <a:gd name="connsiteX14" fmla="*/ 59671 w 62883"/>
                <a:gd name="connsiteY14" fmla="*/ 170144 h 170050"/>
                <a:gd name="connsiteX15" fmla="*/ 63037 w 62883"/>
                <a:gd name="connsiteY15" fmla="*/ 168273 h 170050"/>
                <a:gd name="connsiteX16" fmla="*/ 60203 w 62883"/>
                <a:gd name="connsiteY16" fmla="*/ 166403 h 170050"/>
                <a:gd name="connsiteX17" fmla="*/ 38061 w 62883"/>
                <a:gd name="connsiteY17" fmla="*/ 151609 h 170050"/>
                <a:gd name="connsiteX18" fmla="*/ 37530 w 62883"/>
                <a:gd name="connsiteY18" fmla="*/ 143616 h 170050"/>
                <a:gd name="connsiteX19" fmla="*/ 37530 w 62883"/>
                <a:gd name="connsiteY19" fmla="*/ 107906 h 170050"/>
                <a:gd name="connsiteX20" fmla="*/ 30444 w 62883"/>
                <a:gd name="connsiteY20" fmla="*/ 91751 h 170050"/>
                <a:gd name="connsiteX21" fmla="*/ 16627 w 62883"/>
                <a:gd name="connsiteY21" fmla="*/ 85119 h 170050"/>
                <a:gd name="connsiteX22" fmla="*/ 37530 w 62883"/>
                <a:gd name="connsiteY22" fmla="*/ 63522 h 170050"/>
                <a:gd name="connsiteX23" fmla="*/ 37530 w 62883"/>
                <a:gd name="connsiteY23" fmla="*/ 22710 h 170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62883" h="170050">
                  <a:moveTo>
                    <a:pt x="37530" y="22710"/>
                  </a:moveTo>
                  <a:cubicBezTo>
                    <a:pt x="37530" y="15908"/>
                    <a:pt x="42135" y="5025"/>
                    <a:pt x="61443" y="3835"/>
                  </a:cubicBezTo>
                  <a:cubicBezTo>
                    <a:pt x="62329" y="3665"/>
                    <a:pt x="63037" y="2985"/>
                    <a:pt x="63037" y="1964"/>
                  </a:cubicBezTo>
                  <a:cubicBezTo>
                    <a:pt x="63037" y="94"/>
                    <a:pt x="61620" y="94"/>
                    <a:pt x="59671" y="94"/>
                  </a:cubicBezTo>
                  <a:cubicBezTo>
                    <a:pt x="41958" y="94"/>
                    <a:pt x="25839" y="8766"/>
                    <a:pt x="25661" y="21350"/>
                  </a:cubicBezTo>
                  <a:lnTo>
                    <a:pt x="25661" y="60121"/>
                  </a:lnTo>
                  <a:cubicBezTo>
                    <a:pt x="25661" y="66753"/>
                    <a:pt x="25661" y="72195"/>
                    <a:pt x="18576" y="77807"/>
                  </a:cubicBezTo>
                  <a:cubicBezTo>
                    <a:pt x="12376" y="82738"/>
                    <a:pt x="5645" y="83078"/>
                    <a:pt x="1748" y="83248"/>
                  </a:cubicBezTo>
                  <a:cubicBezTo>
                    <a:pt x="862" y="83418"/>
                    <a:pt x="154" y="84099"/>
                    <a:pt x="154" y="85119"/>
                  </a:cubicBezTo>
                  <a:cubicBezTo>
                    <a:pt x="154" y="86819"/>
                    <a:pt x="1217" y="86819"/>
                    <a:pt x="2988" y="86989"/>
                  </a:cubicBezTo>
                  <a:cubicBezTo>
                    <a:pt x="14679" y="87670"/>
                    <a:pt x="23182" y="93791"/>
                    <a:pt x="25130" y="102124"/>
                  </a:cubicBezTo>
                  <a:cubicBezTo>
                    <a:pt x="25661" y="103994"/>
                    <a:pt x="25661" y="104335"/>
                    <a:pt x="25661" y="110456"/>
                  </a:cubicBezTo>
                  <a:lnTo>
                    <a:pt x="25661" y="144126"/>
                  </a:lnTo>
                  <a:cubicBezTo>
                    <a:pt x="25661" y="151268"/>
                    <a:pt x="25661" y="156710"/>
                    <a:pt x="34164" y="163172"/>
                  </a:cubicBezTo>
                  <a:cubicBezTo>
                    <a:pt x="41072" y="168273"/>
                    <a:pt x="52763" y="170144"/>
                    <a:pt x="59671" y="170144"/>
                  </a:cubicBezTo>
                  <a:cubicBezTo>
                    <a:pt x="61620" y="170144"/>
                    <a:pt x="63037" y="170144"/>
                    <a:pt x="63037" y="168273"/>
                  </a:cubicBezTo>
                  <a:cubicBezTo>
                    <a:pt x="63037" y="166573"/>
                    <a:pt x="61974" y="166573"/>
                    <a:pt x="60203" y="166403"/>
                  </a:cubicBezTo>
                  <a:cubicBezTo>
                    <a:pt x="49043" y="165723"/>
                    <a:pt x="40364" y="160281"/>
                    <a:pt x="38061" y="151609"/>
                  </a:cubicBezTo>
                  <a:cubicBezTo>
                    <a:pt x="37530" y="150078"/>
                    <a:pt x="37530" y="149738"/>
                    <a:pt x="37530" y="143616"/>
                  </a:cubicBezTo>
                  <a:lnTo>
                    <a:pt x="37530" y="107906"/>
                  </a:lnTo>
                  <a:cubicBezTo>
                    <a:pt x="37530" y="100083"/>
                    <a:pt x="36112" y="97192"/>
                    <a:pt x="30444" y="91751"/>
                  </a:cubicBezTo>
                  <a:cubicBezTo>
                    <a:pt x="26724" y="88180"/>
                    <a:pt x="21587" y="86479"/>
                    <a:pt x="16627" y="85119"/>
                  </a:cubicBezTo>
                  <a:cubicBezTo>
                    <a:pt x="31153" y="81208"/>
                    <a:pt x="37530" y="73385"/>
                    <a:pt x="37530" y="63522"/>
                  </a:cubicBezTo>
                  <a:lnTo>
                    <a:pt x="37530" y="22710"/>
                  </a:lnTo>
                  <a:close/>
                </a:path>
              </a:pathLst>
            </a:custGeom>
            <a:solidFill>
              <a:srgbClr val="000000"/>
            </a:solidFill>
            <a:ln w="177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73" name="任意形状 172">
              <a:extLst>
                <a:ext uri="{FF2B5EF4-FFF2-40B4-BE49-F238E27FC236}">
                  <a16:creationId xmlns:a16="http://schemas.microsoft.com/office/drawing/2014/main" id="{5148EB95-1014-24CD-ACE0-C13DB24E4848}"/>
                </a:ext>
              </a:extLst>
            </p:cNvPr>
            <p:cNvSpPr/>
            <p:nvPr>
              <p:custDataLst>
                <p:tags r:id="rId188"/>
              </p:custDataLst>
            </p:nvPr>
          </p:nvSpPr>
          <p:spPr>
            <a:xfrm>
              <a:off x="5397836" y="4033195"/>
              <a:ext cx="54380" cy="108322"/>
            </a:xfrm>
            <a:custGeom>
              <a:avLst/>
              <a:gdLst>
                <a:gd name="connsiteX0" fmla="*/ 32576 w 54380"/>
                <a:gd name="connsiteY0" fmla="*/ 38525 h 108322"/>
                <a:gd name="connsiteX1" fmla="*/ 49227 w 54380"/>
                <a:gd name="connsiteY1" fmla="*/ 38525 h 108322"/>
                <a:gd name="connsiteX2" fmla="*/ 54541 w 54380"/>
                <a:gd name="connsiteY2" fmla="*/ 35124 h 108322"/>
                <a:gd name="connsiteX3" fmla="*/ 49581 w 54380"/>
                <a:gd name="connsiteY3" fmla="*/ 33254 h 108322"/>
                <a:gd name="connsiteX4" fmla="*/ 33993 w 54380"/>
                <a:gd name="connsiteY4" fmla="*/ 33254 h 108322"/>
                <a:gd name="connsiteX5" fmla="*/ 41256 w 54380"/>
                <a:gd name="connsiteY5" fmla="*/ 4685 h 108322"/>
                <a:gd name="connsiteX6" fmla="*/ 36119 w 54380"/>
                <a:gd name="connsiteY6" fmla="*/ 94 h 108322"/>
                <a:gd name="connsiteX7" fmla="*/ 29034 w 54380"/>
                <a:gd name="connsiteY7" fmla="*/ 6216 h 108322"/>
                <a:gd name="connsiteX8" fmla="*/ 22125 w 54380"/>
                <a:gd name="connsiteY8" fmla="*/ 33254 h 108322"/>
                <a:gd name="connsiteX9" fmla="*/ 5475 w 54380"/>
                <a:gd name="connsiteY9" fmla="*/ 33254 h 108322"/>
                <a:gd name="connsiteX10" fmla="*/ 161 w 54380"/>
                <a:gd name="connsiteY10" fmla="*/ 36484 h 108322"/>
                <a:gd name="connsiteX11" fmla="*/ 5120 w 54380"/>
                <a:gd name="connsiteY11" fmla="*/ 38525 h 108322"/>
                <a:gd name="connsiteX12" fmla="*/ 20708 w 54380"/>
                <a:gd name="connsiteY12" fmla="*/ 38525 h 108322"/>
                <a:gd name="connsiteX13" fmla="*/ 7246 w 54380"/>
                <a:gd name="connsiteY13" fmla="*/ 92771 h 108322"/>
                <a:gd name="connsiteX14" fmla="*/ 23542 w 54380"/>
                <a:gd name="connsiteY14" fmla="*/ 108416 h 108322"/>
                <a:gd name="connsiteX15" fmla="*/ 51707 w 54380"/>
                <a:gd name="connsiteY15" fmla="*/ 82228 h 108322"/>
                <a:gd name="connsiteX16" fmla="*/ 49581 w 54380"/>
                <a:gd name="connsiteY16" fmla="*/ 80528 h 108322"/>
                <a:gd name="connsiteX17" fmla="*/ 46924 w 54380"/>
                <a:gd name="connsiteY17" fmla="*/ 82908 h 108322"/>
                <a:gd name="connsiteX18" fmla="*/ 23897 w 54380"/>
                <a:gd name="connsiteY18" fmla="*/ 104675 h 108322"/>
                <a:gd name="connsiteX19" fmla="*/ 18405 w 54380"/>
                <a:gd name="connsiteY19" fmla="*/ 96852 h 108322"/>
                <a:gd name="connsiteX20" fmla="*/ 19468 w 54380"/>
                <a:gd name="connsiteY20" fmla="*/ 88690 h 108322"/>
                <a:gd name="connsiteX21" fmla="*/ 32576 w 54380"/>
                <a:gd name="connsiteY21" fmla="*/ 38525 h 1083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54380" h="108322">
                  <a:moveTo>
                    <a:pt x="32576" y="38525"/>
                  </a:moveTo>
                  <a:lnTo>
                    <a:pt x="49227" y="38525"/>
                  </a:lnTo>
                  <a:cubicBezTo>
                    <a:pt x="52770" y="38525"/>
                    <a:pt x="54541" y="38525"/>
                    <a:pt x="54541" y="35124"/>
                  </a:cubicBezTo>
                  <a:cubicBezTo>
                    <a:pt x="54541" y="33254"/>
                    <a:pt x="52770" y="33254"/>
                    <a:pt x="49581" y="33254"/>
                  </a:cubicBezTo>
                  <a:lnTo>
                    <a:pt x="33993" y="33254"/>
                  </a:lnTo>
                  <a:cubicBezTo>
                    <a:pt x="40370" y="9106"/>
                    <a:pt x="41256" y="5705"/>
                    <a:pt x="41256" y="4685"/>
                  </a:cubicBezTo>
                  <a:cubicBezTo>
                    <a:pt x="41256" y="1794"/>
                    <a:pt x="39130" y="94"/>
                    <a:pt x="36119" y="94"/>
                  </a:cubicBezTo>
                  <a:cubicBezTo>
                    <a:pt x="35588" y="94"/>
                    <a:pt x="30628" y="264"/>
                    <a:pt x="29034" y="6216"/>
                  </a:cubicBezTo>
                  <a:lnTo>
                    <a:pt x="22125" y="33254"/>
                  </a:lnTo>
                  <a:lnTo>
                    <a:pt x="5475" y="33254"/>
                  </a:lnTo>
                  <a:cubicBezTo>
                    <a:pt x="1932" y="33254"/>
                    <a:pt x="161" y="33254"/>
                    <a:pt x="161" y="36484"/>
                  </a:cubicBezTo>
                  <a:cubicBezTo>
                    <a:pt x="161" y="38525"/>
                    <a:pt x="1578" y="38525"/>
                    <a:pt x="5120" y="38525"/>
                  </a:cubicBezTo>
                  <a:lnTo>
                    <a:pt x="20708" y="38525"/>
                  </a:lnTo>
                  <a:cubicBezTo>
                    <a:pt x="7954" y="86819"/>
                    <a:pt x="7246" y="89710"/>
                    <a:pt x="7246" y="92771"/>
                  </a:cubicBezTo>
                  <a:cubicBezTo>
                    <a:pt x="7246" y="101954"/>
                    <a:pt x="13977" y="108416"/>
                    <a:pt x="23542" y="108416"/>
                  </a:cubicBezTo>
                  <a:cubicBezTo>
                    <a:pt x="41610" y="108416"/>
                    <a:pt x="51707" y="83588"/>
                    <a:pt x="51707" y="82228"/>
                  </a:cubicBezTo>
                  <a:cubicBezTo>
                    <a:pt x="51707" y="80528"/>
                    <a:pt x="50290" y="80528"/>
                    <a:pt x="49581" y="80528"/>
                  </a:cubicBezTo>
                  <a:cubicBezTo>
                    <a:pt x="47987" y="80528"/>
                    <a:pt x="47810" y="81038"/>
                    <a:pt x="46924" y="82908"/>
                  </a:cubicBezTo>
                  <a:cubicBezTo>
                    <a:pt x="39307" y="100593"/>
                    <a:pt x="29919" y="104675"/>
                    <a:pt x="23897" y="104675"/>
                  </a:cubicBezTo>
                  <a:cubicBezTo>
                    <a:pt x="20177" y="104675"/>
                    <a:pt x="18405" y="102464"/>
                    <a:pt x="18405" y="96852"/>
                  </a:cubicBezTo>
                  <a:cubicBezTo>
                    <a:pt x="18405" y="92771"/>
                    <a:pt x="18760" y="91581"/>
                    <a:pt x="19468" y="88690"/>
                  </a:cubicBezTo>
                  <a:lnTo>
                    <a:pt x="32576" y="38525"/>
                  </a:lnTo>
                  <a:close/>
                </a:path>
              </a:pathLst>
            </a:custGeom>
            <a:solidFill>
              <a:srgbClr val="000000"/>
            </a:solidFill>
            <a:ln w="177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74" name="任意形状 173">
              <a:extLst>
                <a:ext uri="{FF2B5EF4-FFF2-40B4-BE49-F238E27FC236}">
                  <a16:creationId xmlns:a16="http://schemas.microsoft.com/office/drawing/2014/main" id="{C4EBCA59-B912-12E8-A76A-4312515F589E}"/>
                </a:ext>
              </a:extLst>
            </p:cNvPr>
            <p:cNvSpPr/>
            <p:nvPr>
              <p:custDataLst>
                <p:tags r:id="rId189"/>
              </p:custDataLst>
            </p:nvPr>
          </p:nvSpPr>
          <p:spPr>
            <a:xfrm>
              <a:off x="5528010" y="4012108"/>
              <a:ext cx="7085" cy="170050"/>
            </a:xfrm>
            <a:custGeom>
              <a:avLst/>
              <a:gdLst>
                <a:gd name="connsiteX0" fmla="*/ 7252 w 7085"/>
                <a:gd name="connsiteY0" fmla="*/ 6216 h 170050"/>
                <a:gd name="connsiteX1" fmla="*/ 3710 w 7085"/>
                <a:gd name="connsiteY1" fmla="*/ 94 h 170050"/>
                <a:gd name="connsiteX2" fmla="*/ 167 w 7085"/>
                <a:gd name="connsiteY2" fmla="*/ 6216 h 170050"/>
                <a:gd name="connsiteX3" fmla="*/ 167 w 7085"/>
                <a:gd name="connsiteY3" fmla="*/ 164022 h 170050"/>
                <a:gd name="connsiteX4" fmla="*/ 3710 w 7085"/>
                <a:gd name="connsiteY4" fmla="*/ 170144 h 170050"/>
                <a:gd name="connsiteX5" fmla="*/ 7252 w 7085"/>
                <a:gd name="connsiteY5" fmla="*/ 164022 h 170050"/>
                <a:gd name="connsiteX6" fmla="*/ 7252 w 7085"/>
                <a:gd name="connsiteY6" fmla="*/ 6216 h 170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085" h="170050">
                  <a:moveTo>
                    <a:pt x="7252" y="6216"/>
                  </a:moveTo>
                  <a:cubicBezTo>
                    <a:pt x="7252" y="3155"/>
                    <a:pt x="7252" y="94"/>
                    <a:pt x="3710" y="94"/>
                  </a:cubicBezTo>
                  <a:cubicBezTo>
                    <a:pt x="167" y="94"/>
                    <a:pt x="167" y="3155"/>
                    <a:pt x="167" y="6216"/>
                  </a:cubicBezTo>
                  <a:lnTo>
                    <a:pt x="167" y="164022"/>
                  </a:lnTo>
                  <a:cubicBezTo>
                    <a:pt x="167" y="167083"/>
                    <a:pt x="167" y="170144"/>
                    <a:pt x="3710" y="170144"/>
                  </a:cubicBezTo>
                  <a:cubicBezTo>
                    <a:pt x="7252" y="170144"/>
                    <a:pt x="7252" y="167083"/>
                    <a:pt x="7252" y="164022"/>
                  </a:cubicBezTo>
                  <a:lnTo>
                    <a:pt x="7252" y="6216"/>
                  </a:lnTo>
                  <a:close/>
                </a:path>
              </a:pathLst>
            </a:custGeom>
            <a:solidFill>
              <a:srgbClr val="000000"/>
            </a:solidFill>
            <a:ln w="177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75" name="任意形状 174">
              <a:extLst>
                <a:ext uri="{FF2B5EF4-FFF2-40B4-BE49-F238E27FC236}">
                  <a16:creationId xmlns:a16="http://schemas.microsoft.com/office/drawing/2014/main" id="{327EAAAB-64D0-C2BB-2DBC-02F2FBC010C7}"/>
                </a:ext>
              </a:extLst>
            </p:cNvPr>
            <p:cNvSpPr/>
            <p:nvPr>
              <p:custDataLst>
                <p:tags r:id="rId190"/>
              </p:custDataLst>
            </p:nvPr>
          </p:nvSpPr>
          <p:spPr>
            <a:xfrm>
              <a:off x="5615081" y="4021631"/>
              <a:ext cx="78825" cy="118014"/>
            </a:xfrm>
            <a:custGeom>
              <a:avLst/>
              <a:gdLst>
                <a:gd name="connsiteX0" fmla="*/ 78998 w 78825"/>
                <a:gd name="connsiteY0" fmla="*/ 6216 h 118014"/>
                <a:gd name="connsiteX1" fmla="*/ 72798 w 78825"/>
                <a:gd name="connsiteY1" fmla="*/ 94 h 118014"/>
                <a:gd name="connsiteX2" fmla="*/ 6372 w 78825"/>
                <a:gd name="connsiteY2" fmla="*/ 94 h 118014"/>
                <a:gd name="connsiteX3" fmla="*/ 172 w 78825"/>
                <a:gd name="connsiteY3" fmla="*/ 3495 h 118014"/>
                <a:gd name="connsiteX4" fmla="*/ 6372 w 78825"/>
                <a:gd name="connsiteY4" fmla="*/ 6896 h 118014"/>
                <a:gd name="connsiteX5" fmla="*/ 71912 w 78825"/>
                <a:gd name="connsiteY5" fmla="*/ 6896 h 118014"/>
                <a:gd name="connsiteX6" fmla="*/ 71912 w 78825"/>
                <a:gd name="connsiteY6" fmla="*/ 55700 h 118014"/>
                <a:gd name="connsiteX7" fmla="*/ 8852 w 78825"/>
                <a:gd name="connsiteY7" fmla="*/ 55700 h 118014"/>
                <a:gd name="connsiteX8" fmla="*/ 2652 w 78825"/>
                <a:gd name="connsiteY8" fmla="*/ 59101 h 118014"/>
                <a:gd name="connsiteX9" fmla="*/ 8852 w 78825"/>
                <a:gd name="connsiteY9" fmla="*/ 62502 h 118014"/>
                <a:gd name="connsiteX10" fmla="*/ 71912 w 78825"/>
                <a:gd name="connsiteY10" fmla="*/ 62502 h 118014"/>
                <a:gd name="connsiteX11" fmla="*/ 71912 w 78825"/>
                <a:gd name="connsiteY11" fmla="*/ 111307 h 118014"/>
                <a:gd name="connsiteX12" fmla="*/ 6372 w 78825"/>
                <a:gd name="connsiteY12" fmla="*/ 111307 h 118014"/>
                <a:gd name="connsiteX13" fmla="*/ 172 w 78825"/>
                <a:gd name="connsiteY13" fmla="*/ 114708 h 118014"/>
                <a:gd name="connsiteX14" fmla="*/ 6372 w 78825"/>
                <a:gd name="connsiteY14" fmla="*/ 118109 h 118014"/>
                <a:gd name="connsiteX15" fmla="*/ 72798 w 78825"/>
                <a:gd name="connsiteY15" fmla="*/ 118109 h 118014"/>
                <a:gd name="connsiteX16" fmla="*/ 78998 w 78825"/>
                <a:gd name="connsiteY16" fmla="*/ 111987 h 118014"/>
                <a:gd name="connsiteX17" fmla="*/ 78998 w 78825"/>
                <a:gd name="connsiteY17" fmla="*/ 6216 h 1180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78825" h="118014">
                  <a:moveTo>
                    <a:pt x="78998" y="6216"/>
                  </a:moveTo>
                  <a:cubicBezTo>
                    <a:pt x="78998" y="604"/>
                    <a:pt x="78466" y="94"/>
                    <a:pt x="72798" y="94"/>
                  </a:cubicBezTo>
                  <a:lnTo>
                    <a:pt x="6372" y="94"/>
                  </a:lnTo>
                  <a:cubicBezTo>
                    <a:pt x="3361" y="94"/>
                    <a:pt x="172" y="94"/>
                    <a:pt x="172" y="3495"/>
                  </a:cubicBezTo>
                  <a:cubicBezTo>
                    <a:pt x="172" y="6896"/>
                    <a:pt x="3361" y="6896"/>
                    <a:pt x="6372" y="6896"/>
                  </a:cubicBezTo>
                  <a:lnTo>
                    <a:pt x="71912" y="6896"/>
                  </a:lnTo>
                  <a:lnTo>
                    <a:pt x="71912" y="55700"/>
                  </a:lnTo>
                  <a:lnTo>
                    <a:pt x="8852" y="55700"/>
                  </a:lnTo>
                  <a:cubicBezTo>
                    <a:pt x="5841" y="55700"/>
                    <a:pt x="2652" y="55700"/>
                    <a:pt x="2652" y="59101"/>
                  </a:cubicBezTo>
                  <a:cubicBezTo>
                    <a:pt x="2652" y="62502"/>
                    <a:pt x="5841" y="62502"/>
                    <a:pt x="8852" y="62502"/>
                  </a:cubicBezTo>
                  <a:lnTo>
                    <a:pt x="71912" y="62502"/>
                  </a:lnTo>
                  <a:lnTo>
                    <a:pt x="71912" y="111307"/>
                  </a:lnTo>
                  <a:lnTo>
                    <a:pt x="6372" y="111307"/>
                  </a:lnTo>
                  <a:cubicBezTo>
                    <a:pt x="3361" y="111307"/>
                    <a:pt x="172" y="111307"/>
                    <a:pt x="172" y="114708"/>
                  </a:cubicBezTo>
                  <a:cubicBezTo>
                    <a:pt x="172" y="118109"/>
                    <a:pt x="3361" y="118109"/>
                    <a:pt x="6372" y="118109"/>
                  </a:cubicBezTo>
                  <a:lnTo>
                    <a:pt x="72798" y="118109"/>
                  </a:lnTo>
                  <a:cubicBezTo>
                    <a:pt x="78466" y="118109"/>
                    <a:pt x="78998" y="117598"/>
                    <a:pt x="78998" y="111987"/>
                  </a:cubicBezTo>
                  <a:lnTo>
                    <a:pt x="78998" y="6216"/>
                  </a:lnTo>
                  <a:close/>
                </a:path>
              </a:pathLst>
            </a:custGeom>
            <a:solidFill>
              <a:srgbClr val="000000"/>
            </a:solidFill>
            <a:ln w="177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76" name="任意形状 175">
              <a:extLst>
                <a:ext uri="{FF2B5EF4-FFF2-40B4-BE49-F238E27FC236}">
                  <a16:creationId xmlns:a16="http://schemas.microsoft.com/office/drawing/2014/main" id="{7F63CAC3-7A13-616E-E9E9-FCD6E64B841A}"/>
                </a:ext>
              </a:extLst>
            </p:cNvPr>
            <p:cNvSpPr/>
            <p:nvPr>
              <p:custDataLst>
                <p:tags r:id="rId191"/>
              </p:custDataLst>
            </p:nvPr>
          </p:nvSpPr>
          <p:spPr>
            <a:xfrm>
              <a:off x="5713490" y="4021631"/>
              <a:ext cx="86973" cy="119885"/>
            </a:xfrm>
            <a:custGeom>
              <a:avLst/>
              <a:gdLst>
                <a:gd name="connsiteX0" fmla="*/ 41273 w 86973"/>
                <a:gd name="connsiteY0" fmla="*/ 1964 h 119885"/>
                <a:gd name="connsiteX1" fmla="*/ 38971 w 86973"/>
                <a:gd name="connsiteY1" fmla="*/ 94 h 119885"/>
                <a:gd name="connsiteX2" fmla="*/ 17360 w 86973"/>
                <a:gd name="connsiteY2" fmla="*/ 1794 h 119885"/>
                <a:gd name="connsiteX3" fmla="*/ 13995 w 86973"/>
                <a:gd name="connsiteY3" fmla="*/ 5195 h 119885"/>
                <a:gd name="connsiteX4" fmla="*/ 18246 w 86973"/>
                <a:gd name="connsiteY4" fmla="*/ 7236 h 119885"/>
                <a:gd name="connsiteX5" fmla="*/ 27103 w 86973"/>
                <a:gd name="connsiteY5" fmla="*/ 10127 h 119885"/>
                <a:gd name="connsiteX6" fmla="*/ 26571 w 86973"/>
                <a:gd name="connsiteY6" fmla="*/ 13528 h 119885"/>
                <a:gd name="connsiteX7" fmla="*/ 886 w 86973"/>
                <a:gd name="connsiteY7" fmla="*/ 111477 h 119885"/>
                <a:gd name="connsiteX8" fmla="*/ 178 w 86973"/>
                <a:gd name="connsiteY8" fmla="*/ 115218 h 119885"/>
                <a:gd name="connsiteX9" fmla="*/ 5315 w 86973"/>
                <a:gd name="connsiteY9" fmla="*/ 119979 h 119885"/>
                <a:gd name="connsiteX10" fmla="*/ 11869 w 86973"/>
                <a:gd name="connsiteY10" fmla="*/ 115558 h 119885"/>
                <a:gd name="connsiteX11" fmla="*/ 15234 w 86973"/>
                <a:gd name="connsiteY11" fmla="*/ 102634 h 119885"/>
                <a:gd name="connsiteX12" fmla="*/ 19131 w 86973"/>
                <a:gd name="connsiteY12" fmla="*/ 87330 h 119885"/>
                <a:gd name="connsiteX13" fmla="*/ 22143 w 86973"/>
                <a:gd name="connsiteY13" fmla="*/ 75936 h 119885"/>
                <a:gd name="connsiteX14" fmla="*/ 24091 w 86973"/>
                <a:gd name="connsiteY14" fmla="*/ 68284 h 119885"/>
                <a:gd name="connsiteX15" fmla="*/ 36136 w 86973"/>
                <a:gd name="connsiteY15" fmla="*/ 52639 h 119885"/>
                <a:gd name="connsiteX16" fmla="*/ 53142 w 86973"/>
                <a:gd name="connsiteY16" fmla="*/ 46687 h 119885"/>
                <a:gd name="connsiteX17" fmla="*/ 62707 w 86973"/>
                <a:gd name="connsiteY17" fmla="*/ 58591 h 119885"/>
                <a:gd name="connsiteX18" fmla="*/ 51724 w 86973"/>
                <a:gd name="connsiteY18" fmla="*/ 96682 h 119885"/>
                <a:gd name="connsiteX19" fmla="*/ 49422 w 86973"/>
                <a:gd name="connsiteY19" fmla="*/ 106035 h 119885"/>
                <a:gd name="connsiteX20" fmla="*/ 63947 w 86973"/>
                <a:gd name="connsiteY20" fmla="*/ 119979 h 119885"/>
                <a:gd name="connsiteX21" fmla="*/ 87152 w 86973"/>
                <a:gd name="connsiteY21" fmla="*/ 93791 h 119885"/>
                <a:gd name="connsiteX22" fmla="*/ 85026 w 86973"/>
                <a:gd name="connsiteY22" fmla="*/ 92091 h 119885"/>
                <a:gd name="connsiteX23" fmla="*/ 82369 w 86973"/>
                <a:gd name="connsiteY23" fmla="*/ 95152 h 119885"/>
                <a:gd name="connsiteX24" fmla="*/ 64301 w 86973"/>
                <a:gd name="connsiteY24" fmla="*/ 116238 h 119885"/>
                <a:gd name="connsiteX25" fmla="*/ 60050 w 86973"/>
                <a:gd name="connsiteY25" fmla="*/ 110626 h 119885"/>
                <a:gd name="connsiteX26" fmla="*/ 63238 w 86973"/>
                <a:gd name="connsiteY26" fmla="*/ 98553 h 119885"/>
                <a:gd name="connsiteX27" fmla="*/ 74044 w 86973"/>
                <a:gd name="connsiteY27" fmla="*/ 61142 h 119885"/>
                <a:gd name="connsiteX28" fmla="*/ 53673 w 86973"/>
                <a:gd name="connsiteY28" fmla="*/ 42946 h 119885"/>
                <a:gd name="connsiteX29" fmla="*/ 27457 w 86973"/>
                <a:gd name="connsiteY29" fmla="*/ 56040 h 119885"/>
                <a:gd name="connsiteX30" fmla="*/ 41273 w 86973"/>
                <a:gd name="connsiteY30" fmla="*/ 1964 h 1198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86973" h="119885">
                  <a:moveTo>
                    <a:pt x="41273" y="1964"/>
                  </a:moveTo>
                  <a:cubicBezTo>
                    <a:pt x="41273" y="1794"/>
                    <a:pt x="41273" y="94"/>
                    <a:pt x="38971" y="94"/>
                  </a:cubicBezTo>
                  <a:cubicBezTo>
                    <a:pt x="34897" y="94"/>
                    <a:pt x="21966" y="1454"/>
                    <a:pt x="17360" y="1794"/>
                  </a:cubicBezTo>
                  <a:cubicBezTo>
                    <a:pt x="15943" y="1964"/>
                    <a:pt x="13995" y="2134"/>
                    <a:pt x="13995" y="5195"/>
                  </a:cubicBezTo>
                  <a:cubicBezTo>
                    <a:pt x="13995" y="7236"/>
                    <a:pt x="15589" y="7236"/>
                    <a:pt x="18246" y="7236"/>
                  </a:cubicBezTo>
                  <a:cubicBezTo>
                    <a:pt x="26748" y="7236"/>
                    <a:pt x="27103" y="8426"/>
                    <a:pt x="27103" y="10127"/>
                  </a:cubicBezTo>
                  <a:lnTo>
                    <a:pt x="26571" y="13528"/>
                  </a:lnTo>
                  <a:lnTo>
                    <a:pt x="886" y="111477"/>
                  </a:lnTo>
                  <a:cubicBezTo>
                    <a:pt x="178" y="113857"/>
                    <a:pt x="178" y="114197"/>
                    <a:pt x="178" y="115218"/>
                  </a:cubicBezTo>
                  <a:cubicBezTo>
                    <a:pt x="178" y="119129"/>
                    <a:pt x="3721" y="119979"/>
                    <a:pt x="5315" y="119979"/>
                  </a:cubicBezTo>
                  <a:cubicBezTo>
                    <a:pt x="8149" y="119979"/>
                    <a:pt x="10983" y="117939"/>
                    <a:pt x="11869" y="115558"/>
                  </a:cubicBezTo>
                  <a:lnTo>
                    <a:pt x="15234" y="102634"/>
                  </a:lnTo>
                  <a:lnTo>
                    <a:pt x="19131" y="87330"/>
                  </a:lnTo>
                  <a:cubicBezTo>
                    <a:pt x="20194" y="83588"/>
                    <a:pt x="21257" y="79847"/>
                    <a:pt x="22143" y="75936"/>
                  </a:cubicBezTo>
                  <a:cubicBezTo>
                    <a:pt x="22497" y="74916"/>
                    <a:pt x="23914" y="69304"/>
                    <a:pt x="24091" y="68284"/>
                  </a:cubicBezTo>
                  <a:cubicBezTo>
                    <a:pt x="24623" y="66753"/>
                    <a:pt x="30114" y="57231"/>
                    <a:pt x="36136" y="52639"/>
                  </a:cubicBezTo>
                  <a:cubicBezTo>
                    <a:pt x="40033" y="49918"/>
                    <a:pt x="45525" y="46687"/>
                    <a:pt x="53142" y="46687"/>
                  </a:cubicBezTo>
                  <a:cubicBezTo>
                    <a:pt x="60758" y="46687"/>
                    <a:pt x="62707" y="52469"/>
                    <a:pt x="62707" y="58591"/>
                  </a:cubicBezTo>
                  <a:cubicBezTo>
                    <a:pt x="62707" y="67774"/>
                    <a:pt x="55976" y="86309"/>
                    <a:pt x="51724" y="96682"/>
                  </a:cubicBezTo>
                  <a:cubicBezTo>
                    <a:pt x="50307" y="100593"/>
                    <a:pt x="49422" y="102634"/>
                    <a:pt x="49422" y="106035"/>
                  </a:cubicBezTo>
                  <a:cubicBezTo>
                    <a:pt x="49422" y="114027"/>
                    <a:pt x="55621" y="119979"/>
                    <a:pt x="63947" y="119979"/>
                  </a:cubicBezTo>
                  <a:cubicBezTo>
                    <a:pt x="80598" y="119979"/>
                    <a:pt x="87152" y="95152"/>
                    <a:pt x="87152" y="93791"/>
                  </a:cubicBezTo>
                  <a:cubicBezTo>
                    <a:pt x="87152" y="92091"/>
                    <a:pt x="85557" y="92091"/>
                    <a:pt x="85026" y="92091"/>
                  </a:cubicBezTo>
                  <a:cubicBezTo>
                    <a:pt x="83255" y="92091"/>
                    <a:pt x="83255" y="92601"/>
                    <a:pt x="82369" y="95152"/>
                  </a:cubicBezTo>
                  <a:cubicBezTo>
                    <a:pt x="79712" y="104165"/>
                    <a:pt x="74044" y="116238"/>
                    <a:pt x="64301" y="116238"/>
                  </a:cubicBezTo>
                  <a:cubicBezTo>
                    <a:pt x="61290" y="116238"/>
                    <a:pt x="60050" y="114538"/>
                    <a:pt x="60050" y="110626"/>
                  </a:cubicBezTo>
                  <a:cubicBezTo>
                    <a:pt x="60050" y="106375"/>
                    <a:pt x="61644" y="102294"/>
                    <a:pt x="63238" y="98553"/>
                  </a:cubicBezTo>
                  <a:cubicBezTo>
                    <a:pt x="66072" y="91241"/>
                    <a:pt x="74044" y="71005"/>
                    <a:pt x="74044" y="61142"/>
                  </a:cubicBezTo>
                  <a:cubicBezTo>
                    <a:pt x="74044" y="50089"/>
                    <a:pt x="66958" y="42946"/>
                    <a:pt x="53673" y="42946"/>
                  </a:cubicBezTo>
                  <a:cubicBezTo>
                    <a:pt x="42513" y="42946"/>
                    <a:pt x="34011" y="48218"/>
                    <a:pt x="27457" y="56040"/>
                  </a:cubicBezTo>
                  <a:lnTo>
                    <a:pt x="41273" y="1964"/>
                  </a:lnTo>
                  <a:close/>
                </a:path>
              </a:pathLst>
            </a:custGeom>
            <a:solidFill>
              <a:srgbClr val="000000"/>
            </a:solidFill>
            <a:ln w="177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77" name="任意形状 176">
              <a:extLst>
                <a:ext uri="{FF2B5EF4-FFF2-40B4-BE49-F238E27FC236}">
                  <a16:creationId xmlns:a16="http://schemas.microsoft.com/office/drawing/2014/main" id="{A19AF912-DD1C-345B-DB5B-26A302148226}"/>
                </a:ext>
              </a:extLst>
            </p:cNvPr>
            <p:cNvSpPr/>
            <p:nvPr>
              <p:custDataLst>
                <p:tags r:id="rId192"/>
              </p:custDataLst>
            </p:nvPr>
          </p:nvSpPr>
          <p:spPr>
            <a:xfrm>
              <a:off x="5821040" y="4121621"/>
              <a:ext cx="20724" cy="50845"/>
            </a:xfrm>
            <a:custGeom>
              <a:avLst/>
              <a:gdLst>
                <a:gd name="connsiteX0" fmla="*/ 20909 w 20724"/>
                <a:gd name="connsiteY0" fmla="*/ 17949 h 50845"/>
                <a:gd name="connsiteX1" fmla="*/ 9572 w 20724"/>
                <a:gd name="connsiteY1" fmla="*/ 94 h 50845"/>
                <a:gd name="connsiteX2" fmla="*/ 184 w 20724"/>
                <a:gd name="connsiteY2" fmla="*/ 9106 h 50845"/>
                <a:gd name="connsiteX3" fmla="*/ 9572 w 20724"/>
                <a:gd name="connsiteY3" fmla="*/ 18119 h 50845"/>
                <a:gd name="connsiteX4" fmla="*/ 15772 w 20724"/>
                <a:gd name="connsiteY4" fmla="*/ 15908 h 50845"/>
                <a:gd name="connsiteX5" fmla="*/ 16657 w 20724"/>
                <a:gd name="connsiteY5" fmla="*/ 15398 h 50845"/>
                <a:gd name="connsiteX6" fmla="*/ 17012 w 20724"/>
                <a:gd name="connsiteY6" fmla="*/ 17949 h 50845"/>
                <a:gd name="connsiteX7" fmla="*/ 4966 w 20724"/>
                <a:gd name="connsiteY7" fmla="*/ 46347 h 50845"/>
                <a:gd name="connsiteX8" fmla="*/ 3018 w 20724"/>
                <a:gd name="connsiteY8" fmla="*/ 49068 h 50845"/>
                <a:gd name="connsiteX9" fmla="*/ 4789 w 20724"/>
                <a:gd name="connsiteY9" fmla="*/ 50939 h 50845"/>
                <a:gd name="connsiteX10" fmla="*/ 20909 w 20724"/>
                <a:gd name="connsiteY10" fmla="*/ 17949 h 508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0724" h="50845">
                  <a:moveTo>
                    <a:pt x="20909" y="17949"/>
                  </a:moveTo>
                  <a:cubicBezTo>
                    <a:pt x="20909" y="6726"/>
                    <a:pt x="16480" y="94"/>
                    <a:pt x="9572" y="94"/>
                  </a:cubicBezTo>
                  <a:cubicBezTo>
                    <a:pt x="3726" y="94"/>
                    <a:pt x="184" y="4345"/>
                    <a:pt x="184" y="9106"/>
                  </a:cubicBezTo>
                  <a:cubicBezTo>
                    <a:pt x="184" y="13698"/>
                    <a:pt x="3726" y="18119"/>
                    <a:pt x="9572" y="18119"/>
                  </a:cubicBezTo>
                  <a:cubicBezTo>
                    <a:pt x="11698" y="18119"/>
                    <a:pt x="14000" y="17439"/>
                    <a:pt x="15772" y="15908"/>
                  </a:cubicBezTo>
                  <a:cubicBezTo>
                    <a:pt x="16303" y="15568"/>
                    <a:pt x="16480" y="15398"/>
                    <a:pt x="16657" y="15398"/>
                  </a:cubicBezTo>
                  <a:cubicBezTo>
                    <a:pt x="16834" y="15398"/>
                    <a:pt x="17012" y="15568"/>
                    <a:pt x="17012" y="17949"/>
                  </a:cubicBezTo>
                  <a:cubicBezTo>
                    <a:pt x="17012" y="30533"/>
                    <a:pt x="10812" y="40736"/>
                    <a:pt x="4966" y="46347"/>
                  </a:cubicBezTo>
                  <a:cubicBezTo>
                    <a:pt x="3018" y="48218"/>
                    <a:pt x="3018" y="48558"/>
                    <a:pt x="3018" y="49068"/>
                  </a:cubicBezTo>
                  <a:cubicBezTo>
                    <a:pt x="3018" y="50259"/>
                    <a:pt x="3904" y="50939"/>
                    <a:pt x="4789" y="50939"/>
                  </a:cubicBezTo>
                  <a:cubicBezTo>
                    <a:pt x="6738" y="50939"/>
                    <a:pt x="20909" y="37845"/>
                    <a:pt x="20909" y="17949"/>
                  </a:cubicBezTo>
                  <a:close/>
                </a:path>
              </a:pathLst>
            </a:custGeom>
            <a:solidFill>
              <a:srgbClr val="000000"/>
            </a:solidFill>
            <a:ln w="177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78" name="任意形状 177">
              <a:extLst>
                <a:ext uri="{FF2B5EF4-FFF2-40B4-BE49-F238E27FC236}">
                  <a16:creationId xmlns:a16="http://schemas.microsoft.com/office/drawing/2014/main" id="{92817339-0186-A2BF-9EDF-0B9D72A4DEEB}"/>
                </a:ext>
              </a:extLst>
            </p:cNvPr>
            <p:cNvSpPr/>
            <p:nvPr>
              <p:custDataLst>
                <p:tags r:id="rId193"/>
              </p:custDataLst>
            </p:nvPr>
          </p:nvSpPr>
          <p:spPr>
            <a:xfrm>
              <a:off x="5961114" y="4012108"/>
              <a:ext cx="41095" cy="170050"/>
            </a:xfrm>
            <a:custGeom>
              <a:avLst/>
              <a:gdLst>
                <a:gd name="connsiteX0" fmla="*/ 41287 w 41095"/>
                <a:gd name="connsiteY0" fmla="*/ 168444 h 170050"/>
                <a:gd name="connsiteX1" fmla="*/ 38276 w 41095"/>
                <a:gd name="connsiteY1" fmla="*/ 164702 h 170050"/>
                <a:gd name="connsiteX2" fmla="*/ 10465 w 41095"/>
                <a:gd name="connsiteY2" fmla="*/ 85119 h 170050"/>
                <a:gd name="connsiteX3" fmla="*/ 38984 w 41095"/>
                <a:gd name="connsiteY3" fmla="*/ 4685 h 170050"/>
                <a:gd name="connsiteX4" fmla="*/ 41287 w 41095"/>
                <a:gd name="connsiteY4" fmla="*/ 1794 h 170050"/>
                <a:gd name="connsiteX5" fmla="*/ 39516 w 41095"/>
                <a:gd name="connsiteY5" fmla="*/ 94 h 170050"/>
                <a:gd name="connsiteX6" fmla="*/ 11351 w 41095"/>
                <a:gd name="connsiteY6" fmla="*/ 33254 h 170050"/>
                <a:gd name="connsiteX7" fmla="*/ 191 w 41095"/>
                <a:gd name="connsiteY7" fmla="*/ 85119 h 170050"/>
                <a:gd name="connsiteX8" fmla="*/ 11882 w 41095"/>
                <a:gd name="connsiteY8" fmla="*/ 138175 h 170050"/>
                <a:gd name="connsiteX9" fmla="*/ 39516 w 41095"/>
                <a:gd name="connsiteY9" fmla="*/ 170144 h 170050"/>
                <a:gd name="connsiteX10" fmla="*/ 41287 w 41095"/>
                <a:gd name="connsiteY10" fmla="*/ 168444 h 170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41095" h="170050">
                  <a:moveTo>
                    <a:pt x="41287" y="168444"/>
                  </a:moveTo>
                  <a:cubicBezTo>
                    <a:pt x="41287" y="167933"/>
                    <a:pt x="41287" y="167593"/>
                    <a:pt x="38276" y="164702"/>
                  </a:cubicBezTo>
                  <a:cubicBezTo>
                    <a:pt x="16134" y="143276"/>
                    <a:pt x="10465" y="111137"/>
                    <a:pt x="10465" y="85119"/>
                  </a:cubicBezTo>
                  <a:cubicBezTo>
                    <a:pt x="10465" y="55530"/>
                    <a:pt x="17196" y="25941"/>
                    <a:pt x="38984" y="4685"/>
                  </a:cubicBezTo>
                  <a:cubicBezTo>
                    <a:pt x="41287" y="2644"/>
                    <a:pt x="41287" y="2304"/>
                    <a:pt x="41287" y="1794"/>
                  </a:cubicBezTo>
                  <a:cubicBezTo>
                    <a:pt x="41287" y="604"/>
                    <a:pt x="40578" y="94"/>
                    <a:pt x="39516" y="94"/>
                  </a:cubicBezTo>
                  <a:cubicBezTo>
                    <a:pt x="37744" y="94"/>
                    <a:pt x="21802" y="11657"/>
                    <a:pt x="11351" y="33254"/>
                  </a:cubicBezTo>
                  <a:cubicBezTo>
                    <a:pt x="2317" y="51959"/>
                    <a:pt x="191" y="70835"/>
                    <a:pt x="191" y="85119"/>
                  </a:cubicBezTo>
                  <a:cubicBezTo>
                    <a:pt x="191" y="98383"/>
                    <a:pt x="2140" y="118959"/>
                    <a:pt x="11882" y="138175"/>
                  </a:cubicBezTo>
                  <a:cubicBezTo>
                    <a:pt x="22511" y="159091"/>
                    <a:pt x="37744" y="170144"/>
                    <a:pt x="39516" y="170144"/>
                  </a:cubicBezTo>
                  <a:cubicBezTo>
                    <a:pt x="40578" y="170144"/>
                    <a:pt x="41287" y="169634"/>
                    <a:pt x="41287" y="168444"/>
                  </a:cubicBezTo>
                  <a:close/>
                </a:path>
              </a:pathLst>
            </a:custGeom>
            <a:solidFill>
              <a:srgbClr val="000000"/>
            </a:solidFill>
            <a:ln w="177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79" name="任意形状 178">
              <a:extLst>
                <a:ext uri="{FF2B5EF4-FFF2-40B4-BE49-F238E27FC236}">
                  <a16:creationId xmlns:a16="http://schemas.microsoft.com/office/drawing/2014/main" id="{ADE4DF3F-07EE-F5F4-C64D-C4570D028627}"/>
                </a:ext>
              </a:extLst>
            </p:cNvPr>
            <p:cNvSpPr/>
            <p:nvPr>
              <p:custDataLst>
                <p:tags r:id="rId194"/>
              </p:custDataLst>
            </p:nvPr>
          </p:nvSpPr>
          <p:spPr>
            <a:xfrm>
              <a:off x="6022207" y="4021631"/>
              <a:ext cx="86973" cy="119885"/>
            </a:xfrm>
            <a:custGeom>
              <a:avLst/>
              <a:gdLst>
                <a:gd name="connsiteX0" fmla="*/ 41291 w 86973"/>
                <a:gd name="connsiteY0" fmla="*/ 1964 h 119885"/>
                <a:gd name="connsiteX1" fmla="*/ 38988 w 86973"/>
                <a:gd name="connsiteY1" fmla="*/ 94 h 119885"/>
                <a:gd name="connsiteX2" fmla="*/ 17377 w 86973"/>
                <a:gd name="connsiteY2" fmla="*/ 1794 h 119885"/>
                <a:gd name="connsiteX3" fmla="*/ 14012 w 86973"/>
                <a:gd name="connsiteY3" fmla="*/ 5195 h 119885"/>
                <a:gd name="connsiteX4" fmla="*/ 18263 w 86973"/>
                <a:gd name="connsiteY4" fmla="*/ 7236 h 119885"/>
                <a:gd name="connsiteX5" fmla="*/ 27120 w 86973"/>
                <a:gd name="connsiteY5" fmla="*/ 10127 h 119885"/>
                <a:gd name="connsiteX6" fmla="*/ 26589 w 86973"/>
                <a:gd name="connsiteY6" fmla="*/ 13528 h 119885"/>
                <a:gd name="connsiteX7" fmla="*/ 904 w 86973"/>
                <a:gd name="connsiteY7" fmla="*/ 111477 h 119885"/>
                <a:gd name="connsiteX8" fmla="*/ 195 w 86973"/>
                <a:gd name="connsiteY8" fmla="*/ 115218 h 119885"/>
                <a:gd name="connsiteX9" fmla="*/ 5332 w 86973"/>
                <a:gd name="connsiteY9" fmla="*/ 119979 h 119885"/>
                <a:gd name="connsiteX10" fmla="*/ 11886 w 86973"/>
                <a:gd name="connsiteY10" fmla="*/ 115558 h 119885"/>
                <a:gd name="connsiteX11" fmla="*/ 15252 w 86973"/>
                <a:gd name="connsiteY11" fmla="*/ 102634 h 119885"/>
                <a:gd name="connsiteX12" fmla="*/ 19149 w 86973"/>
                <a:gd name="connsiteY12" fmla="*/ 87330 h 119885"/>
                <a:gd name="connsiteX13" fmla="*/ 22160 w 86973"/>
                <a:gd name="connsiteY13" fmla="*/ 75936 h 119885"/>
                <a:gd name="connsiteX14" fmla="*/ 24109 w 86973"/>
                <a:gd name="connsiteY14" fmla="*/ 68284 h 119885"/>
                <a:gd name="connsiteX15" fmla="*/ 36154 w 86973"/>
                <a:gd name="connsiteY15" fmla="*/ 52639 h 119885"/>
                <a:gd name="connsiteX16" fmla="*/ 53159 w 86973"/>
                <a:gd name="connsiteY16" fmla="*/ 46687 h 119885"/>
                <a:gd name="connsiteX17" fmla="*/ 62724 w 86973"/>
                <a:gd name="connsiteY17" fmla="*/ 58591 h 119885"/>
                <a:gd name="connsiteX18" fmla="*/ 51742 w 86973"/>
                <a:gd name="connsiteY18" fmla="*/ 96682 h 119885"/>
                <a:gd name="connsiteX19" fmla="*/ 49439 w 86973"/>
                <a:gd name="connsiteY19" fmla="*/ 106035 h 119885"/>
                <a:gd name="connsiteX20" fmla="*/ 63964 w 86973"/>
                <a:gd name="connsiteY20" fmla="*/ 119979 h 119885"/>
                <a:gd name="connsiteX21" fmla="*/ 87169 w 86973"/>
                <a:gd name="connsiteY21" fmla="*/ 93791 h 119885"/>
                <a:gd name="connsiteX22" fmla="*/ 85043 w 86973"/>
                <a:gd name="connsiteY22" fmla="*/ 92091 h 119885"/>
                <a:gd name="connsiteX23" fmla="*/ 82386 w 86973"/>
                <a:gd name="connsiteY23" fmla="*/ 95152 h 119885"/>
                <a:gd name="connsiteX24" fmla="*/ 64318 w 86973"/>
                <a:gd name="connsiteY24" fmla="*/ 116238 h 119885"/>
                <a:gd name="connsiteX25" fmla="*/ 60067 w 86973"/>
                <a:gd name="connsiteY25" fmla="*/ 110626 h 119885"/>
                <a:gd name="connsiteX26" fmla="*/ 63256 w 86973"/>
                <a:gd name="connsiteY26" fmla="*/ 98553 h 119885"/>
                <a:gd name="connsiteX27" fmla="*/ 74061 w 86973"/>
                <a:gd name="connsiteY27" fmla="*/ 61142 h 119885"/>
                <a:gd name="connsiteX28" fmla="*/ 53690 w 86973"/>
                <a:gd name="connsiteY28" fmla="*/ 42946 h 119885"/>
                <a:gd name="connsiteX29" fmla="*/ 27474 w 86973"/>
                <a:gd name="connsiteY29" fmla="*/ 56040 h 119885"/>
                <a:gd name="connsiteX30" fmla="*/ 41291 w 86973"/>
                <a:gd name="connsiteY30" fmla="*/ 1964 h 1198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86973" h="119885">
                  <a:moveTo>
                    <a:pt x="41291" y="1964"/>
                  </a:moveTo>
                  <a:cubicBezTo>
                    <a:pt x="41291" y="1794"/>
                    <a:pt x="41291" y="94"/>
                    <a:pt x="38988" y="94"/>
                  </a:cubicBezTo>
                  <a:cubicBezTo>
                    <a:pt x="34914" y="94"/>
                    <a:pt x="21983" y="1454"/>
                    <a:pt x="17377" y="1794"/>
                  </a:cubicBezTo>
                  <a:cubicBezTo>
                    <a:pt x="15960" y="1964"/>
                    <a:pt x="14012" y="2134"/>
                    <a:pt x="14012" y="5195"/>
                  </a:cubicBezTo>
                  <a:cubicBezTo>
                    <a:pt x="14012" y="7236"/>
                    <a:pt x="15606" y="7236"/>
                    <a:pt x="18263" y="7236"/>
                  </a:cubicBezTo>
                  <a:cubicBezTo>
                    <a:pt x="26766" y="7236"/>
                    <a:pt x="27120" y="8426"/>
                    <a:pt x="27120" y="10127"/>
                  </a:cubicBezTo>
                  <a:lnTo>
                    <a:pt x="26589" y="13528"/>
                  </a:lnTo>
                  <a:lnTo>
                    <a:pt x="904" y="111477"/>
                  </a:lnTo>
                  <a:cubicBezTo>
                    <a:pt x="195" y="113857"/>
                    <a:pt x="195" y="114197"/>
                    <a:pt x="195" y="115218"/>
                  </a:cubicBezTo>
                  <a:cubicBezTo>
                    <a:pt x="195" y="119129"/>
                    <a:pt x="3738" y="119979"/>
                    <a:pt x="5332" y="119979"/>
                  </a:cubicBezTo>
                  <a:cubicBezTo>
                    <a:pt x="8166" y="119979"/>
                    <a:pt x="11001" y="117939"/>
                    <a:pt x="11886" y="115558"/>
                  </a:cubicBezTo>
                  <a:lnTo>
                    <a:pt x="15252" y="102634"/>
                  </a:lnTo>
                  <a:lnTo>
                    <a:pt x="19149" y="87330"/>
                  </a:lnTo>
                  <a:cubicBezTo>
                    <a:pt x="20212" y="83588"/>
                    <a:pt x="21274" y="79847"/>
                    <a:pt x="22160" y="75936"/>
                  </a:cubicBezTo>
                  <a:cubicBezTo>
                    <a:pt x="22514" y="74916"/>
                    <a:pt x="23931" y="69304"/>
                    <a:pt x="24109" y="68284"/>
                  </a:cubicBezTo>
                  <a:cubicBezTo>
                    <a:pt x="24640" y="66753"/>
                    <a:pt x="30131" y="57231"/>
                    <a:pt x="36154" y="52639"/>
                  </a:cubicBezTo>
                  <a:cubicBezTo>
                    <a:pt x="40051" y="49918"/>
                    <a:pt x="45542" y="46687"/>
                    <a:pt x="53159" y="46687"/>
                  </a:cubicBezTo>
                  <a:cubicBezTo>
                    <a:pt x="60776" y="46687"/>
                    <a:pt x="62724" y="52469"/>
                    <a:pt x="62724" y="58591"/>
                  </a:cubicBezTo>
                  <a:cubicBezTo>
                    <a:pt x="62724" y="67774"/>
                    <a:pt x="55993" y="86309"/>
                    <a:pt x="51742" y="96682"/>
                  </a:cubicBezTo>
                  <a:cubicBezTo>
                    <a:pt x="50325" y="100593"/>
                    <a:pt x="49439" y="102634"/>
                    <a:pt x="49439" y="106035"/>
                  </a:cubicBezTo>
                  <a:cubicBezTo>
                    <a:pt x="49439" y="114027"/>
                    <a:pt x="55639" y="119979"/>
                    <a:pt x="63964" y="119979"/>
                  </a:cubicBezTo>
                  <a:cubicBezTo>
                    <a:pt x="80615" y="119979"/>
                    <a:pt x="87169" y="95152"/>
                    <a:pt x="87169" y="93791"/>
                  </a:cubicBezTo>
                  <a:cubicBezTo>
                    <a:pt x="87169" y="92091"/>
                    <a:pt x="85575" y="92091"/>
                    <a:pt x="85043" y="92091"/>
                  </a:cubicBezTo>
                  <a:cubicBezTo>
                    <a:pt x="83272" y="92091"/>
                    <a:pt x="83272" y="92601"/>
                    <a:pt x="82386" y="95152"/>
                  </a:cubicBezTo>
                  <a:cubicBezTo>
                    <a:pt x="79729" y="104165"/>
                    <a:pt x="74061" y="116238"/>
                    <a:pt x="64318" y="116238"/>
                  </a:cubicBezTo>
                  <a:cubicBezTo>
                    <a:pt x="61307" y="116238"/>
                    <a:pt x="60067" y="114538"/>
                    <a:pt x="60067" y="110626"/>
                  </a:cubicBezTo>
                  <a:cubicBezTo>
                    <a:pt x="60067" y="106375"/>
                    <a:pt x="61661" y="102294"/>
                    <a:pt x="63256" y="98553"/>
                  </a:cubicBezTo>
                  <a:cubicBezTo>
                    <a:pt x="66090" y="91241"/>
                    <a:pt x="74061" y="71005"/>
                    <a:pt x="74061" y="61142"/>
                  </a:cubicBezTo>
                  <a:cubicBezTo>
                    <a:pt x="74061" y="50089"/>
                    <a:pt x="66975" y="42946"/>
                    <a:pt x="53690" y="42946"/>
                  </a:cubicBezTo>
                  <a:cubicBezTo>
                    <a:pt x="42531" y="42946"/>
                    <a:pt x="34028" y="48218"/>
                    <a:pt x="27474" y="56040"/>
                  </a:cubicBezTo>
                  <a:lnTo>
                    <a:pt x="41291" y="1964"/>
                  </a:lnTo>
                  <a:close/>
                </a:path>
              </a:pathLst>
            </a:custGeom>
            <a:solidFill>
              <a:srgbClr val="000000"/>
            </a:solidFill>
            <a:ln w="177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80" name="任意形状 179">
              <a:extLst>
                <a:ext uri="{FF2B5EF4-FFF2-40B4-BE49-F238E27FC236}">
                  <a16:creationId xmlns:a16="http://schemas.microsoft.com/office/drawing/2014/main" id="{DF4787B1-B406-1C99-CD60-3E3DF3C23662}"/>
                </a:ext>
              </a:extLst>
            </p:cNvPr>
            <p:cNvSpPr/>
            <p:nvPr>
              <p:custDataLst>
                <p:tags r:id="rId195"/>
              </p:custDataLst>
            </p:nvPr>
          </p:nvSpPr>
          <p:spPr>
            <a:xfrm>
              <a:off x="6129756" y="4121621"/>
              <a:ext cx="20724" cy="50845"/>
            </a:xfrm>
            <a:custGeom>
              <a:avLst/>
              <a:gdLst>
                <a:gd name="connsiteX0" fmla="*/ 20926 w 20724"/>
                <a:gd name="connsiteY0" fmla="*/ 17949 h 50845"/>
                <a:gd name="connsiteX1" fmla="*/ 9589 w 20724"/>
                <a:gd name="connsiteY1" fmla="*/ 94 h 50845"/>
                <a:gd name="connsiteX2" fmla="*/ 201 w 20724"/>
                <a:gd name="connsiteY2" fmla="*/ 9106 h 50845"/>
                <a:gd name="connsiteX3" fmla="*/ 9589 w 20724"/>
                <a:gd name="connsiteY3" fmla="*/ 18119 h 50845"/>
                <a:gd name="connsiteX4" fmla="*/ 15789 w 20724"/>
                <a:gd name="connsiteY4" fmla="*/ 15908 h 50845"/>
                <a:gd name="connsiteX5" fmla="*/ 16675 w 20724"/>
                <a:gd name="connsiteY5" fmla="*/ 15398 h 50845"/>
                <a:gd name="connsiteX6" fmla="*/ 17029 w 20724"/>
                <a:gd name="connsiteY6" fmla="*/ 17949 h 50845"/>
                <a:gd name="connsiteX7" fmla="*/ 4984 w 20724"/>
                <a:gd name="connsiteY7" fmla="*/ 46347 h 50845"/>
                <a:gd name="connsiteX8" fmla="*/ 3035 w 20724"/>
                <a:gd name="connsiteY8" fmla="*/ 49068 h 50845"/>
                <a:gd name="connsiteX9" fmla="*/ 4807 w 20724"/>
                <a:gd name="connsiteY9" fmla="*/ 50939 h 50845"/>
                <a:gd name="connsiteX10" fmla="*/ 20926 w 20724"/>
                <a:gd name="connsiteY10" fmla="*/ 17949 h 508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0724" h="50845">
                  <a:moveTo>
                    <a:pt x="20926" y="17949"/>
                  </a:moveTo>
                  <a:cubicBezTo>
                    <a:pt x="20926" y="6726"/>
                    <a:pt x="16498" y="94"/>
                    <a:pt x="9589" y="94"/>
                  </a:cubicBezTo>
                  <a:cubicBezTo>
                    <a:pt x="3744" y="94"/>
                    <a:pt x="201" y="4345"/>
                    <a:pt x="201" y="9106"/>
                  </a:cubicBezTo>
                  <a:cubicBezTo>
                    <a:pt x="201" y="13698"/>
                    <a:pt x="3744" y="18119"/>
                    <a:pt x="9589" y="18119"/>
                  </a:cubicBezTo>
                  <a:cubicBezTo>
                    <a:pt x="11715" y="18119"/>
                    <a:pt x="14018" y="17439"/>
                    <a:pt x="15789" y="15908"/>
                  </a:cubicBezTo>
                  <a:cubicBezTo>
                    <a:pt x="16320" y="15568"/>
                    <a:pt x="16498" y="15398"/>
                    <a:pt x="16675" y="15398"/>
                  </a:cubicBezTo>
                  <a:cubicBezTo>
                    <a:pt x="16852" y="15398"/>
                    <a:pt x="17029" y="15568"/>
                    <a:pt x="17029" y="17949"/>
                  </a:cubicBezTo>
                  <a:cubicBezTo>
                    <a:pt x="17029" y="30533"/>
                    <a:pt x="10829" y="40736"/>
                    <a:pt x="4984" y="46347"/>
                  </a:cubicBezTo>
                  <a:cubicBezTo>
                    <a:pt x="3035" y="48218"/>
                    <a:pt x="3035" y="48558"/>
                    <a:pt x="3035" y="49068"/>
                  </a:cubicBezTo>
                  <a:cubicBezTo>
                    <a:pt x="3035" y="50259"/>
                    <a:pt x="3921" y="50939"/>
                    <a:pt x="4807" y="50939"/>
                  </a:cubicBezTo>
                  <a:cubicBezTo>
                    <a:pt x="6755" y="50939"/>
                    <a:pt x="20926" y="37845"/>
                    <a:pt x="20926" y="17949"/>
                  </a:cubicBezTo>
                  <a:close/>
                </a:path>
              </a:pathLst>
            </a:custGeom>
            <a:solidFill>
              <a:srgbClr val="000000"/>
            </a:solidFill>
            <a:ln w="177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81" name="任意形状 180">
              <a:extLst>
                <a:ext uri="{FF2B5EF4-FFF2-40B4-BE49-F238E27FC236}">
                  <a16:creationId xmlns:a16="http://schemas.microsoft.com/office/drawing/2014/main" id="{705020DF-4B84-3F82-D9B5-B1C60003493D}"/>
                </a:ext>
              </a:extLst>
            </p:cNvPr>
            <p:cNvSpPr/>
            <p:nvPr>
              <p:custDataLst>
                <p:tags r:id="rId196"/>
              </p:custDataLst>
            </p:nvPr>
          </p:nvSpPr>
          <p:spPr>
            <a:xfrm>
              <a:off x="6198386" y="4064484"/>
              <a:ext cx="72094" cy="77032"/>
            </a:xfrm>
            <a:custGeom>
              <a:avLst/>
              <a:gdLst>
                <a:gd name="connsiteX0" fmla="*/ 10656 w 72094"/>
                <a:gd name="connsiteY0" fmla="*/ 65223 h 77032"/>
                <a:gd name="connsiteX1" fmla="*/ 9062 w 72094"/>
                <a:gd name="connsiteY1" fmla="*/ 72535 h 77032"/>
                <a:gd name="connsiteX2" fmla="*/ 14199 w 72094"/>
                <a:gd name="connsiteY2" fmla="*/ 77127 h 77032"/>
                <a:gd name="connsiteX3" fmla="*/ 20753 w 72094"/>
                <a:gd name="connsiteY3" fmla="*/ 72365 h 77032"/>
                <a:gd name="connsiteX4" fmla="*/ 27839 w 72094"/>
                <a:gd name="connsiteY4" fmla="*/ 45497 h 77032"/>
                <a:gd name="connsiteX5" fmla="*/ 33507 w 72094"/>
                <a:gd name="connsiteY5" fmla="*/ 23391 h 77032"/>
                <a:gd name="connsiteX6" fmla="*/ 43427 w 72094"/>
                <a:gd name="connsiteY6" fmla="*/ 9446 h 77032"/>
                <a:gd name="connsiteX7" fmla="*/ 57597 w 72094"/>
                <a:gd name="connsiteY7" fmla="*/ 3835 h 77032"/>
                <a:gd name="connsiteX8" fmla="*/ 65037 w 72094"/>
                <a:gd name="connsiteY8" fmla="*/ 5875 h 77032"/>
                <a:gd name="connsiteX9" fmla="*/ 55826 w 72094"/>
                <a:gd name="connsiteY9" fmla="*/ 15228 h 77032"/>
                <a:gd name="connsiteX10" fmla="*/ 62557 w 72094"/>
                <a:gd name="connsiteY10" fmla="*/ 21180 h 77032"/>
                <a:gd name="connsiteX11" fmla="*/ 72300 w 72094"/>
                <a:gd name="connsiteY11" fmla="*/ 11147 h 77032"/>
                <a:gd name="connsiteX12" fmla="*/ 57597 w 72094"/>
                <a:gd name="connsiteY12" fmla="*/ 94 h 77032"/>
                <a:gd name="connsiteX13" fmla="*/ 34924 w 72094"/>
                <a:gd name="connsiteY13" fmla="*/ 13188 h 77032"/>
                <a:gd name="connsiteX14" fmla="*/ 18805 w 72094"/>
                <a:gd name="connsiteY14" fmla="*/ 94 h 77032"/>
                <a:gd name="connsiteX15" fmla="*/ 5697 w 72094"/>
                <a:gd name="connsiteY15" fmla="*/ 9787 h 77032"/>
                <a:gd name="connsiteX16" fmla="*/ 205 w 72094"/>
                <a:gd name="connsiteY16" fmla="*/ 26281 h 77032"/>
                <a:gd name="connsiteX17" fmla="*/ 2331 w 72094"/>
                <a:gd name="connsiteY17" fmla="*/ 27982 h 77032"/>
                <a:gd name="connsiteX18" fmla="*/ 5342 w 72094"/>
                <a:gd name="connsiteY18" fmla="*/ 24071 h 77032"/>
                <a:gd name="connsiteX19" fmla="*/ 18273 w 72094"/>
                <a:gd name="connsiteY19" fmla="*/ 3835 h 77032"/>
                <a:gd name="connsiteX20" fmla="*/ 23765 w 72094"/>
                <a:gd name="connsiteY20" fmla="*/ 11657 h 77032"/>
                <a:gd name="connsiteX21" fmla="*/ 20930 w 72094"/>
                <a:gd name="connsiteY21" fmla="*/ 25941 h 77032"/>
                <a:gd name="connsiteX22" fmla="*/ 10656 w 72094"/>
                <a:gd name="connsiteY22" fmla="*/ 65223 h 770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72094" h="77032">
                  <a:moveTo>
                    <a:pt x="10656" y="65223"/>
                  </a:moveTo>
                  <a:cubicBezTo>
                    <a:pt x="10125" y="67774"/>
                    <a:pt x="9062" y="71685"/>
                    <a:pt x="9062" y="72535"/>
                  </a:cubicBezTo>
                  <a:cubicBezTo>
                    <a:pt x="9062" y="75596"/>
                    <a:pt x="11542" y="77127"/>
                    <a:pt x="14199" y="77127"/>
                  </a:cubicBezTo>
                  <a:cubicBezTo>
                    <a:pt x="16325" y="77127"/>
                    <a:pt x="19513" y="75766"/>
                    <a:pt x="20753" y="72365"/>
                  </a:cubicBezTo>
                  <a:cubicBezTo>
                    <a:pt x="21107" y="71685"/>
                    <a:pt x="27130" y="48558"/>
                    <a:pt x="27839" y="45497"/>
                  </a:cubicBezTo>
                  <a:cubicBezTo>
                    <a:pt x="29256" y="39886"/>
                    <a:pt x="32444" y="27982"/>
                    <a:pt x="33507" y="23391"/>
                  </a:cubicBezTo>
                  <a:cubicBezTo>
                    <a:pt x="34216" y="21180"/>
                    <a:pt x="39175" y="13188"/>
                    <a:pt x="43427" y="9446"/>
                  </a:cubicBezTo>
                  <a:cubicBezTo>
                    <a:pt x="44844" y="8256"/>
                    <a:pt x="49981" y="3835"/>
                    <a:pt x="57597" y="3835"/>
                  </a:cubicBezTo>
                  <a:cubicBezTo>
                    <a:pt x="62203" y="3835"/>
                    <a:pt x="64860" y="5875"/>
                    <a:pt x="65037" y="5875"/>
                  </a:cubicBezTo>
                  <a:cubicBezTo>
                    <a:pt x="59723" y="6726"/>
                    <a:pt x="55826" y="10807"/>
                    <a:pt x="55826" y="15228"/>
                  </a:cubicBezTo>
                  <a:cubicBezTo>
                    <a:pt x="55826" y="17949"/>
                    <a:pt x="57775" y="21180"/>
                    <a:pt x="62557" y="21180"/>
                  </a:cubicBezTo>
                  <a:cubicBezTo>
                    <a:pt x="67340" y="21180"/>
                    <a:pt x="72300" y="17269"/>
                    <a:pt x="72300" y="11147"/>
                  </a:cubicBezTo>
                  <a:cubicBezTo>
                    <a:pt x="72300" y="5195"/>
                    <a:pt x="66631" y="94"/>
                    <a:pt x="57597" y="94"/>
                  </a:cubicBezTo>
                  <a:cubicBezTo>
                    <a:pt x="46084" y="94"/>
                    <a:pt x="38290" y="8426"/>
                    <a:pt x="34924" y="13188"/>
                  </a:cubicBezTo>
                  <a:cubicBezTo>
                    <a:pt x="33507" y="5535"/>
                    <a:pt x="27130" y="94"/>
                    <a:pt x="18805" y="94"/>
                  </a:cubicBezTo>
                  <a:cubicBezTo>
                    <a:pt x="10656" y="94"/>
                    <a:pt x="7291" y="6726"/>
                    <a:pt x="5697" y="9787"/>
                  </a:cubicBezTo>
                  <a:cubicBezTo>
                    <a:pt x="2508" y="15568"/>
                    <a:pt x="205" y="25771"/>
                    <a:pt x="205" y="26281"/>
                  </a:cubicBezTo>
                  <a:cubicBezTo>
                    <a:pt x="205" y="27982"/>
                    <a:pt x="1977" y="27982"/>
                    <a:pt x="2331" y="27982"/>
                  </a:cubicBezTo>
                  <a:cubicBezTo>
                    <a:pt x="4102" y="27982"/>
                    <a:pt x="4280" y="27812"/>
                    <a:pt x="5342" y="24071"/>
                  </a:cubicBezTo>
                  <a:cubicBezTo>
                    <a:pt x="8354" y="11997"/>
                    <a:pt x="11896" y="3835"/>
                    <a:pt x="18273" y="3835"/>
                  </a:cubicBezTo>
                  <a:cubicBezTo>
                    <a:pt x="21285" y="3835"/>
                    <a:pt x="23765" y="5195"/>
                    <a:pt x="23765" y="11657"/>
                  </a:cubicBezTo>
                  <a:cubicBezTo>
                    <a:pt x="23765" y="15228"/>
                    <a:pt x="23233" y="17099"/>
                    <a:pt x="20930" y="25941"/>
                  </a:cubicBezTo>
                  <a:lnTo>
                    <a:pt x="10656" y="65223"/>
                  </a:lnTo>
                  <a:close/>
                </a:path>
              </a:pathLst>
            </a:custGeom>
            <a:solidFill>
              <a:srgbClr val="000000"/>
            </a:solidFill>
            <a:ln w="177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82" name="任意形状 181">
              <a:extLst>
                <a:ext uri="{FF2B5EF4-FFF2-40B4-BE49-F238E27FC236}">
                  <a16:creationId xmlns:a16="http://schemas.microsoft.com/office/drawing/2014/main" id="{D230245C-80BE-E7D0-99FC-307929BFFB00}"/>
                </a:ext>
              </a:extLst>
            </p:cNvPr>
            <p:cNvSpPr/>
            <p:nvPr>
              <p:custDataLst>
                <p:tags r:id="rId197"/>
              </p:custDataLst>
            </p:nvPr>
          </p:nvSpPr>
          <p:spPr>
            <a:xfrm>
              <a:off x="6283479" y="4121621"/>
              <a:ext cx="20724" cy="50845"/>
            </a:xfrm>
            <a:custGeom>
              <a:avLst/>
              <a:gdLst>
                <a:gd name="connsiteX0" fmla="*/ 20935 w 20724"/>
                <a:gd name="connsiteY0" fmla="*/ 17949 h 50845"/>
                <a:gd name="connsiteX1" fmla="*/ 9598 w 20724"/>
                <a:gd name="connsiteY1" fmla="*/ 94 h 50845"/>
                <a:gd name="connsiteX2" fmla="*/ 210 w 20724"/>
                <a:gd name="connsiteY2" fmla="*/ 9106 h 50845"/>
                <a:gd name="connsiteX3" fmla="*/ 9598 w 20724"/>
                <a:gd name="connsiteY3" fmla="*/ 18119 h 50845"/>
                <a:gd name="connsiteX4" fmla="*/ 15798 w 20724"/>
                <a:gd name="connsiteY4" fmla="*/ 15908 h 50845"/>
                <a:gd name="connsiteX5" fmla="*/ 16683 w 20724"/>
                <a:gd name="connsiteY5" fmla="*/ 15398 h 50845"/>
                <a:gd name="connsiteX6" fmla="*/ 17038 w 20724"/>
                <a:gd name="connsiteY6" fmla="*/ 17949 h 50845"/>
                <a:gd name="connsiteX7" fmla="*/ 4992 w 20724"/>
                <a:gd name="connsiteY7" fmla="*/ 46347 h 50845"/>
                <a:gd name="connsiteX8" fmla="*/ 3044 w 20724"/>
                <a:gd name="connsiteY8" fmla="*/ 49068 h 50845"/>
                <a:gd name="connsiteX9" fmla="*/ 4815 w 20724"/>
                <a:gd name="connsiteY9" fmla="*/ 50939 h 50845"/>
                <a:gd name="connsiteX10" fmla="*/ 20935 w 20724"/>
                <a:gd name="connsiteY10" fmla="*/ 17949 h 508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0724" h="50845">
                  <a:moveTo>
                    <a:pt x="20935" y="17949"/>
                  </a:moveTo>
                  <a:cubicBezTo>
                    <a:pt x="20935" y="6726"/>
                    <a:pt x="16506" y="94"/>
                    <a:pt x="9598" y="94"/>
                  </a:cubicBezTo>
                  <a:cubicBezTo>
                    <a:pt x="3752" y="94"/>
                    <a:pt x="210" y="4345"/>
                    <a:pt x="210" y="9106"/>
                  </a:cubicBezTo>
                  <a:cubicBezTo>
                    <a:pt x="210" y="13698"/>
                    <a:pt x="3752" y="18119"/>
                    <a:pt x="9598" y="18119"/>
                  </a:cubicBezTo>
                  <a:cubicBezTo>
                    <a:pt x="11724" y="18119"/>
                    <a:pt x="14026" y="17439"/>
                    <a:pt x="15798" y="15908"/>
                  </a:cubicBezTo>
                  <a:cubicBezTo>
                    <a:pt x="16329" y="15568"/>
                    <a:pt x="16506" y="15398"/>
                    <a:pt x="16683" y="15398"/>
                  </a:cubicBezTo>
                  <a:cubicBezTo>
                    <a:pt x="16860" y="15398"/>
                    <a:pt x="17038" y="15568"/>
                    <a:pt x="17038" y="17949"/>
                  </a:cubicBezTo>
                  <a:cubicBezTo>
                    <a:pt x="17038" y="30533"/>
                    <a:pt x="10838" y="40736"/>
                    <a:pt x="4992" y="46347"/>
                  </a:cubicBezTo>
                  <a:cubicBezTo>
                    <a:pt x="3044" y="48218"/>
                    <a:pt x="3044" y="48558"/>
                    <a:pt x="3044" y="49068"/>
                  </a:cubicBezTo>
                  <a:cubicBezTo>
                    <a:pt x="3044" y="50259"/>
                    <a:pt x="3930" y="50939"/>
                    <a:pt x="4815" y="50939"/>
                  </a:cubicBezTo>
                  <a:cubicBezTo>
                    <a:pt x="6764" y="50939"/>
                    <a:pt x="20935" y="37845"/>
                    <a:pt x="20935" y="17949"/>
                  </a:cubicBezTo>
                  <a:close/>
                </a:path>
              </a:pathLst>
            </a:custGeom>
            <a:solidFill>
              <a:srgbClr val="000000"/>
            </a:solidFill>
            <a:ln w="177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83" name="任意形状 182">
              <a:extLst>
                <a:ext uri="{FF2B5EF4-FFF2-40B4-BE49-F238E27FC236}">
                  <a16:creationId xmlns:a16="http://schemas.microsoft.com/office/drawing/2014/main" id="{80753EEE-6C7B-1F8A-69E2-E4715A9E5A4F}"/>
                </a:ext>
              </a:extLst>
            </p:cNvPr>
            <p:cNvSpPr/>
            <p:nvPr>
              <p:custDataLst>
                <p:tags r:id="rId198"/>
              </p:custDataLst>
            </p:nvPr>
          </p:nvSpPr>
          <p:spPr>
            <a:xfrm>
              <a:off x="6351046" y="4033195"/>
              <a:ext cx="54380" cy="108322"/>
            </a:xfrm>
            <a:custGeom>
              <a:avLst/>
              <a:gdLst>
                <a:gd name="connsiteX0" fmla="*/ 32630 w 54380"/>
                <a:gd name="connsiteY0" fmla="*/ 38525 h 108322"/>
                <a:gd name="connsiteX1" fmla="*/ 49281 w 54380"/>
                <a:gd name="connsiteY1" fmla="*/ 38525 h 108322"/>
                <a:gd name="connsiteX2" fmla="*/ 54595 w 54380"/>
                <a:gd name="connsiteY2" fmla="*/ 35124 h 108322"/>
                <a:gd name="connsiteX3" fmla="*/ 49635 w 54380"/>
                <a:gd name="connsiteY3" fmla="*/ 33254 h 108322"/>
                <a:gd name="connsiteX4" fmla="*/ 34047 w 54380"/>
                <a:gd name="connsiteY4" fmla="*/ 33254 h 108322"/>
                <a:gd name="connsiteX5" fmla="*/ 41310 w 54380"/>
                <a:gd name="connsiteY5" fmla="*/ 4685 h 108322"/>
                <a:gd name="connsiteX6" fmla="*/ 36173 w 54380"/>
                <a:gd name="connsiteY6" fmla="*/ 94 h 108322"/>
                <a:gd name="connsiteX7" fmla="*/ 29087 w 54380"/>
                <a:gd name="connsiteY7" fmla="*/ 6216 h 108322"/>
                <a:gd name="connsiteX8" fmla="*/ 22179 w 54380"/>
                <a:gd name="connsiteY8" fmla="*/ 33254 h 108322"/>
                <a:gd name="connsiteX9" fmla="*/ 5528 w 54380"/>
                <a:gd name="connsiteY9" fmla="*/ 33254 h 108322"/>
                <a:gd name="connsiteX10" fmla="*/ 214 w 54380"/>
                <a:gd name="connsiteY10" fmla="*/ 36484 h 108322"/>
                <a:gd name="connsiteX11" fmla="*/ 5174 w 54380"/>
                <a:gd name="connsiteY11" fmla="*/ 38525 h 108322"/>
                <a:gd name="connsiteX12" fmla="*/ 20762 w 54380"/>
                <a:gd name="connsiteY12" fmla="*/ 38525 h 108322"/>
                <a:gd name="connsiteX13" fmla="*/ 7300 w 54380"/>
                <a:gd name="connsiteY13" fmla="*/ 92771 h 108322"/>
                <a:gd name="connsiteX14" fmla="*/ 23596 w 54380"/>
                <a:gd name="connsiteY14" fmla="*/ 108416 h 108322"/>
                <a:gd name="connsiteX15" fmla="*/ 51761 w 54380"/>
                <a:gd name="connsiteY15" fmla="*/ 82228 h 108322"/>
                <a:gd name="connsiteX16" fmla="*/ 49635 w 54380"/>
                <a:gd name="connsiteY16" fmla="*/ 80528 h 108322"/>
                <a:gd name="connsiteX17" fmla="*/ 46978 w 54380"/>
                <a:gd name="connsiteY17" fmla="*/ 82908 h 108322"/>
                <a:gd name="connsiteX18" fmla="*/ 23950 w 54380"/>
                <a:gd name="connsiteY18" fmla="*/ 104675 h 108322"/>
                <a:gd name="connsiteX19" fmla="*/ 18459 w 54380"/>
                <a:gd name="connsiteY19" fmla="*/ 96852 h 108322"/>
                <a:gd name="connsiteX20" fmla="*/ 19522 w 54380"/>
                <a:gd name="connsiteY20" fmla="*/ 88690 h 108322"/>
                <a:gd name="connsiteX21" fmla="*/ 32630 w 54380"/>
                <a:gd name="connsiteY21" fmla="*/ 38525 h 1083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54380" h="108322">
                  <a:moveTo>
                    <a:pt x="32630" y="38525"/>
                  </a:moveTo>
                  <a:lnTo>
                    <a:pt x="49281" y="38525"/>
                  </a:lnTo>
                  <a:cubicBezTo>
                    <a:pt x="52823" y="38525"/>
                    <a:pt x="54595" y="38525"/>
                    <a:pt x="54595" y="35124"/>
                  </a:cubicBezTo>
                  <a:cubicBezTo>
                    <a:pt x="54595" y="33254"/>
                    <a:pt x="52823" y="33254"/>
                    <a:pt x="49635" y="33254"/>
                  </a:cubicBezTo>
                  <a:lnTo>
                    <a:pt x="34047" y="33254"/>
                  </a:lnTo>
                  <a:cubicBezTo>
                    <a:pt x="40424" y="9106"/>
                    <a:pt x="41310" y="5705"/>
                    <a:pt x="41310" y="4685"/>
                  </a:cubicBezTo>
                  <a:cubicBezTo>
                    <a:pt x="41310" y="1794"/>
                    <a:pt x="39184" y="94"/>
                    <a:pt x="36173" y="94"/>
                  </a:cubicBezTo>
                  <a:cubicBezTo>
                    <a:pt x="35641" y="94"/>
                    <a:pt x="30681" y="264"/>
                    <a:pt x="29087" y="6216"/>
                  </a:cubicBezTo>
                  <a:lnTo>
                    <a:pt x="22179" y="33254"/>
                  </a:lnTo>
                  <a:lnTo>
                    <a:pt x="5528" y="33254"/>
                  </a:lnTo>
                  <a:cubicBezTo>
                    <a:pt x="1985" y="33254"/>
                    <a:pt x="214" y="33254"/>
                    <a:pt x="214" y="36484"/>
                  </a:cubicBezTo>
                  <a:cubicBezTo>
                    <a:pt x="214" y="38525"/>
                    <a:pt x="1631" y="38525"/>
                    <a:pt x="5174" y="38525"/>
                  </a:cubicBezTo>
                  <a:lnTo>
                    <a:pt x="20762" y="38525"/>
                  </a:lnTo>
                  <a:cubicBezTo>
                    <a:pt x="8008" y="86819"/>
                    <a:pt x="7300" y="89710"/>
                    <a:pt x="7300" y="92771"/>
                  </a:cubicBezTo>
                  <a:cubicBezTo>
                    <a:pt x="7300" y="101954"/>
                    <a:pt x="14031" y="108416"/>
                    <a:pt x="23596" y="108416"/>
                  </a:cubicBezTo>
                  <a:cubicBezTo>
                    <a:pt x="41664" y="108416"/>
                    <a:pt x="51761" y="83588"/>
                    <a:pt x="51761" y="82228"/>
                  </a:cubicBezTo>
                  <a:cubicBezTo>
                    <a:pt x="51761" y="80528"/>
                    <a:pt x="50344" y="80528"/>
                    <a:pt x="49635" y="80528"/>
                  </a:cubicBezTo>
                  <a:cubicBezTo>
                    <a:pt x="48041" y="80528"/>
                    <a:pt x="47864" y="81038"/>
                    <a:pt x="46978" y="82908"/>
                  </a:cubicBezTo>
                  <a:cubicBezTo>
                    <a:pt x="39361" y="100593"/>
                    <a:pt x="29973" y="104675"/>
                    <a:pt x="23950" y="104675"/>
                  </a:cubicBezTo>
                  <a:cubicBezTo>
                    <a:pt x="20230" y="104675"/>
                    <a:pt x="18459" y="102464"/>
                    <a:pt x="18459" y="96852"/>
                  </a:cubicBezTo>
                  <a:cubicBezTo>
                    <a:pt x="18459" y="92771"/>
                    <a:pt x="18813" y="91581"/>
                    <a:pt x="19522" y="88690"/>
                  </a:cubicBezTo>
                  <a:lnTo>
                    <a:pt x="32630" y="38525"/>
                  </a:lnTo>
                  <a:close/>
                </a:path>
              </a:pathLst>
            </a:custGeom>
            <a:solidFill>
              <a:srgbClr val="000000"/>
            </a:solidFill>
            <a:ln w="177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84" name="任意形状 183">
              <a:extLst>
                <a:ext uri="{FF2B5EF4-FFF2-40B4-BE49-F238E27FC236}">
                  <a16:creationId xmlns:a16="http://schemas.microsoft.com/office/drawing/2014/main" id="{6AFB95C1-8514-CA9C-426A-18F0D9C779AD}"/>
                </a:ext>
              </a:extLst>
            </p:cNvPr>
            <p:cNvSpPr/>
            <p:nvPr>
              <p:custDataLst>
                <p:tags r:id="rId199"/>
              </p:custDataLst>
            </p:nvPr>
          </p:nvSpPr>
          <p:spPr>
            <a:xfrm>
              <a:off x="6421034" y="4012108"/>
              <a:ext cx="41095" cy="170050"/>
            </a:xfrm>
            <a:custGeom>
              <a:avLst/>
              <a:gdLst>
                <a:gd name="connsiteX0" fmla="*/ 41313 w 41095"/>
                <a:gd name="connsiteY0" fmla="*/ 85119 h 170050"/>
                <a:gd name="connsiteX1" fmla="*/ 29622 w 41095"/>
                <a:gd name="connsiteY1" fmla="*/ 32063 h 170050"/>
                <a:gd name="connsiteX2" fmla="*/ 1989 w 41095"/>
                <a:gd name="connsiteY2" fmla="*/ 94 h 170050"/>
                <a:gd name="connsiteX3" fmla="*/ 218 w 41095"/>
                <a:gd name="connsiteY3" fmla="*/ 1794 h 170050"/>
                <a:gd name="connsiteX4" fmla="*/ 3583 w 41095"/>
                <a:gd name="connsiteY4" fmla="*/ 5705 h 170050"/>
                <a:gd name="connsiteX5" fmla="*/ 31039 w 41095"/>
                <a:gd name="connsiteY5" fmla="*/ 85119 h 170050"/>
                <a:gd name="connsiteX6" fmla="*/ 2520 w 41095"/>
                <a:gd name="connsiteY6" fmla="*/ 165553 h 170050"/>
                <a:gd name="connsiteX7" fmla="*/ 218 w 41095"/>
                <a:gd name="connsiteY7" fmla="*/ 168444 h 170050"/>
                <a:gd name="connsiteX8" fmla="*/ 1989 w 41095"/>
                <a:gd name="connsiteY8" fmla="*/ 170144 h 170050"/>
                <a:gd name="connsiteX9" fmla="*/ 30154 w 41095"/>
                <a:gd name="connsiteY9" fmla="*/ 136984 h 170050"/>
                <a:gd name="connsiteX10" fmla="*/ 41313 w 41095"/>
                <a:gd name="connsiteY10" fmla="*/ 85119 h 170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41095" h="170050">
                  <a:moveTo>
                    <a:pt x="41313" y="85119"/>
                  </a:moveTo>
                  <a:cubicBezTo>
                    <a:pt x="41313" y="71855"/>
                    <a:pt x="39365" y="51279"/>
                    <a:pt x="29622" y="32063"/>
                  </a:cubicBezTo>
                  <a:cubicBezTo>
                    <a:pt x="18994" y="11147"/>
                    <a:pt x="3760" y="94"/>
                    <a:pt x="1989" y="94"/>
                  </a:cubicBezTo>
                  <a:cubicBezTo>
                    <a:pt x="926" y="94"/>
                    <a:pt x="218" y="774"/>
                    <a:pt x="218" y="1794"/>
                  </a:cubicBezTo>
                  <a:cubicBezTo>
                    <a:pt x="218" y="2304"/>
                    <a:pt x="218" y="2644"/>
                    <a:pt x="3583" y="5705"/>
                  </a:cubicBezTo>
                  <a:cubicBezTo>
                    <a:pt x="20943" y="22540"/>
                    <a:pt x="31039" y="49578"/>
                    <a:pt x="31039" y="85119"/>
                  </a:cubicBezTo>
                  <a:cubicBezTo>
                    <a:pt x="31039" y="114197"/>
                    <a:pt x="24485" y="144126"/>
                    <a:pt x="2520" y="165553"/>
                  </a:cubicBezTo>
                  <a:cubicBezTo>
                    <a:pt x="218" y="167593"/>
                    <a:pt x="218" y="167933"/>
                    <a:pt x="218" y="168444"/>
                  </a:cubicBezTo>
                  <a:cubicBezTo>
                    <a:pt x="218" y="169464"/>
                    <a:pt x="926" y="170144"/>
                    <a:pt x="1989" y="170144"/>
                  </a:cubicBezTo>
                  <a:cubicBezTo>
                    <a:pt x="3760" y="170144"/>
                    <a:pt x="19703" y="158581"/>
                    <a:pt x="30154" y="136984"/>
                  </a:cubicBezTo>
                  <a:cubicBezTo>
                    <a:pt x="39188" y="118279"/>
                    <a:pt x="41313" y="99403"/>
                    <a:pt x="41313" y="85119"/>
                  </a:cubicBezTo>
                  <a:close/>
                </a:path>
              </a:pathLst>
            </a:custGeom>
            <a:solidFill>
              <a:srgbClr val="000000"/>
            </a:solidFill>
            <a:ln w="177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85" name="任意形状 184">
              <a:extLst>
                <a:ext uri="{FF2B5EF4-FFF2-40B4-BE49-F238E27FC236}">
                  <a16:creationId xmlns:a16="http://schemas.microsoft.com/office/drawing/2014/main" id="{91D84921-D849-AB31-0D08-52191FCBE4A1}"/>
                </a:ext>
              </a:extLst>
            </p:cNvPr>
            <p:cNvSpPr/>
            <p:nvPr>
              <p:custDataLst>
                <p:tags r:id="rId200"/>
              </p:custDataLst>
            </p:nvPr>
          </p:nvSpPr>
          <p:spPr>
            <a:xfrm>
              <a:off x="6543729" y="4047819"/>
              <a:ext cx="88567" cy="98629"/>
            </a:xfrm>
            <a:custGeom>
              <a:avLst/>
              <a:gdLst>
                <a:gd name="connsiteX0" fmla="*/ 82592 w 88567"/>
                <a:gd name="connsiteY0" fmla="*/ 52809 h 98629"/>
                <a:gd name="connsiteX1" fmla="*/ 88792 w 88567"/>
                <a:gd name="connsiteY1" fmla="*/ 49408 h 98629"/>
                <a:gd name="connsiteX2" fmla="*/ 82592 w 88567"/>
                <a:gd name="connsiteY2" fmla="*/ 46007 h 98629"/>
                <a:gd name="connsiteX3" fmla="*/ 7487 w 88567"/>
                <a:gd name="connsiteY3" fmla="*/ 46007 h 98629"/>
                <a:gd name="connsiteX4" fmla="*/ 54959 w 88567"/>
                <a:gd name="connsiteY4" fmla="*/ 6896 h 98629"/>
                <a:gd name="connsiteX5" fmla="*/ 82592 w 88567"/>
                <a:gd name="connsiteY5" fmla="*/ 6896 h 98629"/>
                <a:gd name="connsiteX6" fmla="*/ 88792 w 88567"/>
                <a:gd name="connsiteY6" fmla="*/ 3495 h 98629"/>
                <a:gd name="connsiteX7" fmla="*/ 82592 w 88567"/>
                <a:gd name="connsiteY7" fmla="*/ 94 h 98629"/>
                <a:gd name="connsiteX8" fmla="*/ 54605 w 88567"/>
                <a:gd name="connsiteY8" fmla="*/ 94 h 98629"/>
                <a:gd name="connsiteX9" fmla="*/ 224 w 88567"/>
                <a:gd name="connsiteY9" fmla="*/ 49408 h 98629"/>
                <a:gd name="connsiteX10" fmla="*/ 54605 w 88567"/>
                <a:gd name="connsiteY10" fmla="*/ 98723 h 98629"/>
                <a:gd name="connsiteX11" fmla="*/ 82592 w 88567"/>
                <a:gd name="connsiteY11" fmla="*/ 98723 h 98629"/>
                <a:gd name="connsiteX12" fmla="*/ 88792 w 88567"/>
                <a:gd name="connsiteY12" fmla="*/ 95322 h 98629"/>
                <a:gd name="connsiteX13" fmla="*/ 82592 w 88567"/>
                <a:gd name="connsiteY13" fmla="*/ 91921 h 98629"/>
                <a:gd name="connsiteX14" fmla="*/ 54959 w 88567"/>
                <a:gd name="connsiteY14" fmla="*/ 91921 h 98629"/>
                <a:gd name="connsiteX15" fmla="*/ 7487 w 88567"/>
                <a:gd name="connsiteY15" fmla="*/ 52809 h 98629"/>
                <a:gd name="connsiteX16" fmla="*/ 82592 w 88567"/>
                <a:gd name="connsiteY16" fmla="*/ 52809 h 986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88567" h="98629">
                  <a:moveTo>
                    <a:pt x="82592" y="52809"/>
                  </a:moveTo>
                  <a:cubicBezTo>
                    <a:pt x="85604" y="52809"/>
                    <a:pt x="88792" y="52809"/>
                    <a:pt x="88792" y="49408"/>
                  </a:cubicBezTo>
                  <a:cubicBezTo>
                    <a:pt x="88792" y="46007"/>
                    <a:pt x="85604" y="46007"/>
                    <a:pt x="82592" y="46007"/>
                  </a:cubicBezTo>
                  <a:lnTo>
                    <a:pt x="7487" y="46007"/>
                  </a:lnTo>
                  <a:cubicBezTo>
                    <a:pt x="9613" y="23221"/>
                    <a:pt x="29983" y="6896"/>
                    <a:pt x="54959" y="6896"/>
                  </a:cubicBezTo>
                  <a:lnTo>
                    <a:pt x="82592" y="6896"/>
                  </a:lnTo>
                  <a:cubicBezTo>
                    <a:pt x="85604" y="6896"/>
                    <a:pt x="88792" y="6896"/>
                    <a:pt x="88792" y="3495"/>
                  </a:cubicBezTo>
                  <a:cubicBezTo>
                    <a:pt x="88792" y="94"/>
                    <a:pt x="85604" y="94"/>
                    <a:pt x="82592" y="94"/>
                  </a:cubicBezTo>
                  <a:lnTo>
                    <a:pt x="54605" y="94"/>
                  </a:lnTo>
                  <a:cubicBezTo>
                    <a:pt x="24315" y="94"/>
                    <a:pt x="224" y="22200"/>
                    <a:pt x="224" y="49408"/>
                  </a:cubicBezTo>
                  <a:cubicBezTo>
                    <a:pt x="224" y="76616"/>
                    <a:pt x="24315" y="98723"/>
                    <a:pt x="54605" y="98723"/>
                  </a:cubicBezTo>
                  <a:lnTo>
                    <a:pt x="82592" y="98723"/>
                  </a:lnTo>
                  <a:cubicBezTo>
                    <a:pt x="85604" y="98723"/>
                    <a:pt x="88792" y="98723"/>
                    <a:pt x="88792" y="95322"/>
                  </a:cubicBezTo>
                  <a:cubicBezTo>
                    <a:pt x="88792" y="91921"/>
                    <a:pt x="85604" y="91921"/>
                    <a:pt x="82592" y="91921"/>
                  </a:cubicBezTo>
                  <a:lnTo>
                    <a:pt x="54959" y="91921"/>
                  </a:lnTo>
                  <a:cubicBezTo>
                    <a:pt x="29983" y="91921"/>
                    <a:pt x="9613" y="75596"/>
                    <a:pt x="7487" y="52809"/>
                  </a:cubicBezTo>
                  <a:lnTo>
                    <a:pt x="82592" y="52809"/>
                  </a:lnTo>
                  <a:close/>
                </a:path>
              </a:pathLst>
            </a:custGeom>
            <a:solidFill>
              <a:srgbClr val="000000"/>
            </a:solidFill>
            <a:ln w="177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86" name="任意形状 185">
              <a:extLst>
                <a:ext uri="{FF2B5EF4-FFF2-40B4-BE49-F238E27FC236}">
                  <a16:creationId xmlns:a16="http://schemas.microsoft.com/office/drawing/2014/main" id="{DF45184B-38CE-A3C3-6F73-4E39DCE0ED63}"/>
                </a:ext>
              </a:extLst>
            </p:cNvPr>
            <p:cNvSpPr/>
            <p:nvPr>
              <p:custDataLst>
                <p:tags r:id="rId201"/>
              </p:custDataLst>
            </p:nvPr>
          </p:nvSpPr>
          <p:spPr>
            <a:xfrm>
              <a:off x="6704115" y="4019761"/>
              <a:ext cx="98664" cy="140121"/>
            </a:xfrm>
            <a:custGeom>
              <a:avLst/>
              <a:gdLst>
                <a:gd name="connsiteX0" fmla="*/ 69671 w 98664"/>
                <a:gd name="connsiteY0" fmla="*/ 92941 h 140121"/>
                <a:gd name="connsiteX1" fmla="*/ 58511 w 98664"/>
                <a:gd name="connsiteY1" fmla="*/ 118959 h 140121"/>
                <a:gd name="connsiteX2" fmla="*/ 41861 w 98664"/>
                <a:gd name="connsiteY2" fmla="*/ 130862 h 140121"/>
                <a:gd name="connsiteX3" fmla="*/ 15822 w 98664"/>
                <a:gd name="connsiteY3" fmla="*/ 123550 h 140121"/>
                <a:gd name="connsiteX4" fmla="*/ 1651 w 98664"/>
                <a:gd name="connsiteY4" fmla="*/ 131713 h 140121"/>
                <a:gd name="connsiteX5" fmla="*/ 30170 w 98664"/>
                <a:gd name="connsiteY5" fmla="*/ 140215 h 140121"/>
                <a:gd name="connsiteX6" fmla="*/ 77111 w 98664"/>
                <a:gd name="connsiteY6" fmla="*/ 106035 h 140121"/>
                <a:gd name="connsiteX7" fmla="*/ 85259 w 98664"/>
                <a:gd name="connsiteY7" fmla="*/ 84779 h 140121"/>
                <a:gd name="connsiteX8" fmla="*/ 92521 w 98664"/>
                <a:gd name="connsiteY8" fmla="*/ 58761 h 140121"/>
                <a:gd name="connsiteX9" fmla="*/ 90573 w 98664"/>
                <a:gd name="connsiteY9" fmla="*/ 57231 h 140121"/>
                <a:gd name="connsiteX10" fmla="*/ 82248 w 98664"/>
                <a:gd name="connsiteY10" fmla="*/ 60462 h 140121"/>
                <a:gd name="connsiteX11" fmla="*/ 76756 w 98664"/>
                <a:gd name="connsiteY11" fmla="*/ 68114 h 140121"/>
                <a:gd name="connsiteX12" fmla="*/ 42569 w 98664"/>
                <a:gd name="connsiteY12" fmla="*/ 99063 h 140121"/>
                <a:gd name="connsiteX13" fmla="*/ 15290 w 98664"/>
                <a:gd name="connsiteY13" fmla="*/ 66413 h 140121"/>
                <a:gd name="connsiteX14" fmla="*/ 31055 w 98664"/>
                <a:gd name="connsiteY14" fmla="*/ 23901 h 140121"/>
                <a:gd name="connsiteX15" fmla="*/ 64534 w 98664"/>
                <a:gd name="connsiteY15" fmla="*/ 9446 h 140121"/>
                <a:gd name="connsiteX16" fmla="*/ 77465 w 98664"/>
                <a:gd name="connsiteY16" fmla="*/ 11317 h 140121"/>
                <a:gd name="connsiteX17" fmla="*/ 83842 w 98664"/>
                <a:gd name="connsiteY17" fmla="*/ 18629 h 140121"/>
                <a:gd name="connsiteX18" fmla="*/ 73922 w 98664"/>
                <a:gd name="connsiteY18" fmla="*/ 36314 h 140121"/>
                <a:gd name="connsiteX19" fmla="*/ 72682 w 98664"/>
                <a:gd name="connsiteY19" fmla="*/ 38355 h 140121"/>
                <a:gd name="connsiteX20" fmla="*/ 74631 w 98664"/>
                <a:gd name="connsiteY20" fmla="*/ 39545 h 140121"/>
                <a:gd name="connsiteX21" fmla="*/ 90396 w 98664"/>
                <a:gd name="connsiteY21" fmla="*/ 28662 h 140121"/>
                <a:gd name="connsiteX22" fmla="*/ 98898 w 98664"/>
                <a:gd name="connsiteY22" fmla="*/ 11487 h 140121"/>
                <a:gd name="connsiteX23" fmla="*/ 91282 w 98664"/>
                <a:gd name="connsiteY23" fmla="*/ 2134 h 140121"/>
                <a:gd name="connsiteX24" fmla="*/ 76225 w 98664"/>
                <a:gd name="connsiteY24" fmla="*/ 94 h 140121"/>
                <a:gd name="connsiteX25" fmla="*/ 234 w 98664"/>
                <a:gd name="connsiteY25" fmla="*/ 73726 h 140121"/>
                <a:gd name="connsiteX26" fmla="*/ 31055 w 98664"/>
                <a:gd name="connsiteY26" fmla="*/ 108416 h 140121"/>
                <a:gd name="connsiteX27" fmla="*/ 69671 w 98664"/>
                <a:gd name="connsiteY27" fmla="*/ 92941 h 1401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98664" h="140121">
                  <a:moveTo>
                    <a:pt x="69671" y="92941"/>
                  </a:moveTo>
                  <a:cubicBezTo>
                    <a:pt x="64888" y="108416"/>
                    <a:pt x="60283" y="116238"/>
                    <a:pt x="58511" y="118959"/>
                  </a:cubicBezTo>
                  <a:cubicBezTo>
                    <a:pt x="51603" y="130522"/>
                    <a:pt x="47883" y="130862"/>
                    <a:pt x="41861" y="130862"/>
                  </a:cubicBezTo>
                  <a:cubicBezTo>
                    <a:pt x="38849" y="130862"/>
                    <a:pt x="26273" y="130352"/>
                    <a:pt x="15822" y="123550"/>
                  </a:cubicBezTo>
                  <a:cubicBezTo>
                    <a:pt x="7851" y="123890"/>
                    <a:pt x="1651" y="129842"/>
                    <a:pt x="1651" y="131713"/>
                  </a:cubicBezTo>
                  <a:cubicBezTo>
                    <a:pt x="1651" y="133243"/>
                    <a:pt x="13696" y="140215"/>
                    <a:pt x="30170" y="140215"/>
                  </a:cubicBezTo>
                  <a:cubicBezTo>
                    <a:pt x="42923" y="140215"/>
                    <a:pt x="63826" y="133753"/>
                    <a:pt x="77111" y="106035"/>
                  </a:cubicBezTo>
                  <a:cubicBezTo>
                    <a:pt x="81716" y="96512"/>
                    <a:pt x="84728" y="86819"/>
                    <a:pt x="85259" y="84779"/>
                  </a:cubicBezTo>
                  <a:cubicBezTo>
                    <a:pt x="88802" y="73045"/>
                    <a:pt x="92521" y="59441"/>
                    <a:pt x="92521" y="58761"/>
                  </a:cubicBezTo>
                  <a:cubicBezTo>
                    <a:pt x="92521" y="57741"/>
                    <a:pt x="92167" y="57231"/>
                    <a:pt x="90573" y="57231"/>
                  </a:cubicBezTo>
                  <a:cubicBezTo>
                    <a:pt x="88979" y="57231"/>
                    <a:pt x="85967" y="58081"/>
                    <a:pt x="82248" y="60462"/>
                  </a:cubicBezTo>
                  <a:cubicBezTo>
                    <a:pt x="78174" y="63012"/>
                    <a:pt x="77996" y="63863"/>
                    <a:pt x="76756" y="68114"/>
                  </a:cubicBezTo>
                  <a:cubicBezTo>
                    <a:pt x="74985" y="73896"/>
                    <a:pt x="64534" y="99063"/>
                    <a:pt x="42569" y="99063"/>
                  </a:cubicBezTo>
                  <a:cubicBezTo>
                    <a:pt x="25387" y="99063"/>
                    <a:pt x="15290" y="85629"/>
                    <a:pt x="15290" y="66413"/>
                  </a:cubicBezTo>
                  <a:cubicBezTo>
                    <a:pt x="15290" y="53319"/>
                    <a:pt x="20782" y="35804"/>
                    <a:pt x="31055" y="23901"/>
                  </a:cubicBezTo>
                  <a:cubicBezTo>
                    <a:pt x="35838" y="18459"/>
                    <a:pt x="44518" y="9446"/>
                    <a:pt x="64534" y="9446"/>
                  </a:cubicBezTo>
                  <a:cubicBezTo>
                    <a:pt x="67900" y="9446"/>
                    <a:pt x="73037" y="9957"/>
                    <a:pt x="77465" y="11317"/>
                  </a:cubicBezTo>
                  <a:cubicBezTo>
                    <a:pt x="79413" y="11827"/>
                    <a:pt x="83842" y="13188"/>
                    <a:pt x="83842" y="18629"/>
                  </a:cubicBezTo>
                  <a:cubicBezTo>
                    <a:pt x="83842" y="24411"/>
                    <a:pt x="74631" y="35294"/>
                    <a:pt x="73922" y="36314"/>
                  </a:cubicBezTo>
                  <a:cubicBezTo>
                    <a:pt x="73214" y="36995"/>
                    <a:pt x="72682" y="37675"/>
                    <a:pt x="72682" y="38355"/>
                  </a:cubicBezTo>
                  <a:cubicBezTo>
                    <a:pt x="72682" y="39545"/>
                    <a:pt x="73568" y="39545"/>
                    <a:pt x="74631" y="39545"/>
                  </a:cubicBezTo>
                  <a:cubicBezTo>
                    <a:pt x="79768" y="39545"/>
                    <a:pt x="85613" y="34954"/>
                    <a:pt x="90396" y="28662"/>
                  </a:cubicBezTo>
                  <a:cubicBezTo>
                    <a:pt x="91813" y="26792"/>
                    <a:pt x="98898" y="17269"/>
                    <a:pt x="98898" y="11487"/>
                  </a:cubicBezTo>
                  <a:cubicBezTo>
                    <a:pt x="98898" y="4515"/>
                    <a:pt x="93407" y="2815"/>
                    <a:pt x="91282" y="2134"/>
                  </a:cubicBezTo>
                  <a:cubicBezTo>
                    <a:pt x="84728" y="94"/>
                    <a:pt x="78705" y="94"/>
                    <a:pt x="76225" y="94"/>
                  </a:cubicBezTo>
                  <a:cubicBezTo>
                    <a:pt x="36192" y="94"/>
                    <a:pt x="234" y="33764"/>
                    <a:pt x="234" y="73726"/>
                  </a:cubicBezTo>
                  <a:cubicBezTo>
                    <a:pt x="234" y="90901"/>
                    <a:pt x="8205" y="108416"/>
                    <a:pt x="31055" y="108416"/>
                  </a:cubicBezTo>
                  <a:cubicBezTo>
                    <a:pt x="44341" y="108416"/>
                    <a:pt x="57980" y="101954"/>
                    <a:pt x="69671" y="92941"/>
                  </a:cubicBezTo>
                  <a:close/>
                </a:path>
              </a:pathLst>
            </a:custGeom>
            <a:solidFill>
              <a:srgbClr val="000000"/>
            </a:solidFill>
            <a:ln w="177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87" name="任意形状 186">
              <a:extLst>
                <a:ext uri="{FF2B5EF4-FFF2-40B4-BE49-F238E27FC236}">
                  <a16:creationId xmlns:a16="http://schemas.microsoft.com/office/drawing/2014/main" id="{DB91C26B-DFC3-5390-43C8-579DB8CAB584}"/>
                </a:ext>
              </a:extLst>
            </p:cNvPr>
            <p:cNvSpPr/>
            <p:nvPr>
              <p:custDataLst>
                <p:tags r:id="rId202"/>
              </p:custDataLst>
            </p:nvPr>
          </p:nvSpPr>
          <p:spPr>
            <a:xfrm>
              <a:off x="6805289" y="4091947"/>
              <a:ext cx="42902" cy="74397"/>
            </a:xfrm>
            <a:custGeom>
              <a:avLst/>
              <a:gdLst>
                <a:gd name="connsiteX0" fmla="*/ 21567 w 42902"/>
                <a:gd name="connsiteY0" fmla="*/ 26283 h 74397"/>
                <a:gd name="connsiteX1" fmla="*/ 40910 w 42902"/>
                <a:gd name="connsiteY1" fmla="*/ 26283 h 74397"/>
                <a:gd name="connsiteX2" fmla="*/ 40910 w 42902"/>
                <a:gd name="connsiteY2" fmla="*/ 21998 h 74397"/>
                <a:gd name="connsiteX3" fmla="*/ 21567 w 42902"/>
                <a:gd name="connsiteY3" fmla="*/ 21998 h 74397"/>
                <a:gd name="connsiteX4" fmla="*/ 21567 w 42902"/>
                <a:gd name="connsiteY4" fmla="*/ 95 h 74397"/>
                <a:gd name="connsiteX5" fmla="*/ 17351 w 42902"/>
                <a:gd name="connsiteY5" fmla="*/ 95 h 74397"/>
                <a:gd name="connsiteX6" fmla="*/ 240 w 42902"/>
                <a:gd name="connsiteY6" fmla="*/ 22950 h 74397"/>
                <a:gd name="connsiteX7" fmla="*/ 240 w 42902"/>
                <a:gd name="connsiteY7" fmla="*/ 26283 h 74397"/>
                <a:gd name="connsiteX8" fmla="*/ 11771 w 42902"/>
                <a:gd name="connsiteY8" fmla="*/ 26283 h 74397"/>
                <a:gd name="connsiteX9" fmla="*/ 11771 w 42902"/>
                <a:gd name="connsiteY9" fmla="*/ 58422 h 74397"/>
                <a:gd name="connsiteX10" fmla="*/ 29131 w 42902"/>
                <a:gd name="connsiteY10" fmla="*/ 74492 h 74397"/>
                <a:gd name="connsiteX11" fmla="*/ 43142 w 42902"/>
                <a:gd name="connsiteY11" fmla="*/ 58303 h 74397"/>
                <a:gd name="connsiteX12" fmla="*/ 43142 w 42902"/>
                <a:gd name="connsiteY12" fmla="*/ 51756 h 74397"/>
                <a:gd name="connsiteX13" fmla="*/ 38926 w 42902"/>
                <a:gd name="connsiteY13" fmla="*/ 51756 h 74397"/>
                <a:gd name="connsiteX14" fmla="*/ 38926 w 42902"/>
                <a:gd name="connsiteY14" fmla="*/ 58184 h 74397"/>
                <a:gd name="connsiteX15" fmla="*/ 30122 w 42902"/>
                <a:gd name="connsiteY15" fmla="*/ 70683 h 74397"/>
                <a:gd name="connsiteX16" fmla="*/ 21567 w 42902"/>
                <a:gd name="connsiteY16" fmla="*/ 58542 h 74397"/>
                <a:gd name="connsiteX17" fmla="*/ 21567 w 42902"/>
                <a:gd name="connsiteY17" fmla="*/ 26283 h 743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42902" h="74397">
                  <a:moveTo>
                    <a:pt x="21567" y="26283"/>
                  </a:moveTo>
                  <a:lnTo>
                    <a:pt x="40910" y="26283"/>
                  </a:lnTo>
                  <a:lnTo>
                    <a:pt x="40910" y="21998"/>
                  </a:lnTo>
                  <a:lnTo>
                    <a:pt x="21567" y="21998"/>
                  </a:lnTo>
                  <a:lnTo>
                    <a:pt x="21567" y="95"/>
                  </a:lnTo>
                  <a:lnTo>
                    <a:pt x="17351" y="95"/>
                  </a:lnTo>
                  <a:cubicBezTo>
                    <a:pt x="17227" y="10808"/>
                    <a:pt x="12143" y="22593"/>
                    <a:pt x="240" y="22950"/>
                  </a:cubicBezTo>
                  <a:lnTo>
                    <a:pt x="240" y="26283"/>
                  </a:lnTo>
                  <a:lnTo>
                    <a:pt x="11771" y="26283"/>
                  </a:lnTo>
                  <a:lnTo>
                    <a:pt x="11771" y="58422"/>
                  </a:lnTo>
                  <a:cubicBezTo>
                    <a:pt x="11771" y="71754"/>
                    <a:pt x="22187" y="74492"/>
                    <a:pt x="29131" y="74492"/>
                  </a:cubicBezTo>
                  <a:cubicBezTo>
                    <a:pt x="37438" y="74492"/>
                    <a:pt x="43142" y="67707"/>
                    <a:pt x="43142" y="58303"/>
                  </a:cubicBezTo>
                  <a:lnTo>
                    <a:pt x="43142" y="51756"/>
                  </a:lnTo>
                  <a:lnTo>
                    <a:pt x="38926" y="51756"/>
                  </a:lnTo>
                  <a:lnTo>
                    <a:pt x="38926" y="58184"/>
                  </a:lnTo>
                  <a:cubicBezTo>
                    <a:pt x="38926" y="66279"/>
                    <a:pt x="34958" y="70683"/>
                    <a:pt x="30122" y="70683"/>
                  </a:cubicBezTo>
                  <a:cubicBezTo>
                    <a:pt x="21567" y="70683"/>
                    <a:pt x="21567" y="60684"/>
                    <a:pt x="21567" y="58542"/>
                  </a:cubicBezTo>
                  <a:lnTo>
                    <a:pt x="21567" y="26283"/>
                  </a:lnTo>
                  <a:close/>
                </a:path>
              </a:pathLst>
            </a:custGeom>
            <a:solidFill>
              <a:srgbClr val="000000"/>
            </a:solidFill>
            <a:ln w="177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88" name="任意形状 187">
              <a:extLst>
                <a:ext uri="{FF2B5EF4-FFF2-40B4-BE49-F238E27FC236}">
                  <a16:creationId xmlns:a16="http://schemas.microsoft.com/office/drawing/2014/main" id="{4129F763-C5C7-C7B2-C9A5-1F9EC8F53A12}"/>
                </a:ext>
              </a:extLst>
            </p:cNvPr>
            <p:cNvSpPr/>
            <p:nvPr>
              <p:custDataLst>
                <p:tags r:id="rId203"/>
              </p:custDataLst>
            </p:nvPr>
          </p:nvSpPr>
          <p:spPr>
            <a:xfrm>
              <a:off x="6863124" y="4112659"/>
              <a:ext cx="44390" cy="52494"/>
            </a:xfrm>
            <a:custGeom>
              <a:avLst/>
              <a:gdLst>
                <a:gd name="connsiteX0" fmla="*/ 18842 w 44390"/>
                <a:gd name="connsiteY0" fmla="*/ 25450 h 52494"/>
                <a:gd name="connsiteX1" fmla="*/ 35457 w 44390"/>
                <a:gd name="connsiteY1" fmla="*/ 3428 h 52494"/>
                <a:gd name="connsiteX2" fmla="*/ 33349 w 44390"/>
                <a:gd name="connsiteY2" fmla="*/ 7713 h 52494"/>
                <a:gd name="connsiteX3" fmla="*/ 38929 w 44390"/>
                <a:gd name="connsiteY3" fmla="*/ 13189 h 52494"/>
                <a:gd name="connsiteX4" fmla="*/ 44633 w 44390"/>
                <a:gd name="connsiteY4" fmla="*/ 7713 h 52494"/>
                <a:gd name="connsiteX5" fmla="*/ 34837 w 44390"/>
                <a:gd name="connsiteY5" fmla="*/ 95 h 52494"/>
                <a:gd name="connsiteX6" fmla="*/ 18098 w 44390"/>
                <a:gd name="connsiteY6" fmla="*/ 12832 h 52494"/>
                <a:gd name="connsiteX7" fmla="*/ 17974 w 44390"/>
                <a:gd name="connsiteY7" fmla="*/ 12832 h 52494"/>
                <a:gd name="connsiteX8" fmla="*/ 17974 w 44390"/>
                <a:gd name="connsiteY8" fmla="*/ 95 h 52494"/>
                <a:gd name="connsiteX9" fmla="*/ 243 w 44390"/>
                <a:gd name="connsiteY9" fmla="*/ 1405 h 52494"/>
                <a:gd name="connsiteX10" fmla="*/ 243 w 44390"/>
                <a:gd name="connsiteY10" fmla="*/ 5690 h 52494"/>
                <a:gd name="connsiteX11" fmla="*/ 9542 w 44390"/>
                <a:gd name="connsiteY11" fmla="*/ 12356 h 52494"/>
                <a:gd name="connsiteX12" fmla="*/ 9542 w 44390"/>
                <a:gd name="connsiteY12" fmla="*/ 43186 h 52494"/>
                <a:gd name="connsiteX13" fmla="*/ 243 w 44390"/>
                <a:gd name="connsiteY13" fmla="*/ 48304 h 52494"/>
                <a:gd name="connsiteX14" fmla="*/ 243 w 44390"/>
                <a:gd name="connsiteY14" fmla="*/ 52590 h 52494"/>
                <a:gd name="connsiteX15" fmla="*/ 14378 w 44390"/>
                <a:gd name="connsiteY15" fmla="*/ 52114 h 52494"/>
                <a:gd name="connsiteX16" fmla="*/ 30498 w 44390"/>
                <a:gd name="connsiteY16" fmla="*/ 52590 h 52494"/>
                <a:gd name="connsiteX17" fmla="*/ 30498 w 44390"/>
                <a:gd name="connsiteY17" fmla="*/ 48304 h 52494"/>
                <a:gd name="connsiteX18" fmla="*/ 28018 w 44390"/>
                <a:gd name="connsiteY18" fmla="*/ 48304 h 52494"/>
                <a:gd name="connsiteX19" fmla="*/ 18842 w 44390"/>
                <a:gd name="connsiteY19" fmla="*/ 42948 h 52494"/>
                <a:gd name="connsiteX20" fmla="*/ 18842 w 44390"/>
                <a:gd name="connsiteY20" fmla="*/ 25450 h 524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44390" h="52494">
                  <a:moveTo>
                    <a:pt x="18842" y="25450"/>
                  </a:moveTo>
                  <a:cubicBezTo>
                    <a:pt x="18842" y="15451"/>
                    <a:pt x="23678" y="3428"/>
                    <a:pt x="35457" y="3428"/>
                  </a:cubicBezTo>
                  <a:cubicBezTo>
                    <a:pt x="34341" y="4261"/>
                    <a:pt x="33349" y="5809"/>
                    <a:pt x="33349" y="7713"/>
                  </a:cubicBezTo>
                  <a:cubicBezTo>
                    <a:pt x="33349" y="11642"/>
                    <a:pt x="36573" y="13189"/>
                    <a:pt x="38929" y="13189"/>
                  </a:cubicBezTo>
                  <a:cubicBezTo>
                    <a:pt x="41905" y="13189"/>
                    <a:pt x="44633" y="11285"/>
                    <a:pt x="44633" y="7713"/>
                  </a:cubicBezTo>
                  <a:cubicBezTo>
                    <a:pt x="44633" y="3666"/>
                    <a:pt x="40665" y="95"/>
                    <a:pt x="34837" y="95"/>
                  </a:cubicBezTo>
                  <a:cubicBezTo>
                    <a:pt x="28638" y="95"/>
                    <a:pt x="21818" y="3785"/>
                    <a:pt x="18098" y="12832"/>
                  </a:cubicBezTo>
                  <a:lnTo>
                    <a:pt x="17974" y="12832"/>
                  </a:lnTo>
                  <a:lnTo>
                    <a:pt x="17974" y="95"/>
                  </a:lnTo>
                  <a:lnTo>
                    <a:pt x="243" y="1405"/>
                  </a:lnTo>
                  <a:lnTo>
                    <a:pt x="243" y="5690"/>
                  </a:lnTo>
                  <a:cubicBezTo>
                    <a:pt x="8550" y="5690"/>
                    <a:pt x="9542" y="6523"/>
                    <a:pt x="9542" y="12356"/>
                  </a:cubicBezTo>
                  <a:lnTo>
                    <a:pt x="9542" y="43186"/>
                  </a:lnTo>
                  <a:cubicBezTo>
                    <a:pt x="9542" y="48304"/>
                    <a:pt x="8302" y="48304"/>
                    <a:pt x="243" y="48304"/>
                  </a:cubicBezTo>
                  <a:lnTo>
                    <a:pt x="243" y="52590"/>
                  </a:lnTo>
                  <a:cubicBezTo>
                    <a:pt x="863" y="52590"/>
                    <a:pt x="9294" y="52114"/>
                    <a:pt x="14378" y="52114"/>
                  </a:cubicBezTo>
                  <a:cubicBezTo>
                    <a:pt x="19710" y="52114"/>
                    <a:pt x="25166" y="52352"/>
                    <a:pt x="30498" y="52590"/>
                  </a:cubicBezTo>
                  <a:lnTo>
                    <a:pt x="30498" y="48304"/>
                  </a:lnTo>
                  <a:lnTo>
                    <a:pt x="28018" y="48304"/>
                  </a:lnTo>
                  <a:cubicBezTo>
                    <a:pt x="18842" y="48304"/>
                    <a:pt x="18842" y="46995"/>
                    <a:pt x="18842" y="42948"/>
                  </a:cubicBezTo>
                  <a:lnTo>
                    <a:pt x="18842" y="25450"/>
                  </a:lnTo>
                  <a:close/>
                </a:path>
              </a:pathLst>
            </a:custGeom>
            <a:solidFill>
              <a:srgbClr val="000000"/>
            </a:solidFill>
            <a:ln w="177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89" name="任意形状 188">
              <a:extLst>
                <a:ext uri="{FF2B5EF4-FFF2-40B4-BE49-F238E27FC236}">
                  <a16:creationId xmlns:a16="http://schemas.microsoft.com/office/drawing/2014/main" id="{37F594AE-2F8C-A233-1C6B-8108E02213FF}"/>
                </a:ext>
              </a:extLst>
            </p:cNvPr>
            <p:cNvSpPr/>
            <p:nvPr>
              <p:custDataLst>
                <p:tags r:id="rId204"/>
              </p:custDataLst>
            </p:nvPr>
          </p:nvSpPr>
          <p:spPr>
            <a:xfrm>
              <a:off x="6919223" y="4112064"/>
              <a:ext cx="61873" cy="54280"/>
            </a:xfrm>
            <a:custGeom>
              <a:avLst/>
              <a:gdLst>
                <a:gd name="connsiteX0" fmla="*/ 48728 w 61873"/>
                <a:gd name="connsiteY0" fmla="*/ 21283 h 54280"/>
                <a:gd name="connsiteX1" fmla="*/ 43024 w 61873"/>
                <a:gd name="connsiteY1" fmla="*/ 6047 h 54280"/>
                <a:gd name="connsiteX2" fmla="*/ 24673 w 61873"/>
                <a:gd name="connsiteY2" fmla="*/ 95 h 54280"/>
                <a:gd name="connsiteX3" fmla="*/ 4586 w 61873"/>
                <a:gd name="connsiteY3" fmla="*/ 11642 h 54280"/>
                <a:gd name="connsiteX4" fmla="*/ 10537 w 61873"/>
                <a:gd name="connsiteY4" fmla="*/ 17474 h 54280"/>
                <a:gd name="connsiteX5" fmla="*/ 16365 w 61873"/>
                <a:gd name="connsiteY5" fmla="*/ 11880 h 54280"/>
                <a:gd name="connsiteX6" fmla="*/ 12025 w 61873"/>
                <a:gd name="connsiteY6" fmla="*/ 6404 h 54280"/>
                <a:gd name="connsiteX7" fmla="*/ 24425 w 61873"/>
                <a:gd name="connsiteY7" fmla="*/ 3428 h 54280"/>
                <a:gd name="connsiteX8" fmla="*/ 38932 w 61873"/>
                <a:gd name="connsiteY8" fmla="*/ 17831 h 54280"/>
                <a:gd name="connsiteX9" fmla="*/ 38932 w 61873"/>
                <a:gd name="connsiteY9" fmla="*/ 21522 h 54280"/>
                <a:gd name="connsiteX10" fmla="*/ 14877 w 61873"/>
                <a:gd name="connsiteY10" fmla="*/ 25331 h 54280"/>
                <a:gd name="connsiteX11" fmla="*/ 246 w 61873"/>
                <a:gd name="connsiteY11" fmla="*/ 41162 h 54280"/>
                <a:gd name="connsiteX12" fmla="*/ 21945 w 61873"/>
                <a:gd name="connsiteY12" fmla="*/ 54375 h 54280"/>
                <a:gd name="connsiteX13" fmla="*/ 40296 w 61873"/>
                <a:gd name="connsiteY13" fmla="*/ 44376 h 54280"/>
                <a:gd name="connsiteX14" fmla="*/ 49844 w 61873"/>
                <a:gd name="connsiteY14" fmla="*/ 53780 h 54280"/>
                <a:gd name="connsiteX15" fmla="*/ 62119 w 61873"/>
                <a:gd name="connsiteY15" fmla="*/ 42472 h 54280"/>
                <a:gd name="connsiteX16" fmla="*/ 62119 w 61873"/>
                <a:gd name="connsiteY16" fmla="*/ 35925 h 54280"/>
                <a:gd name="connsiteX17" fmla="*/ 57904 w 61873"/>
                <a:gd name="connsiteY17" fmla="*/ 35925 h 54280"/>
                <a:gd name="connsiteX18" fmla="*/ 57904 w 61873"/>
                <a:gd name="connsiteY18" fmla="*/ 42353 h 54280"/>
                <a:gd name="connsiteX19" fmla="*/ 53316 w 61873"/>
                <a:gd name="connsiteY19" fmla="*/ 49257 h 54280"/>
                <a:gd name="connsiteX20" fmla="*/ 48728 w 61873"/>
                <a:gd name="connsiteY20" fmla="*/ 42115 h 54280"/>
                <a:gd name="connsiteX21" fmla="*/ 48728 w 61873"/>
                <a:gd name="connsiteY21" fmla="*/ 21283 h 54280"/>
                <a:gd name="connsiteX22" fmla="*/ 38932 w 61873"/>
                <a:gd name="connsiteY22" fmla="*/ 36401 h 54280"/>
                <a:gd name="connsiteX23" fmla="*/ 22937 w 61873"/>
                <a:gd name="connsiteY23" fmla="*/ 51042 h 54280"/>
                <a:gd name="connsiteX24" fmla="*/ 10661 w 61873"/>
                <a:gd name="connsiteY24" fmla="*/ 41162 h 54280"/>
                <a:gd name="connsiteX25" fmla="*/ 38932 w 61873"/>
                <a:gd name="connsiteY25" fmla="*/ 24616 h 54280"/>
                <a:gd name="connsiteX26" fmla="*/ 38932 w 61873"/>
                <a:gd name="connsiteY26" fmla="*/ 36401 h 54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61873" h="54280">
                  <a:moveTo>
                    <a:pt x="48728" y="21283"/>
                  </a:moveTo>
                  <a:cubicBezTo>
                    <a:pt x="48728" y="14975"/>
                    <a:pt x="48728" y="10451"/>
                    <a:pt x="43024" y="6047"/>
                  </a:cubicBezTo>
                  <a:cubicBezTo>
                    <a:pt x="37940" y="2000"/>
                    <a:pt x="31989" y="95"/>
                    <a:pt x="24673" y="95"/>
                  </a:cubicBezTo>
                  <a:cubicBezTo>
                    <a:pt x="12893" y="95"/>
                    <a:pt x="4586" y="4380"/>
                    <a:pt x="4586" y="11642"/>
                  </a:cubicBezTo>
                  <a:cubicBezTo>
                    <a:pt x="4586" y="15451"/>
                    <a:pt x="7314" y="17474"/>
                    <a:pt x="10537" y="17474"/>
                  </a:cubicBezTo>
                  <a:cubicBezTo>
                    <a:pt x="13885" y="17474"/>
                    <a:pt x="16365" y="15094"/>
                    <a:pt x="16365" y="11880"/>
                  </a:cubicBezTo>
                  <a:cubicBezTo>
                    <a:pt x="16365" y="9856"/>
                    <a:pt x="15373" y="7356"/>
                    <a:pt x="12025" y="6404"/>
                  </a:cubicBezTo>
                  <a:cubicBezTo>
                    <a:pt x="16489" y="3428"/>
                    <a:pt x="23681" y="3428"/>
                    <a:pt x="24425" y="3428"/>
                  </a:cubicBezTo>
                  <a:cubicBezTo>
                    <a:pt x="31369" y="3428"/>
                    <a:pt x="38932" y="7832"/>
                    <a:pt x="38932" y="17831"/>
                  </a:cubicBezTo>
                  <a:lnTo>
                    <a:pt x="38932" y="21522"/>
                  </a:lnTo>
                  <a:cubicBezTo>
                    <a:pt x="32113" y="21760"/>
                    <a:pt x="23929" y="22117"/>
                    <a:pt x="14877" y="25331"/>
                  </a:cubicBezTo>
                  <a:cubicBezTo>
                    <a:pt x="3718" y="29259"/>
                    <a:pt x="246" y="35806"/>
                    <a:pt x="246" y="41162"/>
                  </a:cubicBezTo>
                  <a:cubicBezTo>
                    <a:pt x="246" y="51399"/>
                    <a:pt x="13141" y="54375"/>
                    <a:pt x="21945" y="54375"/>
                  </a:cubicBezTo>
                  <a:cubicBezTo>
                    <a:pt x="31865" y="54375"/>
                    <a:pt x="37692" y="49019"/>
                    <a:pt x="40296" y="44376"/>
                  </a:cubicBezTo>
                  <a:cubicBezTo>
                    <a:pt x="40792" y="49257"/>
                    <a:pt x="44140" y="53780"/>
                    <a:pt x="49844" y="53780"/>
                  </a:cubicBezTo>
                  <a:cubicBezTo>
                    <a:pt x="50092" y="53780"/>
                    <a:pt x="62119" y="53780"/>
                    <a:pt x="62119" y="42472"/>
                  </a:cubicBezTo>
                  <a:lnTo>
                    <a:pt x="62119" y="35925"/>
                  </a:lnTo>
                  <a:lnTo>
                    <a:pt x="57904" y="35925"/>
                  </a:lnTo>
                  <a:lnTo>
                    <a:pt x="57904" y="42353"/>
                  </a:lnTo>
                  <a:cubicBezTo>
                    <a:pt x="57904" y="43543"/>
                    <a:pt x="57904" y="49257"/>
                    <a:pt x="53316" y="49257"/>
                  </a:cubicBezTo>
                  <a:cubicBezTo>
                    <a:pt x="48728" y="49257"/>
                    <a:pt x="48728" y="43662"/>
                    <a:pt x="48728" y="42115"/>
                  </a:cubicBezTo>
                  <a:lnTo>
                    <a:pt x="48728" y="21283"/>
                  </a:lnTo>
                  <a:close/>
                  <a:moveTo>
                    <a:pt x="38932" y="36401"/>
                  </a:moveTo>
                  <a:cubicBezTo>
                    <a:pt x="38932" y="47828"/>
                    <a:pt x="28517" y="51042"/>
                    <a:pt x="22937" y="51042"/>
                  </a:cubicBezTo>
                  <a:cubicBezTo>
                    <a:pt x="16613" y="51042"/>
                    <a:pt x="10661" y="46995"/>
                    <a:pt x="10661" y="41162"/>
                  </a:cubicBezTo>
                  <a:cubicBezTo>
                    <a:pt x="10661" y="34615"/>
                    <a:pt x="16613" y="25450"/>
                    <a:pt x="38932" y="24616"/>
                  </a:cubicBezTo>
                  <a:lnTo>
                    <a:pt x="38932" y="36401"/>
                  </a:lnTo>
                  <a:close/>
                </a:path>
              </a:pathLst>
            </a:custGeom>
            <a:solidFill>
              <a:srgbClr val="000000"/>
            </a:solidFill>
            <a:ln w="177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90" name="任意形状 189">
              <a:extLst>
                <a:ext uri="{FF2B5EF4-FFF2-40B4-BE49-F238E27FC236}">
                  <a16:creationId xmlns:a16="http://schemas.microsoft.com/office/drawing/2014/main" id="{E3A61E86-E55B-233E-2CD4-A5AB3E18CCC6}"/>
                </a:ext>
              </a:extLst>
            </p:cNvPr>
            <p:cNvSpPr/>
            <p:nvPr>
              <p:custDataLst>
                <p:tags r:id="rId205"/>
              </p:custDataLst>
            </p:nvPr>
          </p:nvSpPr>
          <p:spPr>
            <a:xfrm>
              <a:off x="6989956" y="4084924"/>
              <a:ext cx="27030" cy="80229"/>
            </a:xfrm>
            <a:custGeom>
              <a:avLst/>
              <a:gdLst>
                <a:gd name="connsiteX0" fmla="*/ 19469 w 27030"/>
                <a:gd name="connsiteY0" fmla="*/ 6880 h 80229"/>
                <a:gd name="connsiteX1" fmla="*/ 12277 w 27030"/>
                <a:gd name="connsiteY1" fmla="*/ 95 h 80229"/>
                <a:gd name="connsiteX2" fmla="*/ 5210 w 27030"/>
                <a:gd name="connsiteY2" fmla="*/ 6880 h 80229"/>
                <a:gd name="connsiteX3" fmla="*/ 12277 w 27030"/>
                <a:gd name="connsiteY3" fmla="*/ 13784 h 80229"/>
                <a:gd name="connsiteX4" fmla="*/ 19469 w 27030"/>
                <a:gd name="connsiteY4" fmla="*/ 6880 h 80229"/>
                <a:gd name="connsiteX5" fmla="*/ 622 w 27030"/>
                <a:gd name="connsiteY5" fmla="*/ 29140 h 80229"/>
                <a:gd name="connsiteX6" fmla="*/ 622 w 27030"/>
                <a:gd name="connsiteY6" fmla="*/ 33425 h 80229"/>
                <a:gd name="connsiteX7" fmla="*/ 9550 w 27030"/>
                <a:gd name="connsiteY7" fmla="*/ 39972 h 80229"/>
                <a:gd name="connsiteX8" fmla="*/ 9550 w 27030"/>
                <a:gd name="connsiteY8" fmla="*/ 70921 h 80229"/>
                <a:gd name="connsiteX9" fmla="*/ 250 w 27030"/>
                <a:gd name="connsiteY9" fmla="*/ 76040 h 80229"/>
                <a:gd name="connsiteX10" fmla="*/ 250 w 27030"/>
                <a:gd name="connsiteY10" fmla="*/ 80325 h 80229"/>
                <a:gd name="connsiteX11" fmla="*/ 14137 w 27030"/>
                <a:gd name="connsiteY11" fmla="*/ 79849 h 80229"/>
                <a:gd name="connsiteX12" fmla="*/ 27281 w 27030"/>
                <a:gd name="connsiteY12" fmla="*/ 80325 h 80229"/>
                <a:gd name="connsiteX13" fmla="*/ 27281 w 27030"/>
                <a:gd name="connsiteY13" fmla="*/ 76040 h 80229"/>
                <a:gd name="connsiteX14" fmla="*/ 18849 w 27030"/>
                <a:gd name="connsiteY14" fmla="*/ 71040 h 80229"/>
                <a:gd name="connsiteX15" fmla="*/ 18849 w 27030"/>
                <a:gd name="connsiteY15" fmla="*/ 27830 h 80229"/>
                <a:gd name="connsiteX16" fmla="*/ 622 w 27030"/>
                <a:gd name="connsiteY16" fmla="*/ 29140 h 802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7030" h="80229">
                  <a:moveTo>
                    <a:pt x="19469" y="6880"/>
                  </a:moveTo>
                  <a:cubicBezTo>
                    <a:pt x="19469" y="3428"/>
                    <a:pt x="16493" y="95"/>
                    <a:pt x="12277" y="95"/>
                  </a:cubicBezTo>
                  <a:cubicBezTo>
                    <a:pt x="8558" y="95"/>
                    <a:pt x="5210" y="2952"/>
                    <a:pt x="5210" y="6880"/>
                  </a:cubicBezTo>
                  <a:cubicBezTo>
                    <a:pt x="5210" y="11165"/>
                    <a:pt x="8806" y="13784"/>
                    <a:pt x="12277" y="13784"/>
                  </a:cubicBezTo>
                  <a:cubicBezTo>
                    <a:pt x="16245" y="13784"/>
                    <a:pt x="19469" y="10808"/>
                    <a:pt x="19469" y="6880"/>
                  </a:cubicBezTo>
                  <a:close/>
                  <a:moveTo>
                    <a:pt x="622" y="29140"/>
                  </a:moveTo>
                  <a:lnTo>
                    <a:pt x="622" y="33425"/>
                  </a:lnTo>
                  <a:cubicBezTo>
                    <a:pt x="8434" y="33425"/>
                    <a:pt x="9550" y="34139"/>
                    <a:pt x="9550" y="39972"/>
                  </a:cubicBezTo>
                  <a:lnTo>
                    <a:pt x="9550" y="70921"/>
                  </a:lnTo>
                  <a:cubicBezTo>
                    <a:pt x="9550" y="76040"/>
                    <a:pt x="8310" y="76040"/>
                    <a:pt x="250" y="76040"/>
                  </a:cubicBezTo>
                  <a:lnTo>
                    <a:pt x="250" y="80325"/>
                  </a:lnTo>
                  <a:cubicBezTo>
                    <a:pt x="498" y="80325"/>
                    <a:pt x="9178" y="79849"/>
                    <a:pt x="14137" y="79849"/>
                  </a:cubicBezTo>
                  <a:cubicBezTo>
                    <a:pt x="18477" y="79849"/>
                    <a:pt x="22941" y="79968"/>
                    <a:pt x="27281" y="80325"/>
                  </a:cubicBezTo>
                  <a:lnTo>
                    <a:pt x="27281" y="76040"/>
                  </a:lnTo>
                  <a:cubicBezTo>
                    <a:pt x="20089" y="76040"/>
                    <a:pt x="18849" y="76040"/>
                    <a:pt x="18849" y="71040"/>
                  </a:cubicBezTo>
                  <a:lnTo>
                    <a:pt x="18849" y="27830"/>
                  </a:lnTo>
                  <a:lnTo>
                    <a:pt x="622" y="29140"/>
                  </a:lnTo>
                  <a:close/>
                </a:path>
              </a:pathLst>
            </a:custGeom>
            <a:solidFill>
              <a:srgbClr val="000000"/>
            </a:solidFill>
            <a:ln w="177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91" name="任意形状 190">
              <a:extLst>
                <a:ext uri="{FF2B5EF4-FFF2-40B4-BE49-F238E27FC236}">
                  <a16:creationId xmlns:a16="http://schemas.microsoft.com/office/drawing/2014/main" id="{9B66F07D-1C22-CC87-E805-016258B02498}"/>
                </a:ext>
              </a:extLst>
            </p:cNvPr>
            <p:cNvSpPr/>
            <p:nvPr>
              <p:custDataLst>
                <p:tags r:id="rId206"/>
              </p:custDataLst>
            </p:nvPr>
          </p:nvSpPr>
          <p:spPr>
            <a:xfrm>
              <a:off x="7029810" y="4112659"/>
              <a:ext cx="66461" cy="52494"/>
            </a:xfrm>
            <a:custGeom>
              <a:avLst/>
              <a:gdLst>
                <a:gd name="connsiteX0" fmla="*/ 57414 w 66461"/>
                <a:gd name="connsiteY0" fmla="*/ 16522 h 52494"/>
                <a:gd name="connsiteX1" fmla="*/ 38815 w 66461"/>
                <a:gd name="connsiteY1" fmla="*/ 95 h 52494"/>
                <a:gd name="connsiteX2" fmla="*/ 18603 w 66461"/>
                <a:gd name="connsiteY2" fmla="*/ 11642 h 52494"/>
                <a:gd name="connsiteX3" fmla="*/ 18479 w 66461"/>
                <a:gd name="connsiteY3" fmla="*/ 11642 h 52494"/>
                <a:gd name="connsiteX4" fmla="*/ 18479 w 66461"/>
                <a:gd name="connsiteY4" fmla="*/ 95 h 52494"/>
                <a:gd name="connsiteX5" fmla="*/ 252 w 66461"/>
                <a:gd name="connsiteY5" fmla="*/ 1405 h 52494"/>
                <a:gd name="connsiteX6" fmla="*/ 252 w 66461"/>
                <a:gd name="connsiteY6" fmla="*/ 5690 h 52494"/>
                <a:gd name="connsiteX7" fmla="*/ 9552 w 66461"/>
                <a:gd name="connsiteY7" fmla="*/ 12356 h 52494"/>
                <a:gd name="connsiteX8" fmla="*/ 9552 w 66461"/>
                <a:gd name="connsiteY8" fmla="*/ 43186 h 52494"/>
                <a:gd name="connsiteX9" fmla="*/ 252 w 66461"/>
                <a:gd name="connsiteY9" fmla="*/ 48304 h 52494"/>
                <a:gd name="connsiteX10" fmla="*/ 252 w 66461"/>
                <a:gd name="connsiteY10" fmla="*/ 52590 h 52494"/>
                <a:gd name="connsiteX11" fmla="*/ 14388 w 66461"/>
                <a:gd name="connsiteY11" fmla="*/ 52114 h 52494"/>
                <a:gd name="connsiteX12" fmla="*/ 28647 w 66461"/>
                <a:gd name="connsiteY12" fmla="*/ 52590 h 52494"/>
                <a:gd name="connsiteX13" fmla="*/ 28647 w 66461"/>
                <a:gd name="connsiteY13" fmla="*/ 48304 h 52494"/>
                <a:gd name="connsiteX14" fmla="*/ 19347 w 66461"/>
                <a:gd name="connsiteY14" fmla="*/ 43186 h 52494"/>
                <a:gd name="connsiteX15" fmla="*/ 19347 w 66461"/>
                <a:gd name="connsiteY15" fmla="*/ 21760 h 52494"/>
                <a:gd name="connsiteX16" fmla="*/ 37823 w 66461"/>
                <a:gd name="connsiteY16" fmla="*/ 3428 h 52494"/>
                <a:gd name="connsiteX17" fmla="*/ 47618 w 66461"/>
                <a:gd name="connsiteY17" fmla="*/ 16046 h 52494"/>
                <a:gd name="connsiteX18" fmla="*/ 47618 w 66461"/>
                <a:gd name="connsiteY18" fmla="*/ 43186 h 52494"/>
                <a:gd name="connsiteX19" fmla="*/ 38319 w 66461"/>
                <a:gd name="connsiteY19" fmla="*/ 48304 h 52494"/>
                <a:gd name="connsiteX20" fmla="*/ 38319 w 66461"/>
                <a:gd name="connsiteY20" fmla="*/ 52590 h 52494"/>
                <a:gd name="connsiteX21" fmla="*/ 52454 w 66461"/>
                <a:gd name="connsiteY21" fmla="*/ 52114 h 52494"/>
                <a:gd name="connsiteX22" fmla="*/ 66713 w 66461"/>
                <a:gd name="connsiteY22" fmla="*/ 52590 h 52494"/>
                <a:gd name="connsiteX23" fmla="*/ 66713 w 66461"/>
                <a:gd name="connsiteY23" fmla="*/ 48304 h 52494"/>
                <a:gd name="connsiteX24" fmla="*/ 57414 w 66461"/>
                <a:gd name="connsiteY24" fmla="*/ 43186 h 52494"/>
                <a:gd name="connsiteX25" fmla="*/ 57414 w 66461"/>
                <a:gd name="connsiteY25" fmla="*/ 16522 h 524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66461" h="52494">
                  <a:moveTo>
                    <a:pt x="57414" y="16522"/>
                  </a:moveTo>
                  <a:cubicBezTo>
                    <a:pt x="57414" y="6166"/>
                    <a:pt x="52082" y="95"/>
                    <a:pt x="38815" y="95"/>
                  </a:cubicBezTo>
                  <a:cubicBezTo>
                    <a:pt x="28647" y="95"/>
                    <a:pt x="22075" y="5452"/>
                    <a:pt x="18603" y="11642"/>
                  </a:cubicBezTo>
                  <a:lnTo>
                    <a:pt x="18479" y="11642"/>
                  </a:lnTo>
                  <a:lnTo>
                    <a:pt x="18479" y="95"/>
                  </a:lnTo>
                  <a:lnTo>
                    <a:pt x="252" y="1405"/>
                  </a:lnTo>
                  <a:lnTo>
                    <a:pt x="252" y="5690"/>
                  </a:lnTo>
                  <a:cubicBezTo>
                    <a:pt x="8560" y="5690"/>
                    <a:pt x="9552" y="6523"/>
                    <a:pt x="9552" y="12356"/>
                  </a:cubicBezTo>
                  <a:lnTo>
                    <a:pt x="9552" y="43186"/>
                  </a:lnTo>
                  <a:cubicBezTo>
                    <a:pt x="9552" y="48304"/>
                    <a:pt x="8312" y="48304"/>
                    <a:pt x="252" y="48304"/>
                  </a:cubicBezTo>
                  <a:lnTo>
                    <a:pt x="252" y="52590"/>
                  </a:lnTo>
                  <a:cubicBezTo>
                    <a:pt x="500" y="52590"/>
                    <a:pt x="9180" y="52114"/>
                    <a:pt x="14388" y="52114"/>
                  </a:cubicBezTo>
                  <a:cubicBezTo>
                    <a:pt x="18975" y="52114"/>
                    <a:pt x="27531" y="52471"/>
                    <a:pt x="28647" y="52590"/>
                  </a:cubicBezTo>
                  <a:lnTo>
                    <a:pt x="28647" y="48304"/>
                  </a:lnTo>
                  <a:cubicBezTo>
                    <a:pt x="20587" y="48304"/>
                    <a:pt x="19347" y="48304"/>
                    <a:pt x="19347" y="43186"/>
                  </a:cubicBezTo>
                  <a:lnTo>
                    <a:pt x="19347" y="21760"/>
                  </a:lnTo>
                  <a:cubicBezTo>
                    <a:pt x="19347" y="9261"/>
                    <a:pt x="29639" y="3428"/>
                    <a:pt x="37823" y="3428"/>
                  </a:cubicBezTo>
                  <a:cubicBezTo>
                    <a:pt x="46502" y="3428"/>
                    <a:pt x="47618" y="9975"/>
                    <a:pt x="47618" y="16046"/>
                  </a:cubicBezTo>
                  <a:lnTo>
                    <a:pt x="47618" y="43186"/>
                  </a:lnTo>
                  <a:cubicBezTo>
                    <a:pt x="47618" y="48304"/>
                    <a:pt x="46378" y="48304"/>
                    <a:pt x="38319" y="48304"/>
                  </a:cubicBezTo>
                  <a:lnTo>
                    <a:pt x="38319" y="52590"/>
                  </a:lnTo>
                  <a:cubicBezTo>
                    <a:pt x="38567" y="52590"/>
                    <a:pt x="47246" y="52114"/>
                    <a:pt x="52454" y="52114"/>
                  </a:cubicBezTo>
                  <a:cubicBezTo>
                    <a:pt x="57042" y="52114"/>
                    <a:pt x="65598" y="52471"/>
                    <a:pt x="66713" y="52590"/>
                  </a:cubicBezTo>
                  <a:lnTo>
                    <a:pt x="66713" y="48304"/>
                  </a:lnTo>
                  <a:cubicBezTo>
                    <a:pt x="58654" y="48304"/>
                    <a:pt x="57414" y="48304"/>
                    <a:pt x="57414" y="43186"/>
                  </a:cubicBezTo>
                  <a:lnTo>
                    <a:pt x="57414" y="16522"/>
                  </a:lnTo>
                  <a:close/>
                </a:path>
              </a:pathLst>
            </a:custGeom>
            <a:solidFill>
              <a:srgbClr val="000000"/>
            </a:solidFill>
            <a:ln w="177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92" name="任意形状 191">
              <a:extLst>
                <a:ext uri="{FF2B5EF4-FFF2-40B4-BE49-F238E27FC236}">
                  <a16:creationId xmlns:a16="http://schemas.microsoft.com/office/drawing/2014/main" id="{6452E13F-A70C-05BE-D52E-DE0404869C1D}"/>
                </a:ext>
              </a:extLst>
            </p:cNvPr>
            <p:cNvSpPr/>
            <p:nvPr>
              <p:custDataLst>
                <p:tags r:id="rId207"/>
              </p:custDataLst>
            </p:nvPr>
          </p:nvSpPr>
          <p:spPr>
            <a:xfrm>
              <a:off x="7122960" y="4012108"/>
              <a:ext cx="62883" cy="170050"/>
            </a:xfrm>
            <a:custGeom>
              <a:avLst/>
              <a:gdLst>
                <a:gd name="connsiteX0" fmla="*/ 25765 w 62883"/>
                <a:gd name="connsiteY0" fmla="*/ 147527 h 170050"/>
                <a:gd name="connsiteX1" fmla="*/ 1851 w 62883"/>
                <a:gd name="connsiteY1" fmla="*/ 166403 h 170050"/>
                <a:gd name="connsiteX2" fmla="*/ 257 w 62883"/>
                <a:gd name="connsiteY2" fmla="*/ 168273 h 170050"/>
                <a:gd name="connsiteX3" fmla="*/ 3800 w 62883"/>
                <a:gd name="connsiteY3" fmla="*/ 170144 h 170050"/>
                <a:gd name="connsiteX4" fmla="*/ 37633 w 62883"/>
                <a:gd name="connsiteY4" fmla="*/ 148888 h 170050"/>
                <a:gd name="connsiteX5" fmla="*/ 37633 w 62883"/>
                <a:gd name="connsiteY5" fmla="*/ 110116 h 170050"/>
                <a:gd name="connsiteX6" fmla="*/ 44718 w 62883"/>
                <a:gd name="connsiteY6" fmla="*/ 92431 h 170050"/>
                <a:gd name="connsiteX7" fmla="*/ 61546 w 62883"/>
                <a:gd name="connsiteY7" fmla="*/ 86989 h 170050"/>
                <a:gd name="connsiteX8" fmla="*/ 63140 w 62883"/>
                <a:gd name="connsiteY8" fmla="*/ 85119 h 170050"/>
                <a:gd name="connsiteX9" fmla="*/ 60306 w 62883"/>
                <a:gd name="connsiteY9" fmla="*/ 83248 h 170050"/>
                <a:gd name="connsiteX10" fmla="*/ 38164 w 62883"/>
                <a:gd name="connsiteY10" fmla="*/ 68114 h 170050"/>
                <a:gd name="connsiteX11" fmla="*/ 37633 w 62883"/>
                <a:gd name="connsiteY11" fmla="*/ 59781 h 170050"/>
                <a:gd name="connsiteX12" fmla="*/ 37633 w 62883"/>
                <a:gd name="connsiteY12" fmla="*/ 26111 h 170050"/>
                <a:gd name="connsiteX13" fmla="*/ 29130 w 62883"/>
                <a:gd name="connsiteY13" fmla="*/ 7066 h 170050"/>
                <a:gd name="connsiteX14" fmla="*/ 3800 w 62883"/>
                <a:gd name="connsiteY14" fmla="*/ 94 h 170050"/>
                <a:gd name="connsiteX15" fmla="*/ 257 w 62883"/>
                <a:gd name="connsiteY15" fmla="*/ 1964 h 170050"/>
                <a:gd name="connsiteX16" fmla="*/ 3091 w 62883"/>
                <a:gd name="connsiteY16" fmla="*/ 3835 h 170050"/>
                <a:gd name="connsiteX17" fmla="*/ 25233 w 62883"/>
                <a:gd name="connsiteY17" fmla="*/ 18629 h 170050"/>
                <a:gd name="connsiteX18" fmla="*/ 25765 w 62883"/>
                <a:gd name="connsiteY18" fmla="*/ 26622 h 170050"/>
                <a:gd name="connsiteX19" fmla="*/ 25765 w 62883"/>
                <a:gd name="connsiteY19" fmla="*/ 62332 h 170050"/>
                <a:gd name="connsiteX20" fmla="*/ 32850 w 62883"/>
                <a:gd name="connsiteY20" fmla="*/ 78487 h 170050"/>
                <a:gd name="connsiteX21" fmla="*/ 46667 w 62883"/>
                <a:gd name="connsiteY21" fmla="*/ 85119 h 170050"/>
                <a:gd name="connsiteX22" fmla="*/ 25765 w 62883"/>
                <a:gd name="connsiteY22" fmla="*/ 106715 h 170050"/>
                <a:gd name="connsiteX23" fmla="*/ 25765 w 62883"/>
                <a:gd name="connsiteY23" fmla="*/ 147527 h 170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62883" h="170050">
                  <a:moveTo>
                    <a:pt x="25765" y="147527"/>
                  </a:moveTo>
                  <a:cubicBezTo>
                    <a:pt x="25765" y="154329"/>
                    <a:pt x="21159" y="165213"/>
                    <a:pt x="1851" y="166403"/>
                  </a:cubicBezTo>
                  <a:cubicBezTo>
                    <a:pt x="966" y="166573"/>
                    <a:pt x="257" y="167253"/>
                    <a:pt x="257" y="168273"/>
                  </a:cubicBezTo>
                  <a:cubicBezTo>
                    <a:pt x="257" y="170144"/>
                    <a:pt x="2206" y="170144"/>
                    <a:pt x="3800" y="170144"/>
                  </a:cubicBezTo>
                  <a:cubicBezTo>
                    <a:pt x="20982" y="170144"/>
                    <a:pt x="37456" y="161812"/>
                    <a:pt x="37633" y="148888"/>
                  </a:cubicBezTo>
                  <a:lnTo>
                    <a:pt x="37633" y="110116"/>
                  </a:lnTo>
                  <a:cubicBezTo>
                    <a:pt x="37633" y="103484"/>
                    <a:pt x="37633" y="98043"/>
                    <a:pt x="44718" y="92431"/>
                  </a:cubicBezTo>
                  <a:cubicBezTo>
                    <a:pt x="50918" y="87500"/>
                    <a:pt x="57649" y="87159"/>
                    <a:pt x="61546" y="86989"/>
                  </a:cubicBezTo>
                  <a:cubicBezTo>
                    <a:pt x="62432" y="86819"/>
                    <a:pt x="63140" y="86139"/>
                    <a:pt x="63140" y="85119"/>
                  </a:cubicBezTo>
                  <a:cubicBezTo>
                    <a:pt x="63140" y="83418"/>
                    <a:pt x="62077" y="83418"/>
                    <a:pt x="60306" y="83248"/>
                  </a:cubicBezTo>
                  <a:cubicBezTo>
                    <a:pt x="48615" y="82568"/>
                    <a:pt x="40113" y="76446"/>
                    <a:pt x="38164" y="68114"/>
                  </a:cubicBezTo>
                  <a:cubicBezTo>
                    <a:pt x="37633" y="66243"/>
                    <a:pt x="37633" y="65903"/>
                    <a:pt x="37633" y="59781"/>
                  </a:cubicBezTo>
                  <a:lnTo>
                    <a:pt x="37633" y="26111"/>
                  </a:lnTo>
                  <a:cubicBezTo>
                    <a:pt x="37633" y="18969"/>
                    <a:pt x="37633" y="13528"/>
                    <a:pt x="29130" y="7066"/>
                  </a:cubicBezTo>
                  <a:cubicBezTo>
                    <a:pt x="22045" y="1794"/>
                    <a:pt x="9822" y="94"/>
                    <a:pt x="3800" y="94"/>
                  </a:cubicBezTo>
                  <a:cubicBezTo>
                    <a:pt x="2206" y="94"/>
                    <a:pt x="257" y="94"/>
                    <a:pt x="257" y="1964"/>
                  </a:cubicBezTo>
                  <a:cubicBezTo>
                    <a:pt x="257" y="3665"/>
                    <a:pt x="1320" y="3665"/>
                    <a:pt x="3091" y="3835"/>
                  </a:cubicBezTo>
                  <a:cubicBezTo>
                    <a:pt x="14251" y="4515"/>
                    <a:pt x="22930" y="9957"/>
                    <a:pt x="25233" y="18629"/>
                  </a:cubicBezTo>
                  <a:cubicBezTo>
                    <a:pt x="25765" y="20160"/>
                    <a:pt x="25765" y="20500"/>
                    <a:pt x="25765" y="26622"/>
                  </a:cubicBezTo>
                  <a:lnTo>
                    <a:pt x="25765" y="62332"/>
                  </a:lnTo>
                  <a:cubicBezTo>
                    <a:pt x="25765" y="70154"/>
                    <a:pt x="27182" y="73045"/>
                    <a:pt x="32850" y="78487"/>
                  </a:cubicBezTo>
                  <a:cubicBezTo>
                    <a:pt x="36570" y="82058"/>
                    <a:pt x="41707" y="83758"/>
                    <a:pt x="46667" y="85119"/>
                  </a:cubicBezTo>
                  <a:cubicBezTo>
                    <a:pt x="32141" y="89030"/>
                    <a:pt x="25765" y="96852"/>
                    <a:pt x="25765" y="106715"/>
                  </a:cubicBezTo>
                  <a:lnTo>
                    <a:pt x="25765" y="147527"/>
                  </a:lnTo>
                  <a:close/>
                </a:path>
              </a:pathLst>
            </a:custGeom>
            <a:solidFill>
              <a:srgbClr val="000000"/>
            </a:solidFill>
            <a:ln w="177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93" name="任意形状 192">
              <a:extLst>
                <a:ext uri="{FF2B5EF4-FFF2-40B4-BE49-F238E27FC236}">
                  <a16:creationId xmlns:a16="http://schemas.microsoft.com/office/drawing/2014/main" id="{67BCD737-CBA2-CE9A-5E72-6C217EF40CDD}"/>
                </a:ext>
              </a:extLst>
            </p:cNvPr>
            <p:cNvSpPr/>
            <p:nvPr>
              <p:custDataLst>
                <p:tags r:id="rId208"/>
              </p:custDataLst>
            </p:nvPr>
          </p:nvSpPr>
          <p:spPr>
            <a:xfrm>
              <a:off x="7219853" y="4012108"/>
              <a:ext cx="7085" cy="170050"/>
            </a:xfrm>
            <a:custGeom>
              <a:avLst/>
              <a:gdLst>
                <a:gd name="connsiteX0" fmla="*/ 7347 w 7085"/>
                <a:gd name="connsiteY0" fmla="*/ 6216 h 170050"/>
                <a:gd name="connsiteX1" fmla="*/ 3805 w 7085"/>
                <a:gd name="connsiteY1" fmla="*/ 94 h 170050"/>
                <a:gd name="connsiteX2" fmla="*/ 262 w 7085"/>
                <a:gd name="connsiteY2" fmla="*/ 6216 h 170050"/>
                <a:gd name="connsiteX3" fmla="*/ 262 w 7085"/>
                <a:gd name="connsiteY3" fmla="*/ 164022 h 170050"/>
                <a:gd name="connsiteX4" fmla="*/ 3805 w 7085"/>
                <a:gd name="connsiteY4" fmla="*/ 170144 h 170050"/>
                <a:gd name="connsiteX5" fmla="*/ 7347 w 7085"/>
                <a:gd name="connsiteY5" fmla="*/ 164022 h 170050"/>
                <a:gd name="connsiteX6" fmla="*/ 7347 w 7085"/>
                <a:gd name="connsiteY6" fmla="*/ 6216 h 170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085" h="170050">
                  <a:moveTo>
                    <a:pt x="7347" y="6216"/>
                  </a:moveTo>
                  <a:cubicBezTo>
                    <a:pt x="7347" y="3155"/>
                    <a:pt x="7347" y="94"/>
                    <a:pt x="3805" y="94"/>
                  </a:cubicBezTo>
                  <a:cubicBezTo>
                    <a:pt x="262" y="94"/>
                    <a:pt x="262" y="3155"/>
                    <a:pt x="262" y="6216"/>
                  </a:cubicBezTo>
                  <a:lnTo>
                    <a:pt x="262" y="164022"/>
                  </a:lnTo>
                  <a:cubicBezTo>
                    <a:pt x="262" y="167083"/>
                    <a:pt x="262" y="170144"/>
                    <a:pt x="3805" y="170144"/>
                  </a:cubicBezTo>
                  <a:cubicBezTo>
                    <a:pt x="7347" y="170144"/>
                    <a:pt x="7347" y="167083"/>
                    <a:pt x="7347" y="164022"/>
                  </a:cubicBezTo>
                  <a:lnTo>
                    <a:pt x="7347" y="6216"/>
                  </a:lnTo>
                  <a:close/>
                </a:path>
              </a:pathLst>
            </a:custGeom>
            <a:solidFill>
              <a:srgbClr val="000000"/>
            </a:solidFill>
            <a:ln w="177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94" name="任意形状 193">
              <a:extLst>
                <a:ext uri="{FF2B5EF4-FFF2-40B4-BE49-F238E27FC236}">
                  <a16:creationId xmlns:a16="http://schemas.microsoft.com/office/drawing/2014/main" id="{55BF84B4-DA6B-832D-37AD-9CA177DC28C1}"/>
                </a:ext>
              </a:extLst>
            </p:cNvPr>
            <p:cNvSpPr/>
            <p:nvPr>
              <p:custDataLst>
                <p:tags r:id="rId209"/>
              </p:custDataLst>
            </p:nvPr>
          </p:nvSpPr>
          <p:spPr>
            <a:xfrm>
              <a:off x="7308675" y="3861451"/>
              <a:ext cx="235767" cy="238070"/>
            </a:xfrm>
            <a:custGeom>
              <a:avLst/>
              <a:gdLst>
                <a:gd name="connsiteX0" fmla="*/ 214602 w 235767"/>
                <a:gd name="connsiteY0" fmla="*/ 238148 h 238070"/>
                <a:gd name="connsiteX1" fmla="*/ 236035 w 235767"/>
                <a:gd name="connsiteY1" fmla="*/ 183732 h 238070"/>
                <a:gd name="connsiteX2" fmla="*/ 231607 w 235767"/>
                <a:gd name="connsiteY2" fmla="*/ 183732 h 238070"/>
                <a:gd name="connsiteX3" fmla="*/ 185552 w 235767"/>
                <a:gd name="connsiteY3" fmla="*/ 218082 h 238070"/>
                <a:gd name="connsiteX4" fmla="*/ 130462 w 235767"/>
                <a:gd name="connsiteY4" fmla="*/ 223353 h 238070"/>
                <a:gd name="connsiteX5" fmla="*/ 23650 w 235767"/>
                <a:gd name="connsiteY5" fmla="*/ 223353 h 238070"/>
                <a:gd name="connsiteX6" fmla="*/ 113812 w 235767"/>
                <a:gd name="connsiteY6" fmla="*/ 121833 h 238070"/>
                <a:gd name="connsiteX7" fmla="*/ 115406 w 235767"/>
                <a:gd name="connsiteY7" fmla="*/ 119113 h 238070"/>
                <a:gd name="connsiteX8" fmla="*/ 114166 w 235767"/>
                <a:gd name="connsiteY8" fmla="*/ 116562 h 238070"/>
                <a:gd name="connsiteX9" fmla="*/ 31621 w 235767"/>
                <a:gd name="connsiteY9" fmla="*/ 8240 h 238070"/>
                <a:gd name="connsiteX10" fmla="*/ 128691 w 235767"/>
                <a:gd name="connsiteY10" fmla="*/ 8240 h 238070"/>
                <a:gd name="connsiteX11" fmla="*/ 170141 w 235767"/>
                <a:gd name="connsiteY11" fmla="*/ 10961 h 238070"/>
                <a:gd name="connsiteX12" fmla="*/ 209111 w 235767"/>
                <a:gd name="connsiteY12" fmla="*/ 23714 h 238070"/>
                <a:gd name="connsiteX13" fmla="*/ 231607 w 235767"/>
                <a:gd name="connsiteY13" fmla="*/ 47862 h 238070"/>
                <a:gd name="connsiteX14" fmla="*/ 236035 w 235767"/>
                <a:gd name="connsiteY14" fmla="*/ 47862 h 238070"/>
                <a:gd name="connsiteX15" fmla="*/ 214602 w 235767"/>
                <a:gd name="connsiteY15" fmla="*/ 77 h 238070"/>
                <a:gd name="connsiteX16" fmla="*/ 5227 w 235767"/>
                <a:gd name="connsiteY16" fmla="*/ 77 h 238070"/>
                <a:gd name="connsiteX17" fmla="*/ 445 w 235767"/>
                <a:gd name="connsiteY17" fmla="*/ 1268 h 238070"/>
                <a:gd name="connsiteX18" fmla="*/ 268 w 235767"/>
                <a:gd name="connsiteY18" fmla="*/ 6879 h 238070"/>
                <a:gd name="connsiteX19" fmla="*/ 93972 w 235767"/>
                <a:gd name="connsiteY19" fmla="*/ 129996 h 238070"/>
                <a:gd name="connsiteX20" fmla="*/ 2216 w 235767"/>
                <a:gd name="connsiteY20" fmla="*/ 233216 h 238070"/>
                <a:gd name="connsiteX21" fmla="*/ 445 w 235767"/>
                <a:gd name="connsiteY21" fmla="*/ 236277 h 238070"/>
                <a:gd name="connsiteX22" fmla="*/ 5227 w 235767"/>
                <a:gd name="connsiteY22" fmla="*/ 238148 h 238070"/>
                <a:gd name="connsiteX23" fmla="*/ 214602 w 235767"/>
                <a:gd name="connsiteY23" fmla="*/ 238148 h 2380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35767" h="238070">
                  <a:moveTo>
                    <a:pt x="214602" y="238148"/>
                  </a:moveTo>
                  <a:lnTo>
                    <a:pt x="236035" y="183732"/>
                  </a:lnTo>
                  <a:lnTo>
                    <a:pt x="231607" y="183732"/>
                  </a:lnTo>
                  <a:cubicBezTo>
                    <a:pt x="224699" y="201417"/>
                    <a:pt x="205922" y="212980"/>
                    <a:pt x="185552" y="218082"/>
                  </a:cubicBezTo>
                  <a:cubicBezTo>
                    <a:pt x="181832" y="218932"/>
                    <a:pt x="164472" y="223353"/>
                    <a:pt x="130462" y="223353"/>
                  </a:cubicBezTo>
                  <a:lnTo>
                    <a:pt x="23650" y="223353"/>
                  </a:lnTo>
                  <a:lnTo>
                    <a:pt x="113812" y="121833"/>
                  </a:lnTo>
                  <a:cubicBezTo>
                    <a:pt x="115052" y="120473"/>
                    <a:pt x="115406" y="119963"/>
                    <a:pt x="115406" y="119113"/>
                  </a:cubicBezTo>
                  <a:cubicBezTo>
                    <a:pt x="115406" y="118773"/>
                    <a:pt x="115406" y="118262"/>
                    <a:pt x="114166" y="116562"/>
                  </a:cubicBezTo>
                  <a:lnTo>
                    <a:pt x="31621" y="8240"/>
                  </a:lnTo>
                  <a:lnTo>
                    <a:pt x="128691" y="8240"/>
                  </a:lnTo>
                  <a:cubicBezTo>
                    <a:pt x="152427" y="8240"/>
                    <a:pt x="168547" y="10621"/>
                    <a:pt x="170141" y="10961"/>
                  </a:cubicBezTo>
                  <a:cubicBezTo>
                    <a:pt x="179706" y="12321"/>
                    <a:pt x="195117" y="15212"/>
                    <a:pt x="209111" y="23714"/>
                  </a:cubicBezTo>
                  <a:cubicBezTo>
                    <a:pt x="213539" y="26435"/>
                    <a:pt x="225584" y="34087"/>
                    <a:pt x="231607" y="47862"/>
                  </a:cubicBezTo>
                  <a:lnTo>
                    <a:pt x="236035" y="47862"/>
                  </a:lnTo>
                  <a:lnTo>
                    <a:pt x="214602" y="77"/>
                  </a:lnTo>
                  <a:lnTo>
                    <a:pt x="5227" y="77"/>
                  </a:lnTo>
                  <a:cubicBezTo>
                    <a:pt x="1153" y="77"/>
                    <a:pt x="976" y="247"/>
                    <a:pt x="445" y="1268"/>
                  </a:cubicBezTo>
                  <a:cubicBezTo>
                    <a:pt x="268" y="1778"/>
                    <a:pt x="268" y="5009"/>
                    <a:pt x="268" y="6879"/>
                  </a:cubicBezTo>
                  <a:lnTo>
                    <a:pt x="93972" y="129996"/>
                  </a:lnTo>
                  <a:lnTo>
                    <a:pt x="2216" y="233216"/>
                  </a:lnTo>
                  <a:cubicBezTo>
                    <a:pt x="445" y="235257"/>
                    <a:pt x="445" y="236107"/>
                    <a:pt x="445" y="236277"/>
                  </a:cubicBezTo>
                  <a:cubicBezTo>
                    <a:pt x="445" y="238148"/>
                    <a:pt x="2039" y="238148"/>
                    <a:pt x="5227" y="238148"/>
                  </a:cubicBezTo>
                  <a:lnTo>
                    <a:pt x="214602" y="238148"/>
                  </a:lnTo>
                  <a:close/>
                </a:path>
              </a:pathLst>
            </a:custGeom>
            <a:solidFill>
              <a:srgbClr val="000000"/>
            </a:solidFill>
            <a:ln w="177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95" name="任意形状 194">
              <a:extLst>
                <a:ext uri="{FF2B5EF4-FFF2-40B4-BE49-F238E27FC236}">
                  <a16:creationId xmlns:a16="http://schemas.microsoft.com/office/drawing/2014/main" id="{8723E94A-B80D-F769-77D7-8F42E72A9136}"/>
                </a:ext>
              </a:extLst>
            </p:cNvPr>
            <p:cNvSpPr/>
            <p:nvPr>
              <p:custDataLst>
                <p:tags r:id="rId210"/>
              </p:custDataLst>
            </p:nvPr>
          </p:nvSpPr>
          <p:spPr>
            <a:xfrm>
              <a:off x="7405140" y="4144162"/>
              <a:ext cx="41910" cy="75587"/>
            </a:xfrm>
            <a:custGeom>
              <a:avLst/>
              <a:gdLst>
                <a:gd name="connsiteX0" fmla="*/ 25568 w 41910"/>
                <a:gd name="connsiteY0" fmla="*/ 27476 h 75587"/>
                <a:gd name="connsiteX1" fmla="*/ 38216 w 41910"/>
                <a:gd name="connsiteY1" fmla="*/ 27476 h 75587"/>
                <a:gd name="connsiteX2" fmla="*/ 42184 w 41910"/>
                <a:gd name="connsiteY2" fmla="*/ 24858 h 75587"/>
                <a:gd name="connsiteX3" fmla="*/ 38464 w 41910"/>
                <a:gd name="connsiteY3" fmla="*/ 23191 h 75587"/>
                <a:gd name="connsiteX4" fmla="*/ 26684 w 41910"/>
                <a:gd name="connsiteY4" fmla="*/ 23191 h 75587"/>
                <a:gd name="connsiteX5" fmla="*/ 31272 w 41910"/>
                <a:gd name="connsiteY5" fmla="*/ 5574 h 75587"/>
                <a:gd name="connsiteX6" fmla="*/ 31644 w 41910"/>
                <a:gd name="connsiteY6" fmla="*/ 3907 h 75587"/>
                <a:gd name="connsiteX7" fmla="*/ 27428 w 41910"/>
                <a:gd name="connsiteY7" fmla="*/ 98 h 75587"/>
                <a:gd name="connsiteX8" fmla="*/ 21600 w 41910"/>
                <a:gd name="connsiteY8" fmla="*/ 5217 h 75587"/>
                <a:gd name="connsiteX9" fmla="*/ 16889 w 41910"/>
                <a:gd name="connsiteY9" fmla="*/ 23191 h 75587"/>
                <a:gd name="connsiteX10" fmla="*/ 4241 w 41910"/>
                <a:gd name="connsiteY10" fmla="*/ 23191 h 75587"/>
                <a:gd name="connsiteX11" fmla="*/ 273 w 41910"/>
                <a:gd name="connsiteY11" fmla="*/ 25810 h 75587"/>
                <a:gd name="connsiteX12" fmla="*/ 3993 w 41910"/>
                <a:gd name="connsiteY12" fmla="*/ 27476 h 75587"/>
                <a:gd name="connsiteX13" fmla="*/ 15773 w 41910"/>
                <a:gd name="connsiteY13" fmla="*/ 27476 h 75587"/>
                <a:gd name="connsiteX14" fmla="*/ 8457 w 41910"/>
                <a:gd name="connsiteY14" fmla="*/ 55569 h 75587"/>
                <a:gd name="connsiteX15" fmla="*/ 6597 w 41910"/>
                <a:gd name="connsiteY15" fmla="*/ 64377 h 75587"/>
                <a:gd name="connsiteX16" fmla="*/ 19865 w 41910"/>
                <a:gd name="connsiteY16" fmla="*/ 75686 h 75587"/>
                <a:gd name="connsiteX17" fmla="*/ 41440 w 41910"/>
                <a:gd name="connsiteY17" fmla="*/ 57473 h 75587"/>
                <a:gd name="connsiteX18" fmla="*/ 39456 w 41910"/>
                <a:gd name="connsiteY18" fmla="*/ 55926 h 75587"/>
                <a:gd name="connsiteX19" fmla="*/ 36852 w 41910"/>
                <a:gd name="connsiteY19" fmla="*/ 58188 h 75587"/>
                <a:gd name="connsiteX20" fmla="*/ 20237 w 41910"/>
                <a:gd name="connsiteY20" fmla="*/ 72353 h 75587"/>
                <a:gd name="connsiteX21" fmla="*/ 15897 w 41910"/>
                <a:gd name="connsiteY21" fmla="*/ 66520 h 75587"/>
                <a:gd name="connsiteX22" fmla="*/ 16641 w 41910"/>
                <a:gd name="connsiteY22" fmla="*/ 61640 h 75587"/>
                <a:gd name="connsiteX23" fmla="*/ 25568 w 41910"/>
                <a:gd name="connsiteY23" fmla="*/ 27476 h 755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41910" h="75587">
                  <a:moveTo>
                    <a:pt x="25568" y="27476"/>
                  </a:moveTo>
                  <a:lnTo>
                    <a:pt x="38216" y="27476"/>
                  </a:lnTo>
                  <a:cubicBezTo>
                    <a:pt x="40572" y="27476"/>
                    <a:pt x="42184" y="27476"/>
                    <a:pt x="42184" y="24858"/>
                  </a:cubicBezTo>
                  <a:cubicBezTo>
                    <a:pt x="42184" y="23191"/>
                    <a:pt x="40572" y="23191"/>
                    <a:pt x="38464" y="23191"/>
                  </a:cubicBezTo>
                  <a:lnTo>
                    <a:pt x="26684" y="23191"/>
                  </a:lnTo>
                  <a:lnTo>
                    <a:pt x="31272" y="5574"/>
                  </a:lnTo>
                  <a:cubicBezTo>
                    <a:pt x="31396" y="4979"/>
                    <a:pt x="31644" y="4384"/>
                    <a:pt x="31644" y="3907"/>
                  </a:cubicBezTo>
                  <a:cubicBezTo>
                    <a:pt x="31644" y="1765"/>
                    <a:pt x="29908" y="98"/>
                    <a:pt x="27428" y="98"/>
                  </a:cubicBezTo>
                  <a:cubicBezTo>
                    <a:pt x="24328" y="98"/>
                    <a:pt x="22468" y="2122"/>
                    <a:pt x="21600" y="5217"/>
                  </a:cubicBezTo>
                  <a:cubicBezTo>
                    <a:pt x="20733" y="8193"/>
                    <a:pt x="22344" y="2479"/>
                    <a:pt x="16889" y="23191"/>
                  </a:cubicBezTo>
                  <a:lnTo>
                    <a:pt x="4241" y="23191"/>
                  </a:lnTo>
                  <a:cubicBezTo>
                    <a:pt x="1885" y="23191"/>
                    <a:pt x="273" y="23191"/>
                    <a:pt x="273" y="25810"/>
                  </a:cubicBezTo>
                  <a:cubicBezTo>
                    <a:pt x="273" y="27476"/>
                    <a:pt x="1761" y="27476"/>
                    <a:pt x="3993" y="27476"/>
                  </a:cubicBezTo>
                  <a:lnTo>
                    <a:pt x="15773" y="27476"/>
                  </a:lnTo>
                  <a:lnTo>
                    <a:pt x="8457" y="55569"/>
                  </a:lnTo>
                  <a:cubicBezTo>
                    <a:pt x="7713" y="58545"/>
                    <a:pt x="6597" y="62830"/>
                    <a:pt x="6597" y="64377"/>
                  </a:cubicBezTo>
                  <a:cubicBezTo>
                    <a:pt x="6597" y="71400"/>
                    <a:pt x="12797" y="75686"/>
                    <a:pt x="19865" y="75686"/>
                  </a:cubicBezTo>
                  <a:cubicBezTo>
                    <a:pt x="33628" y="75686"/>
                    <a:pt x="41440" y="59021"/>
                    <a:pt x="41440" y="57473"/>
                  </a:cubicBezTo>
                  <a:cubicBezTo>
                    <a:pt x="41440" y="55926"/>
                    <a:pt x="39828" y="55926"/>
                    <a:pt x="39456" y="55926"/>
                  </a:cubicBezTo>
                  <a:cubicBezTo>
                    <a:pt x="37968" y="55926"/>
                    <a:pt x="37844" y="56164"/>
                    <a:pt x="36852" y="58188"/>
                  </a:cubicBezTo>
                  <a:cubicBezTo>
                    <a:pt x="33380" y="65687"/>
                    <a:pt x="27056" y="72353"/>
                    <a:pt x="20237" y="72353"/>
                  </a:cubicBezTo>
                  <a:cubicBezTo>
                    <a:pt x="17633" y="72353"/>
                    <a:pt x="15897" y="70805"/>
                    <a:pt x="15897" y="66520"/>
                  </a:cubicBezTo>
                  <a:cubicBezTo>
                    <a:pt x="15897" y="65330"/>
                    <a:pt x="16393" y="62830"/>
                    <a:pt x="16641" y="61640"/>
                  </a:cubicBezTo>
                  <a:lnTo>
                    <a:pt x="25568" y="27476"/>
                  </a:lnTo>
                  <a:close/>
                </a:path>
              </a:pathLst>
            </a:custGeom>
            <a:solidFill>
              <a:srgbClr val="000000"/>
            </a:solidFill>
            <a:ln w="177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96" name="任意形状 195">
              <a:extLst>
                <a:ext uri="{FF2B5EF4-FFF2-40B4-BE49-F238E27FC236}">
                  <a16:creationId xmlns:a16="http://schemas.microsoft.com/office/drawing/2014/main" id="{F5E45307-5348-55FE-D170-5F979C3BE41E}"/>
                </a:ext>
              </a:extLst>
            </p:cNvPr>
            <p:cNvSpPr/>
            <p:nvPr>
              <p:custDataLst>
                <p:tags r:id="rId211"/>
              </p:custDataLst>
            </p:nvPr>
          </p:nvSpPr>
          <p:spPr>
            <a:xfrm>
              <a:off x="7605220" y="3895462"/>
              <a:ext cx="7085" cy="170050"/>
            </a:xfrm>
            <a:custGeom>
              <a:avLst/>
              <a:gdLst>
                <a:gd name="connsiteX0" fmla="*/ 7369 w 7085"/>
                <a:gd name="connsiteY0" fmla="*/ 6209 h 170050"/>
                <a:gd name="connsiteX1" fmla="*/ 3826 w 7085"/>
                <a:gd name="connsiteY1" fmla="*/ 87 h 170050"/>
                <a:gd name="connsiteX2" fmla="*/ 284 w 7085"/>
                <a:gd name="connsiteY2" fmla="*/ 6209 h 170050"/>
                <a:gd name="connsiteX3" fmla="*/ 284 w 7085"/>
                <a:gd name="connsiteY3" fmla="*/ 164015 h 170050"/>
                <a:gd name="connsiteX4" fmla="*/ 3826 w 7085"/>
                <a:gd name="connsiteY4" fmla="*/ 170137 h 170050"/>
                <a:gd name="connsiteX5" fmla="*/ 7369 w 7085"/>
                <a:gd name="connsiteY5" fmla="*/ 164015 h 170050"/>
                <a:gd name="connsiteX6" fmla="*/ 7369 w 7085"/>
                <a:gd name="connsiteY6" fmla="*/ 6209 h 170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085" h="170050">
                  <a:moveTo>
                    <a:pt x="7369" y="6209"/>
                  </a:moveTo>
                  <a:cubicBezTo>
                    <a:pt x="7369" y="3148"/>
                    <a:pt x="7369" y="87"/>
                    <a:pt x="3826" y="87"/>
                  </a:cubicBezTo>
                  <a:cubicBezTo>
                    <a:pt x="284" y="87"/>
                    <a:pt x="284" y="3148"/>
                    <a:pt x="284" y="6209"/>
                  </a:cubicBezTo>
                  <a:lnTo>
                    <a:pt x="284" y="164015"/>
                  </a:lnTo>
                  <a:cubicBezTo>
                    <a:pt x="284" y="167076"/>
                    <a:pt x="284" y="170137"/>
                    <a:pt x="3826" y="170137"/>
                  </a:cubicBezTo>
                  <a:cubicBezTo>
                    <a:pt x="7369" y="170137"/>
                    <a:pt x="7369" y="167076"/>
                    <a:pt x="7369" y="164015"/>
                  </a:cubicBezTo>
                  <a:lnTo>
                    <a:pt x="7369" y="6209"/>
                  </a:lnTo>
                  <a:close/>
                </a:path>
              </a:pathLst>
            </a:custGeom>
            <a:solidFill>
              <a:srgbClr val="000000"/>
            </a:solidFill>
            <a:ln w="177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97" name="任意形状 196">
              <a:extLst>
                <a:ext uri="{FF2B5EF4-FFF2-40B4-BE49-F238E27FC236}">
                  <a16:creationId xmlns:a16="http://schemas.microsoft.com/office/drawing/2014/main" id="{64EEFEA3-D2C5-99E9-1449-B62256E36C73}"/>
                </a:ext>
              </a:extLst>
            </p:cNvPr>
            <p:cNvSpPr/>
            <p:nvPr>
              <p:custDataLst>
                <p:tags r:id="rId212"/>
              </p:custDataLst>
            </p:nvPr>
          </p:nvSpPr>
          <p:spPr>
            <a:xfrm>
              <a:off x="7646099" y="3895462"/>
              <a:ext cx="62883" cy="170050"/>
            </a:xfrm>
            <a:custGeom>
              <a:avLst/>
              <a:gdLst>
                <a:gd name="connsiteX0" fmla="*/ 37662 w 62883"/>
                <a:gd name="connsiteY0" fmla="*/ 22704 h 170050"/>
                <a:gd name="connsiteX1" fmla="*/ 61575 w 62883"/>
                <a:gd name="connsiteY1" fmla="*/ 3828 h 170050"/>
                <a:gd name="connsiteX2" fmla="*/ 63170 w 62883"/>
                <a:gd name="connsiteY2" fmla="*/ 1957 h 170050"/>
                <a:gd name="connsiteX3" fmla="*/ 59804 w 62883"/>
                <a:gd name="connsiteY3" fmla="*/ 87 h 170050"/>
                <a:gd name="connsiteX4" fmla="*/ 25794 w 62883"/>
                <a:gd name="connsiteY4" fmla="*/ 21343 h 170050"/>
                <a:gd name="connsiteX5" fmla="*/ 25794 w 62883"/>
                <a:gd name="connsiteY5" fmla="*/ 60115 h 170050"/>
                <a:gd name="connsiteX6" fmla="*/ 18709 w 62883"/>
                <a:gd name="connsiteY6" fmla="*/ 77800 h 170050"/>
                <a:gd name="connsiteX7" fmla="*/ 1881 w 62883"/>
                <a:gd name="connsiteY7" fmla="*/ 83241 h 170050"/>
                <a:gd name="connsiteX8" fmla="*/ 286 w 62883"/>
                <a:gd name="connsiteY8" fmla="*/ 85112 h 170050"/>
                <a:gd name="connsiteX9" fmla="*/ 3121 w 62883"/>
                <a:gd name="connsiteY9" fmla="*/ 86983 h 170050"/>
                <a:gd name="connsiteX10" fmla="*/ 25263 w 62883"/>
                <a:gd name="connsiteY10" fmla="*/ 102117 h 170050"/>
                <a:gd name="connsiteX11" fmla="*/ 25794 w 62883"/>
                <a:gd name="connsiteY11" fmla="*/ 110450 h 170050"/>
                <a:gd name="connsiteX12" fmla="*/ 25794 w 62883"/>
                <a:gd name="connsiteY12" fmla="*/ 144120 h 170050"/>
                <a:gd name="connsiteX13" fmla="*/ 34297 w 62883"/>
                <a:gd name="connsiteY13" fmla="*/ 163165 h 170050"/>
                <a:gd name="connsiteX14" fmla="*/ 59804 w 62883"/>
                <a:gd name="connsiteY14" fmla="*/ 170137 h 170050"/>
                <a:gd name="connsiteX15" fmla="*/ 63170 w 62883"/>
                <a:gd name="connsiteY15" fmla="*/ 168267 h 170050"/>
                <a:gd name="connsiteX16" fmla="*/ 60335 w 62883"/>
                <a:gd name="connsiteY16" fmla="*/ 166396 h 170050"/>
                <a:gd name="connsiteX17" fmla="*/ 38194 w 62883"/>
                <a:gd name="connsiteY17" fmla="*/ 151602 h 170050"/>
                <a:gd name="connsiteX18" fmla="*/ 37662 w 62883"/>
                <a:gd name="connsiteY18" fmla="*/ 143609 h 170050"/>
                <a:gd name="connsiteX19" fmla="*/ 37662 w 62883"/>
                <a:gd name="connsiteY19" fmla="*/ 107899 h 170050"/>
                <a:gd name="connsiteX20" fmla="*/ 30577 w 62883"/>
                <a:gd name="connsiteY20" fmla="*/ 91744 h 170050"/>
                <a:gd name="connsiteX21" fmla="*/ 16760 w 62883"/>
                <a:gd name="connsiteY21" fmla="*/ 85112 h 170050"/>
                <a:gd name="connsiteX22" fmla="*/ 37662 w 62883"/>
                <a:gd name="connsiteY22" fmla="*/ 63516 h 170050"/>
                <a:gd name="connsiteX23" fmla="*/ 37662 w 62883"/>
                <a:gd name="connsiteY23" fmla="*/ 22704 h 170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62883" h="170050">
                  <a:moveTo>
                    <a:pt x="37662" y="22704"/>
                  </a:moveTo>
                  <a:cubicBezTo>
                    <a:pt x="37662" y="15902"/>
                    <a:pt x="42268" y="5018"/>
                    <a:pt x="61575" y="3828"/>
                  </a:cubicBezTo>
                  <a:cubicBezTo>
                    <a:pt x="62461" y="3658"/>
                    <a:pt x="63170" y="2978"/>
                    <a:pt x="63170" y="1957"/>
                  </a:cubicBezTo>
                  <a:cubicBezTo>
                    <a:pt x="63170" y="87"/>
                    <a:pt x="61753" y="87"/>
                    <a:pt x="59804" y="87"/>
                  </a:cubicBezTo>
                  <a:cubicBezTo>
                    <a:pt x="42090" y="87"/>
                    <a:pt x="25971" y="8759"/>
                    <a:pt x="25794" y="21343"/>
                  </a:cubicBezTo>
                  <a:lnTo>
                    <a:pt x="25794" y="60115"/>
                  </a:lnTo>
                  <a:cubicBezTo>
                    <a:pt x="25794" y="66747"/>
                    <a:pt x="25794" y="72188"/>
                    <a:pt x="18709" y="77800"/>
                  </a:cubicBezTo>
                  <a:cubicBezTo>
                    <a:pt x="12509" y="82731"/>
                    <a:pt x="5778" y="83071"/>
                    <a:pt x="1881" y="83241"/>
                  </a:cubicBezTo>
                  <a:cubicBezTo>
                    <a:pt x="995" y="83412"/>
                    <a:pt x="286" y="84092"/>
                    <a:pt x="286" y="85112"/>
                  </a:cubicBezTo>
                  <a:cubicBezTo>
                    <a:pt x="286" y="86813"/>
                    <a:pt x="1349" y="86813"/>
                    <a:pt x="3121" y="86983"/>
                  </a:cubicBezTo>
                  <a:cubicBezTo>
                    <a:pt x="14812" y="87663"/>
                    <a:pt x="23314" y="93785"/>
                    <a:pt x="25263" y="102117"/>
                  </a:cubicBezTo>
                  <a:cubicBezTo>
                    <a:pt x="25794" y="103988"/>
                    <a:pt x="25794" y="104328"/>
                    <a:pt x="25794" y="110450"/>
                  </a:cubicBezTo>
                  <a:lnTo>
                    <a:pt x="25794" y="144120"/>
                  </a:lnTo>
                  <a:cubicBezTo>
                    <a:pt x="25794" y="151262"/>
                    <a:pt x="25794" y="156703"/>
                    <a:pt x="34297" y="163165"/>
                  </a:cubicBezTo>
                  <a:cubicBezTo>
                    <a:pt x="41205" y="168267"/>
                    <a:pt x="52896" y="170137"/>
                    <a:pt x="59804" y="170137"/>
                  </a:cubicBezTo>
                  <a:cubicBezTo>
                    <a:pt x="61753" y="170137"/>
                    <a:pt x="63170" y="170137"/>
                    <a:pt x="63170" y="168267"/>
                  </a:cubicBezTo>
                  <a:cubicBezTo>
                    <a:pt x="63170" y="166566"/>
                    <a:pt x="62107" y="166566"/>
                    <a:pt x="60335" y="166396"/>
                  </a:cubicBezTo>
                  <a:cubicBezTo>
                    <a:pt x="49176" y="165716"/>
                    <a:pt x="40496" y="160274"/>
                    <a:pt x="38194" y="151602"/>
                  </a:cubicBezTo>
                  <a:cubicBezTo>
                    <a:pt x="37662" y="150071"/>
                    <a:pt x="37662" y="149731"/>
                    <a:pt x="37662" y="143609"/>
                  </a:cubicBezTo>
                  <a:lnTo>
                    <a:pt x="37662" y="107899"/>
                  </a:lnTo>
                  <a:cubicBezTo>
                    <a:pt x="37662" y="100076"/>
                    <a:pt x="36245" y="97186"/>
                    <a:pt x="30577" y="91744"/>
                  </a:cubicBezTo>
                  <a:cubicBezTo>
                    <a:pt x="26857" y="88173"/>
                    <a:pt x="21720" y="86472"/>
                    <a:pt x="16760" y="85112"/>
                  </a:cubicBezTo>
                  <a:cubicBezTo>
                    <a:pt x="31285" y="81201"/>
                    <a:pt x="37662" y="73379"/>
                    <a:pt x="37662" y="63516"/>
                  </a:cubicBezTo>
                  <a:lnTo>
                    <a:pt x="37662" y="22704"/>
                  </a:lnTo>
                  <a:close/>
                </a:path>
              </a:pathLst>
            </a:custGeom>
            <a:solidFill>
              <a:srgbClr val="000000"/>
            </a:solidFill>
            <a:ln w="177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98" name="任意形状 197">
              <a:extLst>
                <a:ext uri="{FF2B5EF4-FFF2-40B4-BE49-F238E27FC236}">
                  <a16:creationId xmlns:a16="http://schemas.microsoft.com/office/drawing/2014/main" id="{01D417A5-A48C-4ECD-DE0D-FA8AC04AE422}"/>
                </a:ext>
              </a:extLst>
            </p:cNvPr>
            <p:cNvSpPr/>
            <p:nvPr>
              <p:custDataLst>
                <p:tags r:id="rId213"/>
              </p:custDataLst>
            </p:nvPr>
          </p:nvSpPr>
          <p:spPr>
            <a:xfrm>
              <a:off x="7761178" y="3904985"/>
              <a:ext cx="86973" cy="119885"/>
            </a:xfrm>
            <a:custGeom>
              <a:avLst/>
              <a:gdLst>
                <a:gd name="connsiteX0" fmla="*/ 41389 w 86973"/>
                <a:gd name="connsiteY0" fmla="*/ 1957 h 119885"/>
                <a:gd name="connsiteX1" fmla="*/ 39086 w 86973"/>
                <a:gd name="connsiteY1" fmla="*/ 87 h 119885"/>
                <a:gd name="connsiteX2" fmla="*/ 17475 w 86973"/>
                <a:gd name="connsiteY2" fmla="*/ 1787 h 119885"/>
                <a:gd name="connsiteX3" fmla="*/ 14110 w 86973"/>
                <a:gd name="connsiteY3" fmla="*/ 5188 h 119885"/>
                <a:gd name="connsiteX4" fmla="*/ 18361 w 86973"/>
                <a:gd name="connsiteY4" fmla="*/ 7229 h 119885"/>
                <a:gd name="connsiteX5" fmla="*/ 27218 w 86973"/>
                <a:gd name="connsiteY5" fmla="*/ 10120 h 119885"/>
                <a:gd name="connsiteX6" fmla="*/ 26686 w 86973"/>
                <a:gd name="connsiteY6" fmla="*/ 13521 h 119885"/>
                <a:gd name="connsiteX7" fmla="*/ 1002 w 86973"/>
                <a:gd name="connsiteY7" fmla="*/ 111470 h 119885"/>
                <a:gd name="connsiteX8" fmla="*/ 293 w 86973"/>
                <a:gd name="connsiteY8" fmla="*/ 115211 h 119885"/>
                <a:gd name="connsiteX9" fmla="*/ 5430 w 86973"/>
                <a:gd name="connsiteY9" fmla="*/ 119972 h 119885"/>
                <a:gd name="connsiteX10" fmla="*/ 11984 w 86973"/>
                <a:gd name="connsiteY10" fmla="*/ 115551 h 119885"/>
                <a:gd name="connsiteX11" fmla="*/ 15350 w 86973"/>
                <a:gd name="connsiteY11" fmla="*/ 102627 h 119885"/>
                <a:gd name="connsiteX12" fmla="*/ 19247 w 86973"/>
                <a:gd name="connsiteY12" fmla="*/ 87323 h 119885"/>
                <a:gd name="connsiteX13" fmla="*/ 22258 w 86973"/>
                <a:gd name="connsiteY13" fmla="*/ 75929 h 119885"/>
                <a:gd name="connsiteX14" fmla="*/ 24206 w 86973"/>
                <a:gd name="connsiteY14" fmla="*/ 68277 h 119885"/>
                <a:gd name="connsiteX15" fmla="*/ 36252 w 86973"/>
                <a:gd name="connsiteY15" fmla="*/ 52632 h 119885"/>
                <a:gd name="connsiteX16" fmla="*/ 53257 w 86973"/>
                <a:gd name="connsiteY16" fmla="*/ 46681 h 119885"/>
                <a:gd name="connsiteX17" fmla="*/ 62822 w 86973"/>
                <a:gd name="connsiteY17" fmla="*/ 58584 h 119885"/>
                <a:gd name="connsiteX18" fmla="*/ 51840 w 86973"/>
                <a:gd name="connsiteY18" fmla="*/ 96675 h 119885"/>
                <a:gd name="connsiteX19" fmla="*/ 49537 w 86973"/>
                <a:gd name="connsiteY19" fmla="*/ 106028 h 119885"/>
                <a:gd name="connsiteX20" fmla="*/ 64062 w 86973"/>
                <a:gd name="connsiteY20" fmla="*/ 119972 h 119885"/>
                <a:gd name="connsiteX21" fmla="*/ 87267 w 86973"/>
                <a:gd name="connsiteY21" fmla="*/ 93785 h 119885"/>
                <a:gd name="connsiteX22" fmla="*/ 85141 w 86973"/>
                <a:gd name="connsiteY22" fmla="*/ 92084 h 119885"/>
                <a:gd name="connsiteX23" fmla="*/ 82484 w 86973"/>
                <a:gd name="connsiteY23" fmla="*/ 95145 h 119885"/>
                <a:gd name="connsiteX24" fmla="*/ 64416 w 86973"/>
                <a:gd name="connsiteY24" fmla="*/ 116231 h 119885"/>
                <a:gd name="connsiteX25" fmla="*/ 60165 w 86973"/>
                <a:gd name="connsiteY25" fmla="*/ 110620 h 119885"/>
                <a:gd name="connsiteX26" fmla="*/ 63353 w 86973"/>
                <a:gd name="connsiteY26" fmla="*/ 98546 h 119885"/>
                <a:gd name="connsiteX27" fmla="*/ 74159 w 86973"/>
                <a:gd name="connsiteY27" fmla="*/ 61135 h 119885"/>
                <a:gd name="connsiteX28" fmla="*/ 53788 w 86973"/>
                <a:gd name="connsiteY28" fmla="*/ 42940 h 119885"/>
                <a:gd name="connsiteX29" fmla="*/ 27572 w 86973"/>
                <a:gd name="connsiteY29" fmla="*/ 56033 h 119885"/>
                <a:gd name="connsiteX30" fmla="*/ 41389 w 86973"/>
                <a:gd name="connsiteY30" fmla="*/ 1957 h 1198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86973" h="119885">
                  <a:moveTo>
                    <a:pt x="41389" y="1957"/>
                  </a:moveTo>
                  <a:cubicBezTo>
                    <a:pt x="41389" y="1787"/>
                    <a:pt x="41389" y="87"/>
                    <a:pt x="39086" y="87"/>
                  </a:cubicBezTo>
                  <a:cubicBezTo>
                    <a:pt x="35012" y="87"/>
                    <a:pt x="22081" y="1447"/>
                    <a:pt x="17475" y="1787"/>
                  </a:cubicBezTo>
                  <a:cubicBezTo>
                    <a:pt x="16058" y="1957"/>
                    <a:pt x="14110" y="2127"/>
                    <a:pt x="14110" y="5188"/>
                  </a:cubicBezTo>
                  <a:cubicBezTo>
                    <a:pt x="14110" y="7229"/>
                    <a:pt x="15704" y="7229"/>
                    <a:pt x="18361" y="7229"/>
                  </a:cubicBezTo>
                  <a:cubicBezTo>
                    <a:pt x="26863" y="7229"/>
                    <a:pt x="27218" y="8419"/>
                    <a:pt x="27218" y="10120"/>
                  </a:cubicBezTo>
                  <a:lnTo>
                    <a:pt x="26686" y="13521"/>
                  </a:lnTo>
                  <a:lnTo>
                    <a:pt x="1002" y="111470"/>
                  </a:lnTo>
                  <a:cubicBezTo>
                    <a:pt x="293" y="113851"/>
                    <a:pt x="293" y="114191"/>
                    <a:pt x="293" y="115211"/>
                  </a:cubicBezTo>
                  <a:cubicBezTo>
                    <a:pt x="293" y="119122"/>
                    <a:pt x="3836" y="119972"/>
                    <a:pt x="5430" y="119972"/>
                  </a:cubicBezTo>
                  <a:cubicBezTo>
                    <a:pt x="8264" y="119972"/>
                    <a:pt x="11098" y="117932"/>
                    <a:pt x="11984" y="115551"/>
                  </a:cubicBezTo>
                  <a:lnTo>
                    <a:pt x="15350" y="102627"/>
                  </a:lnTo>
                  <a:lnTo>
                    <a:pt x="19247" y="87323"/>
                  </a:lnTo>
                  <a:cubicBezTo>
                    <a:pt x="20309" y="83582"/>
                    <a:pt x="21372" y="79840"/>
                    <a:pt x="22258" y="75929"/>
                  </a:cubicBezTo>
                  <a:cubicBezTo>
                    <a:pt x="22612" y="74909"/>
                    <a:pt x="24029" y="69297"/>
                    <a:pt x="24206" y="68277"/>
                  </a:cubicBezTo>
                  <a:cubicBezTo>
                    <a:pt x="24738" y="66747"/>
                    <a:pt x="30229" y="57224"/>
                    <a:pt x="36252" y="52632"/>
                  </a:cubicBezTo>
                  <a:cubicBezTo>
                    <a:pt x="40149" y="49912"/>
                    <a:pt x="45640" y="46681"/>
                    <a:pt x="53257" y="46681"/>
                  </a:cubicBezTo>
                  <a:cubicBezTo>
                    <a:pt x="60874" y="46681"/>
                    <a:pt x="62822" y="52462"/>
                    <a:pt x="62822" y="58584"/>
                  </a:cubicBezTo>
                  <a:cubicBezTo>
                    <a:pt x="62822" y="67767"/>
                    <a:pt x="56091" y="86302"/>
                    <a:pt x="51840" y="96675"/>
                  </a:cubicBezTo>
                  <a:cubicBezTo>
                    <a:pt x="50423" y="100587"/>
                    <a:pt x="49537" y="102627"/>
                    <a:pt x="49537" y="106028"/>
                  </a:cubicBezTo>
                  <a:cubicBezTo>
                    <a:pt x="49537" y="114021"/>
                    <a:pt x="55737" y="119972"/>
                    <a:pt x="64062" y="119972"/>
                  </a:cubicBezTo>
                  <a:cubicBezTo>
                    <a:pt x="80713" y="119972"/>
                    <a:pt x="87267" y="95145"/>
                    <a:pt x="87267" y="93785"/>
                  </a:cubicBezTo>
                  <a:cubicBezTo>
                    <a:pt x="87267" y="92084"/>
                    <a:pt x="85673" y="92084"/>
                    <a:pt x="85141" y="92084"/>
                  </a:cubicBezTo>
                  <a:cubicBezTo>
                    <a:pt x="83370" y="92084"/>
                    <a:pt x="83370" y="92594"/>
                    <a:pt x="82484" y="95145"/>
                  </a:cubicBezTo>
                  <a:cubicBezTo>
                    <a:pt x="79827" y="104158"/>
                    <a:pt x="74159" y="116231"/>
                    <a:pt x="64416" y="116231"/>
                  </a:cubicBezTo>
                  <a:cubicBezTo>
                    <a:pt x="61405" y="116231"/>
                    <a:pt x="60165" y="114531"/>
                    <a:pt x="60165" y="110620"/>
                  </a:cubicBezTo>
                  <a:cubicBezTo>
                    <a:pt x="60165" y="106368"/>
                    <a:pt x="61759" y="102287"/>
                    <a:pt x="63353" y="98546"/>
                  </a:cubicBezTo>
                  <a:cubicBezTo>
                    <a:pt x="66188" y="91234"/>
                    <a:pt x="74159" y="70998"/>
                    <a:pt x="74159" y="61135"/>
                  </a:cubicBezTo>
                  <a:cubicBezTo>
                    <a:pt x="74159" y="50082"/>
                    <a:pt x="67073" y="42940"/>
                    <a:pt x="53788" y="42940"/>
                  </a:cubicBezTo>
                  <a:cubicBezTo>
                    <a:pt x="42629" y="42940"/>
                    <a:pt x="34126" y="48211"/>
                    <a:pt x="27572" y="56033"/>
                  </a:cubicBezTo>
                  <a:lnTo>
                    <a:pt x="41389" y="1957"/>
                  </a:lnTo>
                  <a:close/>
                </a:path>
              </a:pathLst>
            </a:custGeom>
            <a:solidFill>
              <a:srgbClr val="000000"/>
            </a:solidFill>
            <a:ln w="177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99" name="任意形状 198">
              <a:extLst>
                <a:ext uri="{FF2B5EF4-FFF2-40B4-BE49-F238E27FC236}">
                  <a16:creationId xmlns:a16="http://schemas.microsoft.com/office/drawing/2014/main" id="{43AC1539-3B7C-7CD6-2207-A866AF268AFF}"/>
                </a:ext>
              </a:extLst>
            </p:cNvPr>
            <p:cNvSpPr/>
            <p:nvPr>
              <p:custDataLst>
                <p:tags r:id="rId214"/>
              </p:custDataLst>
            </p:nvPr>
          </p:nvSpPr>
          <p:spPr>
            <a:xfrm>
              <a:off x="7923776" y="3895462"/>
              <a:ext cx="7085" cy="170050"/>
            </a:xfrm>
            <a:custGeom>
              <a:avLst/>
              <a:gdLst>
                <a:gd name="connsiteX0" fmla="*/ 7387 w 7085"/>
                <a:gd name="connsiteY0" fmla="*/ 6209 h 170050"/>
                <a:gd name="connsiteX1" fmla="*/ 3844 w 7085"/>
                <a:gd name="connsiteY1" fmla="*/ 87 h 170050"/>
                <a:gd name="connsiteX2" fmla="*/ 302 w 7085"/>
                <a:gd name="connsiteY2" fmla="*/ 6209 h 170050"/>
                <a:gd name="connsiteX3" fmla="*/ 302 w 7085"/>
                <a:gd name="connsiteY3" fmla="*/ 164015 h 170050"/>
                <a:gd name="connsiteX4" fmla="*/ 3844 w 7085"/>
                <a:gd name="connsiteY4" fmla="*/ 170137 h 170050"/>
                <a:gd name="connsiteX5" fmla="*/ 7387 w 7085"/>
                <a:gd name="connsiteY5" fmla="*/ 164015 h 170050"/>
                <a:gd name="connsiteX6" fmla="*/ 7387 w 7085"/>
                <a:gd name="connsiteY6" fmla="*/ 6209 h 170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085" h="170050">
                  <a:moveTo>
                    <a:pt x="7387" y="6209"/>
                  </a:moveTo>
                  <a:cubicBezTo>
                    <a:pt x="7387" y="3148"/>
                    <a:pt x="7387" y="87"/>
                    <a:pt x="3844" y="87"/>
                  </a:cubicBezTo>
                  <a:cubicBezTo>
                    <a:pt x="302" y="87"/>
                    <a:pt x="302" y="3148"/>
                    <a:pt x="302" y="6209"/>
                  </a:cubicBezTo>
                  <a:lnTo>
                    <a:pt x="302" y="164015"/>
                  </a:lnTo>
                  <a:cubicBezTo>
                    <a:pt x="302" y="167076"/>
                    <a:pt x="302" y="170137"/>
                    <a:pt x="3844" y="170137"/>
                  </a:cubicBezTo>
                  <a:cubicBezTo>
                    <a:pt x="7387" y="170137"/>
                    <a:pt x="7387" y="167076"/>
                    <a:pt x="7387" y="164015"/>
                  </a:cubicBezTo>
                  <a:lnTo>
                    <a:pt x="7387" y="6209"/>
                  </a:lnTo>
                  <a:close/>
                </a:path>
              </a:pathLst>
            </a:custGeom>
            <a:solidFill>
              <a:srgbClr val="000000"/>
            </a:solidFill>
            <a:ln w="177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00" name="任意形状 199">
              <a:extLst>
                <a:ext uri="{FF2B5EF4-FFF2-40B4-BE49-F238E27FC236}">
                  <a16:creationId xmlns:a16="http://schemas.microsoft.com/office/drawing/2014/main" id="{3660C819-0E96-8989-22BE-361B5884ED95}"/>
                </a:ext>
              </a:extLst>
            </p:cNvPr>
            <p:cNvSpPr/>
            <p:nvPr>
              <p:custDataLst>
                <p:tags r:id="rId215"/>
              </p:custDataLst>
            </p:nvPr>
          </p:nvSpPr>
          <p:spPr>
            <a:xfrm>
              <a:off x="8018641" y="3895462"/>
              <a:ext cx="41095" cy="170050"/>
            </a:xfrm>
            <a:custGeom>
              <a:avLst/>
              <a:gdLst>
                <a:gd name="connsiteX0" fmla="*/ 41403 w 41095"/>
                <a:gd name="connsiteY0" fmla="*/ 168437 h 170050"/>
                <a:gd name="connsiteX1" fmla="*/ 38391 w 41095"/>
                <a:gd name="connsiteY1" fmla="*/ 164696 h 170050"/>
                <a:gd name="connsiteX2" fmla="*/ 10581 w 41095"/>
                <a:gd name="connsiteY2" fmla="*/ 85112 h 170050"/>
                <a:gd name="connsiteX3" fmla="*/ 39100 w 41095"/>
                <a:gd name="connsiteY3" fmla="*/ 4678 h 170050"/>
                <a:gd name="connsiteX4" fmla="*/ 41403 w 41095"/>
                <a:gd name="connsiteY4" fmla="*/ 1787 h 170050"/>
                <a:gd name="connsiteX5" fmla="*/ 39631 w 41095"/>
                <a:gd name="connsiteY5" fmla="*/ 87 h 170050"/>
                <a:gd name="connsiteX6" fmla="*/ 11467 w 41095"/>
                <a:gd name="connsiteY6" fmla="*/ 33247 h 170050"/>
                <a:gd name="connsiteX7" fmla="*/ 307 w 41095"/>
                <a:gd name="connsiteY7" fmla="*/ 85112 h 170050"/>
                <a:gd name="connsiteX8" fmla="*/ 11998 w 41095"/>
                <a:gd name="connsiteY8" fmla="*/ 138168 h 170050"/>
                <a:gd name="connsiteX9" fmla="*/ 39631 w 41095"/>
                <a:gd name="connsiteY9" fmla="*/ 170137 h 170050"/>
                <a:gd name="connsiteX10" fmla="*/ 41403 w 41095"/>
                <a:gd name="connsiteY10" fmla="*/ 168437 h 170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41095" h="170050">
                  <a:moveTo>
                    <a:pt x="41403" y="168437"/>
                  </a:moveTo>
                  <a:cubicBezTo>
                    <a:pt x="41403" y="167927"/>
                    <a:pt x="41403" y="167586"/>
                    <a:pt x="38391" y="164696"/>
                  </a:cubicBezTo>
                  <a:cubicBezTo>
                    <a:pt x="16249" y="143269"/>
                    <a:pt x="10581" y="111130"/>
                    <a:pt x="10581" y="85112"/>
                  </a:cubicBezTo>
                  <a:cubicBezTo>
                    <a:pt x="10581" y="55523"/>
                    <a:pt x="17312" y="25935"/>
                    <a:pt x="39100" y="4678"/>
                  </a:cubicBezTo>
                  <a:cubicBezTo>
                    <a:pt x="41403" y="2638"/>
                    <a:pt x="41403" y="2298"/>
                    <a:pt x="41403" y="1787"/>
                  </a:cubicBezTo>
                  <a:cubicBezTo>
                    <a:pt x="41403" y="597"/>
                    <a:pt x="40694" y="87"/>
                    <a:pt x="39631" y="87"/>
                  </a:cubicBezTo>
                  <a:cubicBezTo>
                    <a:pt x="37860" y="87"/>
                    <a:pt x="21918" y="11650"/>
                    <a:pt x="11467" y="33247"/>
                  </a:cubicBezTo>
                  <a:cubicBezTo>
                    <a:pt x="2433" y="51952"/>
                    <a:pt x="307" y="70828"/>
                    <a:pt x="307" y="85112"/>
                  </a:cubicBezTo>
                  <a:cubicBezTo>
                    <a:pt x="307" y="98376"/>
                    <a:pt x="2256" y="118952"/>
                    <a:pt x="11998" y="138168"/>
                  </a:cubicBezTo>
                  <a:cubicBezTo>
                    <a:pt x="22626" y="159084"/>
                    <a:pt x="37860" y="170137"/>
                    <a:pt x="39631" y="170137"/>
                  </a:cubicBezTo>
                  <a:cubicBezTo>
                    <a:pt x="40694" y="170137"/>
                    <a:pt x="41403" y="169627"/>
                    <a:pt x="41403" y="168437"/>
                  </a:cubicBezTo>
                  <a:close/>
                </a:path>
              </a:pathLst>
            </a:custGeom>
            <a:solidFill>
              <a:srgbClr val="000000"/>
            </a:solidFill>
            <a:ln w="177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01" name="任意形状 200">
              <a:extLst>
                <a:ext uri="{FF2B5EF4-FFF2-40B4-BE49-F238E27FC236}">
                  <a16:creationId xmlns:a16="http://schemas.microsoft.com/office/drawing/2014/main" id="{9B47E72E-C484-B1FF-4949-9A0399E95574}"/>
                </a:ext>
              </a:extLst>
            </p:cNvPr>
            <p:cNvSpPr/>
            <p:nvPr>
              <p:custDataLst>
                <p:tags r:id="rId216"/>
              </p:custDataLst>
            </p:nvPr>
          </p:nvSpPr>
          <p:spPr>
            <a:xfrm>
              <a:off x="8079733" y="3904985"/>
              <a:ext cx="86973" cy="119885"/>
            </a:xfrm>
            <a:custGeom>
              <a:avLst/>
              <a:gdLst>
                <a:gd name="connsiteX0" fmla="*/ 41407 w 86973"/>
                <a:gd name="connsiteY0" fmla="*/ 1957 h 119885"/>
                <a:gd name="connsiteX1" fmla="*/ 39104 w 86973"/>
                <a:gd name="connsiteY1" fmla="*/ 87 h 119885"/>
                <a:gd name="connsiteX2" fmla="*/ 17493 w 86973"/>
                <a:gd name="connsiteY2" fmla="*/ 1787 h 119885"/>
                <a:gd name="connsiteX3" fmla="*/ 14128 w 86973"/>
                <a:gd name="connsiteY3" fmla="*/ 5188 h 119885"/>
                <a:gd name="connsiteX4" fmla="*/ 18379 w 86973"/>
                <a:gd name="connsiteY4" fmla="*/ 7229 h 119885"/>
                <a:gd name="connsiteX5" fmla="*/ 27236 w 86973"/>
                <a:gd name="connsiteY5" fmla="*/ 10120 h 119885"/>
                <a:gd name="connsiteX6" fmla="*/ 26704 w 86973"/>
                <a:gd name="connsiteY6" fmla="*/ 13521 h 119885"/>
                <a:gd name="connsiteX7" fmla="*/ 1020 w 86973"/>
                <a:gd name="connsiteY7" fmla="*/ 111470 h 119885"/>
                <a:gd name="connsiteX8" fmla="*/ 311 w 86973"/>
                <a:gd name="connsiteY8" fmla="*/ 115211 h 119885"/>
                <a:gd name="connsiteX9" fmla="*/ 5448 w 86973"/>
                <a:gd name="connsiteY9" fmla="*/ 119972 h 119885"/>
                <a:gd name="connsiteX10" fmla="*/ 12002 w 86973"/>
                <a:gd name="connsiteY10" fmla="*/ 115551 h 119885"/>
                <a:gd name="connsiteX11" fmla="*/ 15368 w 86973"/>
                <a:gd name="connsiteY11" fmla="*/ 102627 h 119885"/>
                <a:gd name="connsiteX12" fmla="*/ 19265 w 86973"/>
                <a:gd name="connsiteY12" fmla="*/ 87323 h 119885"/>
                <a:gd name="connsiteX13" fmla="*/ 22276 w 86973"/>
                <a:gd name="connsiteY13" fmla="*/ 75929 h 119885"/>
                <a:gd name="connsiteX14" fmla="*/ 24224 w 86973"/>
                <a:gd name="connsiteY14" fmla="*/ 68277 h 119885"/>
                <a:gd name="connsiteX15" fmla="*/ 36270 w 86973"/>
                <a:gd name="connsiteY15" fmla="*/ 52632 h 119885"/>
                <a:gd name="connsiteX16" fmla="*/ 53275 w 86973"/>
                <a:gd name="connsiteY16" fmla="*/ 46681 h 119885"/>
                <a:gd name="connsiteX17" fmla="*/ 62840 w 86973"/>
                <a:gd name="connsiteY17" fmla="*/ 58584 h 119885"/>
                <a:gd name="connsiteX18" fmla="*/ 51858 w 86973"/>
                <a:gd name="connsiteY18" fmla="*/ 96675 h 119885"/>
                <a:gd name="connsiteX19" fmla="*/ 49555 w 86973"/>
                <a:gd name="connsiteY19" fmla="*/ 106028 h 119885"/>
                <a:gd name="connsiteX20" fmla="*/ 64080 w 86973"/>
                <a:gd name="connsiteY20" fmla="*/ 119972 h 119885"/>
                <a:gd name="connsiteX21" fmla="*/ 87285 w 86973"/>
                <a:gd name="connsiteY21" fmla="*/ 93785 h 119885"/>
                <a:gd name="connsiteX22" fmla="*/ 85159 w 86973"/>
                <a:gd name="connsiteY22" fmla="*/ 92084 h 119885"/>
                <a:gd name="connsiteX23" fmla="*/ 82502 w 86973"/>
                <a:gd name="connsiteY23" fmla="*/ 95145 h 119885"/>
                <a:gd name="connsiteX24" fmla="*/ 64434 w 86973"/>
                <a:gd name="connsiteY24" fmla="*/ 116231 h 119885"/>
                <a:gd name="connsiteX25" fmla="*/ 60183 w 86973"/>
                <a:gd name="connsiteY25" fmla="*/ 110620 h 119885"/>
                <a:gd name="connsiteX26" fmla="*/ 63371 w 86973"/>
                <a:gd name="connsiteY26" fmla="*/ 98546 h 119885"/>
                <a:gd name="connsiteX27" fmla="*/ 74177 w 86973"/>
                <a:gd name="connsiteY27" fmla="*/ 61135 h 119885"/>
                <a:gd name="connsiteX28" fmla="*/ 53806 w 86973"/>
                <a:gd name="connsiteY28" fmla="*/ 42940 h 119885"/>
                <a:gd name="connsiteX29" fmla="*/ 27590 w 86973"/>
                <a:gd name="connsiteY29" fmla="*/ 56033 h 119885"/>
                <a:gd name="connsiteX30" fmla="*/ 41407 w 86973"/>
                <a:gd name="connsiteY30" fmla="*/ 1957 h 1198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86973" h="119885">
                  <a:moveTo>
                    <a:pt x="41407" y="1957"/>
                  </a:moveTo>
                  <a:cubicBezTo>
                    <a:pt x="41407" y="1787"/>
                    <a:pt x="41407" y="87"/>
                    <a:pt x="39104" y="87"/>
                  </a:cubicBezTo>
                  <a:cubicBezTo>
                    <a:pt x="35030" y="87"/>
                    <a:pt x="22099" y="1447"/>
                    <a:pt x="17493" y="1787"/>
                  </a:cubicBezTo>
                  <a:cubicBezTo>
                    <a:pt x="16076" y="1957"/>
                    <a:pt x="14128" y="2127"/>
                    <a:pt x="14128" y="5188"/>
                  </a:cubicBezTo>
                  <a:cubicBezTo>
                    <a:pt x="14128" y="7229"/>
                    <a:pt x="15722" y="7229"/>
                    <a:pt x="18379" y="7229"/>
                  </a:cubicBezTo>
                  <a:cubicBezTo>
                    <a:pt x="26881" y="7229"/>
                    <a:pt x="27236" y="8419"/>
                    <a:pt x="27236" y="10120"/>
                  </a:cubicBezTo>
                  <a:lnTo>
                    <a:pt x="26704" y="13521"/>
                  </a:lnTo>
                  <a:lnTo>
                    <a:pt x="1020" y="111470"/>
                  </a:lnTo>
                  <a:cubicBezTo>
                    <a:pt x="311" y="113851"/>
                    <a:pt x="311" y="114191"/>
                    <a:pt x="311" y="115211"/>
                  </a:cubicBezTo>
                  <a:cubicBezTo>
                    <a:pt x="311" y="119122"/>
                    <a:pt x="3854" y="119972"/>
                    <a:pt x="5448" y="119972"/>
                  </a:cubicBezTo>
                  <a:cubicBezTo>
                    <a:pt x="8282" y="119972"/>
                    <a:pt x="11116" y="117932"/>
                    <a:pt x="12002" y="115551"/>
                  </a:cubicBezTo>
                  <a:lnTo>
                    <a:pt x="15368" y="102627"/>
                  </a:lnTo>
                  <a:lnTo>
                    <a:pt x="19265" y="87323"/>
                  </a:lnTo>
                  <a:cubicBezTo>
                    <a:pt x="20327" y="83582"/>
                    <a:pt x="21390" y="79840"/>
                    <a:pt x="22276" y="75929"/>
                  </a:cubicBezTo>
                  <a:cubicBezTo>
                    <a:pt x="22630" y="74909"/>
                    <a:pt x="24047" y="69297"/>
                    <a:pt x="24224" y="68277"/>
                  </a:cubicBezTo>
                  <a:cubicBezTo>
                    <a:pt x="24756" y="66747"/>
                    <a:pt x="30247" y="57224"/>
                    <a:pt x="36270" y="52632"/>
                  </a:cubicBezTo>
                  <a:cubicBezTo>
                    <a:pt x="40167" y="49912"/>
                    <a:pt x="45658" y="46681"/>
                    <a:pt x="53275" y="46681"/>
                  </a:cubicBezTo>
                  <a:cubicBezTo>
                    <a:pt x="60891" y="46681"/>
                    <a:pt x="62840" y="52462"/>
                    <a:pt x="62840" y="58584"/>
                  </a:cubicBezTo>
                  <a:cubicBezTo>
                    <a:pt x="62840" y="67767"/>
                    <a:pt x="56109" y="86302"/>
                    <a:pt x="51858" y="96675"/>
                  </a:cubicBezTo>
                  <a:cubicBezTo>
                    <a:pt x="50440" y="100587"/>
                    <a:pt x="49555" y="102627"/>
                    <a:pt x="49555" y="106028"/>
                  </a:cubicBezTo>
                  <a:cubicBezTo>
                    <a:pt x="49555" y="114021"/>
                    <a:pt x="55755" y="119972"/>
                    <a:pt x="64080" y="119972"/>
                  </a:cubicBezTo>
                  <a:cubicBezTo>
                    <a:pt x="80731" y="119972"/>
                    <a:pt x="87285" y="95145"/>
                    <a:pt x="87285" y="93785"/>
                  </a:cubicBezTo>
                  <a:cubicBezTo>
                    <a:pt x="87285" y="92084"/>
                    <a:pt x="85690" y="92084"/>
                    <a:pt x="85159" y="92084"/>
                  </a:cubicBezTo>
                  <a:cubicBezTo>
                    <a:pt x="83388" y="92084"/>
                    <a:pt x="83388" y="92594"/>
                    <a:pt x="82502" y="95145"/>
                  </a:cubicBezTo>
                  <a:cubicBezTo>
                    <a:pt x="79845" y="104158"/>
                    <a:pt x="74177" y="116231"/>
                    <a:pt x="64434" y="116231"/>
                  </a:cubicBezTo>
                  <a:cubicBezTo>
                    <a:pt x="61423" y="116231"/>
                    <a:pt x="60183" y="114531"/>
                    <a:pt x="60183" y="110620"/>
                  </a:cubicBezTo>
                  <a:cubicBezTo>
                    <a:pt x="60183" y="106368"/>
                    <a:pt x="61777" y="102287"/>
                    <a:pt x="63371" y="98546"/>
                  </a:cubicBezTo>
                  <a:cubicBezTo>
                    <a:pt x="66206" y="91234"/>
                    <a:pt x="74177" y="70998"/>
                    <a:pt x="74177" y="61135"/>
                  </a:cubicBezTo>
                  <a:cubicBezTo>
                    <a:pt x="74177" y="50082"/>
                    <a:pt x="67091" y="42940"/>
                    <a:pt x="53806" y="42940"/>
                  </a:cubicBezTo>
                  <a:cubicBezTo>
                    <a:pt x="42646" y="42940"/>
                    <a:pt x="34144" y="48211"/>
                    <a:pt x="27590" y="56033"/>
                  </a:cubicBezTo>
                  <a:lnTo>
                    <a:pt x="41407" y="1957"/>
                  </a:lnTo>
                  <a:close/>
                </a:path>
              </a:pathLst>
            </a:custGeom>
            <a:solidFill>
              <a:srgbClr val="000000"/>
            </a:solidFill>
            <a:ln w="177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02" name="任意形状 201">
              <a:extLst>
                <a:ext uri="{FF2B5EF4-FFF2-40B4-BE49-F238E27FC236}">
                  <a16:creationId xmlns:a16="http://schemas.microsoft.com/office/drawing/2014/main" id="{E484DDBB-A5EF-1149-9EC9-C07E02999CC0}"/>
                </a:ext>
              </a:extLst>
            </p:cNvPr>
            <p:cNvSpPr/>
            <p:nvPr>
              <p:custDataLst>
                <p:tags r:id="rId217"/>
              </p:custDataLst>
            </p:nvPr>
          </p:nvSpPr>
          <p:spPr>
            <a:xfrm>
              <a:off x="8187283" y="4004975"/>
              <a:ext cx="20724" cy="50845"/>
            </a:xfrm>
            <a:custGeom>
              <a:avLst/>
              <a:gdLst>
                <a:gd name="connsiteX0" fmla="*/ 21042 w 20724"/>
                <a:gd name="connsiteY0" fmla="*/ 17942 h 50845"/>
                <a:gd name="connsiteX1" fmla="*/ 9705 w 20724"/>
                <a:gd name="connsiteY1" fmla="*/ 87 h 50845"/>
                <a:gd name="connsiteX2" fmla="*/ 317 w 20724"/>
                <a:gd name="connsiteY2" fmla="*/ 9100 h 50845"/>
                <a:gd name="connsiteX3" fmla="*/ 9705 w 20724"/>
                <a:gd name="connsiteY3" fmla="*/ 18112 h 50845"/>
                <a:gd name="connsiteX4" fmla="*/ 15905 w 20724"/>
                <a:gd name="connsiteY4" fmla="*/ 15902 h 50845"/>
                <a:gd name="connsiteX5" fmla="*/ 16790 w 20724"/>
                <a:gd name="connsiteY5" fmla="*/ 15391 h 50845"/>
                <a:gd name="connsiteX6" fmla="*/ 17145 w 20724"/>
                <a:gd name="connsiteY6" fmla="*/ 17942 h 50845"/>
                <a:gd name="connsiteX7" fmla="*/ 5099 w 20724"/>
                <a:gd name="connsiteY7" fmla="*/ 46341 h 50845"/>
                <a:gd name="connsiteX8" fmla="*/ 3151 w 20724"/>
                <a:gd name="connsiteY8" fmla="*/ 49061 h 50845"/>
                <a:gd name="connsiteX9" fmla="*/ 4922 w 20724"/>
                <a:gd name="connsiteY9" fmla="*/ 50932 h 50845"/>
                <a:gd name="connsiteX10" fmla="*/ 21042 w 20724"/>
                <a:gd name="connsiteY10" fmla="*/ 17942 h 508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0724" h="50845">
                  <a:moveTo>
                    <a:pt x="21042" y="17942"/>
                  </a:moveTo>
                  <a:cubicBezTo>
                    <a:pt x="21042" y="6719"/>
                    <a:pt x="16613" y="87"/>
                    <a:pt x="9705" y="87"/>
                  </a:cubicBezTo>
                  <a:cubicBezTo>
                    <a:pt x="3859" y="87"/>
                    <a:pt x="317" y="4338"/>
                    <a:pt x="317" y="9100"/>
                  </a:cubicBezTo>
                  <a:cubicBezTo>
                    <a:pt x="317" y="13691"/>
                    <a:pt x="3859" y="18112"/>
                    <a:pt x="9705" y="18112"/>
                  </a:cubicBezTo>
                  <a:cubicBezTo>
                    <a:pt x="11831" y="18112"/>
                    <a:pt x="14133" y="17432"/>
                    <a:pt x="15905" y="15902"/>
                  </a:cubicBezTo>
                  <a:cubicBezTo>
                    <a:pt x="16436" y="15561"/>
                    <a:pt x="16613" y="15391"/>
                    <a:pt x="16790" y="15391"/>
                  </a:cubicBezTo>
                  <a:cubicBezTo>
                    <a:pt x="16968" y="15391"/>
                    <a:pt x="17145" y="15561"/>
                    <a:pt x="17145" y="17942"/>
                  </a:cubicBezTo>
                  <a:cubicBezTo>
                    <a:pt x="17145" y="30526"/>
                    <a:pt x="10945" y="40729"/>
                    <a:pt x="5099" y="46341"/>
                  </a:cubicBezTo>
                  <a:cubicBezTo>
                    <a:pt x="3151" y="48211"/>
                    <a:pt x="3151" y="48551"/>
                    <a:pt x="3151" y="49061"/>
                  </a:cubicBezTo>
                  <a:cubicBezTo>
                    <a:pt x="3151" y="50252"/>
                    <a:pt x="4037" y="50932"/>
                    <a:pt x="4922" y="50932"/>
                  </a:cubicBezTo>
                  <a:cubicBezTo>
                    <a:pt x="6871" y="50932"/>
                    <a:pt x="21042" y="37838"/>
                    <a:pt x="21042" y="17942"/>
                  </a:cubicBezTo>
                  <a:close/>
                </a:path>
              </a:pathLst>
            </a:custGeom>
            <a:solidFill>
              <a:srgbClr val="000000"/>
            </a:solidFill>
            <a:ln w="177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03" name="任意形状 202">
              <a:extLst>
                <a:ext uri="{FF2B5EF4-FFF2-40B4-BE49-F238E27FC236}">
                  <a16:creationId xmlns:a16="http://schemas.microsoft.com/office/drawing/2014/main" id="{80DF40B8-EB2F-F553-9BF1-5CDB1BDA0071}"/>
                </a:ext>
              </a:extLst>
            </p:cNvPr>
            <p:cNvSpPr/>
            <p:nvPr>
              <p:custDataLst>
                <p:tags r:id="rId218"/>
              </p:custDataLst>
            </p:nvPr>
          </p:nvSpPr>
          <p:spPr>
            <a:xfrm>
              <a:off x="8255913" y="3947838"/>
              <a:ext cx="72094" cy="77032"/>
            </a:xfrm>
            <a:custGeom>
              <a:avLst/>
              <a:gdLst>
                <a:gd name="connsiteX0" fmla="*/ 10772 w 72094"/>
                <a:gd name="connsiteY0" fmla="*/ 65216 h 77032"/>
                <a:gd name="connsiteX1" fmla="*/ 9178 w 72094"/>
                <a:gd name="connsiteY1" fmla="*/ 72528 h 77032"/>
                <a:gd name="connsiteX2" fmla="*/ 14315 w 72094"/>
                <a:gd name="connsiteY2" fmla="*/ 77120 h 77032"/>
                <a:gd name="connsiteX3" fmla="*/ 20869 w 72094"/>
                <a:gd name="connsiteY3" fmla="*/ 72358 h 77032"/>
                <a:gd name="connsiteX4" fmla="*/ 27954 w 72094"/>
                <a:gd name="connsiteY4" fmla="*/ 45490 h 77032"/>
                <a:gd name="connsiteX5" fmla="*/ 33623 w 72094"/>
                <a:gd name="connsiteY5" fmla="*/ 23384 h 77032"/>
                <a:gd name="connsiteX6" fmla="*/ 43542 w 72094"/>
                <a:gd name="connsiteY6" fmla="*/ 9440 h 77032"/>
                <a:gd name="connsiteX7" fmla="*/ 57713 w 72094"/>
                <a:gd name="connsiteY7" fmla="*/ 3828 h 77032"/>
                <a:gd name="connsiteX8" fmla="*/ 65153 w 72094"/>
                <a:gd name="connsiteY8" fmla="*/ 5869 h 77032"/>
                <a:gd name="connsiteX9" fmla="*/ 55942 w 72094"/>
                <a:gd name="connsiteY9" fmla="*/ 15221 h 77032"/>
                <a:gd name="connsiteX10" fmla="*/ 62673 w 72094"/>
                <a:gd name="connsiteY10" fmla="*/ 21173 h 77032"/>
                <a:gd name="connsiteX11" fmla="*/ 72415 w 72094"/>
                <a:gd name="connsiteY11" fmla="*/ 11140 h 77032"/>
                <a:gd name="connsiteX12" fmla="*/ 57713 w 72094"/>
                <a:gd name="connsiteY12" fmla="*/ 87 h 77032"/>
                <a:gd name="connsiteX13" fmla="*/ 35040 w 72094"/>
                <a:gd name="connsiteY13" fmla="*/ 13181 h 77032"/>
                <a:gd name="connsiteX14" fmla="*/ 18920 w 72094"/>
                <a:gd name="connsiteY14" fmla="*/ 87 h 77032"/>
                <a:gd name="connsiteX15" fmla="*/ 5812 w 72094"/>
                <a:gd name="connsiteY15" fmla="*/ 9780 h 77032"/>
                <a:gd name="connsiteX16" fmla="*/ 321 w 72094"/>
                <a:gd name="connsiteY16" fmla="*/ 26275 h 77032"/>
                <a:gd name="connsiteX17" fmla="*/ 2447 w 72094"/>
                <a:gd name="connsiteY17" fmla="*/ 27975 h 77032"/>
                <a:gd name="connsiteX18" fmla="*/ 5458 w 72094"/>
                <a:gd name="connsiteY18" fmla="*/ 24064 h 77032"/>
                <a:gd name="connsiteX19" fmla="*/ 18389 w 72094"/>
                <a:gd name="connsiteY19" fmla="*/ 3828 h 77032"/>
                <a:gd name="connsiteX20" fmla="*/ 23880 w 72094"/>
                <a:gd name="connsiteY20" fmla="*/ 11650 h 77032"/>
                <a:gd name="connsiteX21" fmla="*/ 21046 w 72094"/>
                <a:gd name="connsiteY21" fmla="*/ 25935 h 77032"/>
                <a:gd name="connsiteX22" fmla="*/ 10772 w 72094"/>
                <a:gd name="connsiteY22" fmla="*/ 65216 h 770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72094" h="77032">
                  <a:moveTo>
                    <a:pt x="10772" y="65216"/>
                  </a:moveTo>
                  <a:cubicBezTo>
                    <a:pt x="10241" y="67767"/>
                    <a:pt x="9178" y="71678"/>
                    <a:pt x="9178" y="72528"/>
                  </a:cubicBezTo>
                  <a:cubicBezTo>
                    <a:pt x="9178" y="75589"/>
                    <a:pt x="11658" y="77120"/>
                    <a:pt x="14315" y="77120"/>
                  </a:cubicBezTo>
                  <a:cubicBezTo>
                    <a:pt x="16441" y="77120"/>
                    <a:pt x="19629" y="75759"/>
                    <a:pt x="20869" y="72358"/>
                  </a:cubicBezTo>
                  <a:cubicBezTo>
                    <a:pt x="21223" y="71678"/>
                    <a:pt x="27246" y="48551"/>
                    <a:pt x="27954" y="45490"/>
                  </a:cubicBezTo>
                  <a:cubicBezTo>
                    <a:pt x="29371" y="39879"/>
                    <a:pt x="32560" y="27975"/>
                    <a:pt x="33623" y="23384"/>
                  </a:cubicBezTo>
                  <a:cubicBezTo>
                    <a:pt x="34331" y="21173"/>
                    <a:pt x="39291" y="13181"/>
                    <a:pt x="43542" y="9440"/>
                  </a:cubicBezTo>
                  <a:cubicBezTo>
                    <a:pt x="44959" y="8249"/>
                    <a:pt x="50096" y="3828"/>
                    <a:pt x="57713" y="3828"/>
                  </a:cubicBezTo>
                  <a:cubicBezTo>
                    <a:pt x="62319" y="3828"/>
                    <a:pt x="64976" y="5869"/>
                    <a:pt x="65153" y="5869"/>
                  </a:cubicBezTo>
                  <a:cubicBezTo>
                    <a:pt x="59839" y="6719"/>
                    <a:pt x="55942" y="10800"/>
                    <a:pt x="55942" y="15221"/>
                  </a:cubicBezTo>
                  <a:cubicBezTo>
                    <a:pt x="55942" y="17942"/>
                    <a:pt x="57890" y="21173"/>
                    <a:pt x="62673" y="21173"/>
                  </a:cubicBezTo>
                  <a:cubicBezTo>
                    <a:pt x="67456" y="21173"/>
                    <a:pt x="72415" y="17262"/>
                    <a:pt x="72415" y="11140"/>
                  </a:cubicBezTo>
                  <a:cubicBezTo>
                    <a:pt x="72415" y="5188"/>
                    <a:pt x="66747" y="87"/>
                    <a:pt x="57713" y="87"/>
                  </a:cubicBezTo>
                  <a:cubicBezTo>
                    <a:pt x="46199" y="87"/>
                    <a:pt x="38405" y="8419"/>
                    <a:pt x="35040" y="13181"/>
                  </a:cubicBezTo>
                  <a:cubicBezTo>
                    <a:pt x="33623" y="5529"/>
                    <a:pt x="27246" y="87"/>
                    <a:pt x="18920" y="87"/>
                  </a:cubicBezTo>
                  <a:cubicBezTo>
                    <a:pt x="10772" y="87"/>
                    <a:pt x="7407" y="6719"/>
                    <a:pt x="5812" y="9780"/>
                  </a:cubicBezTo>
                  <a:cubicBezTo>
                    <a:pt x="2624" y="15561"/>
                    <a:pt x="321" y="25764"/>
                    <a:pt x="321" y="26275"/>
                  </a:cubicBezTo>
                  <a:cubicBezTo>
                    <a:pt x="321" y="27975"/>
                    <a:pt x="2093" y="27975"/>
                    <a:pt x="2447" y="27975"/>
                  </a:cubicBezTo>
                  <a:cubicBezTo>
                    <a:pt x="4218" y="27975"/>
                    <a:pt x="4395" y="27805"/>
                    <a:pt x="5458" y="24064"/>
                  </a:cubicBezTo>
                  <a:cubicBezTo>
                    <a:pt x="8469" y="11990"/>
                    <a:pt x="12012" y="3828"/>
                    <a:pt x="18389" y="3828"/>
                  </a:cubicBezTo>
                  <a:cubicBezTo>
                    <a:pt x="21400" y="3828"/>
                    <a:pt x="23880" y="5188"/>
                    <a:pt x="23880" y="11650"/>
                  </a:cubicBezTo>
                  <a:cubicBezTo>
                    <a:pt x="23880" y="15221"/>
                    <a:pt x="23349" y="17092"/>
                    <a:pt x="21046" y="25935"/>
                  </a:cubicBezTo>
                  <a:lnTo>
                    <a:pt x="10772" y="65216"/>
                  </a:lnTo>
                  <a:close/>
                </a:path>
              </a:pathLst>
            </a:custGeom>
            <a:solidFill>
              <a:srgbClr val="000000"/>
            </a:solidFill>
            <a:ln w="177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04" name="任意形状 203">
              <a:extLst>
                <a:ext uri="{FF2B5EF4-FFF2-40B4-BE49-F238E27FC236}">
                  <a16:creationId xmlns:a16="http://schemas.microsoft.com/office/drawing/2014/main" id="{490D11CB-5D85-56DB-D43B-710ECE17EC02}"/>
                </a:ext>
              </a:extLst>
            </p:cNvPr>
            <p:cNvSpPr/>
            <p:nvPr>
              <p:custDataLst>
                <p:tags r:id="rId219"/>
              </p:custDataLst>
            </p:nvPr>
          </p:nvSpPr>
          <p:spPr>
            <a:xfrm>
              <a:off x="8341006" y="4004975"/>
              <a:ext cx="20724" cy="50845"/>
            </a:xfrm>
            <a:custGeom>
              <a:avLst/>
              <a:gdLst>
                <a:gd name="connsiteX0" fmla="*/ 21050 w 20724"/>
                <a:gd name="connsiteY0" fmla="*/ 17942 h 50845"/>
                <a:gd name="connsiteX1" fmla="*/ 9714 w 20724"/>
                <a:gd name="connsiteY1" fmla="*/ 87 h 50845"/>
                <a:gd name="connsiteX2" fmla="*/ 325 w 20724"/>
                <a:gd name="connsiteY2" fmla="*/ 9100 h 50845"/>
                <a:gd name="connsiteX3" fmla="*/ 9714 w 20724"/>
                <a:gd name="connsiteY3" fmla="*/ 18112 h 50845"/>
                <a:gd name="connsiteX4" fmla="*/ 15913 w 20724"/>
                <a:gd name="connsiteY4" fmla="*/ 15902 h 50845"/>
                <a:gd name="connsiteX5" fmla="*/ 16799 w 20724"/>
                <a:gd name="connsiteY5" fmla="*/ 15391 h 50845"/>
                <a:gd name="connsiteX6" fmla="*/ 17153 w 20724"/>
                <a:gd name="connsiteY6" fmla="*/ 17942 h 50845"/>
                <a:gd name="connsiteX7" fmla="*/ 5108 w 20724"/>
                <a:gd name="connsiteY7" fmla="*/ 46341 h 50845"/>
                <a:gd name="connsiteX8" fmla="*/ 3160 w 20724"/>
                <a:gd name="connsiteY8" fmla="*/ 49061 h 50845"/>
                <a:gd name="connsiteX9" fmla="*/ 4931 w 20724"/>
                <a:gd name="connsiteY9" fmla="*/ 50932 h 50845"/>
                <a:gd name="connsiteX10" fmla="*/ 21050 w 20724"/>
                <a:gd name="connsiteY10" fmla="*/ 17942 h 508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0724" h="50845">
                  <a:moveTo>
                    <a:pt x="21050" y="17942"/>
                  </a:moveTo>
                  <a:cubicBezTo>
                    <a:pt x="21050" y="6719"/>
                    <a:pt x="16622" y="87"/>
                    <a:pt x="9714" y="87"/>
                  </a:cubicBezTo>
                  <a:cubicBezTo>
                    <a:pt x="3868" y="87"/>
                    <a:pt x="325" y="4338"/>
                    <a:pt x="325" y="9100"/>
                  </a:cubicBezTo>
                  <a:cubicBezTo>
                    <a:pt x="325" y="13691"/>
                    <a:pt x="3868" y="18112"/>
                    <a:pt x="9714" y="18112"/>
                  </a:cubicBezTo>
                  <a:cubicBezTo>
                    <a:pt x="11839" y="18112"/>
                    <a:pt x="14142" y="17432"/>
                    <a:pt x="15913" y="15902"/>
                  </a:cubicBezTo>
                  <a:cubicBezTo>
                    <a:pt x="16445" y="15561"/>
                    <a:pt x="16622" y="15391"/>
                    <a:pt x="16799" y="15391"/>
                  </a:cubicBezTo>
                  <a:cubicBezTo>
                    <a:pt x="16976" y="15391"/>
                    <a:pt x="17153" y="15561"/>
                    <a:pt x="17153" y="17942"/>
                  </a:cubicBezTo>
                  <a:cubicBezTo>
                    <a:pt x="17153" y="30526"/>
                    <a:pt x="10954" y="40729"/>
                    <a:pt x="5108" y="46341"/>
                  </a:cubicBezTo>
                  <a:cubicBezTo>
                    <a:pt x="3160" y="48211"/>
                    <a:pt x="3160" y="48551"/>
                    <a:pt x="3160" y="49061"/>
                  </a:cubicBezTo>
                  <a:cubicBezTo>
                    <a:pt x="3160" y="50252"/>
                    <a:pt x="4045" y="50932"/>
                    <a:pt x="4931" y="50932"/>
                  </a:cubicBezTo>
                  <a:cubicBezTo>
                    <a:pt x="6879" y="50932"/>
                    <a:pt x="21050" y="37838"/>
                    <a:pt x="21050" y="17942"/>
                  </a:cubicBezTo>
                  <a:close/>
                </a:path>
              </a:pathLst>
            </a:custGeom>
            <a:solidFill>
              <a:srgbClr val="000000"/>
            </a:solidFill>
            <a:ln w="177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05" name="任意形状 204">
              <a:extLst>
                <a:ext uri="{FF2B5EF4-FFF2-40B4-BE49-F238E27FC236}">
                  <a16:creationId xmlns:a16="http://schemas.microsoft.com/office/drawing/2014/main" id="{EC5C4D97-DB63-A53C-30F9-CF12C6B85445}"/>
                </a:ext>
              </a:extLst>
            </p:cNvPr>
            <p:cNvSpPr/>
            <p:nvPr>
              <p:custDataLst>
                <p:tags r:id="rId220"/>
              </p:custDataLst>
            </p:nvPr>
          </p:nvSpPr>
          <p:spPr>
            <a:xfrm>
              <a:off x="8408573" y="3916549"/>
              <a:ext cx="54380" cy="108322"/>
            </a:xfrm>
            <a:custGeom>
              <a:avLst/>
              <a:gdLst>
                <a:gd name="connsiteX0" fmla="*/ 32746 w 54380"/>
                <a:gd name="connsiteY0" fmla="*/ 38518 h 108322"/>
                <a:gd name="connsiteX1" fmla="*/ 49396 w 54380"/>
                <a:gd name="connsiteY1" fmla="*/ 38518 h 108322"/>
                <a:gd name="connsiteX2" fmla="*/ 54711 w 54380"/>
                <a:gd name="connsiteY2" fmla="*/ 35117 h 108322"/>
                <a:gd name="connsiteX3" fmla="*/ 49751 w 54380"/>
                <a:gd name="connsiteY3" fmla="*/ 33247 h 108322"/>
                <a:gd name="connsiteX4" fmla="*/ 34163 w 54380"/>
                <a:gd name="connsiteY4" fmla="*/ 33247 h 108322"/>
                <a:gd name="connsiteX5" fmla="*/ 41425 w 54380"/>
                <a:gd name="connsiteY5" fmla="*/ 4678 h 108322"/>
                <a:gd name="connsiteX6" fmla="*/ 36288 w 54380"/>
                <a:gd name="connsiteY6" fmla="*/ 87 h 108322"/>
                <a:gd name="connsiteX7" fmla="*/ 29203 w 54380"/>
                <a:gd name="connsiteY7" fmla="*/ 6209 h 108322"/>
                <a:gd name="connsiteX8" fmla="*/ 22295 w 54380"/>
                <a:gd name="connsiteY8" fmla="*/ 33247 h 108322"/>
                <a:gd name="connsiteX9" fmla="*/ 5644 w 54380"/>
                <a:gd name="connsiteY9" fmla="*/ 33247 h 108322"/>
                <a:gd name="connsiteX10" fmla="*/ 330 w 54380"/>
                <a:gd name="connsiteY10" fmla="*/ 36478 h 108322"/>
                <a:gd name="connsiteX11" fmla="*/ 5290 w 54380"/>
                <a:gd name="connsiteY11" fmla="*/ 38518 h 108322"/>
                <a:gd name="connsiteX12" fmla="*/ 20878 w 54380"/>
                <a:gd name="connsiteY12" fmla="*/ 38518 h 108322"/>
                <a:gd name="connsiteX13" fmla="*/ 7415 w 54380"/>
                <a:gd name="connsiteY13" fmla="*/ 92764 h 108322"/>
                <a:gd name="connsiteX14" fmla="*/ 23712 w 54380"/>
                <a:gd name="connsiteY14" fmla="*/ 108409 h 108322"/>
                <a:gd name="connsiteX15" fmla="*/ 51876 w 54380"/>
                <a:gd name="connsiteY15" fmla="*/ 82221 h 108322"/>
                <a:gd name="connsiteX16" fmla="*/ 49751 w 54380"/>
                <a:gd name="connsiteY16" fmla="*/ 80521 h 108322"/>
                <a:gd name="connsiteX17" fmla="*/ 47094 w 54380"/>
                <a:gd name="connsiteY17" fmla="*/ 82901 h 108322"/>
                <a:gd name="connsiteX18" fmla="*/ 24066 w 54380"/>
                <a:gd name="connsiteY18" fmla="*/ 104668 h 108322"/>
                <a:gd name="connsiteX19" fmla="*/ 18575 w 54380"/>
                <a:gd name="connsiteY19" fmla="*/ 96846 h 108322"/>
                <a:gd name="connsiteX20" fmla="*/ 19638 w 54380"/>
                <a:gd name="connsiteY20" fmla="*/ 88683 h 108322"/>
                <a:gd name="connsiteX21" fmla="*/ 32746 w 54380"/>
                <a:gd name="connsiteY21" fmla="*/ 38518 h 1083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54380" h="108322">
                  <a:moveTo>
                    <a:pt x="32746" y="38518"/>
                  </a:moveTo>
                  <a:lnTo>
                    <a:pt x="49396" y="38518"/>
                  </a:lnTo>
                  <a:cubicBezTo>
                    <a:pt x="52939" y="38518"/>
                    <a:pt x="54711" y="38518"/>
                    <a:pt x="54711" y="35117"/>
                  </a:cubicBezTo>
                  <a:cubicBezTo>
                    <a:pt x="54711" y="33247"/>
                    <a:pt x="52939" y="33247"/>
                    <a:pt x="49751" y="33247"/>
                  </a:cubicBezTo>
                  <a:lnTo>
                    <a:pt x="34163" y="33247"/>
                  </a:lnTo>
                  <a:cubicBezTo>
                    <a:pt x="40540" y="9100"/>
                    <a:pt x="41425" y="5699"/>
                    <a:pt x="41425" y="4678"/>
                  </a:cubicBezTo>
                  <a:cubicBezTo>
                    <a:pt x="41425" y="1787"/>
                    <a:pt x="39300" y="87"/>
                    <a:pt x="36288" y="87"/>
                  </a:cubicBezTo>
                  <a:cubicBezTo>
                    <a:pt x="35757" y="87"/>
                    <a:pt x="30797" y="257"/>
                    <a:pt x="29203" y="6209"/>
                  </a:cubicBezTo>
                  <a:lnTo>
                    <a:pt x="22295" y="33247"/>
                  </a:lnTo>
                  <a:lnTo>
                    <a:pt x="5644" y="33247"/>
                  </a:lnTo>
                  <a:cubicBezTo>
                    <a:pt x="2101" y="33247"/>
                    <a:pt x="330" y="33247"/>
                    <a:pt x="330" y="36478"/>
                  </a:cubicBezTo>
                  <a:cubicBezTo>
                    <a:pt x="330" y="38518"/>
                    <a:pt x="1747" y="38518"/>
                    <a:pt x="5290" y="38518"/>
                  </a:cubicBezTo>
                  <a:lnTo>
                    <a:pt x="20878" y="38518"/>
                  </a:lnTo>
                  <a:cubicBezTo>
                    <a:pt x="8124" y="86813"/>
                    <a:pt x="7415" y="89703"/>
                    <a:pt x="7415" y="92764"/>
                  </a:cubicBezTo>
                  <a:cubicBezTo>
                    <a:pt x="7415" y="101947"/>
                    <a:pt x="14146" y="108409"/>
                    <a:pt x="23712" y="108409"/>
                  </a:cubicBezTo>
                  <a:cubicBezTo>
                    <a:pt x="41780" y="108409"/>
                    <a:pt x="51876" y="83582"/>
                    <a:pt x="51876" y="82221"/>
                  </a:cubicBezTo>
                  <a:cubicBezTo>
                    <a:pt x="51876" y="80521"/>
                    <a:pt x="50459" y="80521"/>
                    <a:pt x="49751" y="80521"/>
                  </a:cubicBezTo>
                  <a:cubicBezTo>
                    <a:pt x="48156" y="80521"/>
                    <a:pt x="47979" y="81031"/>
                    <a:pt x="47094" y="82901"/>
                  </a:cubicBezTo>
                  <a:cubicBezTo>
                    <a:pt x="39477" y="100587"/>
                    <a:pt x="30089" y="104668"/>
                    <a:pt x="24066" y="104668"/>
                  </a:cubicBezTo>
                  <a:cubicBezTo>
                    <a:pt x="20346" y="104668"/>
                    <a:pt x="18575" y="102457"/>
                    <a:pt x="18575" y="96846"/>
                  </a:cubicBezTo>
                  <a:cubicBezTo>
                    <a:pt x="18575" y="92764"/>
                    <a:pt x="18929" y="91574"/>
                    <a:pt x="19638" y="88683"/>
                  </a:cubicBezTo>
                  <a:lnTo>
                    <a:pt x="32746" y="38518"/>
                  </a:lnTo>
                  <a:close/>
                </a:path>
              </a:pathLst>
            </a:custGeom>
            <a:solidFill>
              <a:srgbClr val="000000"/>
            </a:solidFill>
            <a:ln w="177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06" name="任意形状 205">
              <a:extLst>
                <a:ext uri="{FF2B5EF4-FFF2-40B4-BE49-F238E27FC236}">
                  <a16:creationId xmlns:a16="http://schemas.microsoft.com/office/drawing/2014/main" id="{D224F02D-139A-CD9F-CE30-31803D8BF749}"/>
                </a:ext>
              </a:extLst>
            </p:cNvPr>
            <p:cNvSpPr/>
            <p:nvPr>
              <p:custDataLst>
                <p:tags r:id="rId221"/>
              </p:custDataLst>
            </p:nvPr>
          </p:nvSpPr>
          <p:spPr>
            <a:xfrm>
              <a:off x="8478561" y="3895462"/>
              <a:ext cx="41095" cy="170050"/>
            </a:xfrm>
            <a:custGeom>
              <a:avLst/>
              <a:gdLst>
                <a:gd name="connsiteX0" fmla="*/ 41429 w 41095"/>
                <a:gd name="connsiteY0" fmla="*/ 85112 h 170050"/>
                <a:gd name="connsiteX1" fmla="*/ 29738 w 41095"/>
                <a:gd name="connsiteY1" fmla="*/ 32056 h 170050"/>
                <a:gd name="connsiteX2" fmla="*/ 2105 w 41095"/>
                <a:gd name="connsiteY2" fmla="*/ 87 h 170050"/>
                <a:gd name="connsiteX3" fmla="*/ 333 w 41095"/>
                <a:gd name="connsiteY3" fmla="*/ 1787 h 170050"/>
                <a:gd name="connsiteX4" fmla="*/ 3699 w 41095"/>
                <a:gd name="connsiteY4" fmla="*/ 5699 h 170050"/>
                <a:gd name="connsiteX5" fmla="*/ 31155 w 41095"/>
                <a:gd name="connsiteY5" fmla="*/ 85112 h 170050"/>
                <a:gd name="connsiteX6" fmla="*/ 2636 w 41095"/>
                <a:gd name="connsiteY6" fmla="*/ 165546 h 170050"/>
                <a:gd name="connsiteX7" fmla="*/ 333 w 41095"/>
                <a:gd name="connsiteY7" fmla="*/ 168437 h 170050"/>
                <a:gd name="connsiteX8" fmla="*/ 2105 w 41095"/>
                <a:gd name="connsiteY8" fmla="*/ 170137 h 170050"/>
                <a:gd name="connsiteX9" fmla="*/ 30269 w 41095"/>
                <a:gd name="connsiteY9" fmla="*/ 136977 h 170050"/>
                <a:gd name="connsiteX10" fmla="*/ 41429 w 41095"/>
                <a:gd name="connsiteY10" fmla="*/ 85112 h 170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41095" h="170050">
                  <a:moveTo>
                    <a:pt x="41429" y="85112"/>
                  </a:moveTo>
                  <a:cubicBezTo>
                    <a:pt x="41429" y="71848"/>
                    <a:pt x="39480" y="51272"/>
                    <a:pt x="29738" y="32056"/>
                  </a:cubicBezTo>
                  <a:cubicBezTo>
                    <a:pt x="19110" y="11140"/>
                    <a:pt x="3876" y="87"/>
                    <a:pt x="2105" y="87"/>
                  </a:cubicBezTo>
                  <a:cubicBezTo>
                    <a:pt x="1042" y="87"/>
                    <a:pt x="333" y="767"/>
                    <a:pt x="333" y="1787"/>
                  </a:cubicBezTo>
                  <a:cubicBezTo>
                    <a:pt x="333" y="2298"/>
                    <a:pt x="333" y="2638"/>
                    <a:pt x="3699" y="5699"/>
                  </a:cubicBezTo>
                  <a:cubicBezTo>
                    <a:pt x="21058" y="22534"/>
                    <a:pt x="31155" y="49572"/>
                    <a:pt x="31155" y="85112"/>
                  </a:cubicBezTo>
                  <a:cubicBezTo>
                    <a:pt x="31155" y="114191"/>
                    <a:pt x="24601" y="144120"/>
                    <a:pt x="2636" y="165546"/>
                  </a:cubicBezTo>
                  <a:cubicBezTo>
                    <a:pt x="333" y="167586"/>
                    <a:pt x="333" y="167927"/>
                    <a:pt x="333" y="168437"/>
                  </a:cubicBezTo>
                  <a:cubicBezTo>
                    <a:pt x="333" y="169457"/>
                    <a:pt x="1042" y="170137"/>
                    <a:pt x="2105" y="170137"/>
                  </a:cubicBezTo>
                  <a:cubicBezTo>
                    <a:pt x="3876" y="170137"/>
                    <a:pt x="19818" y="158574"/>
                    <a:pt x="30269" y="136977"/>
                  </a:cubicBezTo>
                  <a:cubicBezTo>
                    <a:pt x="39303" y="118272"/>
                    <a:pt x="41429" y="99396"/>
                    <a:pt x="41429" y="85112"/>
                  </a:cubicBezTo>
                  <a:close/>
                </a:path>
              </a:pathLst>
            </a:custGeom>
            <a:solidFill>
              <a:srgbClr val="000000"/>
            </a:solidFill>
            <a:ln w="177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07" name="任意形状 206">
              <a:extLst>
                <a:ext uri="{FF2B5EF4-FFF2-40B4-BE49-F238E27FC236}">
                  <a16:creationId xmlns:a16="http://schemas.microsoft.com/office/drawing/2014/main" id="{7EA7CA53-FE67-4EA6-2C15-23EF35E8A8B5}"/>
                </a:ext>
              </a:extLst>
            </p:cNvPr>
            <p:cNvSpPr/>
            <p:nvPr>
              <p:custDataLst>
                <p:tags r:id="rId222"/>
              </p:custDataLst>
            </p:nvPr>
          </p:nvSpPr>
          <p:spPr>
            <a:xfrm>
              <a:off x="8601256" y="3931173"/>
              <a:ext cx="88567" cy="98629"/>
            </a:xfrm>
            <a:custGeom>
              <a:avLst/>
              <a:gdLst>
                <a:gd name="connsiteX0" fmla="*/ 82708 w 88567"/>
                <a:gd name="connsiteY0" fmla="*/ 52802 h 98629"/>
                <a:gd name="connsiteX1" fmla="*/ 88908 w 88567"/>
                <a:gd name="connsiteY1" fmla="*/ 49401 h 98629"/>
                <a:gd name="connsiteX2" fmla="*/ 82708 w 88567"/>
                <a:gd name="connsiteY2" fmla="*/ 46000 h 98629"/>
                <a:gd name="connsiteX3" fmla="*/ 7603 w 88567"/>
                <a:gd name="connsiteY3" fmla="*/ 46000 h 98629"/>
                <a:gd name="connsiteX4" fmla="*/ 55075 w 88567"/>
                <a:gd name="connsiteY4" fmla="*/ 6889 h 98629"/>
                <a:gd name="connsiteX5" fmla="*/ 82708 w 88567"/>
                <a:gd name="connsiteY5" fmla="*/ 6889 h 98629"/>
                <a:gd name="connsiteX6" fmla="*/ 88908 w 88567"/>
                <a:gd name="connsiteY6" fmla="*/ 3488 h 98629"/>
                <a:gd name="connsiteX7" fmla="*/ 82708 w 88567"/>
                <a:gd name="connsiteY7" fmla="*/ 87 h 98629"/>
                <a:gd name="connsiteX8" fmla="*/ 54721 w 88567"/>
                <a:gd name="connsiteY8" fmla="*/ 87 h 98629"/>
                <a:gd name="connsiteX9" fmla="*/ 340 w 88567"/>
                <a:gd name="connsiteY9" fmla="*/ 49401 h 98629"/>
                <a:gd name="connsiteX10" fmla="*/ 54721 w 88567"/>
                <a:gd name="connsiteY10" fmla="*/ 98716 h 98629"/>
                <a:gd name="connsiteX11" fmla="*/ 82708 w 88567"/>
                <a:gd name="connsiteY11" fmla="*/ 98716 h 98629"/>
                <a:gd name="connsiteX12" fmla="*/ 88908 w 88567"/>
                <a:gd name="connsiteY12" fmla="*/ 95315 h 98629"/>
                <a:gd name="connsiteX13" fmla="*/ 82708 w 88567"/>
                <a:gd name="connsiteY13" fmla="*/ 91914 h 98629"/>
                <a:gd name="connsiteX14" fmla="*/ 55075 w 88567"/>
                <a:gd name="connsiteY14" fmla="*/ 91914 h 98629"/>
                <a:gd name="connsiteX15" fmla="*/ 7603 w 88567"/>
                <a:gd name="connsiteY15" fmla="*/ 52802 h 98629"/>
                <a:gd name="connsiteX16" fmla="*/ 82708 w 88567"/>
                <a:gd name="connsiteY16" fmla="*/ 52802 h 986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88567" h="98629">
                  <a:moveTo>
                    <a:pt x="82708" y="52802"/>
                  </a:moveTo>
                  <a:cubicBezTo>
                    <a:pt x="85720" y="52802"/>
                    <a:pt x="88908" y="52802"/>
                    <a:pt x="88908" y="49401"/>
                  </a:cubicBezTo>
                  <a:cubicBezTo>
                    <a:pt x="88908" y="46000"/>
                    <a:pt x="85720" y="46000"/>
                    <a:pt x="82708" y="46000"/>
                  </a:cubicBezTo>
                  <a:lnTo>
                    <a:pt x="7603" y="46000"/>
                  </a:lnTo>
                  <a:cubicBezTo>
                    <a:pt x="9728" y="23214"/>
                    <a:pt x="30099" y="6889"/>
                    <a:pt x="55075" y="6889"/>
                  </a:cubicBezTo>
                  <a:lnTo>
                    <a:pt x="82708" y="6889"/>
                  </a:lnTo>
                  <a:cubicBezTo>
                    <a:pt x="85720" y="6889"/>
                    <a:pt x="88908" y="6889"/>
                    <a:pt x="88908" y="3488"/>
                  </a:cubicBezTo>
                  <a:cubicBezTo>
                    <a:pt x="88908" y="87"/>
                    <a:pt x="85720" y="87"/>
                    <a:pt x="82708" y="87"/>
                  </a:cubicBezTo>
                  <a:lnTo>
                    <a:pt x="54721" y="87"/>
                  </a:lnTo>
                  <a:cubicBezTo>
                    <a:pt x="24431" y="87"/>
                    <a:pt x="340" y="22193"/>
                    <a:pt x="340" y="49401"/>
                  </a:cubicBezTo>
                  <a:cubicBezTo>
                    <a:pt x="340" y="76610"/>
                    <a:pt x="24431" y="98716"/>
                    <a:pt x="54721" y="98716"/>
                  </a:cubicBezTo>
                  <a:lnTo>
                    <a:pt x="82708" y="98716"/>
                  </a:lnTo>
                  <a:cubicBezTo>
                    <a:pt x="85720" y="98716"/>
                    <a:pt x="88908" y="98716"/>
                    <a:pt x="88908" y="95315"/>
                  </a:cubicBezTo>
                  <a:cubicBezTo>
                    <a:pt x="88908" y="91914"/>
                    <a:pt x="85720" y="91914"/>
                    <a:pt x="82708" y="91914"/>
                  </a:cubicBezTo>
                  <a:lnTo>
                    <a:pt x="55075" y="91914"/>
                  </a:lnTo>
                  <a:cubicBezTo>
                    <a:pt x="30099" y="91914"/>
                    <a:pt x="9728" y="75589"/>
                    <a:pt x="7603" y="52802"/>
                  </a:cubicBezTo>
                  <a:lnTo>
                    <a:pt x="82708" y="52802"/>
                  </a:lnTo>
                  <a:close/>
                </a:path>
              </a:pathLst>
            </a:custGeom>
            <a:solidFill>
              <a:srgbClr val="000000"/>
            </a:solidFill>
            <a:ln w="177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08" name="任意形状 207">
              <a:extLst>
                <a:ext uri="{FF2B5EF4-FFF2-40B4-BE49-F238E27FC236}">
                  <a16:creationId xmlns:a16="http://schemas.microsoft.com/office/drawing/2014/main" id="{DC433F10-882B-EA4B-9E7C-56E49D8C3F74}"/>
                </a:ext>
              </a:extLst>
            </p:cNvPr>
            <p:cNvSpPr/>
            <p:nvPr>
              <p:custDataLst>
                <p:tags r:id="rId223"/>
              </p:custDataLst>
            </p:nvPr>
          </p:nvSpPr>
          <p:spPr>
            <a:xfrm>
              <a:off x="8761642" y="3903115"/>
              <a:ext cx="98664" cy="140121"/>
            </a:xfrm>
            <a:custGeom>
              <a:avLst/>
              <a:gdLst>
                <a:gd name="connsiteX0" fmla="*/ 69787 w 98664"/>
                <a:gd name="connsiteY0" fmla="*/ 92934 h 140121"/>
                <a:gd name="connsiteX1" fmla="*/ 58627 w 98664"/>
                <a:gd name="connsiteY1" fmla="*/ 118952 h 140121"/>
                <a:gd name="connsiteX2" fmla="*/ 41976 w 98664"/>
                <a:gd name="connsiteY2" fmla="*/ 130856 h 140121"/>
                <a:gd name="connsiteX3" fmla="*/ 15937 w 98664"/>
                <a:gd name="connsiteY3" fmla="*/ 123543 h 140121"/>
                <a:gd name="connsiteX4" fmla="*/ 1767 w 98664"/>
                <a:gd name="connsiteY4" fmla="*/ 131706 h 140121"/>
                <a:gd name="connsiteX5" fmla="*/ 30285 w 98664"/>
                <a:gd name="connsiteY5" fmla="*/ 140208 h 140121"/>
                <a:gd name="connsiteX6" fmla="*/ 77226 w 98664"/>
                <a:gd name="connsiteY6" fmla="*/ 106028 h 140121"/>
                <a:gd name="connsiteX7" fmla="*/ 85375 w 98664"/>
                <a:gd name="connsiteY7" fmla="*/ 84772 h 140121"/>
                <a:gd name="connsiteX8" fmla="*/ 92637 w 98664"/>
                <a:gd name="connsiteY8" fmla="*/ 58754 h 140121"/>
                <a:gd name="connsiteX9" fmla="*/ 90689 w 98664"/>
                <a:gd name="connsiteY9" fmla="*/ 57224 h 140121"/>
                <a:gd name="connsiteX10" fmla="*/ 82363 w 98664"/>
                <a:gd name="connsiteY10" fmla="*/ 60455 h 140121"/>
                <a:gd name="connsiteX11" fmla="*/ 76872 w 98664"/>
                <a:gd name="connsiteY11" fmla="*/ 68107 h 140121"/>
                <a:gd name="connsiteX12" fmla="*/ 42685 w 98664"/>
                <a:gd name="connsiteY12" fmla="*/ 99056 h 140121"/>
                <a:gd name="connsiteX13" fmla="*/ 15406 w 98664"/>
                <a:gd name="connsiteY13" fmla="*/ 66407 h 140121"/>
                <a:gd name="connsiteX14" fmla="*/ 31171 w 98664"/>
                <a:gd name="connsiteY14" fmla="*/ 23894 h 140121"/>
                <a:gd name="connsiteX15" fmla="*/ 64650 w 98664"/>
                <a:gd name="connsiteY15" fmla="*/ 9440 h 140121"/>
                <a:gd name="connsiteX16" fmla="*/ 77581 w 98664"/>
                <a:gd name="connsiteY16" fmla="*/ 11310 h 140121"/>
                <a:gd name="connsiteX17" fmla="*/ 83958 w 98664"/>
                <a:gd name="connsiteY17" fmla="*/ 18622 h 140121"/>
                <a:gd name="connsiteX18" fmla="*/ 74038 w 98664"/>
                <a:gd name="connsiteY18" fmla="*/ 36308 h 140121"/>
                <a:gd name="connsiteX19" fmla="*/ 72798 w 98664"/>
                <a:gd name="connsiteY19" fmla="*/ 38348 h 140121"/>
                <a:gd name="connsiteX20" fmla="*/ 74747 w 98664"/>
                <a:gd name="connsiteY20" fmla="*/ 39539 h 140121"/>
                <a:gd name="connsiteX21" fmla="*/ 90512 w 98664"/>
                <a:gd name="connsiteY21" fmla="*/ 28655 h 140121"/>
                <a:gd name="connsiteX22" fmla="*/ 99014 w 98664"/>
                <a:gd name="connsiteY22" fmla="*/ 11480 h 140121"/>
                <a:gd name="connsiteX23" fmla="*/ 91397 w 98664"/>
                <a:gd name="connsiteY23" fmla="*/ 2127 h 140121"/>
                <a:gd name="connsiteX24" fmla="*/ 76341 w 98664"/>
                <a:gd name="connsiteY24" fmla="*/ 87 h 140121"/>
                <a:gd name="connsiteX25" fmla="*/ 349 w 98664"/>
                <a:gd name="connsiteY25" fmla="*/ 73719 h 140121"/>
                <a:gd name="connsiteX26" fmla="*/ 31171 w 98664"/>
                <a:gd name="connsiteY26" fmla="*/ 108409 h 140121"/>
                <a:gd name="connsiteX27" fmla="*/ 69787 w 98664"/>
                <a:gd name="connsiteY27" fmla="*/ 92934 h 1401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98664" h="140121">
                  <a:moveTo>
                    <a:pt x="69787" y="92934"/>
                  </a:moveTo>
                  <a:cubicBezTo>
                    <a:pt x="65004" y="108409"/>
                    <a:pt x="60399" y="116231"/>
                    <a:pt x="58627" y="118952"/>
                  </a:cubicBezTo>
                  <a:cubicBezTo>
                    <a:pt x="51719" y="130515"/>
                    <a:pt x="47999" y="130856"/>
                    <a:pt x="41976" y="130856"/>
                  </a:cubicBezTo>
                  <a:cubicBezTo>
                    <a:pt x="38965" y="130856"/>
                    <a:pt x="26388" y="130345"/>
                    <a:pt x="15937" y="123543"/>
                  </a:cubicBezTo>
                  <a:cubicBezTo>
                    <a:pt x="7966" y="123884"/>
                    <a:pt x="1767" y="129835"/>
                    <a:pt x="1767" y="131706"/>
                  </a:cubicBezTo>
                  <a:cubicBezTo>
                    <a:pt x="1767" y="133236"/>
                    <a:pt x="13812" y="140208"/>
                    <a:pt x="30285" y="140208"/>
                  </a:cubicBezTo>
                  <a:cubicBezTo>
                    <a:pt x="43039" y="140208"/>
                    <a:pt x="63941" y="133746"/>
                    <a:pt x="77226" y="106028"/>
                  </a:cubicBezTo>
                  <a:cubicBezTo>
                    <a:pt x="81832" y="96505"/>
                    <a:pt x="84843" y="86813"/>
                    <a:pt x="85375" y="84772"/>
                  </a:cubicBezTo>
                  <a:cubicBezTo>
                    <a:pt x="88917" y="73038"/>
                    <a:pt x="92637" y="59434"/>
                    <a:pt x="92637" y="58754"/>
                  </a:cubicBezTo>
                  <a:cubicBezTo>
                    <a:pt x="92637" y="57734"/>
                    <a:pt x="92283" y="57224"/>
                    <a:pt x="90689" y="57224"/>
                  </a:cubicBezTo>
                  <a:cubicBezTo>
                    <a:pt x="89095" y="57224"/>
                    <a:pt x="86083" y="58074"/>
                    <a:pt x="82363" y="60455"/>
                  </a:cubicBezTo>
                  <a:cubicBezTo>
                    <a:pt x="78289" y="63006"/>
                    <a:pt x="78112" y="63856"/>
                    <a:pt x="76872" y="68107"/>
                  </a:cubicBezTo>
                  <a:cubicBezTo>
                    <a:pt x="75101" y="73889"/>
                    <a:pt x="64650" y="99056"/>
                    <a:pt x="42685" y="99056"/>
                  </a:cubicBezTo>
                  <a:cubicBezTo>
                    <a:pt x="25503" y="99056"/>
                    <a:pt x="15406" y="85622"/>
                    <a:pt x="15406" y="66407"/>
                  </a:cubicBezTo>
                  <a:cubicBezTo>
                    <a:pt x="15406" y="53313"/>
                    <a:pt x="20897" y="35797"/>
                    <a:pt x="31171" y="23894"/>
                  </a:cubicBezTo>
                  <a:cubicBezTo>
                    <a:pt x="35954" y="18452"/>
                    <a:pt x="44633" y="9440"/>
                    <a:pt x="64650" y="9440"/>
                  </a:cubicBezTo>
                  <a:cubicBezTo>
                    <a:pt x="68015" y="9440"/>
                    <a:pt x="73152" y="9950"/>
                    <a:pt x="77581" y="11310"/>
                  </a:cubicBezTo>
                  <a:cubicBezTo>
                    <a:pt x="79529" y="11820"/>
                    <a:pt x="83958" y="13181"/>
                    <a:pt x="83958" y="18622"/>
                  </a:cubicBezTo>
                  <a:cubicBezTo>
                    <a:pt x="83958" y="24404"/>
                    <a:pt x="74747" y="35287"/>
                    <a:pt x="74038" y="36308"/>
                  </a:cubicBezTo>
                  <a:cubicBezTo>
                    <a:pt x="73329" y="36988"/>
                    <a:pt x="72798" y="37668"/>
                    <a:pt x="72798" y="38348"/>
                  </a:cubicBezTo>
                  <a:cubicBezTo>
                    <a:pt x="72798" y="39539"/>
                    <a:pt x="73684" y="39539"/>
                    <a:pt x="74747" y="39539"/>
                  </a:cubicBezTo>
                  <a:cubicBezTo>
                    <a:pt x="79883" y="39539"/>
                    <a:pt x="85729" y="34947"/>
                    <a:pt x="90512" y="28655"/>
                  </a:cubicBezTo>
                  <a:cubicBezTo>
                    <a:pt x="91929" y="26785"/>
                    <a:pt x="99014" y="17262"/>
                    <a:pt x="99014" y="11480"/>
                  </a:cubicBezTo>
                  <a:cubicBezTo>
                    <a:pt x="99014" y="4508"/>
                    <a:pt x="93523" y="2808"/>
                    <a:pt x="91397" y="2127"/>
                  </a:cubicBezTo>
                  <a:cubicBezTo>
                    <a:pt x="84843" y="87"/>
                    <a:pt x="78821" y="87"/>
                    <a:pt x="76341" y="87"/>
                  </a:cubicBezTo>
                  <a:cubicBezTo>
                    <a:pt x="36308" y="87"/>
                    <a:pt x="349" y="33757"/>
                    <a:pt x="349" y="73719"/>
                  </a:cubicBezTo>
                  <a:cubicBezTo>
                    <a:pt x="349" y="90894"/>
                    <a:pt x="8321" y="108409"/>
                    <a:pt x="31171" y="108409"/>
                  </a:cubicBezTo>
                  <a:cubicBezTo>
                    <a:pt x="44456" y="108409"/>
                    <a:pt x="58096" y="101947"/>
                    <a:pt x="69787" y="92934"/>
                  </a:cubicBezTo>
                  <a:close/>
                </a:path>
              </a:pathLst>
            </a:custGeom>
            <a:solidFill>
              <a:srgbClr val="000000"/>
            </a:solidFill>
            <a:ln w="177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09" name="任意形状 208">
              <a:extLst>
                <a:ext uri="{FF2B5EF4-FFF2-40B4-BE49-F238E27FC236}">
                  <a16:creationId xmlns:a16="http://schemas.microsoft.com/office/drawing/2014/main" id="{8EC8CF27-671D-1A68-75DF-141FB3F9676B}"/>
                </a:ext>
              </a:extLst>
            </p:cNvPr>
            <p:cNvSpPr/>
            <p:nvPr>
              <p:custDataLst>
                <p:tags r:id="rId224"/>
              </p:custDataLst>
            </p:nvPr>
          </p:nvSpPr>
          <p:spPr>
            <a:xfrm>
              <a:off x="8862816" y="3975301"/>
              <a:ext cx="42902" cy="74397"/>
            </a:xfrm>
            <a:custGeom>
              <a:avLst/>
              <a:gdLst>
                <a:gd name="connsiteX0" fmla="*/ 21683 w 42902"/>
                <a:gd name="connsiteY0" fmla="*/ 26276 h 74397"/>
                <a:gd name="connsiteX1" fmla="*/ 41026 w 42902"/>
                <a:gd name="connsiteY1" fmla="*/ 26276 h 74397"/>
                <a:gd name="connsiteX2" fmla="*/ 41026 w 42902"/>
                <a:gd name="connsiteY2" fmla="*/ 21991 h 74397"/>
                <a:gd name="connsiteX3" fmla="*/ 21683 w 42902"/>
                <a:gd name="connsiteY3" fmla="*/ 21991 h 74397"/>
                <a:gd name="connsiteX4" fmla="*/ 21683 w 42902"/>
                <a:gd name="connsiteY4" fmla="*/ 88 h 74397"/>
                <a:gd name="connsiteX5" fmla="*/ 17467 w 42902"/>
                <a:gd name="connsiteY5" fmla="*/ 88 h 74397"/>
                <a:gd name="connsiteX6" fmla="*/ 355 w 42902"/>
                <a:gd name="connsiteY6" fmla="*/ 22943 h 74397"/>
                <a:gd name="connsiteX7" fmla="*/ 355 w 42902"/>
                <a:gd name="connsiteY7" fmla="*/ 26276 h 74397"/>
                <a:gd name="connsiteX8" fmla="*/ 11887 w 42902"/>
                <a:gd name="connsiteY8" fmla="*/ 26276 h 74397"/>
                <a:gd name="connsiteX9" fmla="*/ 11887 w 42902"/>
                <a:gd name="connsiteY9" fmla="*/ 58416 h 74397"/>
                <a:gd name="connsiteX10" fmla="*/ 29246 w 42902"/>
                <a:gd name="connsiteY10" fmla="*/ 74485 h 74397"/>
                <a:gd name="connsiteX11" fmla="*/ 43258 w 42902"/>
                <a:gd name="connsiteY11" fmla="*/ 58297 h 74397"/>
                <a:gd name="connsiteX12" fmla="*/ 43258 w 42902"/>
                <a:gd name="connsiteY12" fmla="*/ 51750 h 74397"/>
                <a:gd name="connsiteX13" fmla="*/ 39042 w 42902"/>
                <a:gd name="connsiteY13" fmla="*/ 51750 h 74397"/>
                <a:gd name="connsiteX14" fmla="*/ 39042 w 42902"/>
                <a:gd name="connsiteY14" fmla="*/ 58178 h 74397"/>
                <a:gd name="connsiteX15" fmla="*/ 30238 w 42902"/>
                <a:gd name="connsiteY15" fmla="*/ 70676 h 74397"/>
                <a:gd name="connsiteX16" fmla="*/ 21683 w 42902"/>
                <a:gd name="connsiteY16" fmla="*/ 58535 h 74397"/>
                <a:gd name="connsiteX17" fmla="*/ 21683 w 42902"/>
                <a:gd name="connsiteY17" fmla="*/ 26276 h 743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42902" h="74397">
                  <a:moveTo>
                    <a:pt x="21683" y="26276"/>
                  </a:moveTo>
                  <a:lnTo>
                    <a:pt x="41026" y="26276"/>
                  </a:lnTo>
                  <a:lnTo>
                    <a:pt x="41026" y="21991"/>
                  </a:lnTo>
                  <a:lnTo>
                    <a:pt x="21683" y="21991"/>
                  </a:lnTo>
                  <a:lnTo>
                    <a:pt x="21683" y="88"/>
                  </a:lnTo>
                  <a:lnTo>
                    <a:pt x="17467" y="88"/>
                  </a:lnTo>
                  <a:cubicBezTo>
                    <a:pt x="17343" y="10802"/>
                    <a:pt x="12259" y="22586"/>
                    <a:pt x="355" y="22943"/>
                  </a:cubicBezTo>
                  <a:lnTo>
                    <a:pt x="355" y="26276"/>
                  </a:lnTo>
                  <a:lnTo>
                    <a:pt x="11887" y="26276"/>
                  </a:lnTo>
                  <a:lnTo>
                    <a:pt x="11887" y="58416"/>
                  </a:lnTo>
                  <a:cubicBezTo>
                    <a:pt x="11887" y="71748"/>
                    <a:pt x="22303" y="74485"/>
                    <a:pt x="29246" y="74485"/>
                  </a:cubicBezTo>
                  <a:cubicBezTo>
                    <a:pt x="37554" y="74485"/>
                    <a:pt x="43258" y="67700"/>
                    <a:pt x="43258" y="58297"/>
                  </a:cubicBezTo>
                  <a:lnTo>
                    <a:pt x="43258" y="51750"/>
                  </a:lnTo>
                  <a:lnTo>
                    <a:pt x="39042" y="51750"/>
                  </a:lnTo>
                  <a:lnTo>
                    <a:pt x="39042" y="58178"/>
                  </a:lnTo>
                  <a:cubicBezTo>
                    <a:pt x="39042" y="66272"/>
                    <a:pt x="35074" y="70676"/>
                    <a:pt x="30238" y="70676"/>
                  </a:cubicBezTo>
                  <a:cubicBezTo>
                    <a:pt x="21683" y="70676"/>
                    <a:pt x="21683" y="60677"/>
                    <a:pt x="21683" y="58535"/>
                  </a:cubicBezTo>
                  <a:lnTo>
                    <a:pt x="21683" y="26276"/>
                  </a:lnTo>
                  <a:close/>
                </a:path>
              </a:pathLst>
            </a:custGeom>
            <a:solidFill>
              <a:srgbClr val="000000"/>
            </a:solidFill>
            <a:ln w="177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10" name="任意形状 209">
              <a:extLst>
                <a:ext uri="{FF2B5EF4-FFF2-40B4-BE49-F238E27FC236}">
                  <a16:creationId xmlns:a16="http://schemas.microsoft.com/office/drawing/2014/main" id="{F9654CC0-6BD5-0C0C-8E89-ECC278CFB1C9}"/>
                </a:ext>
              </a:extLst>
            </p:cNvPr>
            <p:cNvSpPr/>
            <p:nvPr>
              <p:custDataLst>
                <p:tags r:id="rId225"/>
              </p:custDataLst>
            </p:nvPr>
          </p:nvSpPr>
          <p:spPr>
            <a:xfrm>
              <a:off x="8920651" y="3996013"/>
              <a:ext cx="44390" cy="52494"/>
            </a:xfrm>
            <a:custGeom>
              <a:avLst/>
              <a:gdLst>
                <a:gd name="connsiteX0" fmla="*/ 18958 w 44390"/>
                <a:gd name="connsiteY0" fmla="*/ 25443 h 52494"/>
                <a:gd name="connsiteX1" fmla="*/ 35573 w 44390"/>
                <a:gd name="connsiteY1" fmla="*/ 3421 h 52494"/>
                <a:gd name="connsiteX2" fmla="*/ 33465 w 44390"/>
                <a:gd name="connsiteY2" fmla="*/ 7707 h 52494"/>
                <a:gd name="connsiteX3" fmla="*/ 39045 w 44390"/>
                <a:gd name="connsiteY3" fmla="*/ 13182 h 52494"/>
                <a:gd name="connsiteX4" fmla="*/ 44749 w 44390"/>
                <a:gd name="connsiteY4" fmla="*/ 7707 h 52494"/>
                <a:gd name="connsiteX5" fmla="*/ 34953 w 44390"/>
                <a:gd name="connsiteY5" fmla="*/ 88 h 52494"/>
                <a:gd name="connsiteX6" fmla="*/ 18214 w 44390"/>
                <a:gd name="connsiteY6" fmla="*/ 12825 h 52494"/>
                <a:gd name="connsiteX7" fmla="*/ 18090 w 44390"/>
                <a:gd name="connsiteY7" fmla="*/ 12825 h 52494"/>
                <a:gd name="connsiteX8" fmla="*/ 18090 w 44390"/>
                <a:gd name="connsiteY8" fmla="*/ 88 h 52494"/>
                <a:gd name="connsiteX9" fmla="*/ 359 w 44390"/>
                <a:gd name="connsiteY9" fmla="*/ 1398 h 52494"/>
                <a:gd name="connsiteX10" fmla="*/ 359 w 44390"/>
                <a:gd name="connsiteY10" fmla="*/ 5683 h 52494"/>
                <a:gd name="connsiteX11" fmla="*/ 9658 w 44390"/>
                <a:gd name="connsiteY11" fmla="*/ 12349 h 52494"/>
                <a:gd name="connsiteX12" fmla="*/ 9658 w 44390"/>
                <a:gd name="connsiteY12" fmla="*/ 43179 h 52494"/>
                <a:gd name="connsiteX13" fmla="*/ 359 w 44390"/>
                <a:gd name="connsiteY13" fmla="*/ 48298 h 52494"/>
                <a:gd name="connsiteX14" fmla="*/ 359 w 44390"/>
                <a:gd name="connsiteY14" fmla="*/ 52583 h 52494"/>
                <a:gd name="connsiteX15" fmla="*/ 14494 w 44390"/>
                <a:gd name="connsiteY15" fmla="*/ 52107 h 52494"/>
                <a:gd name="connsiteX16" fmla="*/ 30613 w 44390"/>
                <a:gd name="connsiteY16" fmla="*/ 52583 h 52494"/>
                <a:gd name="connsiteX17" fmla="*/ 30613 w 44390"/>
                <a:gd name="connsiteY17" fmla="*/ 48298 h 52494"/>
                <a:gd name="connsiteX18" fmla="*/ 28133 w 44390"/>
                <a:gd name="connsiteY18" fmla="*/ 48298 h 52494"/>
                <a:gd name="connsiteX19" fmla="*/ 18958 w 44390"/>
                <a:gd name="connsiteY19" fmla="*/ 42941 h 52494"/>
                <a:gd name="connsiteX20" fmla="*/ 18958 w 44390"/>
                <a:gd name="connsiteY20" fmla="*/ 25443 h 524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44390" h="52494">
                  <a:moveTo>
                    <a:pt x="18958" y="25443"/>
                  </a:moveTo>
                  <a:cubicBezTo>
                    <a:pt x="18958" y="15444"/>
                    <a:pt x="23794" y="3421"/>
                    <a:pt x="35573" y="3421"/>
                  </a:cubicBezTo>
                  <a:cubicBezTo>
                    <a:pt x="34457" y="4255"/>
                    <a:pt x="33465" y="5802"/>
                    <a:pt x="33465" y="7707"/>
                  </a:cubicBezTo>
                  <a:cubicBezTo>
                    <a:pt x="33465" y="11635"/>
                    <a:pt x="36689" y="13182"/>
                    <a:pt x="39045" y="13182"/>
                  </a:cubicBezTo>
                  <a:cubicBezTo>
                    <a:pt x="42021" y="13182"/>
                    <a:pt x="44749" y="11278"/>
                    <a:pt x="44749" y="7707"/>
                  </a:cubicBezTo>
                  <a:cubicBezTo>
                    <a:pt x="44749" y="3659"/>
                    <a:pt x="40781" y="88"/>
                    <a:pt x="34953" y="88"/>
                  </a:cubicBezTo>
                  <a:cubicBezTo>
                    <a:pt x="28753" y="88"/>
                    <a:pt x="21934" y="3778"/>
                    <a:pt x="18214" y="12825"/>
                  </a:cubicBezTo>
                  <a:lnTo>
                    <a:pt x="18090" y="12825"/>
                  </a:lnTo>
                  <a:lnTo>
                    <a:pt x="18090" y="88"/>
                  </a:lnTo>
                  <a:lnTo>
                    <a:pt x="359" y="1398"/>
                  </a:lnTo>
                  <a:lnTo>
                    <a:pt x="359" y="5683"/>
                  </a:lnTo>
                  <a:cubicBezTo>
                    <a:pt x="8666" y="5683"/>
                    <a:pt x="9658" y="6516"/>
                    <a:pt x="9658" y="12349"/>
                  </a:cubicBezTo>
                  <a:lnTo>
                    <a:pt x="9658" y="43179"/>
                  </a:lnTo>
                  <a:cubicBezTo>
                    <a:pt x="9658" y="48298"/>
                    <a:pt x="8418" y="48298"/>
                    <a:pt x="359" y="48298"/>
                  </a:cubicBezTo>
                  <a:lnTo>
                    <a:pt x="359" y="52583"/>
                  </a:lnTo>
                  <a:cubicBezTo>
                    <a:pt x="978" y="52583"/>
                    <a:pt x="9410" y="52107"/>
                    <a:pt x="14494" y="52107"/>
                  </a:cubicBezTo>
                  <a:cubicBezTo>
                    <a:pt x="19826" y="52107"/>
                    <a:pt x="25282" y="52345"/>
                    <a:pt x="30613" y="52583"/>
                  </a:cubicBezTo>
                  <a:lnTo>
                    <a:pt x="30613" y="48298"/>
                  </a:lnTo>
                  <a:lnTo>
                    <a:pt x="28133" y="48298"/>
                  </a:lnTo>
                  <a:cubicBezTo>
                    <a:pt x="18958" y="48298"/>
                    <a:pt x="18958" y="46988"/>
                    <a:pt x="18958" y="42941"/>
                  </a:cubicBezTo>
                  <a:lnTo>
                    <a:pt x="18958" y="25443"/>
                  </a:lnTo>
                  <a:close/>
                </a:path>
              </a:pathLst>
            </a:custGeom>
            <a:solidFill>
              <a:srgbClr val="000000"/>
            </a:solidFill>
            <a:ln w="177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11" name="任意形状 210">
              <a:extLst>
                <a:ext uri="{FF2B5EF4-FFF2-40B4-BE49-F238E27FC236}">
                  <a16:creationId xmlns:a16="http://schemas.microsoft.com/office/drawing/2014/main" id="{546FAA08-1DCD-E24F-9B7A-0AB0538E8221}"/>
                </a:ext>
              </a:extLst>
            </p:cNvPr>
            <p:cNvSpPr/>
            <p:nvPr>
              <p:custDataLst>
                <p:tags r:id="rId226"/>
              </p:custDataLst>
            </p:nvPr>
          </p:nvSpPr>
          <p:spPr>
            <a:xfrm>
              <a:off x="8976750" y="3995418"/>
              <a:ext cx="61873" cy="54280"/>
            </a:xfrm>
            <a:custGeom>
              <a:avLst/>
              <a:gdLst>
                <a:gd name="connsiteX0" fmla="*/ 48844 w 61873"/>
                <a:gd name="connsiteY0" fmla="*/ 21277 h 54280"/>
                <a:gd name="connsiteX1" fmla="*/ 43140 w 61873"/>
                <a:gd name="connsiteY1" fmla="*/ 6040 h 54280"/>
                <a:gd name="connsiteX2" fmla="*/ 24789 w 61873"/>
                <a:gd name="connsiteY2" fmla="*/ 88 h 54280"/>
                <a:gd name="connsiteX3" fmla="*/ 4701 w 61873"/>
                <a:gd name="connsiteY3" fmla="*/ 11635 h 54280"/>
                <a:gd name="connsiteX4" fmla="*/ 10653 w 61873"/>
                <a:gd name="connsiteY4" fmla="*/ 17468 h 54280"/>
                <a:gd name="connsiteX5" fmla="*/ 16481 w 61873"/>
                <a:gd name="connsiteY5" fmla="*/ 11873 h 54280"/>
                <a:gd name="connsiteX6" fmla="*/ 12141 w 61873"/>
                <a:gd name="connsiteY6" fmla="*/ 6397 h 54280"/>
                <a:gd name="connsiteX7" fmla="*/ 24541 w 61873"/>
                <a:gd name="connsiteY7" fmla="*/ 3421 h 54280"/>
                <a:gd name="connsiteX8" fmla="*/ 39048 w 61873"/>
                <a:gd name="connsiteY8" fmla="*/ 17825 h 54280"/>
                <a:gd name="connsiteX9" fmla="*/ 39048 w 61873"/>
                <a:gd name="connsiteY9" fmla="*/ 21515 h 54280"/>
                <a:gd name="connsiteX10" fmla="*/ 14993 w 61873"/>
                <a:gd name="connsiteY10" fmla="*/ 25324 h 54280"/>
                <a:gd name="connsiteX11" fmla="*/ 362 w 61873"/>
                <a:gd name="connsiteY11" fmla="*/ 41156 h 54280"/>
                <a:gd name="connsiteX12" fmla="*/ 22061 w 61873"/>
                <a:gd name="connsiteY12" fmla="*/ 54368 h 54280"/>
                <a:gd name="connsiteX13" fmla="*/ 40412 w 61873"/>
                <a:gd name="connsiteY13" fmla="*/ 44369 h 54280"/>
                <a:gd name="connsiteX14" fmla="*/ 49960 w 61873"/>
                <a:gd name="connsiteY14" fmla="*/ 53773 h 54280"/>
                <a:gd name="connsiteX15" fmla="*/ 62235 w 61873"/>
                <a:gd name="connsiteY15" fmla="*/ 42465 h 54280"/>
                <a:gd name="connsiteX16" fmla="*/ 62235 w 61873"/>
                <a:gd name="connsiteY16" fmla="*/ 35918 h 54280"/>
                <a:gd name="connsiteX17" fmla="*/ 58019 w 61873"/>
                <a:gd name="connsiteY17" fmla="*/ 35918 h 54280"/>
                <a:gd name="connsiteX18" fmla="*/ 58019 w 61873"/>
                <a:gd name="connsiteY18" fmla="*/ 42346 h 54280"/>
                <a:gd name="connsiteX19" fmla="*/ 53432 w 61873"/>
                <a:gd name="connsiteY19" fmla="*/ 49250 h 54280"/>
                <a:gd name="connsiteX20" fmla="*/ 48844 w 61873"/>
                <a:gd name="connsiteY20" fmla="*/ 42108 h 54280"/>
                <a:gd name="connsiteX21" fmla="*/ 48844 w 61873"/>
                <a:gd name="connsiteY21" fmla="*/ 21277 h 54280"/>
                <a:gd name="connsiteX22" fmla="*/ 39048 w 61873"/>
                <a:gd name="connsiteY22" fmla="*/ 36394 h 54280"/>
                <a:gd name="connsiteX23" fmla="*/ 23053 w 61873"/>
                <a:gd name="connsiteY23" fmla="*/ 51035 h 54280"/>
                <a:gd name="connsiteX24" fmla="*/ 10777 w 61873"/>
                <a:gd name="connsiteY24" fmla="*/ 41156 h 54280"/>
                <a:gd name="connsiteX25" fmla="*/ 39048 w 61873"/>
                <a:gd name="connsiteY25" fmla="*/ 24610 h 54280"/>
                <a:gd name="connsiteX26" fmla="*/ 39048 w 61873"/>
                <a:gd name="connsiteY26" fmla="*/ 36394 h 54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61873" h="54280">
                  <a:moveTo>
                    <a:pt x="48844" y="21277"/>
                  </a:moveTo>
                  <a:cubicBezTo>
                    <a:pt x="48844" y="14968"/>
                    <a:pt x="48844" y="10444"/>
                    <a:pt x="43140" y="6040"/>
                  </a:cubicBezTo>
                  <a:cubicBezTo>
                    <a:pt x="38056" y="1993"/>
                    <a:pt x="32104" y="88"/>
                    <a:pt x="24789" y="88"/>
                  </a:cubicBezTo>
                  <a:cubicBezTo>
                    <a:pt x="13009" y="88"/>
                    <a:pt x="4701" y="4374"/>
                    <a:pt x="4701" y="11635"/>
                  </a:cubicBezTo>
                  <a:cubicBezTo>
                    <a:pt x="4701" y="15444"/>
                    <a:pt x="7429" y="17468"/>
                    <a:pt x="10653" y="17468"/>
                  </a:cubicBezTo>
                  <a:cubicBezTo>
                    <a:pt x="14001" y="17468"/>
                    <a:pt x="16481" y="15087"/>
                    <a:pt x="16481" y="11873"/>
                  </a:cubicBezTo>
                  <a:cubicBezTo>
                    <a:pt x="16481" y="9849"/>
                    <a:pt x="15489" y="7350"/>
                    <a:pt x="12141" y="6397"/>
                  </a:cubicBezTo>
                  <a:cubicBezTo>
                    <a:pt x="16605" y="3421"/>
                    <a:pt x="23797" y="3421"/>
                    <a:pt x="24541" y="3421"/>
                  </a:cubicBezTo>
                  <a:cubicBezTo>
                    <a:pt x="31484" y="3421"/>
                    <a:pt x="39048" y="7826"/>
                    <a:pt x="39048" y="17825"/>
                  </a:cubicBezTo>
                  <a:lnTo>
                    <a:pt x="39048" y="21515"/>
                  </a:lnTo>
                  <a:cubicBezTo>
                    <a:pt x="32228" y="21753"/>
                    <a:pt x="24045" y="22110"/>
                    <a:pt x="14993" y="25324"/>
                  </a:cubicBezTo>
                  <a:cubicBezTo>
                    <a:pt x="3833" y="29252"/>
                    <a:pt x="362" y="35799"/>
                    <a:pt x="362" y="41156"/>
                  </a:cubicBezTo>
                  <a:cubicBezTo>
                    <a:pt x="362" y="51393"/>
                    <a:pt x="13257" y="54368"/>
                    <a:pt x="22061" y="54368"/>
                  </a:cubicBezTo>
                  <a:cubicBezTo>
                    <a:pt x="31980" y="54368"/>
                    <a:pt x="37808" y="49012"/>
                    <a:pt x="40412" y="44369"/>
                  </a:cubicBezTo>
                  <a:cubicBezTo>
                    <a:pt x="40908" y="49250"/>
                    <a:pt x="44256" y="53773"/>
                    <a:pt x="49960" y="53773"/>
                  </a:cubicBezTo>
                  <a:cubicBezTo>
                    <a:pt x="50208" y="53773"/>
                    <a:pt x="62235" y="53773"/>
                    <a:pt x="62235" y="42465"/>
                  </a:cubicBezTo>
                  <a:lnTo>
                    <a:pt x="62235" y="35918"/>
                  </a:lnTo>
                  <a:lnTo>
                    <a:pt x="58019" y="35918"/>
                  </a:lnTo>
                  <a:lnTo>
                    <a:pt x="58019" y="42346"/>
                  </a:lnTo>
                  <a:cubicBezTo>
                    <a:pt x="58019" y="43536"/>
                    <a:pt x="58019" y="49250"/>
                    <a:pt x="53432" y="49250"/>
                  </a:cubicBezTo>
                  <a:cubicBezTo>
                    <a:pt x="48844" y="49250"/>
                    <a:pt x="48844" y="43655"/>
                    <a:pt x="48844" y="42108"/>
                  </a:cubicBezTo>
                  <a:lnTo>
                    <a:pt x="48844" y="21277"/>
                  </a:lnTo>
                  <a:close/>
                  <a:moveTo>
                    <a:pt x="39048" y="36394"/>
                  </a:moveTo>
                  <a:cubicBezTo>
                    <a:pt x="39048" y="47822"/>
                    <a:pt x="28632" y="51035"/>
                    <a:pt x="23053" y="51035"/>
                  </a:cubicBezTo>
                  <a:cubicBezTo>
                    <a:pt x="16729" y="51035"/>
                    <a:pt x="10777" y="46988"/>
                    <a:pt x="10777" y="41156"/>
                  </a:cubicBezTo>
                  <a:cubicBezTo>
                    <a:pt x="10777" y="34609"/>
                    <a:pt x="16729" y="25443"/>
                    <a:pt x="39048" y="24610"/>
                  </a:cubicBezTo>
                  <a:lnTo>
                    <a:pt x="39048" y="36394"/>
                  </a:lnTo>
                  <a:close/>
                </a:path>
              </a:pathLst>
            </a:custGeom>
            <a:solidFill>
              <a:srgbClr val="000000"/>
            </a:solidFill>
            <a:ln w="177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12" name="任意形状 211">
              <a:extLst>
                <a:ext uri="{FF2B5EF4-FFF2-40B4-BE49-F238E27FC236}">
                  <a16:creationId xmlns:a16="http://schemas.microsoft.com/office/drawing/2014/main" id="{5961237E-B58C-6292-89AD-33AF6F6C6F62}"/>
                </a:ext>
              </a:extLst>
            </p:cNvPr>
            <p:cNvSpPr/>
            <p:nvPr>
              <p:custDataLst>
                <p:tags r:id="rId227"/>
              </p:custDataLst>
            </p:nvPr>
          </p:nvSpPr>
          <p:spPr>
            <a:xfrm>
              <a:off x="9047483" y="3968278"/>
              <a:ext cx="27030" cy="80229"/>
            </a:xfrm>
            <a:custGeom>
              <a:avLst/>
              <a:gdLst>
                <a:gd name="connsiteX0" fmla="*/ 19585 w 27030"/>
                <a:gd name="connsiteY0" fmla="*/ 6873 h 80229"/>
                <a:gd name="connsiteX1" fmla="*/ 12393 w 27030"/>
                <a:gd name="connsiteY1" fmla="*/ 88 h 80229"/>
                <a:gd name="connsiteX2" fmla="*/ 5325 w 27030"/>
                <a:gd name="connsiteY2" fmla="*/ 6873 h 80229"/>
                <a:gd name="connsiteX3" fmla="*/ 12393 w 27030"/>
                <a:gd name="connsiteY3" fmla="*/ 13777 h 80229"/>
                <a:gd name="connsiteX4" fmla="*/ 19585 w 27030"/>
                <a:gd name="connsiteY4" fmla="*/ 6873 h 80229"/>
                <a:gd name="connsiteX5" fmla="*/ 738 w 27030"/>
                <a:gd name="connsiteY5" fmla="*/ 29133 h 80229"/>
                <a:gd name="connsiteX6" fmla="*/ 738 w 27030"/>
                <a:gd name="connsiteY6" fmla="*/ 33418 h 80229"/>
                <a:gd name="connsiteX7" fmla="*/ 9665 w 27030"/>
                <a:gd name="connsiteY7" fmla="*/ 39965 h 80229"/>
                <a:gd name="connsiteX8" fmla="*/ 9665 w 27030"/>
                <a:gd name="connsiteY8" fmla="*/ 70914 h 80229"/>
                <a:gd name="connsiteX9" fmla="*/ 366 w 27030"/>
                <a:gd name="connsiteY9" fmla="*/ 76033 h 80229"/>
                <a:gd name="connsiteX10" fmla="*/ 366 w 27030"/>
                <a:gd name="connsiteY10" fmla="*/ 80318 h 80229"/>
                <a:gd name="connsiteX11" fmla="*/ 14253 w 27030"/>
                <a:gd name="connsiteY11" fmla="*/ 79842 h 80229"/>
                <a:gd name="connsiteX12" fmla="*/ 27397 w 27030"/>
                <a:gd name="connsiteY12" fmla="*/ 80318 h 80229"/>
                <a:gd name="connsiteX13" fmla="*/ 27397 w 27030"/>
                <a:gd name="connsiteY13" fmla="*/ 76033 h 80229"/>
                <a:gd name="connsiteX14" fmla="*/ 18965 w 27030"/>
                <a:gd name="connsiteY14" fmla="*/ 71033 h 80229"/>
                <a:gd name="connsiteX15" fmla="*/ 18965 w 27030"/>
                <a:gd name="connsiteY15" fmla="*/ 27824 h 80229"/>
                <a:gd name="connsiteX16" fmla="*/ 738 w 27030"/>
                <a:gd name="connsiteY16" fmla="*/ 29133 h 802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7030" h="80229">
                  <a:moveTo>
                    <a:pt x="19585" y="6873"/>
                  </a:moveTo>
                  <a:cubicBezTo>
                    <a:pt x="19585" y="3421"/>
                    <a:pt x="16609" y="88"/>
                    <a:pt x="12393" y="88"/>
                  </a:cubicBezTo>
                  <a:cubicBezTo>
                    <a:pt x="8673" y="88"/>
                    <a:pt x="5325" y="2945"/>
                    <a:pt x="5325" y="6873"/>
                  </a:cubicBezTo>
                  <a:cubicBezTo>
                    <a:pt x="5325" y="11159"/>
                    <a:pt x="8921" y="13777"/>
                    <a:pt x="12393" y="13777"/>
                  </a:cubicBezTo>
                  <a:cubicBezTo>
                    <a:pt x="16361" y="13777"/>
                    <a:pt x="19585" y="10802"/>
                    <a:pt x="19585" y="6873"/>
                  </a:cubicBezTo>
                  <a:close/>
                  <a:moveTo>
                    <a:pt x="738" y="29133"/>
                  </a:moveTo>
                  <a:lnTo>
                    <a:pt x="738" y="33418"/>
                  </a:lnTo>
                  <a:cubicBezTo>
                    <a:pt x="8549" y="33418"/>
                    <a:pt x="9665" y="34132"/>
                    <a:pt x="9665" y="39965"/>
                  </a:cubicBezTo>
                  <a:lnTo>
                    <a:pt x="9665" y="70914"/>
                  </a:lnTo>
                  <a:cubicBezTo>
                    <a:pt x="9665" y="76033"/>
                    <a:pt x="8425" y="76033"/>
                    <a:pt x="366" y="76033"/>
                  </a:cubicBezTo>
                  <a:lnTo>
                    <a:pt x="366" y="80318"/>
                  </a:lnTo>
                  <a:cubicBezTo>
                    <a:pt x="614" y="80318"/>
                    <a:pt x="9293" y="79842"/>
                    <a:pt x="14253" y="79842"/>
                  </a:cubicBezTo>
                  <a:cubicBezTo>
                    <a:pt x="18593" y="79842"/>
                    <a:pt x="23057" y="79961"/>
                    <a:pt x="27397" y="80318"/>
                  </a:cubicBezTo>
                  <a:lnTo>
                    <a:pt x="27397" y="76033"/>
                  </a:lnTo>
                  <a:cubicBezTo>
                    <a:pt x="20205" y="76033"/>
                    <a:pt x="18965" y="76033"/>
                    <a:pt x="18965" y="71033"/>
                  </a:cubicBezTo>
                  <a:lnTo>
                    <a:pt x="18965" y="27824"/>
                  </a:lnTo>
                  <a:lnTo>
                    <a:pt x="738" y="29133"/>
                  </a:lnTo>
                  <a:close/>
                </a:path>
              </a:pathLst>
            </a:custGeom>
            <a:solidFill>
              <a:srgbClr val="000000"/>
            </a:solidFill>
            <a:ln w="177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13" name="任意形状 212">
              <a:extLst>
                <a:ext uri="{FF2B5EF4-FFF2-40B4-BE49-F238E27FC236}">
                  <a16:creationId xmlns:a16="http://schemas.microsoft.com/office/drawing/2014/main" id="{E5518AB6-342B-1434-2491-5B4D2ED7FC76}"/>
                </a:ext>
              </a:extLst>
            </p:cNvPr>
            <p:cNvSpPr/>
            <p:nvPr>
              <p:custDataLst>
                <p:tags r:id="rId228"/>
              </p:custDataLst>
            </p:nvPr>
          </p:nvSpPr>
          <p:spPr>
            <a:xfrm>
              <a:off x="9087337" y="3996013"/>
              <a:ext cx="66461" cy="52494"/>
            </a:xfrm>
            <a:custGeom>
              <a:avLst/>
              <a:gdLst>
                <a:gd name="connsiteX0" fmla="*/ 57530 w 66461"/>
                <a:gd name="connsiteY0" fmla="*/ 16515 h 52494"/>
                <a:gd name="connsiteX1" fmla="*/ 38930 w 66461"/>
                <a:gd name="connsiteY1" fmla="*/ 88 h 52494"/>
                <a:gd name="connsiteX2" fmla="*/ 18719 w 66461"/>
                <a:gd name="connsiteY2" fmla="*/ 11635 h 52494"/>
                <a:gd name="connsiteX3" fmla="*/ 18595 w 66461"/>
                <a:gd name="connsiteY3" fmla="*/ 11635 h 52494"/>
                <a:gd name="connsiteX4" fmla="*/ 18595 w 66461"/>
                <a:gd name="connsiteY4" fmla="*/ 88 h 52494"/>
                <a:gd name="connsiteX5" fmla="*/ 368 w 66461"/>
                <a:gd name="connsiteY5" fmla="*/ 1398 h 52494"/>
                <a:gd name="connsiteX6" fmla="*/ 368 w 66461"/>
                <a:gd name="connsiteY6" fmla="*/ 5683 h 52494"/>
                <a:gd name="connsiteX7" fmla="*/ 9667 w 66461"/>
                <a:gd name="connsiteY7" fmla="*/ 12349 h 52494"/>
                <a:gd name="connsiteX8" fmla="*/ 9667 w 66461"/>
                <a:gd name="connsiteY8" fmla="*/ 43179 h 52494"/>
                <a:gd name="connsiteX9" fmla="*/ 368 w 66461"/>
                <a:gd name="connsiteY9" fmla="*/ 48298 h 52494"/>
                <a:gd name="connsiteX10" fmla="*/ 368 w 66461"/>
                <a:gd name="connsiteY10" fmla="*/ 52583 h 52494"/>
                <a:gd name="connsiteX11" fmla="*/ 14503 w 66461"/>
                <a:gd name="connsiteY11" fmla="*/ 52107 h 52494"/>
                <a:gd name="connsiteX12" fmla="*/ 28763 w 66461"/>
                <a:gd name="connsiteY12" fmla="*/ 52583 h 52494"/>
                <a:gd name="connsiteX13" fmla="*/ 28763 w 66461"/>
                <a:gd name="connsiteY13" fmla="*/ 48298 h 52494"/>
                <a:gd name="connsiteX14" fmla="*/ 19463 w 66461"/>
                <a:gd name="connsiteY14" fmla="*/ 43179 h 52494"/>
                <a:gd name="connsiteX15" fmla="*/ 19463 w 66461"/>
                <a:gd name="connsiteY15" fmla="*/ 21753 h 52494"/>
                <a:gd name="connsiteX16" fmla="*/ 37938 w 66461"/>
                <a:gd name="connsiteY16" fmla="*/ 3421 h 52494"/>
                <a:gd name="connsiteX17" fmla="*/ 47734 w 66461"/>
                <a:gd name="connsiteY17" fmla="*/ 16039 h 52494"/>
                <a:gd name="connsiteX18" fmla="*/ 47734 w 66461"/>
                <a:gd name="connsiteY18" fmla="*/ 43179 h 52494"/>
                <a:gd name="connsiteX19" fmla="*/ 38434 w 66461"/>
                <a:gd name="connsiteY19" fmla="*/ 48298 h 52494"/>
                <a:gd name="connsiteX20" fmla="*/ 38434 w 66461"/>
                <a:gd name="connsiteY20" fmla="*/ 52583 h 52494"/>
                <a:gd name="connsiteX21" fmla="*/ 52570 w 66461"/>
                <a:gd name="connsiteY21" fmla="*/ 52107 h 52494"/>
                <a:gd name="connsiteX22" fmla="*/ 66829 w 66461"/>
                <a:gd name="connsiteY22" fmla="*/ 52583 h 52494"/>
                <a:gd name="connsiteX23" fmla="*/ 66829 w 66461"/>
                <a:gd name="connsiteY23" fmla="*/ 48298 h 52494"/>
                <a:gd name="connsiteX24" fmla="*/ 57530 w 66461"/>
                <a:gd name="connsiteY24" fmla="*/ 43179 h 52494"/>
                <a:gd name="connsiteX25" fmla="*/ 57530 w 66461"/>
                <a:gd name="connsiteY25" fmla="*/ 16515 h 524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66461" h="52494">
                  <a:moveTo>
                    <a:pt x="57530" y="16515"/>
                  </a:moveTo>
                  <a:cubicBezTo>
                    <a:pt x="57530" y="6159"/>
                    <a:pt x="52198" y="88"/>
                    <a:pt x="38930" y="88"/>
                  </a:cubicBezTo>
                  <a:cubicBezTo>
                    <a:pt x="28763" y="88"/>
                    <a:pt x="22191" y="5445"/>
                    <a:pt x="18719" y="11635"/>
                  </a:cubicBezTo>
                  <a:lnTo>
                    <a:pt x="18595" y="11635"/>
                  </a:lnTo>
                  <a:lnTo>
                    <a:pt x="18595" y="88"/>
                  </a:lnTo>
                  <a:lnTo>
                    <a:pt x="368" y="1398"/>
                  </a:lnTo>
                  <a:lnTo>
                    <a:pt x="368" y="5683"/>
                  </a:lnTo>
                  <a:cubicBezTo>
                    <a:pt x="8676" y="5683"/>
                    <a:pt x="9667" y="6516"/>
                    <a:pt x="9667" y="12349"/>
                  </a:cubicBezTo>
                  <a:lnTo>
                    <a:pt x="9667" y="43179"/>
                  </a:lnTo>
                  <a:cubicBezTo>
                    <a:pt x="9667" y="48298"/>
                    <a:pt x="8428" y="48298"/>
                    <a:pt x="368" y="48298"/>
                  </a:cubicBezTo>
                  <a:lnTo>
                    <a:pt x="368" y="52583"/>
                  </a:lnTo>
                  <a:cubicBezTo>
                    <a:pt x="616" y="52583"/>
                    <a:pt x="9296" y="52107"/>
                    <a:pt x="14503" y="52107"/>
                  </a:cubicBezTo>
                  <a:cubicBezTo>
                    <a:pt x="19091" y="52107"/>
                    <a:pt x="27647" y="52464"/>
                    <a:pt x="28763" y="52583"/>
                  </a:cubicBezTo>
                  <a:lnTo>
                    <a:pt x="28763" y="48298"/>
                  </a:lnTo>
                  <a:cubicBezTo>
                    <a:pt x="20703" y="48298"/>
                    <a:pt x="19463" y="48298"/>
                    <a:pt x="19463" y="43179"/>
                  </a:cubicBezTo>
                  <a:lnTo>
                    <a:pt x="19463" y="21753"/>
                  </a:lnTo>
                  <a:cubicBezTo>
                    <a:pt x="19463" y="9254"/>
                    <a:pt x="29755" y="3421"/>
                    <a:pt x="37938" y="3421"/>
                  </a:cubicBezTo>
                  <a:cubicBezTo>
                    <a:pt x="46618" y="3421"/>
                    <a:pt x="47734" y="9968"/>
                    <a:pt x="47734" y="16039"/>
                  </a:cubicBezTo>
                  <a:lnTo>
                    <a:pt x="47734" y="43179"/>
                  </a:lnTo>
                  <a:cubicBezTo>
                    <a:pt x="47734" y="48298"/>
                    <a:pt x="46494" y="48298"/>
                    <a:pt x="38434" y="48298"/>
                  </a:cubicBezTo>
                  <a:lnTo>
                    <a:pt x="38434" y="52583"/>
                  </a:lnTo>
                  <a:cubicBezTo>
                    <a:pt x="38682" y="52583"/>
                    <a:pt x="47362" y="52107"/>
                    <a:pt x="52570" y="52107"/>
                  </a:cubicBezTo>
                  <a:cubicBezTo>
                    <a:pt x="57158" y="52107"/>
                    <a:pt x="65713" y="52464"/>
                    <a:pt x="66829" y="52583"/>
                  </a:cubicBezTo>
                  <a:lnTo>
                    <a:pt x="66829" y="48298"/>
                  </a:lnTo>
                  <a:cubicBezTo>
                    <a:pt x="58770" y="48298"/>
                    <a:pt x="57530" y="48298"/>
                    <a:pt x="57530" y="43179"/>
                  </a:cubicBezTo>
                  <a:lnTo>
                    <a:pt x="57530" y="16515"/>
                  </a:lnTo>
                  <a:close/>
                </a:path>
              </a:pathLst>
            </a:custGeom>
            <a:solidFill>
              <a:srgbClr val="000000"/>
            </a:solidFill>
            <a:ln w="177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14" name="任意形状 213">
              <a:extLst>
                <a:ext uri="{FF2B5EF4-FFF2-40B4-BE49-F238E27FC236}">
                  <a16:creationId xmlns:a16="http://schemas.microsoft.com/office/drawing/2014/main" id="{2B80D530-5800-7120-DAE6-72C3A171A897}"/>
                </a:ext>
              </a:extLst>
            </p:cNvPr>
            <p:cNvSpPr/>
            <p:nvPr>
              <p:custDataLst>
                <p:tags r:id="rId229"/>
              </p:custDataLst>
            </p:nvPr>
          </p:nvSpPr>
          <p:spPr>
            <a:xfrm>
              <a:off x="9180487" y="3895462"/>
              <a:ext cx="62883" cy="170050"/>
            </a:xfrm>
            <a:custGeom>
              <a:avLst/>
              <a:gdLst>
                <a:gd name="connsiteX0" fmla="*/ 25880 w 62883"/>
                <a:gd name="connsiteY0" fmla="*/ 147521 h 170050"/>
                <a:gd name="connsiteX1" fmla="*/ 1967 w 62883"/>
                <a:gd name="connsiteY1" fmla="*/ 166396 h 170050"/>
                <a:gd name="connsiteX2" fmla="*/ 373 w 62883"/>
                <a:gd name="connsiteY2" fmla="*/ 168267 h 170050"/>
                <a:gd name="connsiteX3" fmla="*/ 3915 w 62883"/>
                <a:gd name="connsiteY3" fmla="*/ 170137 h 170050"/>
                <a:gd name="connsiteX4" fmla="*/ 37748 w 62883"/>
                <a:gd name="connsiteY4" fmla="*/ 148881 h 170050"/>
                <a:gd name="connsiteX5" fmla="*/ 37748 w 62883"/>
                <a:gd name="connsiteY5" fmla="*/ 110109 h 170050"/>
                <a:gd name="connsiteX6" fmla="*/ 44834 w 62883"/>
                <a:gd name="connsiteY6" fmla="*/ 92424 h 170050"/>
                <a:gd name="connsiteX7" fmla="*/ 61662 w 62883"/>
                <a:gd name="connsiteY7" fmla="*/ 86983 h 170050"/>
                <a:gd name="connsiteX8" fmla="*/ 63256 w 62883"/>
                <a:gd name="connsiteY8" fmla="*/ 85112 h 170050"/>
                <a:gd name="connsiteX9" fmla="*/ 60422 w 62883"/>
                <a:gd name="connsiteY9" fmla="*/ 83241 h 170050"/>
                <a:gd name="connsiteX10" fmla="*/ 38280 w 62883"/>
                <a:gd name="connsiteY10" fmla="*/ 68107 h 170050"/>
                <a:gd name="connsiteX11" fmla="*/ 37748 w 62883"/>
                <a:gd name="connsiteY11" fmla="*/ 59775 h 170050"/>
                <a:gd name="connsiteX12" fmla="*/ 37748 w 62883"/>
                <a:gd name="connsiteY12" fmla="*/ 26105 h 170050"/>
                <a:gd name="connsiteX13" fmla="*/ 29246 w 62883"/>
                <a:gd name="connsiteY13" fmla="*/ 7059 h 170050"/>
                <a:gd name="connsiteX14" fmla="*/ 3915 w 62883"/>
                <a:gd name="connsiteY14" fmla="*/ 87 h 170050"/>
                <a:gd name="connsiteX15" fmla="*/ 373 w 62883"/>
                <a:gd name="connsiteY15" fmla="*/ 1957 h 170050"/>
                <a:gd name="connsiteX16" fmla="*/ 3207 w 62883"/>
                <a:gd name="connsiteY16" fmla="*/ 3828 h 170050"/>
                <a:gd name="connsiteX17" fmla="*/ 25349 w 62883"/>
                <a:gd name="connsiteY17" fmla="*/ 18622 h 170050"/>
                <a:gd name="connsiteX18" fmla="*/ 25880 w 62883"/>
                <a:gd name="connsiteY18" fmla="*/ 26615 h 170050"/>
                <a:gd name="connsiteX19" fmla="*/ 25880 w 62883"/>
                <a:gd name="connsiteY19" fmla="*/ 62325 h 170050"/>
                <a:gd name="connsiteX20" fmla="*/ 32966 w 62883"/>
                <a:gd name="connsiteY20" fmla="*/ 78480 h 170050"/>
                <a:gd name="connsiteX21" fmla="*/ 46782 w 62883"/>
                <a:gd name="connsiteY21" fmla="*/ 85112 h 170050"/>
                <a:gd name="connsiteX22" fmla="*/ 25880 w 62883"/>
                <a:gd name="connsiteY22" fmla="*/ 106708 h 170050"/>
                <a:gd name="connsiteX23" fmla="*/ 25880 w 62883"/>
                <a:gd name="connsiteY23" fmla="*/ 147521 h 170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62883" h="170050">
                  <a:moveTo>
                    <a:pt x="25880" y="147521"/>
                  </a:moveTo>
                  <a:cubicBezTo>
                    <a:pt x="25880" y="154323"/>
                    <a:pt x="21275" y="165206"/>
                    <a:pt x="1967" y="166396"/>
                  </a:cubicBezTo>
                  <a:cubicBezTo>
                    <a:pt x="1081" y="166566"/>
                    <a:pt x="373" y="167246"/>
                    <a:pt x="373" y="168267"/>
                  </a:cubicBezTo>
                  <a:cubicBezTo>
                    <a:pt x="373" y="170137"/>
                    <a:pt x="2321" y="170137"/>
                    <a:pt x="3915" y="170137"/>
                  </a:cubicBezTo>
                  <a:cubicBezTo>
                    <a:pt x="21098" y="170137"/>
                    <a:pt x="37571" y="161805"/>
                    <a:pt x="37748" y="148881"/>
                  </a:cubicBezTo>
                  <a:lnTo>
                    <a:pt x="37748" y="110109"/>
                  </a:lnTo>
                  <a:cubicBezTo>
                    <a:pt x="37748" y="103477"/>
                    <a:pt x="37748" y="98036"/>
                    <a:pt x="44834" y="92424"/>
                  </a:cubicBezTo>
                  <a:cubicBezTo>
                    <a:pt x="51034" y="87493"/>
                    <a:pt x="57765" y="87153"/>
                    <a:pt x="61662" y="86983"/>
                  </a:cubicBezTo>
                  <a:cubicBezTo>
                    <a:pt x="62547" y="86813"/>
                    <a:pt x="63256" y="86132"/>
                    <a:pt x="63256" y="85112"/>
                  </a:cubicBezTo>
                  <a:cubicBezTo>
                    <a:pt x="63256" y="83412"/>
                    <a:pt x="62193" y="83412"/>
                    <a:pt x="60422" y="83241"/>
                  </a:cubicBezTo>
                  <a:cubicBezTo>
                    <a:pt x="48731" y="82561"/>
                    <a:pt x="40228" y="76439"/>
                    <a:pt x="38280" y="68107"/>
                  </a:cubicBezTo>
                  <a:cubicBezTo>
                    <a:pt x="37748" y="66236"/>
                    <a:pt x="37748" y="65896"/>
                    <a:pt x="37748" y="59775"/>
                  </a:cubicBezTo>
                  <a:lnTo>
                    <a:pt x="37748" y="26105"/>
                  </a:lnTo>
                  <a:cubicBezTo>
                    <a:pt x="37748" y="18962"/>
                    <a:pt x="37748" y="13521"/>
                    <a:pt x="29246" y="7059"/>
                  </a:cubicBezTo>
                  <a:cubicBezTo>
                    <a:pt x="22160" y="1787"/>
                    <a:pt x="9938" y="87"/>
                    <a:pt x="3915" y="87"/>
                  </a:cubicBezTo>
                  <a:cubicBezTo>
                    <a:pt x="2321" y="87"/>
                    <a:pt x="373" y="87"/>
                    <a:pt x="373" y="1957"/>
                  </a:cubicBezTo>
                  <a:cubicBezTo>
                    <a:pt x="373" y="3658"/>
                    <a:pt x="1436" y="3658"/>
                    <a:pt x="3207" y="3828"/>
                  </a:cubicBezTo>
                  <a:cubicBezTo>
                    <a:pt x="14366" y="4508"/>
                    <a:pt x="23046" y="9950"/>
                    <a:pt x="25349" y="18622"/>
                  </a:cubicBezTo>
                  <a:cubicBezTo>
                    <a:pt x="25880" y="20153"/>
                    <a:pt x="25880" y="20493"/>
                    <a:pt x="25880" y="26615"/>
                  </a:cubicBezTo>
                  <a:lnTo>
                    <a:pt x="25880" y="62325"/>
                  </a:lnTo>
                  <a:cubicBezTo>
                    <a:pt x="25880" y="70148"/>
                    <a:pt x="27297" y="73038"/>
                    <a:pt x="32966" y="78480"/>
                  </a:cubicBezTo>
                  <a:cubicBezTo>
                    <a:pt x="36686" y="82051"/>
                    <a:pt x="41823" y="83752"/>
                    <a:pt x="46782" y="85112"/>
                  </a:cubicBezTo>
                  <a:cubicBezTo>
                    <a:pt x="32257" y="89023"/>
                    <a:pt x="25880" y="96846"/>
                    <a:pt x="25880" y="106708"/>
                  </a:cubicBezTo>
                  <a:lnTo>
                    <a:pt x="25880" y="147521"/>
                  </a:lnTo>
                  <a:close/>
                </a:path>
              </a:pathLst>
            </a:custGeom>
            <a:solidFill>
              <a:srgbClr val="000000"/>
            </a:solidFill>
            <a:ln w="177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15" name="任意形状 214">
              <a:extLst>
                <a:ext uri="{FF2B5EF4-FFF2-40B4-BE49-F238E27FC236}">
                  <a16:creationId xmlns:a16="http://schemas.microsoft.com/office/drawing/2014/main" id="{BB810FD5-E514-BBAC-E481-AA0161960C0E}"/>
                </a:ext>
              </a:extLst>
            </p:cNvPr>
            <p:cNvSpPr/>
            <p:nvPr>
              <p:custDataLst>
                <p:tags r:id="rId230"/>
              </p:custDataLst>
            </p:nvPr>
          </p:nvSpPr>
          <p:spPr>
            <a:xfrm>
              <a:off x="9277380" y="3895462"/>
              <a:ext cx="7085" cy="170050"/>
            </a:xfrm>
            <a:custGeom>
              <a:avLst/>
              <a:gdLst>
                <a:gd name="connsiteX0" fmla="*/ 7463 w 7085"/>
                <a:gd name="connsiteY0" fmla="*/ 6209 h 170050"/>
                <a:gd name="connsiteX1" fmla="*/ 3920 w 7085"/>
                <a:gd name="connsiteY1" fmla="*/ 87 h 170050"/>
                <a:gd name="connsiteX2" fmla="*/ 378 w 7085"/>
                <a:gd name="connsiteY2" fmla="*/ 6209 h 170050"/>
                <a:gd name="connsiteX3" fmla="*/ 378 w 7085"/>
                <a:gd name="connsiteY3" fmla="*/ 164015 h 170050"/>
                <a:gd name="connsiteX4" fmla="*/ 3920 w 7085"/>
                <a:gd name="connsiteY4" fmla="*/ 170137 h 170050"/>
                <a:gd name="connsiteX5" fmla="*/ 7463 w 7085"/>
                <a:gd name="connsiteY5" fmla="*/ 164015 h 170050"/>
                <a:gd name="connsiteX6" fmla="*/ 7463 w 7085"/>
                <a:gd name="connsiteY6" fmla="*/ 6209 h 170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085" h="170050">
                  <a:moveTo>
                    <a:pt x="7463" y="6209"/>
                  </a:moveTo>
                  <a:cubicBezTo>
                    <a:pt x="7463" y="3148"/>
                    <a:pt x="7463" y="87"/>
                    <a:pt x="3920" y="87"/>
                  </a:cubicBezTo>
                  <a:cubicBezTo>
                    <a:pt x="378" y="87"/>
                    <a:pt x="378" y="3148"/>
                    <a:pt x="378" y="6209"/>
                  </a:cubicBezTo>
                  <a:lnTo>
                    <a:pt x="378" y="164015"/>
                  </a:lnTo>
                  <a:cubicBezTo>
                    <a:pt x="378" y="167076"/>
                    <a:pt x="378" y="170137"/>
                    <a:pt x="3920" y="170137"/>
                  </a:cubicBezTo>
                  <a:cubicBezTo>
                    <a:pt x="7463" y="170137"/>
                    <a:pt x="7463" y="167076"/>
                    <a:pt x="7463" y="164015"/>
                  </a:cubicBezTo>
                  <a:lnTo>
                    <a:pt x="7463" y="6209"/>
                  </a:lnTo>
                  <a:close/>
                </a:path>
              </a:pathLst>
            </a:custGeom>
            <a:solidFill>
              <a:srgbClr val="000000"/>
            </a:solidFill>
            <a:ln w="177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</p:grpSp>
      <p:sp>
        <p:nvSpPr>
          <p:cNvPr id="218" name="文本框 217">
            <a:extLst>
              <a:ext uri="{FF2B5EF4-FFF2-40B4-BE49-F238E27FC236}">
                <a16:creationId xmlns:a16="http://schemas.microsoft.com/office/drawing/2014/main" id="{3FA22F36-8199-F0FF-E396-2DA6DE474242}"/>
              </a:ext>
            </a:extLst>
          </p:cNvPr>
          <p:cNvSpPr txBox="1"/>
          <p:nvPr/>
        </p:nvSpPr>
        <p:spPr>
          <a:xfrm>
            <a:off x="6284685" y="862319"/>
            <a:ext cx="201418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sz="2800" b="1"/>
            </a:lvl1pPr>
          </a:lstStyle>
          <a:p>
            <a:r>
              <a:rPr lang="en-US" altLang="zh-CN" dirty="0"/>
              <a:t>Symmetry</a:t>
            </a:r>
            <a:endParaRPr lang="zh-CN" altLang="en-US" dirty="0"/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1E75863F-F0C3-5111-6CE0-54994E86EE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61953" y="243216"/>
            <a:ext cx="2743200" cy="365125"/>
          </a:xfrm>
        </p:spPr>
        <p:txBody>
          <a:bodyPr/>
          <a:lstStyle/>
          <a:p>
            <a:fld id="{1D774731-12CD-3345-9473-330CE81C7131}" type="slidenum">
              <a:rPr kumimoji="1" lang="zh-CN" altLang="en-US" smtClean="0"/>
              <a:t>13</a:t>
            </a:fld>
            <a:endParaRPr kumimoji="1" lang="zh-CN" altLang="en-US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59534EC4-B919-F30D-8960-867C9BF78000}"/>
              </a:ext>
            </a:extLst>
          </p:cNvPr>
          <p:cNvSpPr txBox="1"/>
          <p:nvPr/>
        </p:nvSpPr>
        <p:spPr>
          <a:xfrm>
            <a:off x="182116" y="165229"/>
            <a:ext cx="368883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2800" b="1" dirty="0">
                <a:solidFill>
                  <a:schemeClr val="bg1"/>
                </a:solidFill>
              </a:rPr>
              <a:t>A. Theoretical Setting</a:t>
            </a:r>
            <a:endParaRPr kumimoji="1" lang="zh-CN" altLang="en-US" sz="2800" b="1" dirty="0">
              <a:solidFill>
                <a:schemeClr val="bg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9" name="表格 8">
                <a:extLst>
                  <a:ext uri="{FF2B5EF4-FFF2-40B4-BE49-F238E27FC236}">
                    <a16:creationId xmlns:a16="http://schemas.microsoft.com/office/drawing/2014/main" id="{18836C18-022C-A5FB-A990-FB017E6EDCBD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253237" y="5472461"/>
              <a:ext cx="4269047" cy="1097280"/>
            </p:xfrm>
            <a:graphic>
              <a:graphicData uri="http://schemas.openxmlformats.org/drawingml/2006/table">
                <a:tbl>
                  <a:tblPr>
                    <a:tableStyleId>{5C22544A-7EE6-4342-B048-85BDC9FD1C3A}</a:tableStyleId>
                  </a:tblPr>
                  <a:tblGrid>
                    <a:gridCol w="694575">
                      <a:extLst>
                        <a:ext uri="{9D8B030D-6E8A-4147-A177-3AD203B41FA5}">
                          <a16:colId xmlns:a16="http://schemas.microsoft.com/office/drawing/2014/main" val="1767818427"/>
                        </a:ext>
                      </a:extLst>
                    </a:gridCol>
                    <a:gridCol w="1429789">
                      <a:extLst>
                        <a:ext uri="{9D8B030D-6E8A-4147-A177-3AD203B41FA5}">
                          <a16:colId xmlns:a16="http://schemas.microsoft.com/office/drawing/2014/main" val="598461279"/>
                        </a:ext>
                      </a:extLst>
                    </a:gridCol>
                    <a:gridCol w="515389">
                      <a:extLst>
                        <a:ext uri="{9D8B030D-6E8A-4147-A177-3AD203B41FA5}">
                          <a16:colId xmlns:a16="http://schemas.microsoft.com/office/drawing/2014/main" val="3796138523"/>
                        </a:ext>
                      </a:extLst>
                    </a:gridCol>
                    <a:gridCol w="1629294">
                      <a:extLst>
                        <a:ext uri="{9D8B030D-6E8A-4147-A177-3AD203B41FA5}">
                          <a16:colId xmlns:a16="http://schemas.microsoft.com/office/drawing/2014/main" val="37100281"/>
                        </a:ext>
                      </a:extLst>
                    </a:gridCol>
                  </a:tblGrid>
                  <a:tr h="27360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1200" i="1" dirty="0" smtClean="0">
                                    <a:latin typeface="Cambria Math" panose="02040503050406030204" pitchFamily="18" charset="0"/>
                                  </a:rPr>
                                  <m:t>1−1</m:t>
                                </m:r>
                                <m:r>
                                  <a:rPr lang="en-US" altLang="zh-CN" sz="1200" i="1" dirty="0">
                                    <a:latin typeface="Cambria Math" panose="02040503050406030204" pitchFamily="18" charset="0"/>
                                  </a:rPr>
                                  <m:t>:</m:t>
                                </m:r>
                                <m:r>
                                  <a:rPr lang="en-US" altLang="zh-CN" sz="1200" b="0" i="1" dirty="0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</m:oMath>
                            </m:oMathPara>
                          </a14:m>
                          <a:endParaRPr lang="zh-CN" altLang="en-US" sz="1200" dirty="0"/>
                        </a:p>
                      </a:txBody>
                      <a:tcP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1200" i="1" dirty="0" smtClean="0">
                                    <a:latin typeface="Cambria Math" panose="02040503050406030204" pitchFamily="18" charset="0"/>
                                  </a:rPr>
                                  <m:t>𝑎𝑣𝑔𝑇𝑎𝑖𝑙</m:t>
                                </m:r>
                                <m:r>
                                  <a:rPr lang="en-US" altLang="zh-CN" sz="1200" i="1" dirty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altLang="zh-CN" sz="1200" i="1" dirty="0">
                                    <a:latin typeface="Cambria Math" panose="02040503050406030204" pitchFamily="18" charset="0"/>
                                  </a:rPr>
                                  <m:t>𝑟</m:t>
                                </m:r>
                                <m:r>
                                  <a:rPr lang="en-US" altLang="zh-CN" sz="1200" i="1" dirty="0">
                                    <a:latin typeface="Cambria Math" panose="02040503050406030204" pitchFamily="18" charset="0"/>
                                  </a:rPr>
                                  <m:t>) ≤ 1.5 </m:t>
                                </m:r>
                              </m:oMath>
                            </m:oMathPara>
                          </a14:m>
                          <a:endParaRPr lang="zh-CN" altLang="en-US" sz="1200" dirty="0"/>
                        </a:p>
                      </a:txBody>
                      <a:tcP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sz="1200" dirty="0"/>
                            <a:t>and</a:t>
                          </a:r>
                          <a:endParaRPr lang="zh-CN" altLang="en-US" sz="1200" dirty="0"/>
                        </a:p>
                      </a:txBody>
                      <a:tcP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1200" i="1" dirty="0" smtClean="0">
                                    <a:latin typeface="Cambria Math" panose="02040503050406030204" pitchFamily="18" charset="0"/>
                                  </a:rPr>
                                  <m:t>𝑎𝑣𝑔𝐻𝑒𝑎𝑑</m:t>
                                </m:r>
                                <m:r>
                                  <a:rPr lang="en-US" altLang="zh-CN" sz="1200" i="1" dirty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altLang="zh-CN" sz="1200" i="1" dirty="0">
                                    <a:latin typeface="Cambria Math" panose="02040503050406030204" pitchFamily="18" charset="0"/>
                                  </a:rPr>
                                  <m:t>𝑟</m:t>
                                </m:r>
                                <m:r>
                                  <a:rPr lang="en-US" altLang="zh-CN" sz="1200" i="1" dirty="0">
                                    <a:latin typeface="Cambria Math" panose="02040503050406030204" pitchFamily="18" charset="0"/>
                                  </a:rPr>
                                  <m:t>) ≤ 1.5</m:t>
                                </m:r>
                              </m:oMath>
                            </m:oMathPara>
                          </a14:m>
                          <a:endParaRPr lang="zh-CN" altLang="en-US" sz="1200" dirty="0"/>
                        </a:p>
                      </a:txBody>
                      <a:tcP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424716976"/>
                      </a:ext>
                    </a:extLst>
                  </a:tr>
                  <a:tr h="27360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1200" i="1" dirty="0" smtClean="0">
                                    <a:latin typeface="Cambria Math" panose="02040503050406030204" pitchFamily="18" charset="0"/>
                                  </a:rPr>
                                  <m:t>1−</m:t>
                                </m:r>
                                <m:r>
                                  <a:rPr lang="en-US" altLang="zh-CN" sz="1200" i="1" dirty="0" smtClean="0">
                                    <a:latin typeface="Cambria Math" panose="02040503050406030204" pitchFamily="18" charset="0"/>
                                  </a:rPr>
                                  <m:t>𝑁</m:t>
                                </m:r>
                                <m:r>
                                  <a:rPr lang="en-US" altLang="zh-CN" sz="1200" i="1" dirty="0">
                                    <a:latin typeface="Cambria Math" panose="02040503050406030204" pitchFamily="18" charset="0"/>
                                  </a:rPr>
                                  <m:t>:</m:t>
                                </m:r>
                                <m:r>
                                  <a:rPr lang="en-US" altLang="zh-CN" sz="1200" i="1" dirty="0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</m:oMath>
                            </m:oMathPara>
                          </a14:m>
                          <a:endParaRPr lang="zh-CN" altLang="en-US" sz="1200" dirty="0"/>
                        </a:p>
                      </a:txBody>
                      <a:tcP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1200" i="1" dirty="0" smtClean="0">
                                    <a:latin typeface="Cambria Math" panose="02040503050406030204" pitchFamily="18" charset="0"/>
                                  </a:rPr>
                                  <m:t>𝑎𝑣𝑔𝑇𝑎𝑖𝑙</m:t>
                                </m:r>
                                <m:r>
                                  <a:rPr lang="en-US" altLang="zh-CN" sz="1200" i="1" dirty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altLang="zh-CN" sz="1200" i="1" dirty="0">
                                    <a:latin typeface="Cambria Math" panose="02040503050406030204" pitchFamily="18" charset="0"/>
                                  </a:rPr>
                                  <m:t>𝑟</m:t>
                                </m:r>
                                <m:r>
                                  <a:rPr lang="en-US" altLang="zh-CN" sz="1200" i="1" dirty="0">
                                    <a:latin typeface="Cambria Math" panose="02040503050406030204" pitchFamily="18" charset="0"/>
                                  </a:rPr>
                                  <m:t>) &gt; 1.5 </m:t>
                                </m:r>
                              </m:oMath>
                            </m:oMathPara>
                          </a14:m>
                          <a:endParaRPr lang="zh-CN" altLang="en-US" sz="1200" dirty="0"/>
                        </a:p>
                      </a:txBody>
                      <a:tcP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sz="1200" dirty="0"/>
                            <a:t>and</a:t>
                          </a:r>
                          <a:endParaRPr lang="zh-CN" altLang="en-US" sz="1200" dirty="0"/>
                        </a:p>
                      </a:txBody>
                      <a:tcP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1200" i="1" dirty="0" smtClean="0">
                                    <a:latin typeface="Cambria Math" panose="02040503050406030204" pitchFamily="18" charset="0"/>
                                  </a:rPr>
                                  <m:t>𝑎𝑣𝑔𝐻𝑒𝑎𝑑</m:t>
                                </m:r>
                                <m:r>
                                  <a:rPr lang="en-US" altLang="zh-CN" sz="1200" i="1" dirty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altLang="zh-CN" sz="1200" i="1" dirty="0">
                                    <a:latin typeface="Cambria Math" panose="02040503050406030204" pitchFamily="18" charset="0"/>
                                  </a:rPr>
                                  <m:t>𝑟</m:t>
                                </m:r>
                                <m:r>
                                  <a:rPr lang="en-US" altLang="zh-CN" sz="1200" i="1" dirty="0">
                                    <a:latin typeface="Cambria Math" panose="02040503050406030204" pitchFamily="18" charset="0"/>
                                  </a:rPr>
                                  <m:t>) ≤ 1.5</m:t>
                                </m:r>
                              </m:oMath>
                            </m:oMathPara>
                          </a14:m>
                          <a:endParaRPr lang="zh-CN" altLang="en-US" sz="1200" dirty="0"/>
                        </a:p>
                      </a:txBody>
                      <a:tcP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431745707"/>
                      </a:ext>
                    </a:extLst>
                  </a:tr>
                  <a:tr h="27360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1200" i="1" dirty="0" smtClean="0">
                                    <a:latin typeface="Cambria Math" panose="02040503050406030204" pitchFamily="18" charset="0"/>
                                  </a:rPr>
                                  <m:t>𝑀</m:t>
                                </m:r>
                                <m:r>
                                  <a:rPr lang="en-US" altLang="zh-CN" sz="1200" i="1" dirty="0" smtClean="0">
                                    <a:latin typeface="Cambria Math" panose="02040503050406030204" pitchFamily="18" charset="0"/>
                                  </a:rPr>
                                  <m:t>−1: </m:t>
                                </m:r>
                              </m:oMath>
                            </m:oMathPara>
                          </a14:m>
                          <a:endParaRPr lang="zh-CN" altLang="en-US" sz="1200" dirty="0"/>
                        </a:p>
                      </a:txBody>
                      <a:tcP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1200" i="1" dirty="0" smtClean="0">
                                    <a:latin typeface="Cambria Math" panose="02040503050406030204" pitchFamily="18" charset="0"/>
                                  </a:rPr>
                                  <m:t>𝑎𝑣𝑔𝑇𝑎𝑖𝑙</m:t>
                                </m:r>
                                <m:r>
                                  <a:rPr lang="en-US" altLang="zh-CN" sz="1200" i="1" dirty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altLang="zh-CN" sz="1200" i="1" dirty="0">
                                    <a:latin typeface="Cambria Math" panose="02040503050406030204" pitchFamily="18" charset="0"/>
                                  </a:rPr>
                                  <m:t>𝑟</m:t>
                                </m:r>
                                <m:r>
                                  <a:rPr lang="en-US" altLang="zh-CN" sz="1200" i="1" dirty="0">
                                    <a:latin typeface="Cambria Math" panose="02040503050406030204" pitchFamily="18" charset="0"/>
                                  </a:rPr>
                                  <m:t>) ≤ 1.5 </m:t>
                                </m:r>
                              </m:oMath>
                            </m:oMathPara>
                          </a14:m>
                          <a:endParaRPr lang="zh-CN" altLang="en-US" sz="1200" dirty="0"/>
                        </a:p>
                      </a:txBody>
                      <a:tcP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sz="1200" dirty="0"/>
                            <a:t>and</a:t>
                          </a:r>
                          <a:endParaRPr lang="zh-CN" altLang="en-US" sz="1200" dirty="0"/>
                        </a:p>
                      </a:txBody>
                      <a:tcP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1200" i="1" dirty="0" smtClean="0">
                                    <a:latin typeface="Cambria Math" panose="02040503050406030204" pitchFamily="18" charset="0"/>
                                  </a:rPr>
                                  <m:t>𝑎𝑣𝑔𝐻𝑒𝑎𝑑</m:t>
                                </m:r>
                                <m:r>
                                  <a:rPr lang="en-US" altLang="zh-CN" sz="1200" i="1" dirty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altLang="zh-CN" sz="1200" i="1" dirty="0">
                                    <a:latin typeface="Cambria Math" panose="02040503050406030204" pitchFamily="18" charset="0"/>
                                  </a:rPr>
                                  <m:t>𝑟</m:t>
                                </m:r>
                                <m:r>
                                  <a:rPr lang="en-US" altLang="zh-CN" sz="1200" i="1" dirty="0">
                                    <a:latin typeface="Cambria Math" panose="02040503050406030204" pitchFamily="18" charset="0"/>
                                  </a:rPr>
                                  <m:t>) &gt; 1.5</m:t>
                                </m:r>
                              </m:oMath>
                            </m:oMathPara>
                          </a14:m>
                          <a:endParaRPr lang="zh-CN" altLang="en-US" sz="1200" dirty="0"/>
                        </a:p>
                      </a:txBody>
                      <a:tcP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247252376"/>
                      </a:ext>
                    </a:extLst>
                  </a:tr>
                  <a:tr h="27360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1200" i="1" dirty="0" smtClean="0">
                                    <a:latin typeface="Cambria Math" panose="02040503050406030204" pitchFamily="18" charset="0"/>
                                  </a:rPr>
                                  <m:t>𝑀</m:t>
                                </m:r>
                                <m:r>
                                  <a:rPr lang="en-US" altLang="zh-CN" sz="1200" i="1" dirty="0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altLang="zh-CN" sz="1200" i="1" dirty="0" smtClean="0">
                                    <a:latin typeface="Cambria Math" panose="02040503050406030204" pitchFamily="18" charset="0"/>
                                  </a:rPr>
                                  <m:t>𝑁</m:t>
                                </m:r>
                                <m:r>
                                  <a:rPr lang="en-US" altLang="zh-CN" sz="1200" i="1" dirty="0">
                                    <a:latin typeface="Cambria Math" panose="02040503050406030204" pitchFamily="18" charset="0"/>
                                  </a:rPr>
                                  <m:t>: </m:t>
                                </m:r>
                              </m:oMath>
                            </m:oMathPara>
                          </a14:m>
                          <a:endParaRPr lang="zh-CN" altLang="en-US" sz="1200" dirty="0"/>
                        </a:p>
                      </a:txBody>
                      <a:tcP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1200" i="1" dirty="0" smtClean="0">
                                    <a:latin typeface="Cambria Math" panose="02040503050406030204" pitchFamily="18" charset="0"/>
                                  </a:rPr>
                                  <m:t>𝑎𝑣𝑔𝑇𝑎𝑖𝑙</m:t>
                                </m:r>
                                <m:r>
                                  <a:rPr lang="en-US" altLang="zh-CN" sz="1200" i="1" dirty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altLang="zh-CN" sz="1200" i="1" dirty="0">
                                    <a:latin typeface="Cambria Math" panose="02040503050406030204" pitchFamily="18" charset="0"/>
                                  </a:rPr>
                                  <m:t>𝑟</m:t>
                                </m:r>
                                <m:r>
                                  <a:rPr lang="en-US" altLang="zh-CN" sz="1200" i="1" dirty="0">
                                    <a:latin typeface="Cambria Math" panose="02040503050406030204" pitchFamily="18" charset="0"/>
                                  </a:rPr>
                                  <m:t>) &gt; 1.5 </m:t>
                                </m:r>
                              </m:oMath>
                            </m:oMathPara>
                          </a14:m>
                          <a:endParaRPr lang="zh-CN" altLang="en-US" sz="1200" dirty="0"/>
                        </a:p>
                      </a:txBody>
                      <a:tcP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sz="1200" dirty="0"/>
                            <a:t>and</a:t>
                          </a:r>
                          <a:endParaRPr lang="zh-CN" altLang="en-US" sz="1200" dirty="0"/>
                        </a:p>
                      </a:txBody>
                      <a:tcP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1200" i="1" dirty="0" smtClean="0">
                                    <a:latin typeface="Cambria Math" panose="02040503050406030204" pitchFamily="18" charset="0"/>
                                  </a:rPr>
                                  <m:t>𝑎𝑣𝑔𝐻𝑒𝑎𝑑</m:t>
                                </m:r>
                                <m:r>
                                  <a:rPr lang="en-US" altLang="zh-CN" sz="1200" i="1" dirty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altLang="zh-CN" sz="1200" i="1" dirty="0">
                                    <a:latin typeface="Cambria Math" panose="02040503050406030204" pitchFamily="18" charset="0"/>
                                  </a:rPr>
                                  <m:t>𝑟</m:t>
                                </m:r>
                                <m:r>
                                  <a:rPr lang="en-US" altLang="zh-CN" sz="1200" i="1" dirty="0">
                                    <a:latin typeface="Cambria Math" panose="02040503050406030204" pitchFamily="18" charset="0"/>
                                  </a:rPr>
                                  <m:t>) &gt; 1.5</m:t>
                                </m:r>
                              </m:oMath>
                            </m:oMathPara>
                          </a14:m>
                          <a:endParaRPr lang="zh-CN" altLang="en-US" sz="1200" dirty="0"/>
                        </a:p>
                      </a:txBody>
                      <a:tcP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64936864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9" name="表格 8">
                <a:extLst>
                  <a:ext uri="{FF2B5EF4-FFF2-40B4-BE49-F238E27FC236}">
                    <a16:creationId xmlns:a16="http://schemas.microsoft.com/office/drawing/2014/main" id="{18836C18-022C-A5FB-A990-FB017E6EDCBD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253237" y="5472461"/>
              <a:ext cx="4269047" cy="1097280"/>
            </p:xfrm>
            <a:graphic>
              <a:graphicData uri="http://schemas.openxmlformats.org/drawingml/2006/table">
                <a:tbl>
                  <a:tblPr>
                    <a:tableStyleId>{5C22544A-7EE6-4342-B048-85BDC9FD1C3A}</a:tableStyleId>
                  </a:tblPr>
                  <a:tblGrid>
                    <a:gridCol w="694575">
                      <a:extLst>
                        <a:ext uri="{9D8B030D-6E8A-4147-A177-3AD203B41FA5}">
                          <a16:colId xmlns:a16="http://schemas.microsoft.com/office/drawing/2014/main" val="1767818427"/>
                        </a:ext>
                      </a:extLst>
                    </a:gridCol>
                    <a:gridCol w="1429789">
                      <a:extLst>
                        <a:ext uri="{9D8B030D-6E8A-4147-A177-3AD203B41FA5}">
                          <a16:colId xmlns:a16="http://schemas.microsoft.com/office/drawing/2014/main" val="598461279"/>
                        </a:ext>
                      </a:extLst>
                    </a:gridCol>
                    <a:gridCol w="515389">
                      <a:extLst>
                        <a:ext uri="{9D8B030D-6E8A-4147-A177-3AD203B41FA5}">
                          <a16:colId xmlns:a16="http://schemas.microsoft.com/office/drawing/2014/main" val="3796138523"/>
                        </a:ext>
                      </a:extLst>
                    </a:gridCol>
                    <a:gridCol w="1629294">
                      <a:extLst>
                        <a:ext uri="{9D8B030D-6E8A-4147-A177-3AD203B41FA5}">
                          <a16:colId xmlns:a16="http://schemas.microsoft.com/office/drawing/2014/main" val="37100281"/>
                        </a:ext>
                      </a:extLst>
                    </a:gridCol>
                  </a:tblGrid>
                  <a:tr h="274320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316"/>
                          <a:stretch>
                            <a:fillRect r="-516364" b="-31363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316"/>
                          <a:stretch>
                            <a:fillRect l="-48673" r="-151327" b="-31363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sz="1200" dirty="0"/>
                            <a:t>and</a:t>
                          </a:r>
                          <a:endParaRPr lang="zh-CN" altLang="en-US" sz="1200" dirty="0"/>
                        </a:p>
                      </a:txBody>
                      <a:tcP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316"/>
                          <a:stretch>
                            <a:fillRect l="-162016" r="-775" b="-31363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24716976"/>
                      </a:ext>
                    </a:extLst>
                  </a:tr>
                  <a:tr h="274320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316"/>
                          <a:stretch>
                            <a:fillRect t="-100000" r="-516364" b="-21363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316"/>
                          <a:stretch>
                            <a:fillRect l="-48673" t="-100000" r="-151327" b="-21363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sz="1200" dirty="0"/>
                            <a:t>and</a:t>
                          </a:r>
                          <a:endParaRPr lang="zh-CN" altLang="en-US" sz="1200" dirty="0"/>
                        </a:p>
                      </a:txBody>
                      <a:tcP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316"/>
                          <a:stretch>
                            <a:fillRect l="-162016" t="-100000" r="-775" b="-21363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31745707"/>
                      </a:ext>
                    </a:extLst>
                  </a:tr>
                  <a:tr h="274320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316"/>
                          <a:stretch>
                            <a:fillRect t="-200000" r="-516364" b="-11363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316"/>
                          <a:stretch>
                            <a:fillRect l="-48673" t="-200000" r="-151327" b="-11363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sz="1200" dirty="0"/>
                            <a:t>and</a:t>
                          </a:r>
                          <a:endParaRPr lang="zh-CN" altLang="en-US" sz="1200" dirty="0"/>
                        </a:p>
                      </a:txBody>
                      <a:tcP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316"/>
                          <a:stretch>
                            <a:fillRect l="-162016" t="-200000" r="-775" b="-11363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247252376"/>
                      </a:ext>
                    </a:extLst>
                  </a:tr>
                  <a:tr h="274320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316"/>
                          <a:stretch>
                            <a:fillRect t="-300000" r="-516364" b="-1363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316"/>
                          <a:stretch>
                            <a:fillRect l="-48673" t="-300000" r="-151327" b="-1363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sz="1200" dirty="0"/>
                            <a:t>and</a:t>
                          </a:r>
                          <a:endParaRPr lang="zh-CN" altLang="en-US" sz="1200" dirty="0"/>
                        </a:p>
                      </a:txBody>
                      <a:tcP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316"/>
                          <a:stretch>
                            <a:fillRect l="-162016" t="-300000" r="-775" b="-1363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649368644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10" name="文本框 9">
            <a:extLst>
              <a:ext uri="{FF2B5EF4-FFF2-40B4-BE49-F238E27FC236}">
                <a16:creationId xmlns:a16="http://schemas.microsoft.com/office/drawing/2014/main" id="{E2F7D5AB-5AE5-1FAB-80DA-FFE5D8D0D918}"/>
              </a:ext>
            </a:extLst>
          </p:cNvPr>
          <p:cNvSpPr txBox="1"/>
          <p:nvPr/>
        </p:nvSpPr>
        <p:spPr>
          <a:xfrm>
            <a:off x="180278" y="5133907"/>
            <a:ext cx="175400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dirty="0"/>
              <a:t>Classification rule:</a:t>
            </a:r>
            <a:endParaRPr kumimoji="1" lang="zh-CN" altLang="en-US" sz="1600" dirty="0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535A3053-52A6-0D24-06A4-C63C876E8072}"/>
              </a:ext>
            </a:extLst>
          </p:cNvPr>
          <p:cNvSpPr txBox="1"/>
          <p:nvPr/>
        </p:nvSpPr>
        <p:spPr>
          <a:xfrm>
            <a:off x="6312939" y="1399394"/>
            <a:ext cx="88678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dirty="0"/>
              <a:t>Edge set:</a:t>
            </a:r>
            <a:endParaRPr kumimoji="1" lang="zh-CN" altLang="en-US" sz="1400" dirty="0"/>
          </a:p>
        </p:txBody>
      </p:sp>
      <p:grpSp>
        <p:nvGrpSpPr>
          <p:cNvPr id="38" name="组合 37">
            <a:extLst>
              <a:ext uri="{FF2B5EF4-FFF2-40B4-BE49-F238E27FC236}">
                <a16:creationId xmlns:a16="http://schemas.microsoft.com/office/drawing/2014/main" id="{62EBD1AA-B9AF-F7D2-02B4-E4A654217426}"/>
              </a:ext>
            </a:extLst>
          </p:cNvPr>
          <p:cNvGrpSpPr>
            <a:grpSpLocks noChangeAspect="1"/>
          </p:cNvGrpSpPr>
          <p:nvPr>
            <p:custDataLst>
              <p:tags r:id="rId4"/>
            </p:custDataLst>
          </p:nvPr>
        </p:nvGrpSpPr>
        <p:grpSpPr>
          <a:xfrm>
            <a:off x="6429014" y="1815073"/>
            <a:ext cx="2299617" cy="159422"/>
            <a:chOff x="5540925" y="3616099"/>
            <a:chExt cx="2299617" cy="159422"/>
          </a:xfrm>
        </p:grpSpPr>
        <p:sp>
          <p:nvSpPr>
            <p:cNvPr id="13" name="任意形状 12">
              <a:extLst>
                <a:ext uri="{FF2B5EF4-FFF2-40B4-BE49-F238E27FC236}">
                  <a16:creationId xmlns:a16="http://schemas.microsoft.com/office/drawing/2014/main" id="{719B3199-0449-9126-39B3-972910BA56A5}"/>
                </a:ext>
              </a:extLst>
            </p:cNvPr>
            <p:cNvSpPr/>
            <p:nvPr>
              <p:custDataLst>
                <p:tags r:id="rId148"/>
              </p:custDataLst>
            </p:nvPr>
          </p:nvSpPr>
          <p:spPr>
            <a:xfrm>
              <a:off x="5540925" y="3627259"/>
              <a:ext cx="128561" cy="108407"/>
            </a:xfrm>
            <a:custGeom>
              <a:avLst/>
              <a:gdLst>
                <a:gd name="connsiteX0" fmla="*/ 118849 w 128561"/>
                <a:gd name="connsiteY0" fmla="*/ 71336 h 108407"/>
                <a:gd name="connsiteX1" fmla="*/ 119735 w 128561"/>
                <a:gd name="connsiteY1" fmla="*/ 69105 h 108407"/>
                <a:gd name="connsiteX2" fmla="*/ 117609 w 128561"/>
                <a:gd name="connsiteY2" fmla="*/ 67351 h 108407"/>
                <a:gd name="connsiteX3" fmla="*/ 115307 w 128561"/>
                <a:gd name="connsiteY3" fmla="*/ 69264 h 108407"/>
                <a:gd name="connsiteX4" fmla="*/ 66949 w 128561"/>
                <a:gd name="connsiteY4" fmla="*/ 103540 h 108407"/>
                <a:gd name="connsiteX5" fmla="*/ 41087 w 128561"/>
                <a:gd name="connsiteY5" fmla="*/ 103540 h 108407"/>
                <a:gd name="connsiteX6" fmla="*/ 37190 w 128561"/>
                <a:gd name="connsiteY6" fmla="*/ 103380 h 108407"/>
                <a:gd name="connsiteX7" fmla="*/ 34887 w 128561"/>
                <a:gd name="connsiteY7" fmla="*/ 101786 h 108407"/>
                <a:gd name="connsiteX8" fmla="*/ 35773 w 128561"/>
                <a:gd name="connsiteY8" fmla="*/ 98119 h 108407"/>
                <a:gd name="connsiteX9" fmla="*/ 47818 w 128561"/>
                <a:gd name="connsiteY9" fmla="*/ 54597 h 108407"/>
                <a:gd name="connsiteX10" fmla="*/ 65354 w 128561"/>
                <a:gd name="connsiteY10" fmla="*/ 54597 h 108407"/>
                <a:gd name="connsiteX11" fmla="*/ 80411 w 128561"/>
                <a:gd name="connsiteY11" fmla="*/ 61931 h 108407"/>
                <a:gd name="connsiteX12" fmla="*/ 79171 w 128561"/>
                <a:gd name="connsiteY12" fmla="*/ 69742 h 108407"/>
                <a:gd name="connsiteX13" fmla="*/ 78640 w 128561"/>
                <a:gd name="connsiteY13" fmla="*/ 71496 h 108407"/>
                <a:gd name="connsiteX14" fmla="*/ 80942 w 128561"/>
                <a:gd name="connsiteY14" fmla="*/ 73249 h 108407"/>
                <a:gd name="connsiteX15" fmla="*/ 83599 w 128561"/>
                <a:gd name="connsiteY15" fmla="*/ 70061 h 108407"/>
                <a:gd name="connsiteX16" fmla="*/ 93696 w 128561"/>
                <a:gd name="connsiteY16" fmla="*/ 32756 h 108407"/>
                <a:gd name="connsiteX17" fmla="*/ 91570 w 128561"/>
                <a:gd name="connsiteY17" fmla="*/ 31003 h 108407"/>
                <a:gd name="connsiteX18" fmla="*/ 89091 w 128561"/>
                <a:gd name="connsiteY18" fmla="*/ 33872 h 108407"/>
                <a:gd name="connsiteX19" fmla="*/ 65886 w 128561"/>
                <a:gd name="connsiteY19" fmla="*/ 49655 h 108407"/>
                <a:gd name="connsiteX20" fmla="*/ 49235 w 128561"/>
                <a:gd name="connsiteY20" fmla="*/ 49655 h 108407"/>
                <a:gd name="connsiteX21" fmla="*/ 59863 w 128561"/>
                <a:gd name="connsiteY21" fmla="*/ 11234 h 108407"/>
                <a:gd name="connsiteX22" fmla="*/ 69428 w 128561"/>
                <a:gd name="connsiteY22" fmla="*/ 5017 h 108407"/>
                <a:gd name="connsiteX23" fmla="*/ 94405 w 128561"/>
                <a:gd name="connsiteY23" fmla="*/ 5017 h 108407"/>
                <a:gd name="connsiteX24" fmla="*/ 121329 w 128561"/>
                <a:gd name="connsiteY24" fmla="*/ 22713 h 108407"/>
                <a:gd name="connsiteX25" fmla="*/ 120621 w 128561"/>
                <a:gd name="connsiteY25" fmla="*/ 31162 h 108407"/>
                <a:gd name="connsiteX26" fmla="*/ 120444 w 128561"/>
                <a:gd name="connsiteY26" fmla="*/ 34032 h 108407"/>
                <a:gd name="connsiteX27" fmla="*/ 122569 w 128561"/>
                <a:gd name="connsiteY27" fmla="*/ 35945 h 108407"/>
                <a:gd name="connsiteX28" fmla="*/ 125049 w 128561"/>
                <a:gd name="connsiteY28" fmla="*/ 31959 h 108407"/>
                <a:gd name="connsiteX29" fmla="*/ 128592 w 128561"/>
                <a:gd name="connsiteY29" fmla="*/ 4379 h 108407"/>
                <a:gd name="connsiteX30" fmla="*/ 123809 w 128561"/>
                <a:gd name="connsiteY30" fmla="*/ 75 h 108407"/>
                <a:gd name="connsiteX31" fmla="*/ 34356 w 128561"/>
                <a:gd name="connsiteY31" fmla="*/ 75 h 108407"/>
                <a:gd name="connsiteX32" fmla="*/ 29042 w 128561"/>
                <a:gd name="connsiteY32" fmla="*/ 3263 h 108407"/>
                <a:gd name="connsiteX33" fmla="*/ 34001 w 128561"/>
                <a:gd name="connsiteY33" fmla="*/ 5017 h 108407"/>
                <a:gd name="connsiteX34" fmla="*/ 45515 w 128561"/>
                <a:gd name="connsiteY34" fmla="*/ 7886 h 108407"/>
                <a:gd name="connsiteX35" fmla="*/ 44629 w 128561"/>
                <a:gd name="connsiteY35" fmla="*/ 11713 h 108407"/>
                <a:gd name="connsiteX36" fmla="*/ 21248 w 128561"/>
                <a:gd name="connsiteY36" fmla="*/ 96047 h 108407"/>
                <a:gd name="connsiteX37" fmla="*/ 5128 w 128561"/>
                <a:gd name="connsiteY37" fmla="*/ 103540 h 108407"/>
                <a:gd name="connsiteX38" fmla="*/ 168 w 128561"/>
                <a:gd name="connsiteY38" fmla="*/ 106569 h 108407"/>
                <a:gd name="connsiteX39" fmla="*/ 5128 w 128561"/>
                <a:gd name="connsiteY39" fmla="*/ 108482 h 108407"/>
                <a:gd name="connsiteX40" fmla="*/ 97062 w 128561"/>
                <a:gd name="connsiteY40" fmla="*/ 108482 h 108407"/>
                <a:gd name="connsiteX41" fmla="*/ 102553 w 128561"/>
                <a:gd name="connsiteY41" fmla="*/ 105772 h 108407"/>
                <a:gd name="connsiteX42" fmla="*/ 118849 w 128561"/>
                <a:gd name="connsiteY42" fmla="*/ 71336 h 1084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</a:cxnLst>
              <a:rect l="l" t="t" r="r" b="b"/>
              <a:pathLst>
                <a:path w="128561" h="108407">
                  <a:moveTo>
                    <a:pt x="118849" y="71336"/>
                  </a:moveTo>
                  <a:cubicBezTo>
                    <a:pt x="119204" y="70539"/>
                    <a:pt x="119735" y="69423"/>
                    <a:pt x="119735" y="69105"/>
                  </a:cubicBezTo>
                  <a:cubicBezTo>
                    <a:pt x="119735" y="68945"/>
                    <a:pt x="119735" y="67351"/>
                    <a:pt x="117609" y="67351"/>
                  </a:cubicBezTo>
                  <a:cubicBezTo>
                    <a:pt x="116015" y="67351"/>
                    <a:pt x="115661" y="68307"/>
                    <a:pt x="115307" y="69264"/>
                  </a:cubicBezTo>
                  <a:cubicBezTo>
                    <a:pt x="103793" y="92858"/>
                    <a:pt x="97239" y="103540"/>
                    <a:pt x="66949" y="103540"/>
                  </a:cubicBezTo>
                  <a:lnTo>
                    <a:pt x="41087" y="103540"/>
                  </a:lnTo>
                  <a:cubicBezTo>
                    <a:pt x="38607" y="103540"/>
                    <a:pt x="38253" y="103540"/>
                    <a:pt x="37190" y="103380"/>
                  </a:cubicBezTo>
                  <a:cubicBezTo>
                    <a:pt x="35418" y="103221"/>
                    <a:pt x="34887" y="103061"/>
                    <a:pt x="34887" y="101786"/>
                  </a:cubicBezTo>
                  <a:cubicBezTo>
                    <a:pt x="34887" y="101308"/>
                    <a:pt x="34887" y="100989"/>
                    <a:pt x="35773" y="98119"/>
                  </a:cubicBezTo>
                  <a:lnTo>
                    <a:pt x="47818" y="54597"/>
                  </a:lnTo>
                  <a:lnTo>
                    <a:pt x="65354" y="54597"/>
                  </a:lnTo>
                  <a:cubicBezTo>
                    <a:pt x="80411" y="54597"/>
                    <a:pt x="80411" y="57945"/>
                    <a:pt x="80411" y="61931"/>
                  </a:cubicBezTo>
                  <a:cubicBezTo>
                    <a:pt x="80411" y="63046"/>
                    <a:pt x="80411" y="64960"/>
                    <a:pt x="79171" y="69742"/>
                  </a:cubicBezTo>
                  <a:cubicBezTo>
                    <a:pt x="78817" y="70539"/>
                    <a:pt x="78640" y="71018"/>
                    <a:pt x="78640" y="71496"/>
                  </a:cubicBezTo>
                  <a:cubicBezTo>
                    <a:pt x="78640" y="72293"/>
                    <a:pt x="79348" y="73249"/>
                    <a:pt x="80942" y="73249"/>
                  </a:cubicBezTo>
                  <a:cubicBezTo>
                    <a:pt x="82359" y="73249"/>
                    <a:pt x="82891" y="72452"/>
                    <a:pt x="83599" y="70061"/>
                  </a:cubicBezTo>
                  <a:lnTo>
                    <a:pt x="93696" y="32756"/>
                  </a:lnTo>
                  <a:cubicBezTo>
                    <a:pt x="93696" y="31800"/>
                    <a:pt x="92810" y="31003"/>
                    <a:pt x="91570" y="31003"/>
                  </a:cubicBezTo>
                  <a:cubicBezTo>
                    <a:pt x="89976" y="31003"/>
                    <a:pt x="89622" y="31959"/>
                    <a:pt x="89091" y="33872"/>
                  </a:cubicBezTo>
                  <a:cubicBezTo>
                    <a:pt x="85371" y="45988"/>
                    <a:pt x="82182" y="49655"/>
                    <a:pt x="65886" y="49655"/>
                  </a:cubicBezTo>
                  <a:lnTo>
                    <a:pt x="49235" y="49655"/>
                  </a:lnTo>
                  <a:lnTo>
                    <a:pt x="59863" y="11234"/>
                  </a:lnTo>
                  <a:cubicBezTo>
                    <a:pt x="61457" y="5654"/>
                    <a:pt x="61635" y="5017"/>
                    <a:pt x="69428" y="5017"/>
                  </a:cubicBezTo>
                  <a:lnTo>
                    <a:pt x="94405" y="5017"/>
                  </a:lnTo>
                  <a:cubicBezTo>
                    <a:pt x="116015" y="5017"/>
                    <a:pt x="121329" y="9640"/>
                    <a:pt x="121329" y="22713"/>
                  </a:cubicBezTo>
                  <a:cubicBezTo>
                    <a:pt x="121329" y="26539"/>
                    <a:pt x="121329" y="26858"/>
                    <a:pt x="120621" y="31162"/>
                  </a:cubicBezTo>
                  <a:cubicBezTo>
                    <a:pt x="120621" y="32119"/>
                    <a:pt x="120444" y="33235"/>
                    <a:pt x="120444" y="34032"/>
                  </a:cubicBezTo>
                  <a:cubicBezTo>
                    <a:pt x="120444" y="34829"/>
                    <a:pt x="120975" y="35945"/>
                    <a:pt x="122569" y="35945"/>
                  </a:cubicBezTo>
                  <a:cubicBezTo>
                    <a:pt x="124518" y="35945"/>
                    <a:pt x="124695" y="34988"/>
                    <a:pt x="125049" y="31959"/>
                  </a:cubicBezTo>
                  <a:lnTo>
                    <a:pt x="128592" y="4379"/>
                  </a:lnTo>
                  <a:cubicBezTo>
                    <a:pt x="129123" y="75"/>
                    <a:pt x="128238" y="75"/>
                    <a:pt x="123809" y="75"/>
                  </a:cubicBezTo>
                  <a:lnTo>
                    <a:pt x="34356" y="75"/>
                  </a:lnTo>
                  <a:cubicBezTo>
                    <a:pt x="30813" y="75"/>
                    <a:pt x="29042" y="75"/>
                    <a:pt x="29042" y="3263"/>
                  </a:cubicBezTo>
                  <a:cubicBezTo>
                    <a:pt x="29042" y="5017"/>
                    <a:pt x="30636" y="5017"/>
                    <a:pt x="34001" y="5017"/>
                  </a:cubicBezTo>
                  <a:cubicBezTo>
                    <a:pt x="40555" y="5017"/>
                    <a:pt x="45515" y="5017"/>
                    <a:pt x="45515" y="7886"/>
                  </a:cubicBezTo>
                  <a:cubicBezTo>
                    <a:pt x="45515" y="8524"/>
                    <a:pt x="45515" y="8843"/>
                    <a:pt x="44629" y="11713"/>
                  </a:cubicBezTo>
                  <a:lnTo>
                    <a:pt x="21248" y="96047"/>
                  </a:lnTo>
                  <a:cubicBezTo>
                    <a:pt x="19476" y="102264"/>
                    <a:pt x="19122" y="103540"/>
                    <a:pt x="5128" y="103540"/>
                  </a:cubicBezTo>
                  <a:cubicBezTo>
                    <a:pt x="2117" y="103540"/>
                    <a:pt x="168" y="103540"/>
                    <a:pt x="168" y="106569"/>
                  </a:cubicBezTo>
                  <a:cubicBezTo>
                    <a:pt x="168" y="108482"/>
                    <a:pt x="1763" y="108482"/>
                    <a:pt x="5128" y="108482"/>
                  </a:cubicBezTo>
                  <a:lnTo>
                    <a:pt x="97062" y="108482"/>
                  </a:lnTo>
                  <a:cubicBezTo>
                    <a:pt x="101136" y="108482"/>
                    <a:pt x="101313" y="108322"/>
                    <a:pt x="102553" y="105772"/>
                  </a:cubicBezTo>
                  <a:lnTo>
                    <a:pt x="118849" y="71336"/>
                  </a:lnTo>
                  <a:close/>
                </a:path>
              </a:pathLst>
            </a:custGeom>
            <a:solidFill>
              <a:srgbClr val="000000"/>
            </a:solidFill>
            <a:ln w="1773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4" name="任意形状 13">
              <a:extLst>
                <a:ext uri="{FF2B5EF4-FFF2-40B4-BE49-F238E27FC236}">
                  <a16:creationId xmlns:a16="http://schemas.microsoft.com/office/drawing/2014/main" id="{6127284E-32C0-61BE-04A9-FE017BD38043}"/>
                </a:ext>
              </a:extLst>
            </p:cNvPr>
            <p:cNvSpPr/>
            <p:nvPr>
              <p:custDataLst>
                <p:tags r:id="rId149"/>
              </p:custDataLst>
            </p:nvPr>
          </p:nvSpPr>
          <p:spPr>
            <a:xfrm>
              <a:off x="5670783" y="3710365"/>
              <a:ext cx="57657" cy="50329"/>
            </a:xfrm>
            <a:custGeom>
              <a:avLst/>
              <a:gdLst>
                <a:gd name="connsiteX0" fmla="*/ 23487 w 57657"/>
                <a:gd name="connsiteY0" fmla="*/ 26748 h 50329"/>
                <a:gd name="connsiteX1" fmla="*/ 26711 w 57657"/>
                <a:gd name="connsiteY1" fmla="*/ 15476 h 50329"/>
                <a:gd name="connsiteX2" fmla="*/ 34522 w 57657"/>
                <a:gd name="connsiteY2" fmla="*/ 6326 h 50329"/>
                <a:gd name="connsiteX3" fmla="*/ 44566 w 57657"/>
                <a:gd name="connsiteY3" fmla="*/ 3201 h 50329"/>
                <a:gd name="connsiteX4" fmla="*/ 51386 w 57657"/>
                <a:gd name="connsiteY4" fmla="*/ 4763 h 50329"/>
                <a:gd name="connsiteX5" fmla="*/ 45930 w 57657"/>
                <a:gd name="connsiteY5" fmla="*/ 10901 h 50329"/>
                <a:gd name="connsiteX6" fmla="*/ 50890 w 57657"/>
                <a:gd name="connsiteY6" fmla="*/ 15030 h 50329"/>
                <a:gd name="connsiteX7" fmla="*/ 57833 w 57657"/>
                <a:gd name="connsiteY7" fmla="*/ 8223 h 50329"/>
                <a:gd name="connsiteX8" fmla="*/ 44690 w 57657"/>
                <a:gd name="connsiteY8" fmla="*/ 76 h 50329"/>
                <a:gd name="connsiteX9" fmla="*/ 27207 w 57657"/>
                <a:gd name="connsiteY9" fmla="*/ 7999 h 50329"/>
                <a:gd name="connsiteX10" fmla="*/ 14435 w 57657"/>
                <a:gd name="connsiteY10" fmla="*/ 76 h 50329"/>
                <a:gd name="connsiteX11" fmla="*/ 4764 w 57657"/>
                <a:gd name="connsiteY11" fmla="*/ 5768 h 50329"/>
                <a:gd name="connsiteX12" fmla="*/ 176 w 57657"/>
                <a:gd name="connsiteY12" fmla="*/ 17150 h 50329"/>
                <a:gd name="connsiteX13" fmla="*/ 2284 w 57657"/>
                <a:gd name="connsiteY13" fmla="*/ 18601 h 50329"/>
                <a:gd name="connsiteX14" fmla="*/ 5012 w 57657"/>
                <a:gd name="connsiteY14" fmla="*/ 15253 h 50329"/>
                <a:gd name="connsiteX15" fmla="*/ 14063 w 57657"/>
                <a:gd name="connsiteY15" fmla="*/ 3201 h 50329"/>
                <a:gd name="connsiteX16" fmla="*/ 18155 w 57657"/>
                <a:gd name="connsiteY16" fmla="*/ 8669 h 50329"/>
                <a:gd name="connsiteX17" fmla="*/ 16171 w 57657"/>
                <a:gd name="connsiteY17" fmla="*/ 17932 h 50329"/>
                <a:gd name="connsiteX18" fmla="*/ 13443 w 57657"/>
                <a:gd name="connsiteY18" fmla="*/ 27975 h 50329"/>
                <a:gd name="connsiteX19" fmla="*/ 9475 w 57657"/>
                <a:gd name="connsiteY19" fmla="*/ 42259 h 50329"/>
                <a:gd name="connsiteX20" fmla="*/ 8235 w 57657"/>
                <a:gd name="connsiteY20" fmla="*/ 46835 h 50329"/>
                <a:gd name="connsiteX21" fmla="*/ 12451 w 57657"/>
                <a:gd name="connsiteY21" fmla="*/ 50406 h 50329"/>
                <a:gd name="connsiteX22" fmla="*/ 17783 w 57657"/>
                <a:gd name="connsiteY22" fmla="*/ 47170 h 50329"/>
                <a:gd name="connsiteX23" fmla="*/ 20139 w 57657"/>
                <a:gd name="connsiteY23" fmla="*/ 38800 h 50329"/>
                <a:gd name="connsiteX24" fmla="*/ 23487 w 57657"/>
                <a:gd name="connsiteY24" fmla="*/ 26748 h 503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57657" h="50329">
                  <a:moveTo>
                    <a:pt x="23487" y="26748"/>
                  </a:moveTo>
                  <a:cubicBezTo>
                    <a:pt x="23611" y="26078"/>
                    <a:pt x="26463" y="16034"/>
                    <a:pt x="26711" y="15476"/>
                  </a:cubicBezTo>
                  <a:cubicBezTo>
                    <a:pt x="26959" y="14584"/>
                    <a:pt x="30555" y="9004"/>
                    <a:pt x="34522" y="6326"/>
                  </a:cubicBezTo>
                  <a:cubicBezTo>
                    <a:pt x="35886" y="5433"/>
                    <a:pt x="39234" y="3201"/>
                    <a:pt x="44566" y="3201"/>
                  </a:cubicBezTo>
                  <a:cubicBezTo>
                    <a:pt x="45806" y="3201"/>
                    <a:pt x="48906" y="3312"/>
                    <a:pt x="51386" y="4763"/>
                  </a:cubicBezTo>
                  <a:cubicBezTo>
                    <a:pt x="47418" y="5768"/>
                    <a:pt x="45930" y="8892"/>
                    <a:pt x="45930" y="10901"/>
                  </a:cubicBezTo>
                  <a:cubicBezTo>
                    <a:pt x="45930" y="13356"/>
                    <a:pt x="48038" y="15030"/>
                    <a:pt x="50890" y="15030"/>
                  </a:cubicBezTo>
                  <a:cubicBezTo>
                    <a:pt x="53742" y="15030"/>
                    <a:pt x="57833" y="12910"/>
                    <a:pt x="57833" y="8223"/>
                  </a:cubicBezTo>
                  <a:cubicBezTo>
                    <a:pt x="57833" y="2420"/>
                    <a:pt x="51014" y="76"/>
                    <a:pt x="44690" y="76"/>
                  </a:cubicBezTo>
                  <a:cubicBezTo>
                    <a:pt x="38242" y="76"/>
                    <a:pt x="32662" y="2420"/>
                    <a:pt x="27207" y="7999"/>
                  </a:cubicBezTo>
                  <a:cubicBezTo>
                    <a:pt x="24975" y="1192"/>
                    <a:pt x="17411" y="76"/>
                    <a:pt x="14435" y="76"/>
                  </a:cubicBezTo>
                  <a:cubicBezTo>
                    <a:pt x="9847" y="76"/>
                    <a:pt x="6747" y="2643"/>
                    <a:pt x="4764" y="5768"/>
                  </a:cubicBezTo>
                  <a:cubicBezTo>
                    <a:pt x="1912" y="10120"/>
                    <a:pt x="176" y="16592"/>
                    <a:pt x="176" y="17150"/>
                  </a:cubicBezTo>
                  <a:cubicBezTo>
                    <a:pt x="176" y="18601"/>
                    <a:pt x="1912" y="18601"/>
                    <a:pt x="2284" y="18601"/>
                  </a:cubicBezTo>
                  <a:cubicBezTo>
                    <a:pt x="4020" y="18601"/>
                    <a:pt x="4144" y="18266"/>
                    <a:pt x="5012" y="15253"/>
                  </a:cubicBezTo>
                  <a:cubicBezTo>
                    <a:pt x="6871" y="8446"/>
                    <a:pt x="9227" y="3201"/>
                    <a:pt x="14063" y="3201"/>
                  </a:cubicBezTo>
                  <a:cubicBezTo>
                    <a:pt x="17287" y="3201"/>
                    <a:pt x="18155" y="5656"/>
                    <a:pt x="18155" y="8669"/>
                  </a:cubicBezTo>
                  <a:cubicBezTo>
                    <a:pt x="18155" y="10789"/>
                    <a:pt x="17039" y="14918"/>
                    <a:pt x="16171" y="17932"/>
                  </a:cubicBezTo>
                  <a:cubicBezTo>
                    <a:pt x="15303" y="20945"/>
                    <a:pt x="14063" y="25520"/>
                    <a:pt x="13443" y="27975"/>
                  </a:cubicBezTo>
                  <a:lnTo>
                    <a:pt x="9475" y="42259"/>
                  </a:lnTo>
                  <a:cubicBezTo>
                    <a:pt x="8979" y="43710"/>
                    <a:pt x="8235" y="46500"/>
                    <a:pt x="8235" y="46835"/>
                  </a:cubicBezTo>
                  <a:cubicBezTo>
                    <a:pt x="8235" y="49290"/>
                    <a:pt x="10467" y="50406"/>
                    <a:pt x="12451" y="50406"/>
                  </a:cubicBezTo>
                  <a:cubicBezTo>
                    <a:pt x="14311" y="50406"/>
                    <a:pt x="16791" y="49401"/>
                    <a:pt x="17783" y="47170"/>
                  </a:cubicBezTo>
                  <a:cubicBezTo>
                    <a:pt x="18031" y="46500"/>
                    <a:pt x="19395" y="41590"/>
                    <a:pt x="20139" y="38800"/>
                  </a:cubicBezTo>
                  <a:lnTo>
                    <a:pt x="23487" y="26748"/>
                  </a:lnTo>
                  <a:close/>
                </a:path>
              </a:pathLst>
            </a:custGeom>
            <a:solidFill>
              <a:srgbClr val="000000"/>
            </a:solidFill>
            <a:ln w="1773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5" name="任意形状 14">
              <a:extLst>
                <a:ext uri="{FF2B5EF4-FFF2-40B4-BE49-F238E27FC236}">
                  <a16:creationId xmlns:a16="http://schemas.microsoft.com/office/drawing/2014/main" id="{47E61112-E015-DD6D-E228-2F3C7BEADE55}"/>
                </a:ext>
              </a:extLst>
            </p:cNvPr>
            <p:cNvSpPr/>
            <p:nvPr>
              <p:custDataLst>
                <p:tags r:id="rId150"/>
              </p:custDataLst>
            </p:nvPr>
          </p:nvSpPr>
          <p:spPr>
            <a:xfrm>
              <a:off x="5802518" y="3677158"/>
              <a:ext cx="117795" cy="37304"/>
            </a:xfrm>
            <a:custGeom>
              <a:avLst/>
              <a:gdLst>
                <a:gd name="connsiteX0" fmla="*/ 111956 w 117795"/>
                <a:gd name="connsiteY0" fmla="*/ 6452 h 37304"/>
                <a:gd name="connsiteX1" fmla="*/ 117978 w 117795"/>
                <a:gd name="connsiteY1" fmla="*/ 3263 h 37304"/>
                <a:gd name="connsiteX2" fmla="*/ 112133 w 117795"/>
                <a:gd name="connsiteY2" fmla="*/ 75 h 37304"/>
                <a:gd name="connsiteX3" fmla="*/ 6028 w 117795"/>
                <a:gd name="connsiteY3" fmla="*/ 75 h 37304"/>
                <a:gd name="connsiteX4" fmla="*/ 183 w 117795"/>
                <a:gd name="connsiteY4" fmla="*/ 3263 h 37304"/>
                <a:gd name="connsiteX5" fmla="*/ 6206 w 117795"/>
                <a:gd name="connsiteY5" fmla="*/ 6452 h 37304"/>
                <a:gd name="connsiteX6" fmla="*/ 111956 w 117795"/>
                <a:gd name="connsiteY6" fmla="*/ 6452 h 37304"/>
                <a:gd name="connsiteX7" fmla="*/ 112133 w 117795"/>
                <a:gd name="connsiteY7" fmla="*/ 37380 h 37304"/>
                <a:gd name="connsiteX8" fmla="*/ 117978 w 117795"/>
                <a:gd name="connsiteY8" fmla="*/ 34191 h 37304"/>
                <a:gd name="connsiteX9" fmla="*/ 111956 w 117795"/>
                <a:gd name="connsiteY9" fmla="*/ 31003 h 37304"/>
                <a:gd name="connsiteX10" fmla="*/ 6206 w 117795"/>
                <a:gd name="connsiteY10" fmla="*/ 31003 h 37304"/>
                <a:gd name="connsiteX11" fmla="*/ 183 w 117795"/>
                <a:gd name="connsiteY11" fmla="*/ 34191 h 37304"/>
                <a:gd name="connsiteX12" fmla="*/ 6028 w 117795"/>
                <a:gd name="connsiteY12" fmla="*/ 37380 h 37304"/>
                <a:gd name="connsiteX13" fmla="*/ 112133 w 117795"/>
                <a:gd name="connsiteY13" fmla="*/ 37380 h 373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17795" h="37304">
                  <a:moveTo>
                    <a:pt x="111956" y="6452"/>
                  </a:moveTo>
                  <a:cubicBezTo>
                    <a:pt x="114613" y="6452"/>
                    <a:pt x="117978" y="6452"/>
                    <a:pt x="117978" y="3263"/>
                  </a:cubicBezTo>
                  <a:cubicBezTo>
                    <a:pt x="117978" y="75"/>
                    <a:pt x="114613" y="75"/>
                    <a:pt x="112133" y="75"/>
                  </a:cubicBezTo>
                  <a:lnTo>
                    <a:pt x="6028" y="75"/>
                  </a:lnTo>
                  <a:cubicBezTo>
                    <a:pt x="3549" y="75"/>
                    <a:pt x="183" y="75"/>
                    <a:pt x="183" y="3263"/>
                  </a:cubicBezTo>
                  <a:cubicBezTo>
                    <a:pt x="183" y="6452"/>
                    <a:pt x="3549" y="6452"/>
                    <a:pt x="6206" y="6452"/>
                  </a:cubicBezTo>
                  <a:lnTo>
                    <a:pt x="111956" y="6452"/>
                  </a:lnTo>
                  <a:close/>
                  <a:moveTo>
                    <a:pt x="112133" y="37380"/>
                  </a:moveTo>
                  <a:cubicBezTo>
                    <a:pt x="114613" y="37380"/>
                    <a:pt x="117978" y="37380"/>
                    <a:pt x="117978" y="34191"/>
                  </a:cubicBezTo>
                  <a:cubicBezTo>
                    <a:pt x="117978" y="31003"/>
                    <a:pt x="114613" y="31003"/>
                    <a:pt x="111956" y="31003"/>
                  </a:cubicBezTo>
                  <a:lnTo>
                    <a:pt x="6206" y="31003"/>
                  </a:lnTo>
                  <a:cubicBezTo>
                    <a:pt x="3549" y="31003"/>
                    <a:pt x="183" y="31003"/>
                    <a:pt x="183" y="34191"/>
                  </a:cubicBezTo>
                  <a:cubicBezTo>
                    <a:pt x="183" y="37380"/>
                    <a:pt x="3549" y="37380"/>
                    <a:pt x="6028" y="37380"/>
                  </a:cubicBezTo>
                  <a:lnTo>
                    <a:pt x="112133" y="37380"/>
                  </a:lnTo>
                  <a:close/>
                </a:path>
              </a:pathLst>
            </a:custGeom>
            <a:solidFill>
              <a:srgbClr val="000000"/>
            </a:solidFill>
            <a:ln w="1773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6" name="任意形状 15">
              <a:extLst>
                <a:ext uri="{FF2B5EF4-FFF2-40B4-BE49-F238E27FC236}">
                  <a16:creationId xmlns:a16="http://schemas.microsoft.com/office/drawing/2014/main" id="{066761F7-46A3-6F81-EC8D-E316CEC30BA1}"/>
                </a:ext>
              </a:extLst>
            </p:cNvPr>
            <p:cNvSpPr/>
            <p:nvPr>
              <p:custDataLst>
                <p:tags r:id="rId151"/>
              </p:custDataLst>
            </p:nvPr>
          </p:nvSpPr>
          <p:spPr>
            <a:xfrm>
              <a:off x="5992328" y="3616099"/>
              <a:ext cx="62883" cy="159422"/>
            </a:xfrm>
            <a:custGeom>
              <a:avLst/>
              <a:gdLst>
                <a:gd name="connsiteX0" fmla="*/ 37569 w 62883"/>
                <a:gd name="connsiteY0" fmla="*/ 21278 h 159422"/>
                <a:gd name="connsiteX1" fmla="*/ 61482 w 62883"/>
                <a:gd name="connsiteY1" fmla="*/ 3582 h 159422"/>
                <a:gd name="connsiteX2" fmla="*/ 63077 w 62883"/>
                <a:gd name="connsiteY2" fmla="*/ 1828 h 159422"/>
                <a:gd name="connsiteX3" fmla="*/ 59711 w 62883"/>
                <a:gd name="connsiteY3" fmla="*/ 75 h 159422"/>
                <a:gd name="connsiteX4" fmla="*/ 25701 w 62883"/>
                <a:gd name="connsiteY4" fmla="*/ 20002 h 159422"/>
                <a:gd name="connsiteX5" fmla="*/ 25701 w 62883"/>
                <a:gd name="connsiteY5" fmla="*/ 56351 h 159422"/>
                <a:gd name="connsiteX6" fmla="*/ 18616 w 62883"/>
                <a:gd name="connsiteY6" fmla="*/ 72931 h 159422"/>
                <a:gd name="connsiteX7" fmla="*/ 1788 w 62883"/>
                <a:gd name="connsiteY7" fmla="*/ 78032 h 159422"/>
                <a:gd name="connsiteX8" fmla="*/ 193 w 62883"/>
                <a:gd name="connsiteY8" fmla="*/ 79786 h 159422"/>
                <a:gd name="connsiteX9" fmla="*/ 3028 w 62883"/>
                <a:gd name="connsiteY9" fmla="*/ 81539 h 159422"/>
                <a:gd name="connsiteX10" fmla="*/ 25170 w 62883"/>
                <a:gd name="connsiteY10" fmla="*/ 95728 h 159422"/>
                <a:gd name="connsiteX11" fmla="*/ 25701 w 62883"/>
                <a:gd name="connsiteY11" fmla="*/ 103540 h 159422"/>
                <a:gd name="connsiteX12" fmla="*/ 25701 w 62883"/>
                <a:gd name="connsiteY12" fmla="*/ 135105 h 159422"/>
                <a:gd name="connsiteX13" fmla="*/ 34204 w 62883"/>
                <a:gd name="connsiteY13" fmla="*/ 152961 h 159422"/>
                <a:gd name="connsiteX14" fmla="*/ 59711 w 62883"/>
                <a:gd name="connsiteY14" fmla="*/ 159497 h 159422"/>
                <a:gd name="connsiteX15" fmla="*/ 63077 w 62883"/>
                <a:gd name="connsiteY15" fmla="*/ 157743 h 159422"/>
                <a:gd name="connsiteX16" fmla="*/ 60242 w 62883"/>
                <a:gd name="connsiteY16" fmla="*/ 155990 h 159422"/>
                <a:gd name="connsiteX17" fmla="*/ 38101 w 62883"/>
                <a:gd name="connsiteY17" fmla="*/ 142120 h 159422"/>
                <a:gd name="connsiteX18" fmla="*/ 37569 w 62883"/>
                <a:gd name="connsiteY18" fmla="*/ 134627 h 159422"/>
                <a:gd name="connsiteX19" fmla="*/ 37569 w 62883"/>
                <a:gd name="connsiteY19" fmla="*/ 101148 h 159422"/>
                <a:gd name="connsiteX20" fmla="*/ 30484 w 62883"/>
                <a:gd name="connsiteY20" fmla="*/ 86003 h 159422"/>
                <a:gd name="connsiteX21" fmla="*/ 16667 w 62883"/>
                <a:gd name="connsiteY21" fmla="*/ 79786 h 159422"/>
                <a:gd name="connsiteX22" fmla="*/ 37569 w 62883"/>
                <a:gd name="connsiteY22" fmla="*/ 59539 h 159422"/>
                <a:gd name="connsiteX23" fmla="*/ 37569 w 62883"/>
                <a:gd name="connsiteY23" fmla="*/ 21278 h 1594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62883" h="159422">
                  <a:moveTo>
                    <a:pt x="37569" y="21278"/>
                  </a:moveTo>
                  <a:cubicBezTo>
                    <a:pt x="37569" y="14901"/>
                    <a:pt x="42175" y="4698"/>
                    <a:pt x="61482" y="3582"/>
                  </a:cubicBezTo>
                  <a:cubicBezTo>
                    <a:pt x="62368" y="3423"/>
                    <a:pt x="63077" y="2785"/>
                    <a:pt x="63077" y="1828"/>
                  </a:cubicBezTo>
                  <a:cubicBezTo>
                    <a:pt x="63077" y="75"/>
                    <a:pt x="61660" y="75"/>
                    <a:pt x="59711" y="75"/>
                  </a:cubicBezTo>
                  <a:cubicBezTo>
                    <a:pt x="41997" y="75"/>
                    <a:pt x="25878" y="8205"/>
                    <a:pt x="25701" y="20002"/>
                  </a:cubicBezTo>
                  <a:lnTo>
                    <a:pt x="25701" y="56351"/>
                  </a:lnTo>
                  <a:cubicBezTo>
                    <a:pt x="25701" y="62568"/>
                    <a:pt x="25701" y="67670"/>
                    <a:pt x="18616" y="72931"/>
                  </a:cubicBezTo>
                  <a:cubicBezTo>
                    <a:pt x="12416" y="77554"/>
                    <a:pt x="5685" y="77873"/>
                    <a:pt x="1788" y="78032"/>
                  </a:cubicBezTo>
                  <a:cubicBezTo>
                    <a:pt x="902" y="78192"/>
                    <a:pt x="193" y="78829"/>
                    <a:pt x="193" y="79786"/>
                  </a:cubicBezTo>
                  <a:cubicBezTo>
                    <a:pt x="193" y="81380"/>
                    <a:pt x="1256" y="81380"/>
                    <a:pt x="3028" y="81539"/>
                  </a:cubicBezTo>
                  <a:cubicBezTo>
                    <a:pt x="14719" y="82177"/>
                    <a:pt x="23221" y="87916"/>
                    <a:pt x="25170" y="95728"/>
                  </a:cubicBezTo>
                  <a:cubicBezTo>
                    <a:pt x="25701" y="97482"/>
                    <a:pt x="25701" y="97801"/>
                    <a:pt x="25701" y="103540"/>
                  </a:cubicBezTo>
                  <a:lnTo>
                    <a:pt x="25701" y="135105"/>
                  </a:lnTo>
                  <a:cubicBezTo>
                    <a:pt x="25701" y="141801"/>
                    <a:pt x="25701" y="146903"/>
                    <a:pt x="34204" y="152961"/>
                  </a:cubicBezTo>
                  <a:cubicBezTo>
                    <a:pt x="41112" y="157743"/>
                    <a:pt x="52803" y="159497"/>
                    <a:pt x="59711" y="159497"/>
                  </a:cubicBezTo>
                  <a:cubicBezTo>
                    <a:pt x="61660" y="159497"/>
                    <a:pt x="63077" y="159497"/>
                    <a:pt x="63077" y="157743"/>
                  </a:cubicBezTo>
                  <a:cubicBezTo>
                    <a:pt x="63077" y="156149"/>
                    <a:pt x="62014" y="156149"/>
                    <a:pt x="60242" y="155990"/>
                  </a:cubicBezTo>
                  <a:cubicBezTo>
                    <a:pt x="49083" y="155352"/>
                    <a:pt x="40403" y="150250"/>
                    <a:pt x="38101" y="142120"/>
                  </a:cubicBezTo>
                  <a:cubicBezTo>
                    <a:pt x="37569" y="140685"/>
                    <a:pt x="37569" y="140366"/>
                    <a:pt x="37569" y="134627"/>
                  </a:cubicBezTo>
                  <a:lnTo>
                    <a:pt x="37569" y="101148"/>
                  </a:lnTo>
                  <a:cubicBezTo>
                    <a:pt x="37569" y="93815"/>
                    <a:pt x="36152" y="91105"/>
                    <a:pt x="30484" y="86003"/>
                  </a:cubicBezTo>
                  <a:cubicBezTo>
                    <a:pt x="26764" y="82655"/>
                    <a:pt x="21627" y="81061"/>
                    <a:pt x="16667" y="79786"/>
                  </a:cubicBezTo>
                  <a:cubicBezTo>
                    <a:pt x="31192" y="76119"/>
                    <a:pt x="37569" y="68786"/>
                    <a:pt x="37569" y="59539"/>
                  </a:cubicBezTo>
                  <a:lnTo>
                    <a:pt x="37569" y="21278"/>
                  </a:lnTo>
                  <a:close/>
                </a:path>
              </a:pathLst>
            </a:custGeom>
            <a:solidFill>
              <a:srgbClr val="000000"/>
            </a:solidFill>
            <a:ln w="1773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7" name="任意形状 16">
              <a:extLst>
                <a:ext uri="{FF2B5EF4-FFF2-40B4-BE49-F238E27FC236}">
                  <a16:creationId xmlns:a16="http://schemas.microsoft.com/office/drawing/2014/main" id="{1F6D53CB-6628-77A0-D203-C5DDD6E04A27}"/>
                </a:ext>
              </a:extLst>
            </p:cNvPr>
            <p:cNvSpPr/>
            <p:nvPr>
              <p:custDataLst>
                <p:tags r:id="rId152"/>
              </p:custDataLst>
            </p:nvPr>
          </p:nvSpPr>
          <p:spPr>
            <a:xfrm>
              <a:off x="6085679" y="3616099"/>
              <a:ext cx="41095" cy="159422"/>
            </a:xfrm>
            <a:custGeom>
              <a:avLst/>
              <a:gdLst>
                <a:gd name="connsiteX0" fmla="*/ 41294 w 41095"/>
                <a:gd name="connsiteY0" fmla="*/ 157903 h 159422"/>
                <a:gd name="connsiteX1" fmla="*/ 38283 w 41095"/>
                <a:gd name="connsiteY1" fmla="*/ 154395 h 159422"/>
                <a:gd name="connsiteX2" fmla="*/ 10472 w 41095"/>
                <a:gd name="connsiteY2" fmla="*/ 79786 h 159422"/>
                <a:gd name="connsiteX3" fmla="*/ 38991 w 41095"/>
                <a:gd name="connsiteY3" fmla="*/ 4379 h 159422"/>
                <a:gd name="connsiteX4" fmla="*/ 41294 w 41095"/>
                <a:gd name="connsiteY4" fmla="*/ 1669 h 159422"/>
                <a:gd name="connsiteX5" fmla="*/ 39523 w 41095"/>
                <a:gd name="connsiteY5" fmla="*/ 75 h 159422"/>
                <a:gd name="connsiteX6" fmla="*/ 11358 w 41095"/>
                <a:gd name="connsiteY6" fmla="*/ 31162 h 159422"/>
                <a:gd name="connsiteX7" fmla="*/ 198 w 41095"/>
                <a:gd name="connsiteY7" fmla="*/ 79786 h 159422"/>
                <a:gd name="connsiteX8" fmla="*/ 11889 w 41095"/>
                <a:gd name="connsiteY8" fmla="*/ 129526 h 159422"/>
                <a:gd name="connsiteX9" fmla="*/ 39523 w 41095"/>
                <a:gd name="connsiteY9" fmla="*/ 159497 h 159422"/>
                <a:gd name="connsiteX10" fmla="*/ 41294 w 41095"/>
                <a:gd name="connsiteY10" fmla="*/ 157903 h 1594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41095" h="159422">
                  <a:moveTo>
                    <a:pt x="41294" y="157903"/>
                  </a:moveTo>
                  <a:cubicBezTo>
                    <a:pt x="41294" y="157424"/>
                    <a:pt x="41294" y="157106"/>
                    <a:pt x="38283" y="154395"/>
                  </a:cubicBezTo>
                  <a:cubicBezTo>
                    <a:pt x="16141" y="134308"/>
                    <a:pt x="10472" y="104177"/>
                    <a:pt x="10472" y="79786"/>
                  </a:cubicBezTo>
                  <a:cubicBezTo>
                    <a:pt x="10472" y="52046"/>
                    <a:pt x="17203" y="24307"/>
                    <a:pt x="38991" y="4379"/>
                  </a:cubicBezTo>
                  <a:cubicBezTo>
                    <a:pt x="41294" y="2466"/>
                    <a:pt x="41294" y="2147"/>
                    <a:pt x="41294" y="1669"/>
                  </a:cubicBezTo>
                  <a:cubicBezTo>
                    <a:pt x="41294" y="553"/>
                    <a:pt x="40585" y="75"/>
                    <a:pt x="39523" y="75"/>
                  </a:cubicBezTo>
                  <a:cubicBezTo>
                    <a:pt x="37751" y="75"/>
                    <a:pt x="21809" y="10915"/>
                    <a:pt x="11358" y="31162"/>
                  </a:cubicBezTo>
                  <a:cubicBezTo>
                    <a:pt x="2324" y="48698"/>
                    <a:pt x="198" y="66394"/>
                    <a:pt x="198" y="79786"/>
                  </a:cubicBezTo>
                  <a:cubicBezTo>
                    <a:pt x="198" y="92221"/>
                    <a:pt x="2147" y="111511"/>
                    <a:pt x="11889" y="129526"/>
                  </a:cubicBezTo>
                  <a:cubicBezTo>
                    <a:pt x="22518" y="149134"/>
                    <a:pt x="37751" y="159497"/>
                    <a:pt x="39523" y="159497"/>
                  </a:cubicBezTo>
                  <a:cubicBezTo>
                    <a:pt x="40585" y="159497"/>
                    <a:pt x="41294" y="159019"/>
                    <a:pt x="41294" y="157903"/>
                  </a:cubicBezTo>
                  <a:close/>
                </a:path>
              </a:pathLst>
            </a:custGeom>
            <a:solidFill>
              <a:srgbClr val="000000"/>
            </a:solidFill>
            <a:ln w="1773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8" name="任意形状 17">
              <a:extLst>
                <a:ext uri="{FF2B5EF4-FFF2-40B4-BE49-F238E27FC236}">
                  <a16:creationId xmlns:a16="http://schemas.microsoft.com/office/drawing/2014/main" id="{85FCD8B2-2EB8-FC78-F606-374B03903A1E}"/>
                </a:ext>
              </a:extLst>
            </p:cNvPr>
            <p:cNvSpPr/>
            <p:nvPr>
              <p:custDataLst>
                <p:tags r:id="rId153"/>
              </p:custDataLst>
            </p:nvPr>
          </p:nvSpPr>
          <p:spPr>
            <a:xfrm>
              <a:off x="6146771" y="3625027"/>
              <a:ext cx="86973" cy="112392"/>
            </a:xfrm>
            <a:custGeom>
              <a:avLst/>
              <a:gdLst>
                <a:gd name="connsiteX0" fmla="*/ 41298 w 86973"/>
                <a:gd name="connsiteY0" fmla="*/ 1828 h 112392"/>
                <a:gd name="connsiteX1" fmla="*/ 38995 w 86973"/>
                <a:gd name="connsiteY1" fmla="*/ 75 h 112392"/>
                <a:gd name="connsiteX2" fmla="*/ 17384 w 86973"/>
                <a:gd name="connsiteY2" fmla="*/ 1669 h 112392"/>
                <a:gd name="connsiteX3" fmla="*/ 14019 w 86973"/>
                <a:gd name="connsiteY3" fmla="*/ 4857 h 112392"/>
                <a:gd name="connsiteX4" fmla="*/ 18270 w 86973"/>
                <a:gd name="connsiteY4" fmla="*/ 6770 h 112392"/>
                <a:gd name="connsiteX5" fmla="*/ 27127 w 86973"/>
                <a:gd name="connsiteY5" fmla="*/ 9481 h 112392"/>
                <a:gd name="connsiteX6" fmla="*/ 26596 w 86973"/>
                <a:gd name="connsiteY6" fmla="*/ 12669 h 112392"/>
                <a:gd name="connsiteX7" fmla="*/ 911 w 86973"/>
                <a:gd name="connsiteY7" fmla="*/ 104496 h 112392"/>
                <a:gd name="connsiteX8" fmla="*/ 202 w 86973"/>
                <a:gd name="connsiteY8" fmla="*/ 108004 h 112392"/>
                <a:gd name="connsiteX9" fmla="*/ 5339 w 86973"/>
                <a:gd name="connsiteY9" fmla="*/ 112467 h 112392"/>
                <a:gd name="connsiteX10" fmla="*/ 11893 w 86973"/>
                <a:gd name="connsiteY10" fmla="*/ 108322 h 112392"/>
                <a:gd name="connsiteX11" fmla="*/ 15259 w 86973"/>
                <a:gd name="connsiteY11" fmla="*/ 96206 h 112392"/>
                <a:gd name="connsiteX12" fmla="*/ 19156 w 86973"/>
                <a:gd name="connsiteY12" fmla="*/ 81858 h 112392"/>
                <a:gd name="connsiteX13" fmla="*/ 22167 w 86973"/>
                <a:gd name="connsiteY13" fmla="*/ 71177 h 112392"/>
                <a:gd name="connsiteX14" fmla="*/ 24116 w 86973"/>
                <a:gd name="connsiteY14" fmla="*/ 64003 h 112392"/>
                <a:gd name="connsiteX15" fmla="*/ 36161 w 86973"/>
                <a:gd name="connsiteY15" fmla="*/ 49336 h 112392"/>
                <a:gd name="connsiteX16" fmla="*/ 53166 w 86973"/>
                <a:gd name="connsiteY16" fmla="*/ 43756 h 112392"/>
                <a:gd name="connsiteX17" fmla="*/ 62731 w 86973"/>
                <a:gd name="connsiteY17" fmla="*/ 54916 h 112392"/>
                <a:gd name="connsiteX18" fmla="*/ 51749 w 86973"/>
                <a:gd name="connsiteY18" fmla="*/ 90627 h 112392"/>
                <a:gd name="connsiteX19" fmla="*/ 49446 w 86973"/>
                <a:gd name="connsiteY19" fmla="*/ 99395 h 112392"/>
                <a:gd name="connsiteX20" fmla="*/ 63971 w 86973"/>
                <a:gd name="connsiteY20" fmla="*/ 112467 h 112392"/>
                <a:gd name="connsiteX21" fmla="*/ 87176 w 86973"/>
                <a:gd name="connsiteY21" fmla="*/ 87916 h 112392"/>
                <a:gd name="connsiteX22" fmla="*/ 85050 w 86973"/>
                <a:gd name="connsiteY22" fmla="*/ 86322 h 112392"/>
                <a:gd name="connsiteX23" fmla="*/ 82393 w 86973"/>
                <a:gd name="connsiteY23" fmla="*/ 89192 h 112392"/>
                <a:gd name="connsiteX24" fmla="*/ 64325 w 86973"/>
                <a:gd name="connsiteY24" fmla="*/ 108960 h 112392"/>
                <a:gd name="connsiteX25" fmla="*/ 60074 w 86973"/>
                <a:gd name="connsiteY25" fmla="*/ 103699 h 112392"/>
                <a:gd name="connsiteX26" fmla="*/ 63263 w 86973"/>
                <a:gd name="connsiteY26" fmla="*/ 92380 h 112392"/>
                <a:gd name="connsiteX27" fmla="*/ 74068 w 86973"/>
                <a:gd name="connsiteY27" fmla="*/ 57307 h 112392"/>
                <a:gd name="connsiteX28" fmla="*/ 53697 w 86973"/>
                <a:gd name="connsiteY28" fmla="*/ 40249 h 112392"/>
                <a:gd name="connsiteX29" fmla="*/ 27481 w 86973"/>
                <a:gd name="connsiteY29" fmla="*/ 52525 h 112392"/>
                <a:gd name="connsiteX30" fmla="*/ 41298 w 86973"/>
                <a:gd name="connsiteY30" fmla="*/ 1828 h 11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86973" h="112392">
                  <a:moveTo>
                    <a:pt x="41298" y="1828"/>
                  </a:moveTo>
                  <a:cubicBezTo>
                    <a:pt x="41298" y="1669"/>
                    <a:pt x="41298" y="75"/>
                    <a:pt x="38995" y="75"/>
                  </a:cubicBezTo>
                  <a:cubicBezTo>
                    <a:pt x="34921" y="75"/>
                    <a:pt x="21990" y="1350"/>
                    <a:pt x="17384" y="1669"/>
                  </a:cubicBezTo>
                  <a:cubicBezTo>
                    <a:pt x="15967" y="1828"/>
                    <a:pt x="14019" y="1988"/>
                    <a:pt x="14019" y="4857"/>
                  </a:cubicBezTo>
                  <a:cubicBezTo>
                    <a:pt x="14019" y="6770"/>
                    <a:pt x="15613" y="6770"/>
                    <a:pt x="18270" y="6770"/>
                  </a:cubicBezTo>
                  <a:cubicBezTo>
                    <a:pt x="26773" y="6770"/>
                    <a:pt x="27127" y="7886"/>
                    <a:pt x="27127" y="9481"/>
                  </a:cubicBezTo>
                  <a:lnTo>
                    <a:pt x="26596" y="12669"/>
                  </a:lnTo>
                  <a:lnTo>
                    <a:pt x="911" y="104496"/>
                  </a:lnTo>
                  <a:cubicBezTo>
                    <a:pt x="202" y="106728"/>
                    <a:pt x="202" y="107047"/>
                    <a:pt x="202" y="108004"/>
                  </a:cubicBezTo>
                  <a:cubicBezTo>
                    <a:pt x="202" y="111670"/>
                    <a:pt x="3745" y="112467"/>
                    <a:pt x="5339" y="112467"/>
                  </a:cubicBezTo>
                  <a:cubicBezTo>
                    <a:pt x="8173" y="112467"/>
                    <a:pt x="11008" y="110554"/>
                    <a:pt x="11893" y="108322"/>
                  </a:cubicBezTo>
                  <a:lnTo>
                    <a:pt x="15259" y="96206"/>
                  </a:lnTo>
                  <a:lnTo>
                    <a:pt x="19156" y="81858"/>
                  </a:lnTo>
                  <a:cubicBezTo>
                    <a:pt x="20219" y="78351"/>
                    <a:pt x="21281" y="74844"/>
                    <a:pt x="22167" y="71177"/>
                  </a:cubicBezTo>
                  <a:cubicBezTo>
                    <a:pt x="22521" y="70220"/>
                    <a:pt x="23939" y="64960"/>
                    <a:pt x="24116" y="64003"/>
                  </a:cubicBezTo>
                  <a:cubicBezTo>
                    <a:pt x="24647" y="62568"/>
                    <a:pt x="30138" y="53641"/>
                    <a:pt x="36161" y="49336"/>
                  </a:cubicBezTo>
                  <a:cubicBezTo>
                    <a:pt x="40058" y="46785"/>
                    <a:pt x="45549" y="43756"/>
                    <a:pt x="53166" y="43756"/>
                  </a:cubicBezTo>
                  <a:cubicBezTo>
                    <a:pt x="60783" y="43756"/>
                    <a:pt x="62731" y="49177"/>
                    <a:pt x="62731" y="54916"/>
                  </a:cubicBezTo>
                  <a:cubicBezTo>
                    <a:pt x="62731" y="63525"/>
                    <a:pt x="56000" y="80902"/>
                    <a:pt x="51749" y="90627"/>
                  </a:cubicBezTo>
                  <a:cubicBezTo>
                    <a:pt x="50332" y="94293"/>
                    <a:pt x="49446" y="96206"/>
                    <a:pt x="49446" y="99395"/>
                  </a:cubicBezTo>
                  <a:cubicBezTo>
                    <a:pt x="49446" y="106888"/>
                    <a:pt x="55646" y="112467"/>
                    <a:pt x="63971" y="112467"/>
                  </a:cubicBezTo>
                  <a:cubicBezTo>
                    <a:pt x="80622" y="112467"/>
                    <a:pt x="87176" y="89192"/>
                    <a:pt x="87176" y="87916"/>
                  </a:cubicBezTo>
                  <a:cubicBezTo>
                    <a:pt x="87176" y="86322"/>
                    <a:pt x="85582" y="86322"/>
                    <a:pt x="85050" y="86322"/>
                  </a:cubicBezTo>
                  <a:cubicBezTo>
                    <a:pt x="83279" y="86322"/>
                    <a:pt x="83279" y="86800"/>
                    <a:pt x="82393" y="89192"/>
                  </a:cubicBezTo>
                  <a:cubicBezTo>
                    <a:pt x="79736" y="97641"/>
                    <a:pt x="74068" y="108960"/>
                    <a:pt x="64325" y="108960"/>
                  </a:cubicBezTo>
                  <a:cubicBezTo>
                    <a:pt x="61314" y="108960"/>
                    <a:pt x="60074" y="107366"/>
                    <a:pt x="60074" y="103699"/>
                  </a:cubicBezTo>
                  <a:cubicBezTo>
                    <a:pt x="60074" y="99714"/>
                    <a:pt x="61668" y="95887"/>
                    <a:pt x="63263" y="92380"/>
                  </a:cubicBezTo>
                  <a:cubicBezTo>
                    <a:pt x="66097" y="85525"/>
                    <a:pt x="74068" y="66554"/>
                    <a:pt x="74068" y="57307"/>
                  </a:cubicBezTo>
                  <a:cubicBezTo>
                    <a:pt x="74068" y="46945"/>
                    <a:pt x="66983" y="40249"/>
                    <a:pt x="53697" y="40249"/>
                  </a:cubicBezTo>
                  <a:cubicBezTo>
                    <a:pt x="42538" y="40249"/>
                    <a:pt x="34035" y="45191"/>
                    <a:pt x="27481" y="52525"/>
                  </a:cubicBezTo>
                  <a:lnTo>
                    <a:pt x="41298" y="1828"/>
                  </a:lnTo>
                  <a:close/>
                </a:path>
              </a:pathLst>
            </a:custGeom>
            <a:solidFill>
              <a:srgbClr val="000000"/>
            </a:solidFill>
            <a:ln w="1773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9" name="任意形状 18">
              <a:extLst>
                <a:ext uri="{FF2B5EF4-FFF2-40B4-BE49-F238E27FC236}">
                  <a16:creationId xmlns:a16="http://schemas.microsoft.com/office/drawing/2014/main" id="{90B0DBD0-B34C-0E40-1A1C-E1D55C33BE88}"/>
                </a:ext>
              </a:extLst>
            </p:cNvPr>
            <p:cNvSpPr/>
            <p:nvPr>
              <p:custDataLst>
                <p:tags r:id="rId154"/>
              </p:custDataLst>
            </p:nvPr>
          </p:nvSpPr>
          <p:spPr>
            <a:xfrm>
              <a:off x="6254321" y="3718767"/>
              <a:ext cx="20724" cy="47667"/>
            </a:xfrm>
            <a:custGeom>
              <a:avLst/>
              <a:gdLst>
                <a:gd name="connsiteX0" fmla="*/ 20933 w 20724"/>
                <a:gd name="connsiteY0" fmla="*/ 16814 h 47667"/>
                <a:gd name="connsiteX1" fmla="*/ 9596 w 20724"/>
                <a:gd name="connsiteY1" fmla="*/ 75 h 47667"/>
                <a:gd name="connsiteX2" fmla="*/ 208 w 20724"/>
                <a:gd name="connsiteY2" fmla="*/ 8524 h 47667"/>
                <a:gd name="connsiteX3" fmla="*/ 9596 w 20724"/>
                <a:gd name="connsiteY3" fmla="*/ 16973 h 47667"/>
                <a:gd name="connsiteX4" fmla="*/ 15796 w 20724"/>
                <a:gd name="connsiteY4" fmla="*/ 14901 h 47667"/>
                <a:gd name="connsiteX5" fmla="*/ 16682 w 20724"/>
                <a:gd name="connsiteY5" fmla="*/ 14423 h 47667"/>
                <a:gd name="connsiteX6" fmla="*/ 17036 w 20724"/>
                <a:gd name="connsiteY6" fmla="*/ 16814 h 47667"/>
                <a:gd name="connsiteX7" fmla="*/ 4991 w 20724"/>
                <a:gd name="connsiteY7" fmla="*/ 43438 h 47667"/>
                <a:gd name="connsiteX8" fmla="*/ 3042 w 20724"/>
                <a:gd name="connsiteY8" fmla="*/ 45988 h 47667"/>
                <a:gd name="connsiteX9" fmla="*/ 4814 w 20724"/>
                <a:gd name="connsiteY9" fmla="*/ 47742 h 47667"/>
                <a:gd name="connsiteX10" fmla="*/ 20933 w 20724"/>
                <a:gd name="connsiteY10" fmla="*/ 16814 h 476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0724" h="47667">
                  <a:moveTo>
                    <a:pt x="20933" y="16814"/>
                  </a:moveTo>
                  <a:cubicBezTo>
                    <a:pt x="20933" y="6292"/>
                    <a:pt x="16505" y="75"/>
                    <a:pt x="9596" y="75"/>
                  </a:cubicBezTo>
                  <a:cubicBezTo>
                    <a:pt x="3751" y="75"/>
                    <a:pt x="208" y="4060"/>
                    <a:pt x="208" y="8524"/>
                  </a:cubicBezTo>
                  <a:cubicBezTo>
                    <a:pt x="208" y="12828"/>
                    <a:pt x="3751" y="16973"/>
                    <a:pt x="9596" y="16973"/>
                  </a:cubicBezTo>
                  <a:cubicBezTo>
                    <a:pt x="11722" y="16973"/>
                    <a:pt x="14025" y="16336"/>
                    <a:pt x="15796" y="14901"/>
                  </a:cubicBezTo>
                  <a:cubicBezTo>
                    <a:pt x="16327" y="14582"/>
                    <a:pt x="16505" y="14423"/>
                    <a:pt x="16682" y="14423"/>
                  </a:cubicBezTo>
                  <a:cubicBezTo>
                    <a:pt x="16859" y="14423"/>
                    <a:pt x="17036" y="14582"/>
                    <a:pt x="17036" y="16814"/>
                  </a:cubicBezTo>
                  <a:cubicBezTo>
                    <a:pt x="17036" y="28611"/>
                    <a:pt x="10836" y="38177"/>
                    <a:pt x="4991" y="43438"/>
                  </a:cubicBezTo>
                  <a:cubicBezTo>
                    <a:pt x="3042" y="45191"/>
                    <a:pt x="3042" y="45510"/>
                    <a:pt x="3042" y="45988"/>
                  </a:cubicBezTo>
                  <a:cubicBezTo>
                    <a:pt x="3042" y="47104"/>
                    <a:pt x="3928" y="47742"/>
                    <a:pt x="4814" y="47742"/>
                  </a:cubicBezTo>
                  <a:cubicBezTo>
                    <a:pt x="6762" y="47742"/>
                    <a:pt x="20933" y="35466"/>
                    <a:pt x="20933" y="16814"/>
                  </a:cubicBezTo>
                  <a:close/>
                </a:path>
              </a:pathLst>
            </a:custGeom>
            <a:solidFill>
              <a:srgbClr val="000000"/>
            </a:solidFill>
            <a:ln w="1773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0" name="任意形状 19">
              <a:extLst>
                <a:ext uri="{FF2B5EF4-FFF2-40B4-BE49-F238E27FC236}">
                  <a16:creationId xmlns:a16="http://schemas.microsoft.com/office/drawing/2014/main" id="{706C230C-9461-4E57-C26D-7B838EC16EBC}"/>
                </a:ext>
              </a:extLst>
            </p:cNvPr>
            <p:cNvSpPr/>
            <p:nvPr>
              <p:custDataLst>
                <p:tags r:id="rId155"/>
              </p:custDataLst>
            </p:nvPr>
          </p:nvSpPr>
          <p:spPr>
            <a:xfrm>
              <a:off x="6321888" y="3635867"/>
              <a:ext cx="54380" cy="101551"/>
            </a:xfrm>
            <a:custGeom>
              <a:avLst/>
              <a:gdLst>
                <a:gd name="connsiteX0" fmla="*/ 32628 w 54380"/>
                <a:gd name="connsiteY0" fmla="*/ 36104 h 101551"/>
                <a:gd name="connsiteX1" fmla="*/ 49279 w 54380"/>
                <a:gd name="connsiteY1" fmla="*/ 36104 h 101551"/>
                <a:gd name="connsiteX2" fmla="*/ 54593 w 54380"/>
                <a:gd name="connsiteY2" fmla="*/ 32916 h 101551"/>
                <a:gd name="connsiteX3" fmla="*/ 49633 w 54380"/>
                <a:gd name="connsiteY3" fmla="*/ 31162 h 101551"/>
                <a:gd name="connsiteX4" fmla="*/ 34045 w 54380"/>
                <a:gd name="connsiteY4" fmla="*/ 31162 h 101551"/>
                <a:gd name="connsiteX5" fmla="*/ 41308 w 54380"/>
                <a:gd name="connsiteY5" fmla="*/ 4379 h 101551"/>
                <a:gd name="connsiteX6" fmla="*/ 36171 w 54380"/>
                <a:gd name="connsiteY6" fmla="*/ 75 h 101551"/>
                <a:gd name="connsiteX7" fmla="*/ 29086 w 54380"/>
                <a:gd name="connsiteY7" fmla="*/ 5814 h 101551"/>
                <a:gd name="connsiteX8" fmla="*/ 22177 w 54380"/>
                <a:gd name="connsiteY8" fmla="*/ 31162 h 101551"/>
                <a:gd name="connsiteX9" fmla="*/ 5527 w 54380"/>
                <a:gd name="connsiteY9" fmla="*/ 31162 h 101551"/>
                <a:gd name="connsiteX10" fmla="*/ 212 w 54380"/>
                <a:gd name="connsiteY10" fmla="*/ 34191 h 101551"/>
                <a:gd name="connsiteX11" fmla="*/ 5172 w 54380"/>
                <a:gd name="connsiteY11" fmla="*/ 36104 h 101551"/>
                <a:gd name="connsiteX12" fmla="*/ 20760 w 54380"/>
                <a:gd name="connsiteY12" fmla="*/ 36104 h 101551"/>
                <a:gd name="connsiteX13" fmla="*/ 7298 w 54380"/>
                <a:gd name="connsiteY13" fmla="*/ 86960 h 101551"/>
                <a:gd name="connsiteX14" fmla="*/ 23594 w 54380"/>
                <a:gd name="connsiteY14" fmla="*/ 101627 h 101551"/>
                <a:gd name="connsiteX15" fmla="*/ 51759 w 54380"/>
                <a:gd name="connsiteY15" fmla="*/ 77076 h 101551"/>
                <a:gd name="connsiteX16" fmla="*/ 49633 w 54380"/>
                <a:gd name="connsiteY16" fmla="*/ 75481 h 101551"/>
                <a:gd name="connsiteX17" fmla="*/ 46976 w 54380"/>
                <a:gd name="connsiteY17" fmla="*/ 77713 h 101551"/>
                <a:gd name="connsiteX18" fmla="*/ 23949 w 54380"/>
                <a:gd name="connsiteY18" fmla="*/ 98119 h 101551"/>
                <a:gd name="connsiteX19" fmla="*/ 18457 w 54380"/>
                <a:gd name="connsiteY19" fmla="*/ 90786 h 101551"/>
                <a:gd name="connsiteX20" fmla="*/ 19520 w 54380"/>
                <a:gd name="connsiteY20" fmla="*/ 83134 h 101551"/>
                <a:gd name="connsiteX21" fmla="*/ 32628 w 54380"/>
                <a:gd name="connsiteY21" fmla="*/ 36104 h 1015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54380" h="101551">
                  <a:moveTo>
                    <a:pt x="32628" y="36104"/>
                  </a:moveTo>
                  <a:lnTo>
                    <a:pt x="49279" y="36104"/>
                  </a:lnTo>
                  <a:cubicBezTo>
                    <a:pt x="52822" y="36104"/>
                    <a:pt x="54593" y="36104"/>
                    <a:pt x="54593" y="32916"/>
                  </a:cubicBezTo>
                  <a:cubicBezTo>
                    <a:pt x="54593" y="31162"/>
                    <a:pt x="52822" y="31162"/>
                    <a:pt x="49633" y="31162"/>
                  </a:cubicBezTo>
                  <a:lnTo>
                    <a:pt x="34045" y="31162"/>
                  </a:lnTo>
                  <a:cubicBezTo>
                    <a:pt x="40422" y="8524"/>
                    <a:pt x="41308" y="5336"/>
                    <a:pt x="41308" y="4379"/>
                  </a:cubicBezTo>
                  <a:cubicBezTo>
                    <a:pt x="41308" y="1669"/>
                    <a:pt x="39182" y="75"/>
                    <a:pt x="36171" y="75"/>
                  </a:cubicBezTo>
                  <a:cubicBezTo>
                    <a:pt x="35640" y="75"/>
                    <a:pt x="30680" y="234"/>
                    <a:pt x="29086" y="5814"/>
                  </a:cubicBezTo>
                  <a:lnTo>
                    <a:pt x="22177" y="31162"/>
                  </a:lnTo>
                  <a:lnTo>
                    <a:pt x="5527" y="31162"/>
                  </a:lnTo>
                  <a:cubicBezTo>
                    <a:pt x="1984" y="31162"/>
                    <a:pt x="212" y="31162"/>
                    <a:pt x="212" y="34191"/>
                  </a:cubicBezTo>
                  <a:cubicBezTo>
                    <a:pt x="212" y="36104"/>
                    <a:pt x="1630" y="36104"/>
                    <a:pt x="5172" y="36104"/>
                  </a:cubicBezTo>
                  <a:lnTo>
                    <a:pt x="20760" y="36104"/>
                  </a:lnTo>
                  <a:cubicBezTo>
                    <a:pt x="8006" y="81380"/>
                    <a:pt x="7298" y="84090"/>
                    <a:pt x="7298" y="86960"/>
                  </a:cubicBezTo>
                  <a:cubicBezTo>
                    <a:pt x="7298" y="95569"/>
                    <a:pt x="14029" y="101627"/>
                    <a:pt x="23594" y="101627"/>
                  </a:cubicBezTo>
                  <a:cubicBezTo>
                    <a:pt x="41662" y="101627"/>
                    <a:pt x="51759" y="78351"/>
                    <a:pt x="51759" y="77076"/>
                  </a:cubicBezTo>
                  <a:cubicBezTo>
                    <a:pt x="51759" y="75481"/>
                    <a:pt x="50342" y="75481"/>
                    <a:pt x="49633" y="75481"/>
                  </a:cubicBezTo>
                  <a:cubicBezTo>
                    <a:pt x="48039" y="75481"/>
                    <a:pt x="47862" y="75960"/>
                    <a:pt x="46976" y="77713"/>
                  </a:cubicBezTo>
                  <a:cubicBezTo>
                    <a:pt x="39359" y="94293"/>
                    <a:pt x="29971" y="98119"/>
                    <a:pt x="23949" y="98119"/>
                  </a:cubicBezTo>
                  <a:cubicBezTo>
                    <a:pt x="20229" y="98119"/>
                    <a:pt x="18457" y="96047"/>
                    <a:pt x="18457" y="90786"/>
                  </a:cubicBezTo>
                  <a:cubicBezTo>
                    <a:pt x="18457" y="86960"/>
                    <a:pt x="18812" y="85844"/>
                    <a:pt x="19520" y="83134"/>
                  </a:cubicBezTo>
                  <a:lnTo>
                    <a:pt x="32628" y="36104"/>
                  </a:lnTo>
                  <a:close/>
                </a:path>
              </a:pathLst>
            </a:custGeom>
            <a:solidFill>
              <a:srgbClr val="000000"/>
            </a:solidFill>
            <a:ln w="1773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1" name="任意形状 20">
              <a:extLst>
                <a:ext uri="{FF2B5EF4-FFF2-40B4-BE49-F238E27FC236}">
                  <a16:creationId xmlns:a16="http://schemas.microsoft.com/office/drawing/2014/main" id="{627F6FD7-1441-5FD8-DEA6-6CEAD464EABE}"/>
                </a:ext>
              </a:extLst>
            </p:cNvPr>
            <p:cNvSpPr/>
            <p:nvPr>
              <p:custDataLst>
                <p:tags r:id="rId156"/>
              </p:custDataLst>
            </p:nvPr>
          </p:nvSpPr>
          <p:spPr>
            <a:xfrm>
              <a:off x="6391876" y="3616099"/>
              <a:ext cx="41095" cy="159422"/>
            </a:xfrm>
            <a:custGeom>
              <a:avLst/>
              <a:gdLst>
                <a:gd name="connsiteX0" fmla="*/ 41312 w 41095"/>
                <a:gd name="connsiteY0" fmla="*/ 79786 h 159422"/>
                <a:gd name="connsiteX1" fmla="*/ 29621 w 41095"/>
                <a:gd name="connsiteY1" fmla="*/ 30046 h 159422"/>
                <a:gd name="connsiteX2" fmla="*/ 1987 w 41095"/>
                <a:gd name="connsiteY2" fmla="*/ 75 h 159422"/>
                <a:gd name="connsiteX3" fmla="*/ 216 w 41095"/>
                <a:gd name="connsiteY3" fmla="*/ 1669 h 159422"/>
                <a:gd name="connsiteX4" fmla="*/ 3582 w 41095"/>
                <a:gd name="connsiteY4" fmla="*/ 5336 h 159422"/>
                <a:gd name="connsiteX5" fmla="*/ 31038 w 41095"/>
                <a:gd name="connsiteY5" fmla="*/ 79786 h 159422"/>
                <a:gd name="connsiteX6" fmla="*/ 2519 w 41095"/>
                <a:gd name="connsiteY6" fmla="*/ 155192 h 159422"/>
                <a:gd name="connsiteX7" fmla="*/ 216 w 41095"/>
                <a:gd name="connsiteY7" fmla="*/ 157903 h 159422"/>
                <a:gd name="connsiteX8" fmla="*/ 1987 w 41095"/>
                <a:gd name="connsiteY8" fmla="*/ 159497 h 159422"/>
                <a:gd name="connsiteX9" fmla="*/ 30152 w 41095"/>
                <a:gd name="connsiteY9" fmla="*/ 128410 h 159422"/>
                <a:gd name="connsiteX10" fmla="*/ 41312 w 41095"/>
                <a:gd name="connsiteY10" fmla="*/ 79786 h 1594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41095" h="159422">
                  <a:moveTo>
                    <a:pt x="41312" y="79786"/>
                  </a:moveTo>
                  <a:cubicBezTo>
                    <a:pt x="41312" y="67351"/>
                    <a:pt x="39363" y="48061"/>
                    <a:pt x="29621" y="30046"/>
                  </a:cubicBezTo>
                  <a:cubicBezTo>
                    <a:pt x="18992" y="10437"/>
                    <a:pt x="3759" y="75"/>
                    <a:pt x="1987" y="75"/>
                  </a:cubicBezTo>
                  <a:cubicBezTo>
                    <a:pt x="925" y="75"/>
                    <a:pt x="216" y="712"/>
                    <a:pt x="216" y="1669"/>
                  </a:cubicBezTo>
                  <a:cubicBezTo>
                    <a:pt x="216" y="2147"/>
                    <a:pt x="216" y="2466"/>
                    <a:pt x="3582" y="5336"/>
                  </a:cubicBezTo>
                  <a:cubicBezTo>
                    <a:pt x="20941" y="21118"/>
                    <a:pt x="31038" y="46467"/>
                    <a:pt x="31038" y="79786"/>
                  </a:cubicBezTo>
                  <a:cubicBezTo>
                    <a:pt x="31038" y="107047"/>
                    <a:pt x="24484" y="135105"/>
                    <a:pt x="2519" y="155192"/>
                  </a:cubicBezTo>
                  <a:cubicBezTo>
                    <a:pt x="216" y="157106"/>
                    <a:pt x="216" y="157424"/>
                    <a:pt x="216" y="157903"/>
                  </a:cubicBezTo>
                  <a:cubicBezTo>
                    <a:pt x="216" y="158859"/>
                    <a:pt x="925" y="159497"/>
                    <a:pt x="1987" y="159497"/>
                  </a:cubicBezTo>
                  <a:cubicBezTo>
                    <a:pt x="3759" y="159497"/>
                    <a:pt x="19701" y="148656"/>
                    <a:pt x="30152" y="128410"/>
                  </a:cubicBezTo>
                  <a:cubicBezTo>
                    <a:pt x="39186" y="110873"/>
                    <a:pt x="41312" y="93177"/>
                    <a:pt x="41312" y="79786"/>
                  </a:cubicBezTo>
                  <a:close/>
                </a:path>
              </a:pathLst>
            </a:custGeom>
            <a:solidFill>
              <a:srgbClr val="000000"/>
            </a:solidFill>
            <a:ln w="1773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2" name="任意形状 21">
              <a:extLst>
                <a:ext uri="{FF2B5EF4-FFF2-40B4-BE49-F238E27FC236}">
                  <a16:creationId xmlns:a16="http://schemas.microsoft.com/office/drawing/2014/main" id="{64D4A6F4-E6E1-B1C4-952E-1B7B67D00A1D}"/>
                </a:ext>
              </a:extLst>
            </p:cNvPr>
            <p:cNvSpPr/>
            <p:nvPr>
              <p:custDataLst>
                <p:tags r:id="rId157"/>
              </p:custDataLst>
            </p:nvPr>
          </p:nvSpPr>
          <p:spPr>
            <a:xfrm>
              <a:off x="6520948" y="3616099"/>
              <a:ext cx="7085" cy="159422"/>
            </a:xfrm>
            <a:custGeom>
              <a:avLst/>
              <a:gdLst>
                <a:gd name="connsiteX0" fmla="*/ 7308 w 7085"/>
                <a:gd name="connsiteY0" fmla="*/ 5814 h 159422"/>
                <a:gd name="connsiteX1" fmla="*/ 3765 w 7085"/>
                <a:gd name="connsiteY1" fmla="*/ 75 h 159422"/>
                <a:gd name="connsiteX2" fmla="*/ 223 w 7085"/>
                <a:gd name="connsiteY2" fmla="*/ 5814 h 159422"/>
                <a:gd name="connsiteX3" fmla="*/ 223 w 7085"/>
                <a:gd name="connsiteY3" fmla="*/ 153758 h 159422"/>
                <a:gd name="connsiteX4" fmla="*/ 3765 w 7085"/>
                <a:gd name="connsiteY4" fmla="*/ 159497 h 159422"/>
                <a:gd name="connsiteX5" fmla="*/ 7308 w 7085"/>
                <a:gd name="connsiteY5" fmla="*/ 153758 h 159422"/>
                <a:gd name="connsiteX6" fmla="*/ 7308 w 7085"/>
                <a:gd name="connsiteY6" fmla="*/ 5814 h 1594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085" h="159422">
                  <a:moveTo>
                    <a:pt x="7308" y="5814"/>
                  </a:moveTo>
                  <a:cubicBezTo>
                    <a:pt x="7308" y="2944"/>
                    <a:pt x="7308" y="75"/>
                    <a:pt x="3765" y="75"/>
                  </a:cubicBezTo>
                  <a:cubicBezTo>
                    <a:pt x="223" y="75"/>
                    <a:pt x="223" y="2944"/>
                    <a:pt x="223" y="5814"/>
                  </a:cubicBezTo>
                  <a:lnTo>
                    <a:pt x="223" y="153758"/>
                  </a:lnTo>
                  <a:cubicBezTo>
                    <a:pt x="223" y="156627"/>
                    <a:pt x="223" y="159497"/>
                    <a:pt x="3765" y="159497"/>
                  </a:cubicBezTo>
                  <a:cubicBezTo>
                    <a:pt x="7308" y="159497"/>
                    <a:pt x="7308" y="156627"/>
                    <a:pt x="7308" y="153758"/>
                  </a:cubicBezTo>
                  <a:lnTo>
                    <a:pt x="7308" y="5814"/>
                  </a:lnTo>
                  <a:close/>
                </a:path>
              </a:pathLst>
            </a:custGeom>
            <a:solidFill>
              <a:srgbClr val="000000"/>
            </a:solidFill>
            <a:ln w="1773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3" name="任意形状 22">
              <a:extLst>
                <a:ext uri="{FF2B5EF4-FFF2-40B4-BE49-F238E27FC236}">
                  <a16:creationId xmlns:a16="http://schemas.microsoft.com/office/drawing/2014/main" id="{98B5E38D-95D9-D9EB-3A16-31548EEB9D78}"/>
                </a:ext>
              </a:extLst>
            </p:cNvPr>
            <p:cNvSpPr/>
            <p:nvPr>
              <p:custDataLst>
                <p:tags r:id="rId158"/>
              </p:custDataLst>
            </p:nvPr>
          </p:nvSpPr>
          <p:spPr>
            <a:xfrm>
              <a:off x="6615813" y="3616099"/>
              <a:ext cx="41095" cy="159422"/>
            </a:xfrm>
            <a:custGeom>
              <a:avLst/>
              <a:gdLst>
                <a:gd name="connsiteX0" fmla="*/ 41324 w 41095"/>
                <a:gd name="connsiteY0" fmla="*/ 157903 h 159422"/>
                <a:gd name="connsiteX1" fmla="*/ 38312 w 41095"/>
                <a:gd name="connsiteY1" fmla="*/ 154395 h 159422"/>
                <a:gd name="connsiteX2" fmla="*/ 10502 w 41095"/>
                <a:gd name="connsiteY2" fmla="*/ 79786 h 159422"/>
                <a:gd name="connsiteX3" fmla="*/ 39021 w 41095"/>
                <a:gd name="connsiteY3" fmla="*/ 4379 h 159422"/>
                <a:gd name="connsiteX4" fmla="*/ 41324 w 41095"/>
                <a:gd name="connsiteY4" fmla="*/ 1669 h 159422"/>
                <a:gd name="connsiteX5" fmla="*/ 39552 w 41095"/>
                <a:gd name="connsiteY5" fmla="*/ 75 h 159422"/>
                <a:gd name="connsiteX6" fmla="*/ 11388 w 41095"/>
                <a:gd name="connsiteY6" fmla="*/ 31162 h 159422"/>
                <a:gd name="connsiteX7" fmla="*/ 228 w 41095"/>
                <a:gd name="connsiteY7" fmla="*/ 79786 h 159422"/>
                <a:gd name="connsiteX8" fmla="*/ 11919 w 41095"/>
                <a:gd name="connsiteY8" fmla="*/ 129526 h 159422"/>
                <a:gd name="connsiteX9" fmla="*/ 39552 w 41095"/>
                <a:gd name="connsiteY9" fmla="*/ 159497 h 159422"/>
                <a:gd name="connsiteX10" fmla="*/ 41324 w 41095"/>
                <a:gd name="connsiteY10" fmla="*/ 157903 h 1594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41095" h="159422">
                  <a:moveTo>
                    <a:pt x="41324" y="157903"/>
                  </a:moveTo>
                  <a:cubicBezTo>
                    <a:pt x="41324" y="157424"/>
                    <a:pt x="41324" y="157106"/>
                    <a:pt x="38312" y="154395"/>
                  </a:cubicBezTo>
                  <a:cubicBezTo>
                    <a:pt x="16170" y="134308"/>
                    <a:pt x="10502" y="104177"/>
                    <a:pt x="10502" y="79786"/>
                  </a:cubicBezTo>
                  <a:cubicBezTo>
                    <a:pt x="10502" y="52046"/>
                    <a:pt x="17233" y="24307"/>
                    <a:pt x="39021" y="4379"/>
                  </a:cubicBezTo>
                  <a:cubicBezTo>
                    <a:pt x="41324" y="2466"/>
                    <a:pt x="41324" y="2147"/>
                    <a:pt x="41324" y="1669"/>
                  </a:cubicBezTo>
                  <a:cubicBezTo>
                    <a:pt x="41324" y="553"/>
                    <a:pt x="40615" y="75"/>
                    <a:pt x="39552" y="75"/>
                  </a:cubicBezTo>
                  <a:cubicBezTo>
                    <a:pt x="37781" y="75"/>
                    <a:pt x="21839" y="10915"/>
                    <a:pt x="11388" y="31162"/>
                  </a:cubicBezTo>
                  <a:cubicBezTo>
                    <a:pt x="2354" y="48698"/>
                    <a:pt x="228" y="66394"/>
                    <a:pt x="228" y="79786"/>
                  </a:cubicBezTo>
                  <a:cubicBezTo>
                    <a:pt x="228" y="92221"/>
                    <a:pt x="2177" y="111511"/>
                    <a:pt x="11919" y="129526"/>
                  </a:cubicBezTo>
                  <a:cubicBezTo>
                    <a:pt x="22547" y="149134"/>
                    <a:pt x="37781" y="159497"/>
                    <a:pt x="39552" y="159497"/>
                  </a:cubicBezTo>
                  <a:cubicBezTo>
                    <a:pt x="40615" y="159497"/>
                    <a:pt x="41324" y="159019"/>
                    <a:pt x="41324" y="157903"/>
                  </a:cubicBezTo>
                  <a:close/>
                </a:path>
              </a:pathLst>
            </a:custGeom>
            <a:solidFill>
              <a:srgbClr val="000000"/>
            </a:solidFill>
            <a:ln w="1773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4" name="任意形状 23">
              <a:extLst>
                <a:ext uri="{FF2B5EF4-FFF2-40B4-BE49-F238E27FC236}">
                  <a16:creationId xmlns:a16="http://schemas.microsoft.com/office/drawing/2014/main" id="{9772FD44-00FA-A233-E2EC-F12364D8D35C}"/>
                </a:ext>
              </a:extLst>
            </p:cNvPr>
            <p:cNvSpPr/>
            <p:nvPr>
              <p:custDataLst>
                <p:tags r:id="rId159"/>
              </p:custDataLst>
            </p:nvPr>
          </p:nvSpPr>
          <p:spPr>
            <a:xfrm>
              <a:off x="6676906" y="3625027"/>
              <a:ext cx="86973" cy="112392"/>
            </a:xfrm>
            <a:custGeom>
              <a:avLst/>
              <a:gdLst>
                <a:gd name="connsiteX0" fmla="*/ 41328 w 86973"/>
                <a:gd name="connsiteY0" fmla="*/ 1828 h 112392"/>
                <a:gd name="connsiteX1" fmla="*/ 39025 w 86973"/>
                <a:gd name="connsiteY1" fmla="*/ 75 h 112392"/>
                <a:gd name="connsiteX2" fmla="*/ 17414 w 86973"/>
                <a:gd name="connsiteY2" fmla="*/ 1669 h 112392"/>
                <a:gd name="connsiteX3" fmla="*/ 14049 w 86973"/>
                <a:gd name="connsiteY3" fmla="*/ 4857 h 112392"/>
                <a:gd name="connsiteX4" fmla="*/ 18300 w 86973"/>
                <a:gd name="connsiteY4" fmla="*/ 6770 h 112392"/>
                <a:gd name="connsiteX5" fmla="*/ 27157 w 86973"/>
                <a:gd name="connsiteY5" fmla="*/ 9481 h 112392"/>
                <a:gd name="connsiteX6" fmla="*/ 26625 w 86973"/>
                <a:gd name="connsiteY6" fmla="*/ 12669 h 112392"/>
                <a:gd name="connsiteX7" fmla="*/ 941 w 86973"/>
                <a:gd name="connsiteY7" fmla="*/ 104496 h 112392"/>
                <a:gd name="connsiteX8" fmla="*/ 232 w 86973"/>
                <a:gd name="connsiteY8" fmla="*/ 108004 h 112392"/>
                <a:gd name="connsiteX9" fmla="*/ 5369 w 86973"/>
                <a:gd name="connsiteY9" fmla="*/ 112467 h 112392"/>
                <a:gd name="connsiteX10" fmla="*/ 11923 w 86973"/>
                <a:gd name="connsiteY10" fmla="*/ 108322 h 112392"/>
                <a:gd name="connsiteX11" fmla="*/ 15289 w 86973"/>
                <a:gd name="connsiteY11" fmla="*/ 96206 h 112392"/>
                <a:gd name="connsiteX12" fmla="*/ 19186 w 86973"/>
                <a:gd name="connsiteY12" fmla="*/ 81858 h 112392"/>
                <a:gd name="connsiteX13" fmla="*/ 22197 w 86973"/>
                <a:gd name="connsiteY13" fmla="*/ 71177 h 112392"/>
                <a:gd name="connsiteX14" fmla="*/ 24145 w 86973"/>
                <a:gd name="connsiteY14" fmla="*/ 64003 h 112392"/>
                <a:gd name="connsiteX15" fmla="*/ 36191 w 86973"/>
                <a:gd name="connsiteY15" fmla="*/ 49336 h 112392"/>
                <a:gd name="connsiteX16" fmla="*/ 53196 w 86973"/>
                <a:gd name="connsiteY16" fmla="*/ 43756 h 112392"/>
                <a:gd name="connsiteX17" fmla="*/ 62761 w 86973"/>
                <a:gd name="connsiteY17" fmla="*/ 54916 h 112392"/>
                <a:gd name="connsiteX18" fmla="*/ 51779 w 86973"/>
                <a:gd name="connsiteY18" fmla="*/ 90627 h 112392"/>
                <a:gd name="connsiteX19" fmla="*/ 49476 w 86973"/>
                <a:gd name="connsiteY19" fmla="*/ 99395 h 112392"/>
                <a:gd name="connsiteX20" fmla="*/ 64001 w 86973"/>
                <a:gd name="connsiteY20" fmla="*/ 112467 h 112392"/>
                <a:gd name="connsiteX21" fmla="*/ 87206 w 86973"/>
                <a:gd name="connsiteY21" fmla="*/ 87916 h 112392"/>
                <a:gd name="connsiteX22" fmla="*/ 85080 w 86973"/>
                <a:gd name="connsiteY22" fmla="*/ 86322 h 112392"/>
                <a:gd name="connsiteX23" fmla="*/ 82423 w 86973"/>
                <a:gd name="connsiteY23" fmla="*/ 89192 h 112392"/>
                <a:gd name="connsiteX24" fmla="*/ 64355 w 86973"/>
                <a:gd name="connsiteY24" fmla="*/ 108960 h 112392"/>
                <a:gd name="connsiteX25" fmla="*/ 60104 w 86973"/>
                <a:gd name="connsiteY25" fmla="*/ 103699 h 112392"/>
                <a:gd name="connsiteX26" fmla="*/ 63292 w 86973"/>
                <a:gd name="connsiteY26" fmla="*/ 92380 h 112392"/>
                <a:gd name="connsiteX27" fmla="*/ 74098 w 86973"/>
                <a:gd name="connsiteY27" fmla="*/ 57307 h 112392"/>
                <a:gd name="connsiteX28" fmla="*/ 53727 w 86973"/>
                <a:gd name="connsiteY28" fmla="*/ 40249 h 112392"/>
                <a:gd name="connsiteX29" fmla="*/ 27511 w 86973"/>
                <a:gd name="connsiteY29" fmla="*/ 52525 h 112392"/>
                <a:gd name="connsiteX30" fmla="*/ 41328 w 86973"/>
                <a:gd name="connsiteY30" fmla="*/ 1828 h 11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86973" h="112392">
                  <a:moveTo>
                    <a:pt x="41328" y="1828"/>
                  </a:moveTo>
                  <a:cubicBezTo>
                    <a:pt x="41328" y="1669"/>
                    <a:pt x="41328" y="75"/>
                    <a:pt x="39025" y="75"/>
                  </a:cubicBezTo>
                  <a:cubicBezTo>
                    <a:pt x="34951" y="75"/>
                    <a:pt x="22020" y="1350"/>
                    <a:pt x="17414" y="1669"/>
                  </a:cubicBezTo>
                  <a:cubicBezTo>
                    <a:pt x="15997" y="1828"/>
                    <a:pt x="14049" y="1988"/>
                    <a:pt x="14049" y="4857"/>
                  </a:cubicBezTo>
                  <a:cubicBezTo>
                    <a:pt x="14049" y="6770"/>
                    <a:pt x="15643" y="6770"/>
                    <a:pt x="18300" y="6770"/>
                  </a:cubicBezTo>
                  <a:cubicBezTo>
                    <a:pt x="26802" y="6770"/>
                    <a:pt x="27157" y="7886"/>
                    <a:pt x="27157" y="9481"/>
                  </a:cubicBezTo>
                  <a:lnTo>
                    <a:pt x="26625" y="12669"/>
                  </a:lnTo>
                  <a:lnTo>
                    <a:pt x="941" y="104496"/>
                  </a:lnTo>
                  <a:cubicBezTo>
                    <a:pt x="232" y="106728"/>
                    <a:pt x="232" y="107047"/>
                    <a:pt x="232" y="108004"/>
                  </a:cubicBezTo>
                  <a:cubicBezTo>
                    <a:pt x="232" y="111670"/>
                    <a:pt x="3775" y="112467"/>
                    <a:pt x="5369" y="112467"/>
                  </a:cubicBezTo>
                  <a:cubicBezTo>
                    <a:pt x="8203" y="112467"/>
                    <a:pt x="11037" y="110554"/>
                    <a:pt x="11923" y="108322"/>
                  </a:cubicBezTo>
                  <a:lnTo>
                    <a:pt x="15289" y="96206"/>
                  </a:lnTo>
                  <a:lnTo>
                    <a:pt x="19186" y="81858"/>
                  </a:lnTo>
                  <a:cubicBezTo>
                    <a:pt x="20248" y="78351"/>
                    <a:pt x="21311" y="74844"/>
                    <a:pt x="22197" y="71177"/>
                  </a:cubicBezTo>
                  <a:cubicBezTo>
                    <a:pt x="22551" y="70220"/>
                    <a:pt x="23968" y="64960"/>
                    <a:pt x="24145" y="64003"/>
                  </a:cubicBezTo>
                  <a:cubicBezTo>
                    <a:pt x="24677" y="62568"/>
                    <a:pt x="30168" y="53641"/>
                    <a:pt x="36191" y="49336"/>
                  </a:cubicBezTo>
                  <a:cubicBezTo>
                    <a:pt x="40088" y="46785"/>
                    <a:pt x="45579" y="43756"/>
                    <a:pt x="53196" y="43756"/>
                  </a:cubicBezTo>
                  <a:cubicBezTo>
                    <a:pt x="60813" y="43756"/>
                    <a:pt x="62761" y="49177"/>
                    <a:pt x="62761" y="54916"/>
                  </a:cubicBezTo>
                  <a:cubicBezTo>
                    <a:pt x="62761" y="63525"/>
                    <a:pt x="56030" y="80902"/>
                    <a:pt x="51779" y="90627"/>
                  </a:cubicBezTo>
                  <a:cubicBezTo>
                    <a:pt x="50362" y="94293"/>
                    <a:pt x="49476" y="96206"/>
                    <a:pt x="49476" y="99395"/>
                  </a:cubicBezTo>
                  <a:cubicBezTo>
                    <a:pt x="49476" y="106888"/>
                    <a:pt x="55676" y="112467"/>
                    <a:pt x="64001" y="112467"/>
                  </a:cubicBezTo>
                  <a:cubicBezTo>
                    <a:pt x="80652" y="112467"/>
                    <a:pt x="87206" y="89192"/>
                    <a:pt x="87206" y="87916"/>
                  </a:cubicBezTo>
                  <a:cubicBezTo>
                    <a:pt x="87206" y="86322"/>
                    <a:pt x="85612" y="86322"/>
                    <a:pt x="85080" y="86322"/>
                  </a:cubicBezTo>
                  <a:cubicBezTo>
                    <a:pt x="83309" y="86322"/>
                    <a:pt x="83309" y="86800"/>
                    <a:pt x="82423" y="89192"/>
                  </a:cubicBezTo>
                  <a:cubicBezTo>
                    <a:pt x="79766" y="97641"/>
                    <a:pt x="74098" y="108960"/>
                    <a:pt x="64355" y="108960"/>
                  </a:cubicBezTo>
                  <a:cubicBezTo>
                    <a:pt x="61344" y="108960"/>
                    <a:pt x="60104" y="107366"/>
                    <a:pt x="60104" y="103699"/>
                  </a:cubicBezTo>
                  <a:cubicBezTo>
                    <a:pt x="60104" y="99714"/>
                    <a:pt x="61698" y="95887"/>
                    <a:pt x="63292" y="92380"/>
                  </a:cubicBezTo>
                  <a:cubicBezTo>
                    <a:pt x="66127" y="85525"/>
                    <a:pt x="74098" y="66554"/>
                    <a:pt x="74098" y="57307"/>
                  </a:cubicBezTo>
                  <a:cubicBezTo>
                    <a:pt x="74098" y="46945"/>
                    <a:pt x="67012" y="40249"/>
                    <a:pt x="53727" y="40249"/>
                  </a:cubicBezTo>
                  <a:cubicBezTo>
                    <a:pt x="42568" y="40249"/>
                    <a:pt x="34065" y="45191"/>
                    <a:pt x="27511" y="52525"/>
                  </a:cubicBezTo>
                  <a:lnTo>
                    <a:pt x="41328" y="1828"/>
                  </a:lnTo>
                  <a:close/>
                </a:path>
              </a:pathLst>
            </a:custGeom>
            <a:solidFill>
              <a:srgbClr val="000000"/>
            </a:solidFill>
            <a:ln w="1773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5" name="任意形状 24">
              <a:extLst>
                <a:ext uri="{FF2B5EF4-FFF2-40B4-BE49-F238E27FC236}">
                  <a16:creationId xmlns:a16="http://schemas.microsoft.com/office/drawing/2014/main" id="{0D296B55-045A-BCD5-7ACE-A8CC1CE78370}"/>
                </a:ext>
              </a:extLst>
            </p:cNvPr>
            <p:cNvSpPr/>
            <p:nvPr>
              <p:custDataLst>
                <p:tags r:id="rId160"/>
              </p:custDataLst>
            </p:nvPr>
          </p:nvSpPr>
          <p:spPr>
            <a:xfrm>
              <a:off x="6784455" y="3718767"/>
              <a:ext cx="20724" cy="47667"/>
            </a:xfrm>
            <a:custGeom>
              <a:avLst/>
              <a:gdLst>
                <a:gd name="connsiteX0" fmla="*/ 20963 w 20724"/>
                <a:gd name="connsiteY0" fmla="*/ 16814 h 47667"/>
                <a:gd name="connsiteX1" fmla="*/ 9626 w 20724"/>
                <a:gd name="connsiteY1" fmla="*/ 75 h 47667"/>
                <a:gd name="connsiteX2" fmla="*/ 238 w 20724"/>
                <a:gd name="connsiteY2" fmla="*/ 8524 h 47667"/>
                <a:gd name="connsiteX3" fmla="*/ 9626 w 20724"/>
                <a:gd name="connsiteY3" fmla="*/ 16973 h 47667"/>
                <a:gd name="connsiteX4" fmla="*/ 15826 w 20724"/>
                <a:gd name="connsiteY4" fmla="*/ 14901 h 47667"/>
                <a:gd name="connsiteX5" fmla="*/ 16711 w 20724"/>
                <a:gd name="connsiteY5" fmla="*/ 14423 h 47667"/>
                <a:gd name="connsiteX6" fmla="*/ 17066 w 20724"/>
                <a:gd name="connsiteY6" fmla="*/ 16814 h 47667"/>
                <a:gd name="connsiteX7" fmla="*/ 5021 w 20724"/>
                <a:gd name="connsiteY7" fmla="*/ 43438 h 47667"/>
                <a:gd name="connsiteX8" fmla="*/ 3072 w 20724"/>
                <a:gd name="connsiteY8" fmla="*/ 45988 h 47667"/>
                <a:gd name="connsiteX9" fmla="*/ 4843 w 20724"/>
                <a:gd name="connsiteY9" fmla="*/ 47742 h 47667"/>
                <a:gd name="connsiteX10" fmla="*/ 20963 w 20724"/>
                <a:gd name="connsiteY10" fmla="*/ 16814 h 476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0724" h="47667">
                  <a:moveTo>
                    <a:pt x="20963" y="16814"/>
                  </a:moveTo>
                  <a:cubicBezTo>
                    <a:pt x="20963" y="6292"/>
                    <a:pt x="16534" y="75"/>
                    <a:pt x="9626" y="75"/>
                  </a:cubicBezTo>
                  <a:cubicBezTo>
                    <a:pt x="3781" y="75"/>
                    <a:pt x="238" y="4060"/>
                    <a:pt x="238" y="8524"/>
                  </a:cubicBezTo>
                  <a:cubicBezTo>
                    <a:pt x="238" y="12828"/>
                    <a:pt x="3781" y="16973"/>
                    <a:pt x="9626" y="16973"/>
                  </a:cubicBezTo>
                  <a:cubicBezTo>
                    <a:pt x="11752" y="16973"/>
                    <a:pt x="14054" y="16336"/>
                    <a:pt x="15826" y="14901"/>
                  </a:cubicBezTo>
                  <a:cubicBezTo>
                    <a:pt x="16357" y="14582"/>
                    <a:pt x="16534" y="14423"/>
                    <a:pt x="16711" y="14423"/>
                  </a:cubicBezTo>
                  <a:cubicBezTo>
                    <a:pt x="16889" y="14423"/>
                    <a:pt x="17066" y="14582"/>
                    <a:pt x="17066" y="16814"/>
                  </a:cubicBezTo>
                  <a:cubicBezTo>
                    <a:pt x="17066" y="28611"/>
                    <a:pt x="10866" y="38177"/>
                    <a:pt x="5021" y="43438"/>
                  </a:cubicBezTo>
                  <a:cubicBezTo>
                    <a:pt x="3072" y="45191"/>
                    <a:pt x="3072" y="45510"/>
                    <a:pt x="3072" y="45988"/>
                  </a:cubicBezTo>
                  <a:cubicBezTo>
                    <a:pt x="3072" y="47104"/>
                    <a:pt x="3958" y="47742"/>
                    <a:pt x="4843" y="47742"/>
                  </a:cubicBezTo>
                  <a:cubicBezTo>
                    <a:pt x="6792" y="47742"/>
                    <a:pt x="20963" y="35466"/>
                    <a:pt x="20963" y="16814"/>
                  </a:cubicBezTo>
                  <a:close/>
                </a:path>
              </a:pathLst>
            </a:custGeom>
            <a:solidFill>
              <a:srgbClr val="000000"/>
            </a:solidFill>
            <a:ln w="1773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6" name="任意形状 25">
              <a:extLst>
                <a:ext uri="{FF2B5EF4-FFF2-40B4-BE49-F238E27FC236}">
                  <a16:creationId xmlns:a16="http://schemas.microsoft.com/office/drawing/2014/main" id="{75D306D2-5717-9F5A-3BAF-FBFEA2B1C6EA}"/>
                </a:ext>
              </a:extLst>
            </p:cNvPr>
            <p:cNvSpPr/>
            <p:nvPr>
              <p:custDataLst>
                <p:tags r:id="rId161"/>
              </p:custDataLst>
            </p:nvPr>
          </p:nvSpPr>
          <p:spPr>
            <a:xfrm>
              <a:off x="6853085" y="3665201"/>
              <a:ext cx="72094" cy="72218"/>
            </a:xfrm>
            <a:custGeom>
              <a:avLst/>
              <a:gdLst>
                <a:gd name="connsiteX0" fmla="*/ 10693 w 72094"/>
                <a:gd name="connsiteY0" fmla="*/ 61133 h 72218"/>
                <a:gd name="connsiteX1" fmla="*/ 9099 w 72094"/>
                <a:gd name="connsiteY1" fmla="*/ 67989 h 72218"/>
                <a:gd name="connsiteX2" fmla="*/ 14236 w 72094"/>
                <a:gd name="connsiteY2" fmla="*/ 72293 h 72218"/>
                <a:gd name="connsiteX3" fmla="*/ 20790 w 72094"/>
                <a:gd name="connsiteY3" fmla="*/ 67829 h 72218"/>
                <a:gd name="connsiteX4" fmla="*/ 27875 w 72094"/>
                <a:gd name="connsiteY4" fmla="*/ 42640 h 72218"/>
                <a:gd name="connsiteX5" fmla="*/ 33544 w 72094"/>
                <a:gd name="connsiteY5" fmla="*/ 21916 h 72218"/>
                <a:gd name="connsiteX6" fmla="*/ 43463 w 72094"/>
                <a:gd name="connsiteY6" fmla="*/ 8843 h 72218"/>
                <a:gd name="connsiteX7" fmla="*/ 57634 w 72094"/>
                <a:gd name="connsiteY7" fmla="*/ 3582 h 72218"/>
                <a:gd name="connsiteX8" fmla="*/ 65074 w 72094"/>
                <a:gd name="connsiteY8" fmla="*/ 5495 h 72218"/>
                <a:gd name="connsiteX9" fmla="*/ 55863 w 72094"/>
                <a:gd name="connsiteY9" fmla="*/ 14263 h 72218"/>
                <a:gd name="connsiteX10" fmla="*/ 62594 w 72094"/>
                <a:gd name="connsiteY10" fmla="*/ 19843 h 72218"/>
                <a:gd name="connsiteX11" fmla="*/ 72337 w 72094"/>
                <a:gd name="connsiteY11" fmla="*/ 10437 h 72218"/>
                <a:gd name="connsiteX12" fmla="*/ 57634 w 72094"/>
                <a:gd name="connsiteY12" fmla="*/ 75 h 72218"/>
                <a:gd name="connsiteX13" fmla="*/ 34961 w 72094"/>
                <a:gd name="connsiteY13" fmla="*/ 12350 h 72218"/>
                <a:gd name="connsiteX14" fmla="*/ 18842 w 72094"/>
                <a:gd name="connsiteY14" fmla="*/ 75 h 72218"/>
                <a:gd name="connsiteX15" fmla="*/ 5733 w 72094"/>
                <a:gd name="connsiteY15" fmla="*/ 9162 h 72218"/>
                <a:gd name="connsiteX16" fmla="*/ 242 w 72094"/>
                <a:gd name="connsiteY16" fmla="*/ 24626 h 72218"/>
                <a:gd name="connsiteX17" fmla="*/ 2368 w 72094"/>
                <a:gd name="connsiteY17" fmla="*/ 26220 h 72218"/>
                <a:gd name="connsiteX18" fmla="*/ 5379 w 72094"/>
                <a:gd name="connsiteY18" fmla="*/ 22553 h 72218"/>
                <a:gd name="connsiteX19" fmla="*/ 18310 w 72094"/>
                <a:gd name="connsiteY19" fmla="*/ 3582 h 72218"/>
                <a:gd name="connsiteX20" fmla="*/ 23801 w 72094"/>
                <a:gd name="connsiteY20" fmla="*/ 10915 h 72218"/>
                <a:gd name="connsiteX21" fmla="*/ 20967 w 72094"/>
                <a:gd name="connsiteY21" fmla="*/ 24307 h 72218"/>
                <a:gd name="connsiteX22" fmla="*/ 10693 w 72094"/>
                <a:gd name="connsiteY22" fmla="*/ 61133 h 722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72094" h="72218">
                  <a:moveTo>
                    <a:pt x="10693" y="61133"/>
                  </a:moveTo>
                  <a:cubicBezTo>
                    <a:pt x="10162" y="63525"/>
                    <a:pt x="9099" y="67191"/>
                    <a:pt x="9099" y="67989"/>
                  </a:cubicBezTo>
                  <a:cubicBezTo>
                    <a:pt x="9099" y="70858"/>
                    <a:pt x="11579" y="72293"/>
                    <a:pt x="14236" y="72293"/>
                  </a:cubicBezTo>
                  <a:cubicBezTo>
                    <a:pt x="16362" y="72293"/>
                    <a:pt x="19550" y="71018"/>
                    <a:pt x="20790" y="67829"/>
                  </a:cubicBezTo>
                  <a:cubicBezTo>
                    <a:pt x="21144" y="67191"/>
                    <a:pt x="27167" y="45510"/>
                    <a:pt x="27875" y="42640"/>
                  </a:cubicBezTo>
                  <a:cubicBezTo>
                    <a:pt x="29293" y="37380"/>
                    <a:pt x="32481" y="26220"/>
                    <a:pt x="33544" y="21916"/>
                  </a:cubicBezTo>
                  <a:cubicBezTo>
                    <a:pt x="34252" y="19843"/>
                    <a:pt x="39212" y="12350"/>
                    <a:pt x="43463" y="8843"/>
                  </a:cubicBezTo>
                  <a:cubicBezTo>
                    <a:pt x="44880" y="7727"/>
                    <a:pt x="50017" y="3582"/>
                    <a:pt x="57634" y="3582"/>
                  </a:cubicBezTo>
                  <a:cubicBezTo>
                    <a:pt x="62240" y="3582"/>
                    <a:pt x="64897" y="5495"/>
                    <a:pt x="65074" y="5495"/>
                  </a:cubicBezTo>
                  <a:cubicBezTo>
                    <a:pt x="59760" y="6292"/>
                    <a:pt x="55863" y="10118"/>
                    <a:pt x="55863" y="14263"/>
                  </a:cubicBezTo>
                  <a:cubicBezTo>
                    <a:pt x="55863" y="16814"/>
                    <a:pt x="57811" y="19843"/>
                    <a:pt x="62594" y="19843"/>
                  </a:cubicBezTo>
                  <a:cubicBezTo>
                    <a:pt x="67377" y="19843"/>
                    <a:pt x="72337" y="16176"/>
                    <a:pt x="72337" y="10437"/>
                  </a:cubicBezTo>
                  <a:cubicBezTo>
                    <a:pt x="72337" y="4857"/>
                    <a:pt x="66668" y="75"/>
                    <a:pt x="57634" y="75"/>
                  </a:cubicBezTo>
                  <a:cubicBezTo>
                    <a:pt x="46120" y="75"/>
                    <a:pt x="38326" y="7886"/>
                    <a:pt x="34961" y="12350"/>
                  </a:cubicBezTo>
                  <a:cubicBezTo>
                    <a:pt x="33544" y="5176"/>
                    <a:pt x="27167" y="75"/>
                    <a:pt x="18842" y="75"/>
                  </a:cubicBezTo>
                  <a:cubicBezTo>
                    <a:pt x="10693" y="75"/>
                    <a:pt x="7328" y="6292"/>
                    <a:pt x="5733" y="9162"/>
                  </a:cubicBezTo>
                  <a:cubicBezTo>
                    <a:pt x="2545" y="14582"/>
                    <a:pt x="242" y="24147"/>
                    <a:pt x="242" y="24626"/>
                  </a:cubicBezTo>
                  <a:cubicBezTo>
                    <a:pt x="242" y="26220"/>
                    <a:pt x="2014" y="26220"/>
                    <a:pt x="2368" y="26220"/>
                  </a:cubicBezTo>
                  <a:cubicBezTo>
                    <a:pt x="4139" y="26220"/>
                    <a:pt x="4316" y="26061"/>
                    <a:pt x="5379" y="22553"/>
                  </a:cubicBezTo>
                  <a:cubicBezTo>
                    <a:pt x="8391" y="11234"/>
                    <a:pt x="11933" y="3582"/>
                    <a:pt x="18310" y="3582"/>
                  </a:cubicBezTo>
                  <a:cubicBezTo>
                    <a:pt x="21321" y="3582"/>
                    <a:pt x="23801" y="4857"/>
                    <a:pt x="23801" y="10915"/>
                  </a:cubicBezTo>
                  <a:cubicBezTo>
                    <a:pt x="23801" y="14263"/>
                    <a:pt x="23270" y="16017"/>
                    <a:pt x="20967" y="24307"/>
                  </a:cubicBezTo>
                  <a:lnTo>
                    <a:pt x="10693" y="61133"/>
                  </a:lnTo>
                  <a:close/>
                </a:path>
              </a:pathLst>
            </a:custGeom>
            <a:solidFill>
              <a:srgbClr val="000000"/>
            </a:solidFill>
            <a:ln w="1773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7" name="任意形状 26">
              <a:extLst>
                <a:ext uri="{FF2B5EF4-FFF2-40B4-BE49-F238E27FC236}">
                  <a16:creationId xmlns:a16="http://schemas.microsoft.com/office/drawing/2014/main" id="{EC6142B9-4188-3E51-4DC4-7188A5422D87}"/>
                </a:ext>
              </a:extLst>
            </p:cNvPr>
            <p:cNvSpPr/>
            <p:nvPr>
              <p:custDataLst>
                <p:tags r:id="rId162"/>
              </p:custDataLst>
            </p:nvPr>
          </p:nvSpPr>
          <p:spPr>
            <a:xfrm>
              <a:off x="6938178" y="3718767"/>
              <a:ext cx="20724" cy="47667"/>
            </a:xfrm>
            <a:custGeom>
              <a:avLst/>
              <a:gdLst>
                <a:gd name="connsiteX0" fmla="*/ 20971 w 20724"/>
                <a:gd name="connsiteY0" fmla="*/ 16814 h 47667"/>
                <a:gd name="connsiteX1" fmla="*/ 9635 w 20724"/>
                <a:gd name="connsiteY1" fmla="*/ 75 h 47667"/>
                <a:gd name="connsiteX2" fmla="*/ 247 w 20724"/>
                <a:gd name="connsiteY2" fmla="*/ 8524 h 47667"/>
                <a:gd name="connsiteX3" fmla="*/ 9635 w 20724"/>
                <a:gd name="connsiteY3" fmla="*/ 16973 h 47667"/>
                <a:gd name="connsiteX4" fmla="*/ 15834 w 20724"/>
                <a:gd name="connsiteY4" fmla="*/ 14901 h 47667"/>
                <a:gd name="connsiteX5" fmla="*/ 16720 w 20724"/>
                <a:gd name="connsiteY5" fmla="*/ 14423 h 47667"/>
                <a:gd name="connsiteX6" fmla="*/ 17074 w 20724"/>
                <a:gd name="connsiteY6" fmla="*/ 16814 h 47667"/>
                <a:gd name="connsiteX7" fmla="*/ 5029 w 20724"/>
                <a:gd name="connsiteY7" fmla="*/ 43438 h 47667"/>
                <a:gd name="connsiteX8" fmla="*/ 3081 w 20724"/>
                <a:gd name="connsiteY8" fmla="*/ 45988 h 47667"/>
                <a:gd name="connsiteX9" fmla="*/ 4852 w 20724"/>
                <a:gd name="connsiteY9" fmla="*/ 47742 h 47667"/>
                <a:gd name="connsiteX10" fmla="*/ 20971 w 20724"/>
                <a:gd name="connsiteY10" fmla="*/ 16814 h 476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0724" h="47667">
                  <a:moveTo>
                    <a:pt x="20971" y="16814"/>
                  </a:moveTo>
                  <a:cubicBezTo>
                    <a:pt x="20971" y="6292"/>
                    <a:pt x="16543" y="75"/>
                    <a:pt x="9635" y="75"/>
                  </a:cubicBezTo>
                  <a:cubicBezTo>
                    <a:pt x="3789" y="75"/>
                    <a:pt x="247" y="4060"/>
                    <a:pt x="247" y="8524"/>
                  </a:cubicBezTo>
                  <a:cubicBezTo>
                    <a:pt x="247" y="12828"/>
                    <a:pt x="3789" y="16973"/>
                    <a:pt x="9635" y="16973"/>
                  </a:cubicBezTo>
                  <a:cubicBezTo>
                    <a:pt x="11760" y="16973"/>
                    <a:pt x="14063" y="16336"/>
                    <a:pt x="15834" y="14901"/>
                  </a:cubicBezTo>
                  <a:cubicBezTo>
                    <a:pt x="16366" y="14582"/>
                    <a:pt x="16543" y="14423"/>
                    <a:pt x="16720" y="14423"/>
                  </a:cubicBezTo>
                  <a:cubicBezTo>
                    <a:pt x="16897" y="14423"/>
                    <a:pt x="17074" y="14582"/>
                    <a:pt x="17074" y="16814"/>
                  </a:cubicBezTo>
                  <a:cubicBezTo>
                    <a:pt x="17074" y="28611"/>
                    <a:pt x="10875" y="38177"/>
                    <a:pt x="5029" y="43438"/>
                  </a:cubicBezTo>
                  <a:cubicBezTo>
                    <a:pt x="3081" y="45191"/>
                    <a:pt x="3081" y="45510"/>
                    <a:pt x="3081" y="45988"/>
                  </a:cubicBezTo>
                  <a:cubicBezTo>
                    <a:pt x="3081" y="47104"/>
                    <a:pt x="3966" y="47742"/>
                    <a:pt x="4852" y="47742"/>
                  </a:cubicBezTo>
                  <a:cubicBezTo>
                    <a:pt x="6801" y="47742"/>
                    <a:pt x="20971" y="35466"/>
                    <a:pt x="20971" y="16814"/>
                  </a:cubicBezTo>
                  <a:close/>
                </a:path>
              </a:pathLst>
            </a:custGeom>
            <a:solidFill>
              <a:srgbClr val="000000"/>
            </a:solidFill>
            <a:ln w="1773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8" name="任意形状 27">
              <a:extLst>
                <a:ext uri="{FF2B5EF4-FFF2-40B4-BE49-F238E27FC236}">
                  <a16:creationId xmlns:a16="http://schemas.microsoft.com/office/drawing/2014/main" id="{D354C606-1BEB-9007-CF66-455A3CB13272}"/>
                </a:ext>
              </a:extLst>
            </p:cNvPr>
            <p:cNvSpPr/>
            <p:nvPr>
              <p:custDataLst>
                <p:tags r:id="rId163"/>
              </p:custDataLst>
            </p:nvPr>
          </p:nvSpPr>
          <p:spPr>
            <a:xfrm>
              <a:off x="7005745" y="3635867"/>
              <a:ext cx="54380" cy="101551"/>
            </a:xfrm>
            <a:custGeom>
              <a:avLst/>
              <a:gdLst>
                <a:gd name="connsiteX0" fmla="*/ 32667 w 54380"/>
                <a:gd name="connsiteY0" fmla="*/ 36104 h 101551"/>
                <a:gd name="connsiteX1" fmla="*/ 49318 w 54380"/>
                <a:gd name="connsiteY1" fmla="*/ 36104 h 101551"/>
                <a:gd name="connsiteX2" fmla="*/ 54632 w 54380"/>
                <a:gd name="connsiteY2" fmla="*/ 32916 h 101551"/>
                <a:gd name="connsiteX3" fmla="*/ 49672 w 54380"/>
                <a:gd name="connsiteY3" fmla="*/ 31162 h 101551"/>
                <a:gd name="connsiteX4" fmla="*/ 34084 w 54380"/>
                <a:gd name="connsiteY4" fmla="*/ 31162 h 101551"/>
                <a:gd name="connsiteX5" fmla="*/ 41346 w 54380"/>
                <a:gd name="connsiteY5" fmla="*/ 4379 h 101551"/>
                <a:gd name="connsiteX6" fmla="*/ 36209 w 54380"/>
                <a:gd name="connsiteY6" fmla="*/ 75 h 101551"/>
                <a:gd name="connsiteX7" fmla="*/ 29124 w 54380"/>
                <a:gd name="connsiteY7" fmla="*/ 5814 h 101551"/>
                <a:gd name="connsiteX8" fmla="*/ 22216 w 54380"/>
                <a:gd name="connsiteY8" fmla="*/ 31162 h 101551"/>
                <a:gd name="connsiteX9" fmla="*/ 5565 w 54380"/>
                <a:gd name="connsiteY9" fmla="*/ 31162 h 101551"/>
                <a:gd name="connsiteX10" fmla="*/ 251 w 54380"/>
                <a:gd name="connsiteY10" fmla="*/ 34191 h 101551"/>
                <a:gd name="connsiteX11" fmla="*/ 5211 w 54380"/>
                <a:gd name="connsiteY11" fmla="*/ 36104 h 101551"/>
                <a:gd name="connsiteX12" fmla="*/ 20799 w 54380"/>
                <a:gd name="connsiteY12" fmla="*/ 36104 h 101551"/>
                <a:gd name="connsiteX13" fmla="*/ 7336 w 54380"/>
                <a:gd name="connsiteY13" fmla="*/ 86960 h 101551"/>
                <a:gd name="connsiteX14" fmla="*/ 23633 w 54380"/>
                <a:gd name="connsiteY14" fmla="*/ 101627 h 101551"/>
                <a:gd name="connsiteX15" fmla="*/ 51797 w 54380"/>
                <a:gd name="connsiteY15" fmla="*/ 77076 h 101551"/>
                <a:gd name="connsiteX16" fmla="*/ 49672 w 54380"/>
                <a:gd name="connsiteY16" fmla="*/ 75481 h 101551"/>
                <a:gd name="connsiteX17" fmla="*/ 47015 w 54380"/>
                <a:gd name="connsiteY17" fmla="*/ 77713 h 101551"/>
                <a:gd name="connsiteX18" fmla="*/ 23987 w 54380"/>
                <a:gd name="connsiteY18" fmla="*/ 98119 h 101551"/>
                <a:gd name="connsiteX19" fmla="*/ 18496 w 54380"/>
                <a:gd name="connsiteY19" fmla="*/ 90786 h 101551"/>
                <a:gd name="connsiteX20" fmla="*/ 19559 w 54380"/>
                <a:gd name="connsiteY20" fmla="*/ 83134 h 101551"/>
                <a:gd name="connsiteX21" fmla="*/ 32667 w 54380"/>
                <a:gd name="connsiteY21" fmla="*/ 36104 h 1015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54380" h="101551">
                  <a:moveTo>
                    <a:pt x="32667" y="36104"/>
                  </a:moveTo>
                  <a:lnTo>
                    <a:pt x="49318" y="36104"/>
                  </a:lnTo>
                  <a:cubicBezTo>
                    <a:pt x="52860" y="36104"/>
                    <a:pt x="54632" y="36104"/>
                    <a:pt x="54632" y="32916"/>
                  </a:cubicBezTo>
                  <a:cubicBezTo>
                    <a:pt x="54632" y="31162"/>
                    <a:pt x="52860" y="31162"/>
                    <a:pt x="49672" y="31162"/>
                  </a:cubicBezTo>
                  <a:lnTo>
                    <a:pt x="34084" y="31162"/>
                  </a:lnTo>
                  <a:cubicBezTo>
                    <a:pt x="40461" y="8524"/>
                    <a:pt x="41346" y="5336"/>
                    <a:pt x="41346" y="4379"/>
                  </a:cubicBezTo>
                  <a:cubicBezTo>
                    <a:pt x="41346" y="1669"/>
                    <a:pt x="39221" y="75"/>
                    <a:pt x="36209" y="75"/>
                  </a:cubicBezTo>
                  <a:cubicBezTo>
                    <a:pt x="35678" y="75"/>
                    <a:pt x="30718" y="234"/>
                    <a:pt x="29124" y="5814"/>
                  </a:cubicBezTo>
                  <a:lnTo>
                    <a:pt x="22216" y="31162"/>
                  </a:lnTo>
                  <a:lnTo>
                    <a:pt x="5565" y="31162"/>
                  </a:lnTo>
                  <a:cubicBezTo>
                    <a:pt x="2022" y="31162"/>
                    <a:pt x="251" y="31162"/>
                    <a:pt x="251" y="34191"/>
                  </a:cubicBezTo>
                  <a:cubicBezTo>
                    <a:pt x="251" y="36104"/>
                    <a:pt x="1668" y="36104"/>
                    <a:pt x="5211" y="36104"/>
                  </a:cubicBezTo>
                  <a:lnTo>
                    <a:pt x="20799" y="36104"/>
                  </a:lnTo>
                  <a:cubicBezTo>
                    <a:pt x="8045" y="81380"/>
                    <a:pt x="7336" y="84090"/>
                    <a:pt x="7336" y="86960"/>
                  </a:cubicBezTo>
                  <a:cubicBezTo>
                    <a:pt x="7336" y="95569"/>
                    <a:pt x="14068" y="101627"/>
                    <a:pt x="23633" y="101627"/>
                  </a:cubicBezTo>
                  <a:cubicBezTo>
                    <a:pt x="41701" y="101627"/>
                    <a:pt x="51797" y="78351"/>
                    <a:pt x="51797" y="77076"/>
                  </a:cubicBezTo>
                  <a:cubicBezTo>
                    <a:pt x="51797" y="75481"/>
                    <a:pt x="50380" y="75481"/>
                    <a:pt x="49672" y="75481"/>
                  </a:cubicBezTo>
                  <a:cubicBezTo>
                    <a:pt x="48078" y="75481"/>
                    <a:pt x="47900" y="75960"/>
                    <a:pt x="47015" y="77713"/>
                  </a:cubicBezTo>
                  <a:cubicBezTo>
                    <a:pt x="39398" y="94293"/>
                    <a:pt x="30010" y="98119"/>
                    <a:pt x="23987" y="98119"/>
                  </a:cubicBezTo>
                  <a:cubicBezTo>
                    <a:pt x="20267" y="98119"/>
                    <a:pt x="18496" y="96047"/>
                    <a:pt x="18496" y="90786"/>
                  </a:cubicBezTo>
                  <a:cubicBezTo>
                    <a:pt x="18496" y="86960"/>
                    <a:pt x="18850" y="85844"/>
                    <a:pt x="19559" y="83134"/>
                  </a:cubicBezTo>
                  <a:lnTo>
                    <a:pt x="32667" y="36104"/>
                  </a:lnTo>
                  <a:close/>
                </a:path>
              </a:pathLst>
            </a:custGeom>
            <a:solidFill>
              <a:srgbClr val="000000"/>
            </a:solidFill>
            <a:ln w="1773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9" name="任意形状 28">
              <a:extLst>
                <a:ext uri="{FF2B5EF4-FFF2-40B4-BE49-F238E27FC236}">
                  <a16:creationId xmlns:a16="http://schemas.microsoft.com/office/drawing/2014/main" id="{F5A1F185-A9EC-EF90-0A0F-0255A5BF883A}"/>
                </a:ext>
              </a:extLst>
            </p:cNvPr>
            <p:cNvSpPr/>
            <p:nvPr>
              <p:custDataLst>
                <p:tags r:id="rId164"/>
              </p:custDataLst>
            </p:nvPr>
          </p:nvSpPr>
          <p:spPr>
            <a:xfrm>
              <a:off x="7075733" y="3616099"/>
              <a:ext cx="41095" cy="159422"/>
            </a:xfrm>
            <a:custGeom>
              <a:avLst/>
              <a:gdLst>
                <a:gd name="connsiteX0" fmla="*/ 41350 w 41095"/>
                <a:gd name="connsiteY0" fmla="*/ 79786 h 159422"/>
                <a:gd name="connsiteX1" fmla="*/ 29659 w 41095"/>
                <a:gd name="connsiteY1" fmla="*/ 30046 h 159422"/>
                <a:gd name="connsiteX2" fmla="*/ 2026 w 41095"/>
                <a:gd name="connsiteY2" fmla="*/ 75 h 159422"/>
                <a:gd name="connsiteX3" fmla="*/ 255 w 41095"/>
                <a:gd name="connsiteY3" fmla="*/ 1669 h 159422"/>
                <a:gd name="connsiteX4" fmla="*/ 3620 w 41095"/>
                <a:gd name="connsiteY4" fmla="*/ 5336 h 159422"/>
                <a:gd name="connsiteX5" fmla="*/ 31076 w 41095"/>
                <a:gd name="connsiteY5" fmla="*/ 79786 h 159422"/>
                <a:gd name="connsiteX6" fmla="*/ 2557 w 41095"/>
                <a:gd name="connsiteY6" fmla="*/ 155192 h 159422"/>
                <a:gd name="connsiteX7" fmla="*/ 255 w 41095"/>
                <a:gd name="connsiteY7" fmla="*/ 157903 h 159422"/>
                <a:gd name="connsiteX8" fmla="*/ 2026 w 41095"/>
                <a:gd name="connsiteY8" fmla="*/ 159497 h 159422"/>
                <a:gd name="connsiteX9" fmla="*/ 30190 w 41095"/>
                <a:gd name="connsiteY9" fmla="*/ 128410 h 159422"/>
                <a:gd name="connsiteX10" fmla="*/ 41350 w 41095"/>
                <a:gd name="connsiteY10" fmla="*/ 79786 h 1594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41095" h="159422">
                  <a:moveTo>
                    <a:pt x="41350" y="79786"/>
                  </a:moveTo>
                  <a:cubicBezTo>
                    <a:pt x="41350" y="67351"/>
                    <a:pt x="39402" y="48061"/>
                    <a:pt x="29659" y="30046"/>
                  </a:cubicBezTo>
                  <a:cubicBezTo>
                    <a:pt x="19031" y="10437"/>
                    <a:pt x="3797" y="75"/>
                    <a:pt x="2026" y="75"/>
                  </a:cubicBezTo>
                  <a:cubicBezTo>
                    <a:pt x="963" y="75"/>
                    <a:pt x="255" y="712"/>
                    <a:pt x="255" y="1669"/>
                  </a:cubicBezTo>
                  <a:cubicBezTo>
                    <a:pt x="255" y="2147"/>
                    <a:pt x="255" y="2466"/>
                    <a:pt x="3620" y="5336"/>
                  </a:cubicBezTo>
                  <a:cubicBezTo>
                    <a:pt x="20979" y="21118"/>
                    <a:pt x="31076" y="46467"/>
                    <a:pt x="31076" y="79786"/>
                  </a:cubicBezTo>
                  <a:cubicBezTo>
                    <a:pt x="31076" y="107047"/>
                    <a:pt x="24522" y="135105"/>
                    <a:pt x="2557" y="155192"/>
                  </a:cubicBezTo>
                  <a:cubicBezTo>
                    <a:pt x="255" y="157106"/>
                    <a:pt x="255" y="157424"/>
                    <a:pt x="255" y="157903"/>
                  </a:cubicBezTo>
                  <a:cubicBezTo>
                    <a:pt x="255" y="158859"/>
                    <a:pt x="963" y="159497"/>
                    <a:pt x="2026" y="159497"/>
                  </a:cubicBezTo>
                  <a:cubicBezTo>
                    <a:pt x="3797" y="159497"/>
                    <a:pt x="19739" y="148656"/>
                    <a:pt x="30190" y="128410"/>
                  </a:cubicBezTo>
                  <a:cubicBezTo>
                    <a:pt x="39224" y="110873"/>
                    <a:pt x="41350" y="93177"/>
                    <a:pt x="41350" y="79786"/>
                  </a:cubicBezTo>
                  <a:close/>
                </a:path>
              </a:pathLst>
            </a:custGeom>
            <a:solidFill>
              <a:srgbClr val="000000"/>
            </a:solidFill>
            <a:ln w="1773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0" name="任意形状 29">
              <a:extLst>
                <a:ext uri="{FF2B5EF4-FFF2-40B4-BE49-F238E27FC236}">
                  <a16:creationId xmlns:a16="http://schemas.microsoft.com/office/drawing/2014/main" id="{853DFB45-55E7-C08E-88CB-B585470BB8D1}"/>
                </a:ext>
              </a:extLst>
            </p:cNvPr>
            <p:cNvSpPr/>
            <p:nvPr>
              <p:custDataLst>
                <p:tags r:id="rId165"/>
              </p:custDataLst>
            </p:nvPr>
          </p:nvSpPr>
          <p:spPr>
            <a:xfrm>
              <a:off x="7198428" y="3649578"/>
              <a:ext cx="88567" cy="92464"/>
            </a:xfrm>
            <a:custGeom>
              <a:avLst/>
              <a:gdLst>
                <a:gd name="connsiteX0" fmla="*/ 82629 w 88567"/>
                <a:gd name="connsiteY0" fmla="*/ 49496 h 92464"/>
                <a:gd name="connsiteX1" fmla="*/ 88829 w 88567"/>
                <a:gd name="connsiteY1" fmla="*/ 46307 h 92464"/>
                <a:gd name="connsiteX2" fmla="*/ 82629 w 88567"/>
                <a:gd name="connsiteY2" fmla="*/ 43119 h 92464"/>
                <a:gd name="connsiteX3" fmla="*/ 7524 w 88567"/>
                <a:gd name="connsiteY3" fmla="*/ 43119 h 92464"/>
                <a:gd name="connsiteX4" fmla="*/ 54996 w 88567"/>
                <a:gd name="connsiteY4" fmla="*/ 6452 h 92464"/>
                <a:gd name="connsiteX5" fmla="*/ 82629 w 88567"/>
                <a:gd name="connsiteY5" fmla="*/ 6452 h 92464"/>
                <a:gd name="connsiteX6" fmla="*/ 88829 w 88567"/>
                <a:gd name="connsiteY6" fmla="*/ 3263 h 92464"/>
                <a:gd name="connsiteX7" fmla="*/ 82629 w 88567"/>
                <a:gd name="connsiteY7" fmla="*/ 75 h 92464"/>
                <a:gd name="connsiteX8" fmla="*/ 54642 w 88567"/>
                <a:gd name="connsiteY8" fmla="*/ 75 h 92464"/>
                <a:gd name="connsiteX9" fmla="*/ 261 w 88567"/>
                <a:gd name="connsiteY9" fmla="*/ 46307 h 92464"/>
                <a:gd name="connsiteX10" fmla="*/ 54642 w 88567"/>
                <a:gd name="connsiteY10" fmla="*/ 92540 h 92464"/>
                <a:gd name="connsiteX11" fmla="*/ 82629 w 88567"/>
                <a:gd name="connsiteY11" fmla="*/ 92540 h 92464"/>
                <a:gd name="connsiteX12" fmla="*/ 88829 w 88567"/>
                <a:gd name="connsiteY12" fmla="*/ 89351 h 92464"/>
                <a:gd name="connsiteX13" fmla="*/ 82629 w 88567"/>
                <a:gd name="connsiteY13" fmla="*/ 86163 h 92464"/>
                <a:gd name="connsiteX14" fmla="*/ 54996 w 88567"/>
                <a:gd name="connsiteY14" fmla="*/ 86163 h 92464"/>
                <a:gd name="connsiteX15" fmla="*/ 7524 w 88567"/>
                <a:gd name="connsiteY15" fmla="*/ 49496 h 92464"/>
                <a:gd name="connsiteX16" fmla="*/ 82629 w 88567"/>
                <a:gd name="connsiteY16" fmla="*/ 49496 h 924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88567" h="92464">
                  <a:moveTo>
                    <a:pt x="82629" y="49496"/>
                  </a:moveTo>
                  <a:cubicBezTo>
                    <a:pt x="85641" y="49496"/>
                    <a:pt x="88829" y="49496"/>
                    <a:pt x="88829" y="46307"/>
                  </a:cubicBezTo>
                  <a:cubicBezTo>
                    <a:pt x="88829" y="43119"/>
                    <a:pt x="85641" y="43119"/>
                    <a:pt x="82629" y="43119"/>
                  </a:cubicBezTo>
                  <a:lnTo>
                    <a:pt x="7524" y="43119"/>
                  </a:lnTo>
                  <a:cubicBezTo>
                    <a:pt x="9649" y="21756"/>
                    <a:pt x="30020" y="6452"/>
                    <a:pt x="54996" y="6452"/>
                  </a:cubicBezTo>
                  <a:lnTo>
                    <a:pt x="82629" y="6452"/>
                  </a:lnTo>
                  <a:cubicBezTo>
                    <a:pt x="85641" y="6452"/>
                    <a:pt x="88829" y="6452"/>
                    <a:pt x="88829" y="3263"/>
                  </a:cubicBezTo>
                  <a:cubicBezTo>
                    <a:pt x="88829" y="75"/>
                    <a:pt x="85641" y="75"/>
                    <a:pt x="82629" y="75"/>
                  </a:cubicBezTo>
                  <a:lnTo>
                    <a:pt x="54642" y="75"/>
                  </a:lnTo>
                  <a:cubicBezTo>
                    <a:pt x="24352" y="75"/>
                    <a:pt x="261" y="20800"/>
                    <a:pt x="261" y="46307"/>
                  </a:cubicBezTo>
                  <a:cubicBezTo>
                    <a:pt x="261" y="71815"/>
                    <a:pt x="24352" y="92540"/>
                    <a:pt x="54642" y="92540"/>
                  </a:cubicBezTo>
                  <a:lnTo>
                    <a:pt x="82629" y="92540"/>
                  </a:lnTo>
                  <a:cubicBezTo>
                    <a:pt x="85641" y="92540"/>
                    <a:pt x="88829" y="92540"/>
                    <a:pt x="88829" y="89351"/>
                  </a:cubicBezTo>
                  <a:cubicBezTo>
                    <a:pt x="88829" y="86163"/>
                    <a:pt x="85641" y="86163"/>
                    <a:pt x="82629" y="86163"/>
                  </a:cubicBezTo>
                  <a:lnTo>
                    <a:pt x="54996" y="86163"/>
                  </a:lnTo>
                  <a:cubicBezTo>
                    <a:pt x="30020" y="86163"/>
                    <a:pt x="9649" y="70858"/>
                    <a:pt x="7524" y="49496"/>
                  </a:cubicBezTo>
                  <a:lnTo>
                    <a:pt x="82629" y="49496"/>
                  </a:lnTo>
                  <a:close/>
                </a:path>
              </a:pathLst>
            </a:custGeom>
            <a:solidFill>
              <a:srgbClr val="000000"/>
            </a:solidFill>
            <a:ln w="1773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1" name="任意形状 30">
              <a:extLst>
                <a:ext uri="{FF2B5EF4-FFF2-40B4-BE49-F238E27FC236}">
                  <a16:creationId xmlns:a16="http://schemas.microsoft.com/office/drawing/2014/main" id="{C285C0F9-F329-0645-6539-F87C75E27EDA}"/>
                </a:ext>
              </a:extLst>
            </p:cNvPr>
            <p:cNvSpPr/>
            <p:nvPr>
              <p:custDataLst>
                <p:tags r:id="rId166"/>
              </p:custDataLst>
            </p:nvPr>
          </p:nvSpPr>
          <p:spPr>
            <a:xfrm>
              <a:off x="7358814" y="3623273"/>
              <a:ext cx="98664" cy="131363"/>
            </a:xfrm>
            <a:custGeom>
              <a:avLst/>
              <a:gdLst>
                <a:gd name="connsiteX0" fmla="*/ 69708 w 98664"/>
                <a:gd name="connsiteY0" fmla="*/ 87119 h 131363"/>
                <a:gd name="connsiteX1" fmla="*/ 58548 w 98664"/>
                <a:gd name="connsiteY1" fmla="*/ 111511 h 131363"/>
                <a:gd name="connsiteX2" fmla="*/ 41897 w 98664"/>
                <a:gd name="connsiteY2" fmla="*/ 122670 h 131363"/>
                <a:gd name="connsiteX3" fmla="*/ 15859 w 98664"/>
                <a:gd name="connsiteY3" fmla="*/ 115815 h 131363"/>
                <a:gd name="connsiteX4" fmla="*/ 1688 w 98664"/>
                <a:gd name="connsiteY4" fmla="*/ 123467 h 131363"/>
                <a:gd name="connsiteX5" fmla="*/ 30207 w 98664"/>
                <a:gd name="connsiteY5" fmla="*/ 131439 h 131363"/>
                <a:gd name="connsiteX6" fmla="*/ 77148 w 98664"/>
                <a:gd name="connsiteY6" fmla="*/ 99395 h 131363"/>
                <a:gd name="connsiteX7" fmla="*/ 85296 w 98664"/>
                <a:gd name="connsiteY7" fmla="*/ 79467 h 131363"/>
                <a:gd name="connsiteX8" fmla="*/ 92558 w 98664"/>
                <a:gd name="connsiteY8" fmla="*/ 55075 h 131363"/>
                <a:gd name="connsiteX9" fmla="*/ 90610 w 98664"/>
                <a:gd name="connsiteY9" fmla="*/ 53641 h 131363"/>
                <a:gd name="connsiteX10" fmla="*/ 82284 w 98664"/>
                <a:gd name="connsiteY10" fmla="*/ 56670 h 131363"/>
                <a:gd name="connsiteX11" fmla="*/ 76793 w 98664"/>
                <a:gd name="connsiteY11" fmla="*/ 63844 h 131363"/>
                <a:gd name="connsiteX12" fmla="*/ 42606 w 98664"/>
                <a:gd name="connsiteY12" fmla="*/ 92858 h 131363"/>
                <a:gd name="connsiteX13" fmla="*/ 15327 w 98664"/>
                <a:gd name="connsiteY13" fmla="*/ 62249 h 131363"/>
                <a:gd name="connsiteX14" fmla="*/ 31092 w 98664"/>
                <a:gd name="connsiteY14" fmla="*/ 22394 h 131363"/>
                <a:gd name="connsiteX15" fmla="*/ 64571 w 98664"/>
                <a:gd name="connsiteY15" fmla="*/ 8843 h 131363"/>
                <a:gd name="connsiteX16" fmla="*/ 77502 w 98664"/>
                <a:gd name="connsiteY16" fmla="*/ 10597 h 131363"/>
                <a:gd name="connsiteX17" fmla="*/ 83879 w 98664"/>
                <a:gd name="connsiteY17" fmla="*/ 17452 h 131363"/>
                <a:gd name="connsiteX18" fmla="*/ 73959 w 98664"/>
                <a:gd name="connsiteY18" fmla="*/ 34032 h 131363"/>
                <a:gd name="connsiteX19" fmla="*/ 72719 w 98664"/>
                <a:gd name="connsiteY19" fmla="*/ 35945 h 131363"/>
                <a:gd name="connsiteX20" fmla="*/ 74668 w 98664"/>
                <a:gd name="connsiteY20" fmla="*/ 37061 h 131363"/>
                <a:gd name="connsiteX21" fmla="*/ 90433 w 98664"/>
                <a:gd name="connsiteY21" fmla="*/ 26858 h 131363"/>
                <a:gd name="connsiteX22" fmla="*/ 98935 w 98664"/>
                <a:gd name="connsiteY22" fmla="*/ 10756 h 131363"/>
                <a:gd name="connsiteX23" fmla="*/ 91318 w 98664"/>
                <a:gd name="connsiteY23" fmla="*/ 1988 h 131363"/>
                <a:gd name="connsiteX24" fmla="*/ 76262 w 98664"/>
                <a:gd name="connsiteY24" fmla="*/ 75 h 131363"/>
                <a:gd name="connsiteX25" fmla="*/ 271 w 98664"/>
                <a:gd name="connsiteY25" fmla="*/ 69105 h 131363"/>
                <a:gd name="connsiteX26" fmla="*/ 31092 w 98664"/>
                <a:gd name="connsiteY26" fmla="*/ 101627 h 131363"/>
                <a:gd name="connsiteX27" fmla="*/ 69708 w 98664"/>
                <a:gd name="connsiteY27" fmla="*/ 87119 h 1313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98664" h="131363">
                  <a:moveTo>
                    <a:pt x="69708" y="87119"/>
                  </a:moveTo>
                  <a:cubicBezTo>
                    <a:pt x="64925" y="101627"/>
                    <a:pt x="60320" y="108960"/>
                    <a:pt x="58548" y="111511"/>
                  </a:cubicBezTo>
                  <a:cubicBezTo>
                    <a:pt x="51640" y="122352"/>
                    <a:pt x="47920" y="122670"/>
                    <a:pt x="41897" y="122670"/>
                  </a:cubicBezTo>
                  <a:cubicBezTo>
                    <a:pt x="38886" y="122670"/>
                    <a:pt x="26310" y="122192"/>
                    <a:pt x="15859" y="115815"/>
                  </a:cubicBezTo>
                  <a:cubicBezTo>
                    <a:pt x="7887" y="116134"/>
                    <a:pt x="1688" y="121714"/>
                    <a:pt x="1688" y="123467"/>
                  </a:cubicBezTo>
                  <a:cubicBezTo>
                    <a:pt x="1688" y="124902"/>
                    <a:pt x="13733" y="131439"/>
                    <a:pt x="30207" y="131439"/>
                  </a:cubicBezTo>
                  <a:cubicBezTo>
                    <a:pt x="42960" y="131439"/>
                    <a:pt x="63862" y="125381"/>
                    <a:pt x="77148" y="99395"/>
                  </a:cubicBezTo>
                  <a:cubicBezTo>
                    <a:pt x="81753" y="90467"/>
                    <a:pt x="84764" y="81380"/>
                    <a:pt x="85296" y="79467"/>
                  </a:cubicBezTo>
                  <a:cubicBezTo>
                    <a:pt x="88838" y="68467"/>
                    <a:pt x="92558" y="55713"/>
                    <a:pt x="92558" y="55075"/>
                  </a:cubicBezTo>
                  <a:cubicBezTo>
                    <a:pt x="92558" y="54119"/>
                    <a:pt x="92204" y="53641"/>
                    <a:pt x="90610" y="53641"/>
                  </a:cubicBezTo>
                  <a:cubicBezTo>
                    <a:pt x="89016" y="53641"/>
                    <a:pt x="86004" y="54438"/>
                    <a:pt x="82284" y="56670"/>
                  </a:cubicBezTo>
                  <a:cubicBezTo>
                    <a:pt x="78210" y="59061"/>
                    <a:pt x="78033" y="59858"/>
                    <a:pt x="76793" y="63844"/>
                  </a:cubicBezTo>
                  <a:cubicBezTo>
                    <a:pt x="75022" y="69264"/>
                    <a:pt x="64571" y="92858"/>
                    <a:pt x="42606" y="92858"/>
                  </a:cubicBezTo>
                  <a:cubicBezTo>
                    <a:pt x="25424" y="92858"/>
                    <a:pt x="15327" y="80264"/>
                    <a:pt x="15327" y="62249"/>
                  </a:cubicBezTo>
                  <a:cubicBezTo>
                    <a:pt x="15327" y="49974"/>
                    <a:pt x="20818" y="33553"/>
                    <a:pt x="31092" y="22394"/>
                  </a:cubicBezTo>
                  <a:cubicBezTo>
                    <a:pt x="35875" y="17292"/>
                    <a:pt x="44555" y="8843"/>
                    <a:pt x="64571" y="8843"/>
                  </a:cubicBezTo>
                  <a:cubicBezTo>
                    <a:pt x="67936" y="8843"/>
                    <a:pt x="73073" y="9321"/>
                    <a:pt x="77502" y="10597"/>
                  </a:cubicBezTo>
                  <a:cubicBezTo>
                    <a:pt x="79450" y="11075"/>
                    <a:pt x="83879" y="12350"/>
                    <a:pt x="83879" y="17452"/>
                  </a:cubicBezTo>
                  <a:cubicBezTo>
                    <a:pt x="83879" y="22872"/>
                    <a:pt x="74668" y="33075"/>
                    <a:pt x="73959" y="34032"/>
                  </a:cubicBezTo>
                  <a:cubicBezTo>
                    <a:pt x="73251" y="34669"/>
                    <a:pt x="72719" y="35307"/>
                    <a:pt x="72719" y="35945"/>
                  </a:cubicBezTo>
                  <a:cubicBezTo>
                    <a:pt x="72719" y="37061"/>
                    <a:pt x="73605" y="37061"/>
                    <a:pt x="74668" y="37061"/>
                  </a:cubicBezTo>
                  <a:cubicBezTo>
                    <a:pt x="79805" y="37061"/>
                    <a:pt x="85650" y="32756"/>
                    <a:pt x="90433" y="26858"/>
                  </a:cubicBezTo>
                  <a:cubicBezTo>
                    <a:pt x="91850" y="25104"/>
                    <a:pt x="98935" y="16176"/>
                    <a:pt x="98935" y="10756"/>
                  </a:cubicBezTo>
                  <a:cubicBezTo>
                    <a:pt x="98935" y="4220"/>
                    <a:pt x="93444" y="2625"/>
                    <a:pt x="91318" y="1988"/>
                  </a:cubicBezTo>
                  <a:cubicBezTo>
                    <a:pt x="84764" y="75"/>
                    <a:pt x="78742" y="75"/>
                    <a:pt x="76262" y="75"/>
                  </a:cubicBezTo>
                  <a:cubicBezTo>
                    <a:pt x="36229" y="75"/>
                    <a:pt x="271" y="31640"/>
                    <a:pt x="271" y="69105"/>
                  </a:cubicBezTo>
                  <a:cubicBezTo>
                    <a:pt x="271" y="85206"/>
                    <a:pt x="8242" y="101627"/>
                    <a:pt x="31092" y="101627"/>
                  </a:cubicBezTo>
                  <a:cubicBezTo>
                    <a:pt x="44377" y="101627"/>
                    <a:pt x="58017" y="95569"/>
                    <a:pt x="69708" y="87119"/>
                  </a:cubicBezTo>
                  <a:close/>
                </a:path>
              </a:pathLst>
            </a:custGeom>
            <a:solidFill>
              <a:srgbClr val="000000"/>
            </a:solidFill>
            <a:ln w="1773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2" name="任意形状 31">
              <a:extLst>
                <a:ext uri="{FF2B5EF4-FFF2-40B4-BE49-F238E27FC236}">
                  <a16:creationId xmlns:a16="http://schemas.microsoft.com/office/drawing/2014/main" id="{3D36B073-3E3C-D56C-22E8-CEEB081EC0C5}"/>
                </a:ext>
              </a:extLst>
            </p:cNvPr>
            <p:cNvSpPr/>
            <p:nvPr>
              <p:custDataLst>
                <p:tags r:id="rId167"/>
              </p:custDataLst>
            </p:nvPr>
          </p:nvSpPr>
          <p:spPr>
            <a:xfrm>
              <a:off x="7459988" y="3690948"/>
              <a:ext cx="42902" cy="69747"/>
            </a:xfrm>
            <a:custGeom>
              <a:avLst/>
              <a:gdLst>
                <a:gd name="connsiteX0" fmla="*/ 21604 w 42902"/>
                <a:gd name="connsiteY0" fmla="*/ 24627 h 69747"/>
                <a:gd name="connsiteX1" fmla="*/ 40947 w 42902"/>
                <a:gd name="connsiteY1" fmla="*/ 24627 h 69747"/>
                <a:gd name="connsiteX2" fmla="*/ 40947 w 42902"/>
                <a:gd name="connsiteY2" fmla="*/ 20610 h 69747"/>
                <a:gd name="connsiteX3" fmla="*/ 21604 w 42902"/>
                <a:gd name="connsiteY3" fmla="*/ 20610 h 69747"/>
                <a:gd name="connsiteX4" fmla="*/ 21604 w 42902"/>
                <a:gd name="connsiteY4" fmla="*/ 76 h 69747"/>
                <a:gd name="connsiteX5" fmla="*/ 17388 w 42902"/>
                <a:gd name="connsiteY5" fmla="*/ 76 h 69747"/>
                <a:gd name="connsiteX6" fmla="*/ 277 w 42902"/>
                <a:gd name="connsiteY6" fmla="*/ 21503 h 69747"/>
                <a:gd name="connsiteX7" fmla="*/ 277 w 42902"/>
                <a:gd name="connsiteY7" fmla="*/ 24627 h 69747"/>
                <a:gd name="connsiteX8" fmla="*/ 11808 w 42902"/>
                <a:gd name="connsiteY8" fmla="*/ 24627 h 69747"/>
                <a:gd name="connsiteX9" fmla="*/ 11808 w 42902"/>
                <a:gd name="connsiteY9" fmla="*/ 54758 h 69747"/>
                <a:gd name="connsiteX10" fmla="*/ 29167 w 42902"/>
                <a:gd name="connsiteY10" fmla="*/ 69823 h 69747"/>
                <a:gd name="connsiteX11" fmla="*/ 43179 w 42902"/>
                <a:gd name="connsiteY11" fmla="*/ 54646 h 69747"/>
                <a:gd name="connsiteX12" fmla="*/ 43179 w 42902"/>
                <a:gd name="connsiteY12" fmla="*/ 48509 h 69747"/>
                <a:gd name="connsiteX13" fmla="*/ 38963 w 42902"/>
                <a:gd name="connsiteY13" fmla="*/ 48509 h 69747"/>
                <a:gd name="connsiteX14" fmla="*/ 38963 w 42902"/>
                <a:gd name="connsiteY14" fmla="*/ 54535 h 69747"/>
                <a:gd name="connsiteX15" fmla="*/ 30159 w 42902"/>
                <a:gd name="connsiteY15" fmla="*/ 66252 h 69747"/>
                <a:gd name="connsiteX16" fmla="*/ 21604 w 42902"/>
                <a:gd name="connsiteY16" fmla="*/ 54870 h 69747"/>
                <a:gd name="connsiteX17" fmla="*/ 21604 w 42902"/>
                <a:gd name="connsiteY17" fmla="*/ 24627 h 697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42902" h="69747">
                  <a:moveTo>
                    <a:pt x="21604" y="24627"/>
                  </a:moveTo>
                  <a:lnTo>
                    <a:pt x="40947" y="24627"/>
                  </a:lnTo>
                  <a:lnTo>
                    <a:pt x="40947" y="20610"/>
                  </a:lnTo>
                  <a:lnTo>
                    <a:pt x="21604" y="20610"/>
                  </a:lnTo>
                  <a:lnTo>
                    <a:pt x="21604" y="76"/>
                  </a:lnTo>
                  <a:lnTo>
                    <a:pt x="17388" y="76"/>
                  </a:lnTo>
                  <a:cubicBezTo>
                    <a:pt x="17264" y="10120"/>
                    <a:pt x="12180" y="21168"/>
                    <a:pt x="277" y="21503"/>
                  </a:cubicBezTo>
                  <a:lnTo>
                    <a:pt x="277" y="24627"/>
                  </a:lnTo>
                  <a:lnTo>
                    <a:pt x="11808" y="24627"/>
                  </a:lnTo>
                  <a:lnTo>
                    <a:pt x="11808" y="54758"/>
                  </a:lnTo>
                  <a:cubicBezTo>
                    <a:pt x="11808" y="67257"/>
                    <a:pt x="22224" y="69823"/>
                    <a:pt x="29167" y="69823"/>
                  </a:cubicBezTo>
                  <a:cubicBezTo>
                    <a:pt x="37475" y="69823"/>
                    <a:pt x="43179" y="63462"/>
                    <a:pt x="43179" y="54646"/>
                  </a:cubicBezTo>
                  <a:lnTo>
                    <a:pt x="43179" y="48509"/>
                  </a:lnTo>
                  <a:lnTo>
                    <a:pt x="38963" y="48509"/>
                  </a:lnTo>
                  <a:lnTo>
                    <a:pt x="38963" y="54535"/>
                  </a:lnTo>
                  <a:cubicBezTo>
                    <a:pt x="38963" y="62123"/>
                    <a:pt x="34995" y="66252"/>
                    <a:pt x="30159" y="66252"/>
                  </a:cubicBezTo>
                  <a:cubicBezTo>
                    <a:pt x="21604" y="66252"/>
                    <a:pt x="21604" y="56878"/>
                    <a:pt x="21604" y="54870"/>
                  </a:cubicBezTo>
                  <a:lnTo>
                    <a:pt x="21604" y="24627"/>
                  </a:lnTo>
                  <a:close/>
                </a:path>
              </a:pathLst>
            </a:custGeom>
            <a:solidFill>
              <a:srgbClr val="000000"/>
            </a:solidFill>
            <a:ln w="1773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3" name="任意形状 32">
              <a:extLst>
                <a:ext uri="{FF2B5EF4-FFF2-40B4-BE49-F238E27FC236}">
                  <a16:creationId xmlns:a16="http://schemas.microsoft.com/office/drawing/2014/main" id="{DB2C53B3-D3A6-0EC0-204B-CE5F5F133221}"/>
                </a:ext>
              </a:extLst>
            </p:cNvPr>
            <p:cNvSpPr/>
            <p:nvPr>
              <p:custDataLst>
                <p:tags r:id="rId168"/>
              </p:custDataLst>
            </p:nvPr>
          </p:nvSpPr>
          <p:spPr>
            <a:xfrm>
              <a:off x="7517823" y="3710365"/>
              <a:ext cx="44390" cy="49213"/>
            </a:xfrm>
            <a:custGeom>
              <a:avLst/>
              <a:gdLst>
                <a:gd name="connsiteX0" fmla="*/ 18879 w 44390"/>
                <a:gd name="connsiteY0" fmla="*/ 23846 h 49213"/>
                <a:gd name="connsiteX1" fmla="*/ 35494 w 44390"/>
                <a:gd name="connsiteY1" fmla="*/ 3201 h 49213"/>
                <a:gd name="connsiteX2" fmla="*/ 33386 w 44390"/>
                <a:gd name="connsiteY2" fmla="*/ 7218 h 49213"/>
                <a:gd name="connsiteX3" fmla="*/ 38966 w 44390"/>
                <a:gd name="connsiteY3" fmla="*/ 12352 h 49213"/>
                <a:gd name="connsiteX4" fmla="*/ 44670 w 44390"/>
                <a:gd name="connsiteY4" fmla="*/ 7218 h 49213"/>
                <a:gd name="connsiteX5" fmla="*/ 34874 w 44390"/>
                <a:gd name="connsiteY5" fmla="*/ 76 h 49213"/>
                <a:gd name="connsiteX6" fmla="*/ 18135 w 44390"/>
                <a:gd name="connsiteY6" fmla="*/ 12017 h 49213"/>
                <a:gd name="connsiteX7" fmla="*/ 18011 w 44390"/>
                <a:gd name="connsiteY7" fmla="*/ 12017 h 49213"/>
                <a:gd name="connsiteX8" fmla="*/ 18011 w 44390"/>
                <a:gd name="connsiteY8" fmla="*/ 76 h 49213"/>
                <a:gd name="connsiteX9" fmla="*/ 280 w 44390"/>
                <a:gd name="connsiteY9" fmla="*/ 1304 h 49213"/>
                <a:gd name="connsiteX10" fmla="*/ 280 w 44390"/>
                <a:gd name="connsiteY10" fmla="*/ 5321 h 49213"/>
                <a:gd name="connsiteX11" fmla="*/ 9579 w 44390"/>
                <a:gd name="connsiteY11" fmla="*/ 11571 h 49213"/>
                <a:gd name="connsiteX12" fmla="*/ 9579 w 44390"/>
                <a:gd name="connsiteY12" fmla="*/ 40474 h 49213"/>
                <a:gd name="connsiteX13" fmla="*/ 280 w 44390"/>
                <a:gd name="connsiteY13" fmla="*/ 45272 h 49213"/>
                <a:gd name="connsiteX14" fmla="*/ 280 w 44390"/>
                <a:gd name="connsiteY14" fmla="*/ 49290 h 49213"/>
                <a:gd name="connsiteX15" fmla="*/ 14415 w 44390"/>
                <a:gd name="connsiteY15" fmla="*/ 48843 h 49213"/>
                <a:gd name="connsiteX16" fmla="*/ 30534 w 44390"/>
                <a:gd name="connsiteY16" fmla="*/ 49290 h 49213"/>
                <a:gd name="connsiteX17" fmla="*/ 30534 w 44390"/>
                <a:gd name="connsiteY17" fmla="*/ 45272 h 49213"/>
                <a:gd name="connsiteX18" fmla="*/ 28055 w 44390"/>
                <a:gd name="connsiteY18" fmla="*/ 45272 h 49213"/>
                <a:gd name="connsiteX19" fmla="*/ 18879 w 44390"/>
                <a:gd name="connsiteY19" fmla="*/ 40251 h 49213"/>
                <a:gd name="connsiteX20" fmla="*/ 18879 w 44390"/>
                <a:gd name="connsiteY20" fmla="*/ 23846 h 492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44390" h="49213">
                  <a:moveTo>
                    <a:pt x="18879" y="23846"/>
                  </a:moveTo>
                  <a:cubicBezTo>
                    <a:pt x="18879" y="14472"/>
                    <a:pt x="23715" y="3201"/>
                    <a:pt x="35494" y="3201"/>
                  </a:cubicBezTo>
                  <a:cubicBezTo>
                    <a:pt x="34378" y="3982"/>
                    <a:pt x="33386" y="5433"/>
                    <a:pt x="33386" y="7218"/>
                  </a:cubicBezTo>
                  <a:cubicBezTo>
                    <a:pt x="33386" y="10901"/>
                    <a:pt x="36610" y="12352"/>
                    <a:pt x="38966" y="12352"/>
                  </a:cubicBezTo>
                  <a:cubicBezTo>
                    <a:pt x="41942" y="12352"/>
                    <a:pt x="44670" y="10566"/>
                    <a:pt x="44670" y="7218"/>
                  </a:cubicBezTo>
                  <a:cubicBezTo>
                    <a:pt x="44670" y="3424"/>
                    <a:pt x="40702" y="76"/>
                    <a:pt x="34874" y="76"/>
                  </a:cubicBezTo>
                  <a:cubicBezTo>
                    <a:pt x="28674" y="76"/>
                    <a:pt x="21855" y="3536"/>
                    <a:pt x="18135" y="12017"/>
                  </a:cubicBezTo>
                  <a:lnTo>
                    <a:pt x="18011" y="12017"/>
                  </a:lnTo>
                  <a:lnTo>
                    <a:pt x="18011" y="76"/>
                  </a:lnTo>
                  <a:lnTo>
                    <a:pt x="280" y="1304"/>
                  </a:lnTo>
                  <a:lnTo>
                    <a:pt x="280" y="5321"/>
                  </a:lnTo>
                  <a:cubicBezTo>
                    <a:pt x="8587" y="5321"/>
                    <a:pt x="9579" y="6102"/>
                    <a:pt x="9579" y="11571"/>
                  </a:cubicBezTo>
                  <a:lnTo>
                    <a:pt x="9579" y="40474"/>
                  </a:lnTo>
                  <a:cubicBezTo>
                    <a:pt x="9579" y="45272"/>
                    <a:pt x="8339" y="45272"/>
                    <a:pt x="280" y="45272"/>
                  </a:cubicBezTo>
                  <a:lnTo>
                    <a:pt x="280" y="49290"/>
                  </a:lnTo>
                  <a:cubicBezTo>
                    <a:pt x="900" y="49290"/>
                    <a:pt x="9331" y="48843"/>
                    <a:pt x="14415" y="48843"/>
                  </a:cubicBezTo>
                  <a:cubicBezTo>
                    <a:pt x="19747" y="48843"/>
                    <a:pt x="25203" y="49067"/>
                    <a:pt x="30534" y="49290"/>
                  </a:cubicBezTo>
                  <a:lnTo>
                    <a:pt x="30534" y="45272"/>
                  </a:lnTo>
                  <a:lnTo>
                    <a:pt x="28055" y="45272"/>
                  </a:lnTo>
                  <a:cubicBezTo>
                    <a:pt x="18879" y="45272"/>
                    <a:pt x="18879" y="44045"/>
                    <a:pt x="18879" y="40251"/>
                  </a:cubicBezTo>
                  <a:lnTo>
                    <a:pt x="18879" y="23846"/>
                  </a:lnTo>
                  <a:close/>
                </a:path>
              </a:pathLst>
            </a:custGeom>
            <a:solidFill>
              <a:srgbClr val="000000"/>
            </a:solidFill>
            <a:ln w="1773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4" name="任意形状 33">
              <a:extLst>
                <a:ext uri="{FF2B5EF4-FFF2-40B4-BE49-F238E27FC236}">
                  <a16:creationId xmlns:a16="http://schemas.microsoft.com/office/drawing/2014/main" id="{182EE0A3-E26D-BAEA-360B-5C7CA9EF3239}"/>
                </a:ext>
              </a:extLst>
            </p:cNvPr>
            <p:cNvSpPr/>
            <p:nvPr>
              <p:custDataLst>
                <p:tags r:id="rId169"/>
              </p:custDataLst>
            </p:nvPr>
          </p:nvSpPr>
          <p:spPr>
            <a:xfrm>
              <a:off x="7573922" y="3709807"/>
              <a:ext cx="61873" cy="50887"/>
            </a:xfrm>
            <a:custGeom>
              <a:avLst/>
              <a:gdLst>
                <a:gd name="connsiteX0" fmla="*/ 48765 w 61873"/>
                <a:gd name="connsiteY0" fmla="*/ 19940 h 50887"/>
                <a:gd name="connsiteX1" fmla="*/ 43061 w 61873"/>
                <a:gd name="connsiteY1" fmla="*/ 5656 h 50887"/>
                <a:gd name="connsiteX2" fmla="*/ 24710 w 61873"/>
                <a:gd name="connsiteY2" fmla="*/ 76 h 50887"/>
                <a:gd name="connsiteX3" fmla="*/ 4623 w 61873"/>
                <a:gd name="connsiteY3" fmla="*/ 10901 h 50887"/>
                <a:gd name="connsiteX4" fmla="*/ 10574 w 61873"/>
                <a:gd name="connsiteY4" fmla="*/ 16369 h 50887"/>
                <a:gd name="connsiteX5" fmla="*/ 16402 w 61873"/>
                <a:gd name="connsiteY5" fmla="*/ 11124 h 50887"/>
                <a:gd name="connsiteX6" fmla="*/ 12062 w 61873"/>
                <a:gd name="connsiteY6" fmla="*/ 5991 h 50887"/>
                <a:gd name="connsiteX7" fmla="*/ 24462 w 61873"/>
                <a:gd name="connsiteY7" fmla="*/ 3201 h 50887"/>
                <a:gd name="connsiteX8" fmla="*/ 38969 w 61873"/>
                <a:gd name="connsiteY8" fmla="*/ 16704 h 50887"/>
                <a:gd name="connsiteX9" fmla="*/ 38969 w 61873"/>
                <a:gd name="connsiteY9" fmla="*/ 20163 h 50887"/>
                <a:gd name="connsiteX10" fmla="*/ 14914 w 61873"/>
                <a:gd name="connsiteY10" fmla="*/ 23734 h 50887"/>
                <a:gd name="connsiteX11" fmla="*/ 283 w 61873"/>
                <a:gd name="connsiteY11" fmla="*/ 38577 h 50887"/>
                <a:gd name="connsiteX12" fmla="*/ 21982 w 61873"/>
                <a:gd name="connsiteY12" fmla="*/ 50964 h 50887"/>
                <a:gd name="connsiteX13" fmla="*/ 40333 w 61873"/>
                <a:gd name="connsiteY13" fmla="*/ 41590 h 50887"/>
                <a:gd name="connsiteX14" fmla="*/ 49881 w 61873"/>
                <a:gd name="connsiteY14" fmla="*/ 50406 h 50887"/>
                <a:gd name="connsiteX15" fmla="*/ 62156 w 61873"/>
                <a:gd name="connsiteY15" fmla="*/ 39804 h 50887"/>
                <a:gd name="connsiteX16" fmla="*/ 62156 w 61873"/>
                <a:gd name="connsiteY16" fmla="*/ 33666 h 50887"/>
                <a:gd name="connsiteX17" fmla="*/ 57940 w 61873"/>
                <a:gd name="connsiteY17" fmla="*/ 33666 h 50887"/>
                <a:gd name="connsiteX18" fmla="*/ 57940 w 61873"/>
                <a:gd name="connsiteY18" fmla="*/ 39693 h 50887"/>
                <a:gd name="connsiteX19" fmla="*/ 53353 w 61873"/>
                <a:gd name="connsiteY19" fmla="*/ 46165 h 50887"/>
                <a:gd name="connsiteX20" fmla="*/ 48765 w 61873"/>
                <a:gd name="connsiteY20" fmla="*/ 39469 h 50887"/>
                <a:gd name="connsiteX21" fmla="*/ 48765 w 61873"/>
                <a:gd name="connsiteY21" fmla="*/ 19940 h 50887"/>
                <a:gd name="connsiteX22" fmla="*/ 38969 w 61873"/>
                <a:gd name="connsiteY22" fmla="*/ 34113 h 50887"/>
                <a:gd name="connsiteX23" fmla="*/ 22974 w 61873"/>
                <a:gd name="connsiteY23" fmla="*/ 47839 h 50887"/>
                <a:gd name="connsiteX24" fmla="*/ 10698 w 61873"/>
                <a:gd name="connsiteY24" fmla="*/ 38577 h 50887"/>
                <a:gd name="connsiteX25" fmla="*/ 38969 w 61873"/>
                <a:gd name="connsiteY25" fmla="*/ 23065 h 50887"/>
                <a:gd name="connsiteX26" fmla="*/ 38969 w 61873"/>
                <a:gd name="connsiteY26" fmla="*/ 34113 h 508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61873" h="50887">
                  <a:moveTo>
                    <a:pt x="48765" y="19940"/>
                  </a:moveTo>
                  <a:cubicBezTo>
                    <a:pt x="48765" y="14026"/>
                    <a:pt x="48765" y="9785"/>
                    <a:pt x="43061" y="5656"/>
                  </a:cubicBezTo>
                  <a:cubicBezTo>
                    <a:pt x="37977" y="1862"/>
                    <a:pt x="32025" y="76"/>
                    <a:pt x="24710" y="76"/>
                  </a:cubicBezTo>
                  <a:cubicBezTo>
                    <a:pt x="12930" y="76"/>
                    <a:pt x="4623" y="4094"/>
                    <a:pt x="4623" y="10901"/>
                  </a:cubicBezTo>
                  <a:cubicBezTo>
                    <a:pt x="4623" y="14472"/>
                    <a:pt x="7350" y="16369"/>
                    <a:pt x="10574" y="16369"/>
                  </a:cubicBezTo>
                  <a:cubicBezTo>
                    <a:pt x="13922" y="16369"/>
                    <a:pt x="16402" y="14137"/>
                    <a:pt x="16402" y="11124"/>
                  </a:cubicBezTo>
                  <a:cubicBezTo>
                    <a:pt x="16402" y="9227"/>
                    <a:pt x="15410" y="6884"/>
                    <a:pt x="12062" y="5991"/>
                  </a:cubicBezTo>
                  <a:cubicBezTo>
                    <a:pt x="16526" y="3201"/>
                    <a:pt x="23718" y="3201"/>
                    <a:pt x="24462" y="3201"/>
                  </a:cubicBezTo>
                  <a:cubicBezTo>
                    <a:pt x="31405" y="3201"/>
                    <a:pt x="38969" y="7330"/>
                    <a:pt x="38969" y="16704"/>
                  </a:cubicBezTo>
                  <a:lnTo>
                    <a:pt x="38969" y="20163"/>
                  </a:lnTo>
                  <a:cubicBezTo>
                    <a:pt x="32149" y="20387"/>
                    <a:pt x="23966" y="20721"/>
                    <a:pt x="14914" y="23734"/>
                  </a:cubicBezTo>
                  <a:cubicBezTo>
                    <a:pt x="3755" y="27417"/>
                    <a:pt x="283" y="33555"/>
                    <a:pt x="283" y="38577"/>
                  </a:cubicBezTo>
                  <a:cubicBezTo>
                    <a:pt x="283" y="48174"/>
                    <a:pt x="13178" y="50964"/>
                    <a:pt x="21982" y="50964"/>
                  </a:cubicBezTo>
                  <a:cubicBezTo>
                    <a:pt x="31901" y="50964"/>
                    <a:pt x="37729" y="45942"/>
                    <a:pt x="40333" y="41590"/>
                  </a:cubicBezTo>
                  <a:cubicBezTo>
                    <a:pt x="40829" y="46165"/>
                    <a:pt x="44177" y="50406"/>
                    <a:pt x="49881" y="50406"/>
                  </a:cubicBezTo>
                  <a:cubicBezTo>
                    <a:pt x="50129" y="50406"/>
                    <a:pt x="62156" y="50406"/>
                    <a:pt x="62156" y="39804"/>
                  </a:cubicBezTo>
                  <a:lnTo>
                    <a:pt x="62156" y="33666"/>
                  </a:lnTo>
                  <a:lnTo>
                    <a:pt x="57940" y="33666"/>
                  </a:lnTo>
                  <a:lnTo>
                    <a:pt x="57940" y="39693"/>
                  </a:lnTo>
                  <a:cubicBezTo>
                    <a:pt x="57940" y="40809"/>
                    <a:pt x="57940" y="46165"/>
                    <a:pt x="53353" y="46165"/>
                  </a:cubicBezTo>
                  <a:cubicBezTo>
                    <a:pt x="48765" y="46165"/>
                    <a:pt x="48765" y="40920"/>
                    <a:pt x="48765" y="39469"/>
                  </a:cubicBezTo>
                  <a:lnTo>
                    <a:pt x="48765" y="19940"/>
                  </a:lnTo>
                  <a:close/>
                  <a:moveTo>
                    <a:pt x="38969" y="34113"/>
                  </a:moveTo>
                  <a:cubicBezTo>
                    <a:pt x="38969" y="44826"/>
                    <a:pt x="28554" y="47839"/>
                    <a:pt x="22974" y="47839"/>
                  </a:cubicBezTo>
                  <a:cubicBezTo>
                    <a:pt x="16650" y="47839"/>
                    <a:pt x="10698" y="44045"/>
                    <a:pt x="10698" y="38577"/>
                  </a:cubicBezTo>
                  <a:cubicBezTo>
                    <a:pt x="10698" y="32439"/>
                    <a:pt x="16650" y="23846"/>
                    <a:pt x="38969" y="23065"/>
                  </a:cubicBezTo>
                  <a:lnTo>
                    <a:pt x="38969" y="34113"/>
                  </a:lnTo>
                  <a:close/>
                </a:path>
              </a:pathLst>
            </a:custGeom>
            <a:solidFill>
              <a:srgbClr val="000000"/>
            </a:solidFill>
            <a:ln w="1773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5" name="任意形状 34">
              <a:extLst>
                <a:ext uri="{FF2B5EF4-FFF2-40B4-BE49-F238E27FC236}">
                  <a16:creationId xmlns:a16="http://schemas.microsoft.com/office/drawing/2014/main" id="{2C047495-19EA-4AD2-FDAB-FDF03D45A58B}"/>
                </a:ext>
              </a:extLst>
            </p:cNvPr>
            <p:cNvSpPr/>
            <p:nvPr>
              <p:custDataLst>
                <p:tags r:id="rId170"/>
              </p:custDataLst>
            </p:nvPr>
          </p:nvSpPr>
          <p:spPr>
            <a:xfrm>
              <a:off x="7644655" y="3684363"/>
              <a:ext cx="27030" cy="75215"/>
            </a:xfrm>
            <a:custGeom>
              <a:avLst/>
              <a:gdLst>
                <a:gd name="connsiteX0" fmla="*/ 19506 w 27030"/>
                <a:gd name="connsiteY0" fmla="*/ 6437 h 75215"/>
                <a:gd name="connsiteX1" fmla="*/ 12314 w 27030"/>
                <a:gd name="connsiteY1" fmla="*/ 76 h 75215"/>
                <a:gd name="connsiteX2" fmla="*/ 5247 w 27030"/>
                <a:gd name="connsiteY2" fmla="*/ 6437 h 75215"/>
                <a:gd name="connsiteX3" fmla="*/ 12314 w 27030"/>
                <a:gd name="connsiteY3" fmla="*/ 12910 h 75215"/>
                <a:gd name="connsiteX4" fmla="*/ 19506 w 27030"/>
                <a:gd name="connsiteY4" fmla="*/ 6437 h 75215"/>
                <a:gd name="connsiteX5" fmla="*/ 659 w 27030"/>
                <a:gd name="connsiteY5" fmla="*/ 27306 h 75215"/>
                <a:gd name="connsiteX6" fmla="*/ 659 w 27030"/>
                <a:gd name="connsiteY6" fmla="*/ 31323 h 75215"/>
                <a:gd name="connsiteX7" fmla="*/ 9586 w 27030"/>
                <a:gd name="connsiteY7" fmla="*/ 37461 h 75215"/>
                <a:gd name="connsiteX8" fmla="*/ 9586 w 27030"/>
                <a:gd name="connsiteY8" fmla="*/ 66476 h 75215"/>
                <a:gd name="connsiteX9" fmla="*/ 287 w 27030"/>
                <a:gd name="connsiteY9" fmla="*/ 71274 h 75215"/>
                <a:gd name="connsiteX10" fmla="*/ 287 w 27030"/>
                <a:gd name="connsiteY10" fmla="*/ 75292 h 75215"/>
                <a:gd name="connsiteX11" fmla="*/ 14174 w 27030"/>
                <a:gd name="connsiteY11" fmla="*/ 74845 h 75215"/>
                <a:gd name="connsiteX12" fmla="*/ 27318 w 27030"/>
                <a:gd name="connsiteY12" fmla="*/ 75292 h 75215"/>
                <a:gd name="connsiteX13" fmla="*/ 27318 w 27030"/>
                <a:gd name="connsiteY13" fmla="*/ 71274 h 75215"/>
                <a:gd name="connsiteX14" fmla="*/ 18886 w 27030"/>
                <a:gd name="connsiteY14" fmla="*/ 66587 h 75215"/>
                <a:gd name="connsiteX15" fmla="*/ 18886 w 27030"/>
                <a:gd name="connsiteY15" fmla="*/ 26078 h 75215"/>
                <a:gd name="connsiteX16" fmla="*/ 659 w 27030"/>
                <a:gd name="connsiteY16" fmla="*/ 27306 h 752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7030" h="75215">
                  <a:moveTo>
                    <a:pt x="19506" y="6437"/>
                  </a:moveTo>
                  <a:cubicBezTo>
                    <a:pt x="19506" y="3201"/>
                    <a:pt x="16530" y="76"/>
                    <a:pt x="12314" y="76"/>
                  </a:cubicBezTo>
                  <a:cubicBezTo>
                    <a:pt x="8594" y="76"/>
                    <a:pt x="5247" y="2755"/>
                    <a:pt x="5247" y="6437"/>
                  </a:cubicBezTo>
                  <a:cubicBezTo>
                    <a:pt x="5247" y="10455"/>
                    <a:pt x="8842" y="12910"/>
                    <a:pt x="12314" y="12910"/>
                  </a:cubicBezTo>
                  <a:cubicBezTo>
                    <a:pt x="16282" y="12910"/>
                    <a:pt x="19506" y="10120"/>
                    <a:pt x="19506" y="6437"/>
                  </a:cubicBezTo>
                  <a:close/>
                  <a:moveTo>
                    <a:pt x="659" y="27306"/>
                  </a:moveTo>
                  <a:lnTo>
                    <a:pt x="659" y="31323"/>
                  </a:lnTo>
                  <a:cubicBezTo>
                    <a:pt x="8470" y="31323"/>
                    <a:pt x="9586" y="31993"/>
                    <a:pt x="9586" y="37461"/>
                  </a:cubicBezTo>
                  <a:lnTo>
                    <a:pt x="9586" y="66476"/>
                  </a:lnTo>
                  <a:cubicBezTo>
                    <a:pt x="9586" y="71274"/>
                    <a:pt x="8346" y="71274"/>
                    <a:pt x="287" y="71274"/>
                  </a:cubicBezTo>
                  <a:lnTo>
                    <a:pt x="287" y="75292"/>
                  </a:lnTo>
                  <a:cubicBezTo>
                    <a:pt x="535" y="75292"/>
                    <a:pt x="9214" y="74845"/>
                    <a:pt x="14174" y="74845"/>
                  </a:cubicBezTo>
                  <a:cubicBezTo>
                    <a:pt x="18514" y="74845"/>
                    <a:pt x="22978" y="74957"/>
                    <a:pt x="27318" y="75292"/>
                  </a:cubicBezTo>
                  <a:lnTo>
                    <a:pt x="27318" y="71274"/>
                  </a:lnTo>
                  <a:cubicBezTo>
                    <a:pt x="20126" y="71274"/>
                    <a:pt x="18886" y="71274"/>
                    <a:pt x="18886" y="66587"/>
                  </a:cubicBezTo>
                  <a:lnTo>
                    <a:pt x="18886" y="26078"/>
                  </a:lnTo>
                  <a:lnTo>
                    <a:pt x="659" y="27306"/>
                  </a:lnTo>
                  <a:close/>
                </a:path>
              </a:pathLst>
            </a:custGeom>
            <a:solidFill>
              <a:srgbClr val="000000"/>
            </a:solidFill>
            <a:ln w="1773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6" name="任意形状 35">
              <a:extLst>
                <a:ext uri="{FF2B5EF4-FFF2-40B4-BE49-F238E27FC236}">
                  <a16:creationId xmlns:a16="http://schemas.microsoft.com/office/drawing/2014/main" id="{22715E8C-3518-543E-C71B-5B4A829B1AED}"/>
                </a:ext>
              </a:extLst>
            </p:cNvPr>
            <p:cNvSpPr/>
            <p:nvPr>
              <p:custDataLst>
                <p:tags r:id="rId171"/>
              </p:custDataLst>
            </p:nvPr>
          </p:nvSpPr>
          <p:spPr>
            <a:xfrm>
              <a:off x="7684509" y="3710365"/>
              <a:ext cx="66461" cy="49213"/>
            </a:xfrm>
            <a:custGeom>
              <a:avLst/>
              <a:gdLst>
                <a:gd name="connsiteX0" fmla="*/ 57451 w 66461"/>
                <a:gd name="connsiteY0" fmla="*/ 15476 h 49213"/>
                <a:gd name="connsiteX1" fmla="*/ 38851 w 66461"/>
                <a:gd name="connsiteY1" fmla="*/ 76 h 49213"/>
                <a:gd name="connsiteX2" fmla="*/ 18640 w 66461"/>
                <a:gd name="connsiteY2" fmla="*/ 10901 h 49213"/>
                <a:gd name="connsiteX3" fmla="*/ 18516 w 66461"/>
                <a:gd name="connsiteY3" fmla="*/ 10901 h 49213"/>
                <a:gd name="connsiteX4" fmla="*/ 18516 w 66461"/>
                <a:gd name="connsiteY4" fmla="*/ 76 h 49213"/>
                <a:gd name="connsiteX5" fmla="*/ 289 w 66461"/>
                <a:gd name="connsiteY5" fmla="*/ 1304 h 49213"/>
                <a:gd name="connsiteX6" fmla="*/ 289 w 66461"/>
                <a:gd name="connsiteY6" fmla="*/ 5321 h 49213"/>
                <a:gd name="connsiteX7" fmla="*/ 9589 w 66461"/>
                <a:gd name="connsiteY7" fmla="*/ 11571 h 49213"/>
                <a:gd name="connsiteX8" fmla="*/ 9589 w 66461"/>
                <a:gd name="connsiteY8" fmla="*/ 40474 h 49213"/>
                <a:gd name="connsiteX9" fmla="*/ 289 w 66461"/>
                <a:gd name="connsiteY9" fmla="*/ 45272 h 49213"/>
                <a:gd name="connsiteX10" fmla="*/ 289 w 66461"/>
                <a:gd name="connsiteY10" fmla="*/ 49290 h 49213"/>
                <a:gd name="connsiteX11" fmla="*/ 14424 w 66461"/>
                <a:gd name="connsiteY11" fmla="*/ 48843 h 49213"/>
                <a:gd name="connsiteX12" fmla="*/ 28684 w 66461"/>
                <a:gd name="connsiteY12" fmla="*/ 49290 h 49213"/>
                <a:gd name="connsiteX13" fmla="*/ 28684 w 66461"/>
                <a:gd name="connsiteY13" fmla="*/ 45272 h 49213"/>
                <a:gd name="connsiteX14" fmla="*/ 19384 w 66461"/>
                <a:gd name="connsiteY14" fmla="*/ 40474 h 49213"/>
                <a:gd name="connsiteX15" fmla="*/ 19384 w 66461"/>
                <a:gd name="connsiteY15" fmla="*/ 20387 h 49213"/>
                <a:gd name="connsiteX16" fmla="*/ 37859 w 66461"/>
                <a:gd name="connsiteY16" fmla="*/ 3201 h 49213"/>
                <a:gd name="connsiteX17" fmla="*/ 47655 w 66461"/>
                <a:gd name="connsiteY17" fmla="*/ 15030 h 49213"/>
                <a:gd name="connsiteX18" fmla="*/ 47655 w 66461"/>
                <a:gd name="connsiteY18" fmla="*/ 40474 h 49213"/>
                <a:gd name="connsiteX19" fmla="*/ 38355 w 66461"/>
                <a:gd name="connsiteY19" fmla="*/ 45272 h 49213"/>
                <a:gd name="connsiteX20" fmla="*/ 38355 w 66461"/>
                <a:gd name="connsiteY20" fmla="*/ 49290 h 49213"/>
                <a:gd name="connsiteX21" fmla="*/ 52491 w 66461"/>
                <a:gd name="connsiteY21" fmla="*/ 48843 h 49213"/>
                <a:gd name="connsiteX22" fmla="*/ 66750 w 66461"/>
                <a:gd name="connsiteY22" fmla="*/ 49290 h 49213"/>
                <a:gd name="connsiteX23" fmla="*/ 66750 w 66461"/>
                <a:gd name="connsiteY23" fmla="*/ 45272 h 49213"/>
                <a:gd name="connsiteX24" fmla="*/ 57451 w 66461"/>
                <a:gd name="connsiteY24" fmla="*/ 40474 h 49213"/>
                <a:gd name="connsiteX25" fmla="*/ 57451 w 66461"/>
                <a:gd name="connsiteY25" fmla="*/ 15476 h 492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66461" h="49213">
                  <a:moveTo>
                    <a:pt x="57451" y="15476"/>
                  </a:moveTo>
                  <a:cubicBezTo>
                    <a:pt x="57451" y="5768"/>
                    <a:pt x="52119" y="76"/>
                    <a:pt x="38851" y="76"/>
                  </a:cubicBezTo>
                  <a:cubicBezTo>
                    <a:pt x="28684" y="76"/>
                    <a:pt x="22112" y="5098"/>
                    <a:pt x="18640" y="10901"/>
                  </a:cubicBezTo>
                  <a:lnTo>
                    <a:pt x="18516" y="10901"/>
                  </a:lnTo>
                  <a:lnTo>
                    <a:pt x="18516" y="76"/>
                  </a:lnTo>
                  <a:lnTo>
                    <a:pt x="289" y="1304"/>
                  </a:lnTo>
                  <a:lnTo>
                    <a:pt x="289" y="5321"/>
                  </a:lnTo>
                  <a:cubicBezTo>
                    <a:pt x="8597" y="5321"/>
                    <a:pt x="9589" y="6102"/>
                    <a:pt x="9589" y="11571"/>
                  </a:cubicBezTo>
                  <a:lnTo>
                    <a:pt x="9589" y="40474"/>
                  </a:lnTo>
                  <a:cubicBezTo>
                    <a:pt x="9589" y="45272"/>
                    <a:pt x="8349" y="45272"/>
                    <a:pt x="289" y="45272"/>
                  </a:cubicBezTo>
                  <a:lnTo>
                    <a:pt x="289" y="49290"/>
                  </a:lnTo>
                  <a:cubicBezTo>
                    <a:pt x="537" y="49290"/>
                    <a:pt x="9217" y="48843"/>
                    <a:pt x="14424" y="48843"/>
                  </a:cubicBezTo>
                  <a:cubicBezTo>
                    <a:pt x="19012" y="48843"/>
                    <a:pt x="27568" y="49178"/>
                    <a:pt x="28684" y="49290"/>
                  </a:cubicBezTo>
                  <a:lnTo>
                    <a:pt x="28684" y="45272"/>
                  </a:lnTo>
                  <a:cubicBezTo>
                    <a:pt x="20624" y="45272"/>
                    <a:pt x="19384" y="45272"/>
                    <a:pt x="19384" y="40474"/>
                  </a:cubicBezTo>
                  <a:lnTo>
                    <a:pt x="19384" y="20387"/>
                  </a:lnTo>
                  <a:cubicBezTo>
                    <a:pt x="19384" y="8669"/>
                    <a:pt x="29676" y="3201"/>
                    <a:pt x="37859" y="3201"/>
                  </a:cubicBezTo>
                  <a:cubicBezTo>
                    <a:pt x="46539" y="3201"/>
                    <a:pt x="47655" y="9339"/>
                    <a:pt x="47655" y="15030"/>
                  </a:cubicBezTo>
                  <a:lnTo>
                    <a:pt x="47655" y="40474"/>
                  </a:lnTo>
                  <a:cubicBezTo>
                    <a:pt x="47655" y="45272"/>
                    <a:pt x="46415" y="45272"/>
                    <a:pt x="38355" y="45272"/>
                  </a:cubicBezTo>
                  <a:lnTo>
                    <a:pt x="38355" y="49290"/>
                  </a:lnTo>
                  <a:cubicBezTo>
                    <a:pt x="38603" y="49290"/>
                    <a:pt x="47283" y="48843"/>
                    <a:pt x="52491" y="48843"/>
                  </a:cubicBezTo>
                  <a:cubicBezTo>
                    <a:pt x="57079" y="48843"/>
                    <a:pt x="65634" y="49178"/>
                    <a:pt x="66750" y="49290"/>
                  </a:cubicBezTo>
                  <a:lnTo>
                    <a:pt x="66750" y="45272"/>
                  </a:lnTo>
                  <a:cubicBezTo>
                    <a:pt x="58691" y="45272"/>
                    <a:pt x="57451" y="45272"/>
                    <a:pt x="57451" y="40474"/>
                  </a:cubicBezTo>
                  <a:lnTo>
                    <a:pt x="57451" y="15476"/>
                  </a:lnTo>
                  <a:close/>
                </a:path>
              </a:pathLst>
            </a:custGeom>
            <a:solidFill>
              <a:srgbClr val="000000"/>
            </a:solidFill>
            <a:ln w="1773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7" name="任意形状 36">
              <a:extLst>
                <a:ext uri="{FF2B5EF4-FFF2-40B4-BE49-F238E27FC236}">
                  <a16:creationId xmlns:a16="http://schemas.microsoft.com/office/drawing/2014/main" id="{A72CE4BD-55DD-6987-0642-981686BADC42}"/>
                </a:ext>
              </a:extLst>
            </p:cNvPr>
            <p:cNvSpPr/>
            <p:nvPr>
              <p:custDataLst>
                <p:tags r:id="rId172"/>
              </p:custDataLst>
            </p:nvPr>
          </p:nvSpPr>
          <p:spPr>
            <a:xfrm>
              <a:off x="7777659" y="3616099"/>
              <a:ext cx="62883" cy="159422"/>
            </a:xfrm>
            <a:custGeom>
              <a:avLst/>
              <a:gdLst>
                <a:gd name="connsiteX0" fmla="*/ 25801 w 62883"/>
                <a:gd name="connsiteY0" fmla="*/ 138294 h 159422"/>
                <a:gd name="connsiteX1" fmla="*/ 1888 w 62883"/>
                <a:gd name="connsiteY1" fmla="*/ 155990 h 159422"/>
                <a:gd name="connsiteX2" fmla="*/ 294 w 62883"/>
                <a:gd name="connsiteY2" fmla="*/ 157743 h 159422"/>
                <a:gd name="connsiteX3" fmla="*/ 3837 w 62883"/>
                <a:gd name="connsiteY3" fmla="*/ 159497 h 159422"/>
                <a:gd name="connsiteX4" fmla="*/ 37670 w 62883"/>
                <a:gd name="connsiteY4" fmla="*/ 139569 h 159422"/>
                <a:gd name="connsiteX5" fmla="*/ 37670 w 62883"/>
                <a:gd name="connsiteY5" fmla="*/ 103221 h 159422"/>
                <a:gd name="connsiteX6" fmla="*/ 44755 w 62883"/>
                <a:gd name="connsiteY6" fmla="*/ 86641 h 159422"/>
                <a:gd name="connsiteX7" fmla="*/ 61583 w 62883"/>
                <a:gd name="connsiteY7" fmla="*/ 81539 h 159422"/>
                <a:gd name="connsiteX8" fmla="*/ 63177 w 62883"/>
                <a:gd name="connsiteY8" fmla="*/ 79786 h 159422"/>
                <a:gd name="connsiteX9" fmla="*/ 60343 w 62883"/>
                <a:gd name="connsiteY9" fmla="*/ 78032 h 159422"/>
                <a:gd name="connsiteX10" fmla="*/ 38201 w 62883"/>
                <a:gd name="connsiteY10" fmla="*/ 63844 h 159422"/>
                <a:gd name="connsiteX11" fmla="*/ 37670 w 62883"/>
                <a:gd name="connsiteY11" fmla="*/ 56032 h 159422"/>
                <a:gd name="connsiteX12" fmla="*/ 37670 w 62883"/>
                <a:gd name="connsiteY12" fmla="*/ 24466 h 159422"/>
                <a:gd name="connsiteX13" fmla="*/ 29167 w 62883"/>
                <a:gd name="connsiteY13" fmla="*/ 6611 h 159422"/>
                <a:gd name="connsiteX14" fmla="*/ 3837 w 62883"/>
                <a:gd name="connsiteY14" fmla="*/ 75 h 159422"/>
                <a:gd name="connsiteX15" fmla="*/ 294 w 62883"/>
                <a:gd name="connsiteY15" fmla="*/ 1828 h 159422"/>
                <a:gd name="connsiteX16" fmla="*/ 3128 w 62883"/>
                <a:gd name="connsiteY16" fmla="*/ 3582 h 159422"/>
                <a:gd name="connsiteX17" fmla="*/ 25270 w 62883"/>
                <a:gd name="connsiteY17" fmla="*/ 17452 h 159422"/>
                <a:gd name="connsiteX18" fmla="*/ 25801 w 62883"/>
                <a:gd name="connsiteY18" fmla="*/ 24945 h 159422"/>
                <a:gd name="connsiteX19" fmla="*/ 25801 w 62883"/>
                <a:gd name="connsiteY19" fmla="*/ 58423 h 159422"/>
                <a:gd name="connsiteX20" fmla="*/ 32887 w 62883"/>
                <a:gd name="connsiteY20" fmla="*/ 73568 h 159422"/>
                <a:gd name="connsiteX21" fmla="*/ 46703 w 62883"/>
                <a:gd name="connsiteY21" fmla="*/ 79786 h 159422"/>
                <a:gd name="connsiteX22" fmla="*/ 25801 w 62883"/>
                <a:gd name="connsiteY22" fmla="*/ 100032 h 159422"/>
                <a:gd name="connsiteX23" fmla="*/ 25801 w 62883"/>
                <a:gd name="connsiteY23" fmla="*/ 138294 h 1594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62883" h="159422">
                  <a:moveTo>
                    <a:pt x="25801" y="138294"/>
                  </a:moveTo>
                  <a:cubicBezTo>
                    <a:pt x="25801" y="144671"/>
                    <a:pt x="21196" y="154874"/>
                    <a:pt x="1888" y="155990"/>
                  </a:cubicBezTo>
                  <a:cubicBezTo>
                    <a:pt x="1002" y="156149"/>
                    <a:pt x="294" y="156787"/>
                    <a:pt x="294" y="157743"/>
                  </a:cubicBezTo>
                  <a:cubicBezTo>
                    <a:pt x="294" y="159497"/>
                    <a:pt x="2242" y="159497"/>
                    <a:pt x="3837" y="159497"/>
                  </a:cubicBezTo>
                  <a:cubicBezTo>
                    <a:pt x="21019" y="159497"/>
                    <a:pt x="37492" y="151685"/>
                    <a:pt x="37670" y="139569"/>
                  </a:cubicBezTo>
                  <a:lnTo>
                    <a:pt x="37670" y="103221"/>
                  </a:lnTo>
                  <a:cubicBezTo>
                    <a:pt x="37670" y="97003"/>
                    <a:pt x="37670" y="91902"/>
                    <a:pt x="44755" y="86641"/>
                  </a:cubicBezTo>
                  <a:cubicBezTo>
                    <a:pt x="50955" y="82018"/>
                    <a:pt x="57686" y="81699"/>
                    <a:pt x="61583" y="81539"/>
                  </a:cubicBezTo>
                  <a:cubicBezTo>
                    <a:pt x="62469" y="81380"/>
                    <a:pt x="63177" y="80742"/>
                    <a:pt x="63177" y="79786"/>
                  </a:cubicBezTo>
                  <a:cubicBezTo>
                    <a:pt x="63177" y="78192"/>
                    <a:pt x="62114" y="78192"/>
                    <a:pt x="60343" y="78032"/>
                  </a:cubicBezTo>
                  <a:cubicBezTo>
                    <a:pt x="48652" y="77394"/>
                    <a:pt x="40149" y="71655"/>
                    <a:pt x="38201" y="63844"/>
                  </a:cubicBezTo>
                  <a:cubicBezTo>
                    <a:pt x="37670" y="62090"/>
                    <a:pt x="37670" y="61771"/>
                    <a:pt x="37670" y="56032"/>
                  </a:cubicBezTo>
                  <a:lnTo>
                    <a:pt x="37670" y="24466"/>
                  </a:lnTo>
                  <a:cubicBezTo>
                    <a:pt x="37670" y="17771"/>
                    <a:pt x="37670" y="12669"/>
                    <a:pt x="29167" y="6611"/>
                  </a:cubicBezTo>
                  <a:cubicBezTo>
                    <a:pt x="22082" y="1669"/>
                    <a:pt x="9859" y="75"/>
                    <a:pt x="3837" y="75"/>
                  </a:cubicBezTo>
                  <a:cubicBezTo>
                    <a:pt x="2242" y="75"/>
                    <a:pt x="294" y="75"/>
                    <a:pt x="294" y="1828"/>
                  </a:cubicBezTo>
                  <a:cubicBezTo>
                    <a:pt x="294" y="3423"/>
                    <a:pt x="1357" y="3423"/>
                    <a:pt x="3128" y="3582"/>
                  </a:cubicBezTo>
                  <a:cubicBezTo>
                    <a:pt x="14288" y="4220"/>
                    <a:pt x="22967" y="9321"/>
                    <a:pt x="25270" y="17452"/>
                  </a:cubicBezTo>
                  <a:cubicBezTo>
                    <a:pt x="25801" y="18887"/>
                    <a:pt x="25801" y="19205"/>
                    <a:pt x="25801" y="24945"/>
                  </a:cubicBezTo>
                  <a:lnTo>
                    <a:pt x="25801" y="58423"/>
                  </a:lnTo>
                  <a:cubicBezTo>
                    <a:pt x="25801" y="65757"/>
                    <a:pt x="27218" y="68467"/>
                    <a:pt x="32887" y="73568"/>
                  </a:cubicBezTo>
                  <a:cubicBezTo>
                    <a:pt x="36607" y="76916"/>
                    <a:pt x="41744" y="78510"/>
                    <a:pt x="46703" y="79786"/>
                  </a:cubicBezTo>
                  <a:cubicBezTo>
                    <a:pt x="32178" y="83453"/>
                    <a:pt x="25801" y="90786"/>
                    <a:pt x="25801" y="100032"/>
                  </a:cubicBezTo>
                  <a:lnTo>
                    <a:pt x="25801" y="138294"/>
                  </a:lnTo>
                  <a:close/>
                </a:path>
              </a:pathLst>
            </a:custGeom>
            <a:solidFill>
              <a:srgbClr val="000000"/>
            </a:solidFill>
            <a:ln w="1773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</p:grpSp>
      <p:sp>
        <p:nvSpPr>
          <p:cNvPr id="39" name="文本框 38">
            <a:extLst>
              <a:ext uri="{FF2B5EF4-FFF2-40B4-BE49-F238E27FC236}">
                <a16:creationId xmlns:a16="http://schemas.microsoft.com/office/drawing/2014/main" id="{1F915861-931E-A2BB-BB3F-33C38322BF4E}"/>
              </a:ext>
            </a:extLst>
          </p:cNvPr>
          <p:cNvSpPr txBox="1"/>
          <p:nvPr/>
        </p:nvSpPr>
        <p:spPr>
          <a:xfrm>
            <a:off x="6312939" y="2201147"/>
            <a:ext cx="263565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dirty="0"/>
              <a:t>Symmetric-supported edge set:</a:t>
            </a:r>
            <a:endParaRPr kumimoji="1" lang="zh-CN" altLang="en-US" sz="1400" dirty="0"/>
          </a:p>
        </p:txBody>
      </p:sp>
      <p:grpSp>
        <p:nvGrpSpPr>
          <p:cNvPr id="94" name="组合 93">
            <a:extLst>
              <a:ext uri="{FF2B5EF4-FFF2-40B4-BE49-F238E27FC236}">
                <a16:creationId xmlns:a16="http://schemas.microsoft.com/office/drawing/2014/main" id="{E2CF3A81-4733-C5FC-F096-6A751867AF2E}"/>
              </a:ext>
            </a:extLst>
          </p:cNvPr>
          <p:cNvGrpSpPr>
            <a:grpSpLocks noChangeAspect="1"/>
          </p:cNvGrpSpPr>
          <p:nvPr>
            <p:custDataLst>
              <p:tags r:id="rId5"/>
            </p:custDataLst>
          </p:nvPr>
        </p:nvGrpSpPr>
        <p:grpSpPr>
          <a:xfrm>
            <a:off x="6429014" y="2636981"/>
            <a:ext cx="2536826" cy="160094"/>
            <a:chOff x="5393695" y="3616099"/>
            <a:chExt cx="2536826" cy="160094"/>
          </a:xfrm>
        </p:grpSpPr>
        <p:sp>
          <p:nvSpPr>
            <p:cNvPr id="69" name="任意形状 68">
              <a:extLst>
                <a:ext uri="{FF2B5EF4-FFF2-40B4-BE49-F238E27FC236}">
                  <a16:creationId xmlns:a16="http://schemas.microsoft.com/office/drawing/2014/main" id="{EF7C0628-8E8C-291C-3CED-9A0B608F25C7}"/>
                </a:ext>
              </a:extLst>
            </p:cNvPr>
            <p:cNvSpPr/>
            <p:nvPr>
              <p:custDataLst>
                <p:tags r:id="rId123"/>
              </p:custDataLst>
            </p:nvPr>
          </p:nvSpPr>
          <p:spPr>
            <a:xfrm>
              <a:off x="5393695" y="3627259"/>
              <a:ext cx="127674" cy="108407"/>
            </a:xfrm>
            <a:custGeom>
              <a:avLst/>
              <a:gdLst>
                <a:gd name="connsiteX0" fmla="*/ 118024 w 127674"/>
                <a:gd name="connsiteY0" fmla="*/ 71336 h 108407"/>
                <a:gd name="connsiteX1" fmla="*/ 118903 w 127674"/>
                <a:gd name="connsiteY1" fmla="*/ 69105 h 108407"/>
                <a:gd name="connsiteX2" fmla="*/ 116792 w 127674"/>
                <a:gd name="connsiteY2" fmla="*/ 67351 h 108407"/>
                <a:gd name="connsiteX3" fmla="*/ 114505 w 127674"/>
                <a:gd name="connsiteY3" fmla="*/ 69264 h 108407"/>
                <a:gd name="connsiteX4" fmla="*/ 66481 w 127674"/>
                <a:gd name="connsiteY4" fmla="*/ 103540 h 108407"/>
                <a:gd name="connsiteX5" fmla="*/ 40797 w 127674"/>
                <a:gd name="connsiteY5" fmla="*/ 103540 h 108407"/>
                <a:gd name="connsiteX6" fmla="*/ 36927 w 127674"/>
                <a:gd name="connsiteY6" fmla="*/ 103380 h 108407"/>
                <a:gd name="connsiteX7" fmla="*/ 34640 w 127674"/>
                <a:gd name="connsiteY7" fmla="*/ 101786 h 108407"/>
                <a:gd name="connsiteX8" fmla="*/ 35520 w 127674"/>
                <a:gd name="connsiteY8" fmla="*/ 98119 h 108407"/>
                <a:gd name="connsiteX9" fmla="*/ 47482 w 127674"/>
                <a:gd name="connsiteY9" fmla="*/ 54597 h 108407"/>
                <a:gd name="connsiteX10" fmla="*/ 64898 w 127674"/>
                <a:gd name="connsiteY10" fmla="*/ 54597 h 108407"/>
                <a:gd name="connsiteX11" fmla="*/ 79850 w 127674"/>
                <a:gd name="connsiteY11" fmla="*/ 61931 h 108407"/>
                <a:gd name="connsiteX12" fmla="*/ 78619 w 127674"/>
                <a:gd name="connsiteY12" fmla="*/ 69742 h 108407"/>
                <a:gd name="connsiteX13" fmla="*/ 78091 w 127674"/>
                <a:gd name="connsiteY13" fmla="*/ 71496 h 108407"/>
                <a:gd name="connsiteX14" fmla="*/ 80378 w 127674"/>
                <a:gd name="connsiteY14" fmla="*/ 73249 h 108407"/>
                <a:gd name="connsiteX15" fmla="*/ 83017 w 127674"/>
                <a:gd name="connsiteY15" fmla="*/ 70061 h 108407"/>
                <a:gd name="connsiteX16" fmla="*/ 93044 w 127674"/>
                <a:gd name="connsiteY16" fmla="*/ 32756 h 108407"/>
                <a:gd name="connsiteX17" fmla="*/ 90933 w 127674"/>
                <a:gd name="connsiteY17" fmla="*/ 31003 h 108407"/>
                <a:gd name="connsiteX18" fmla="*/ 88470 w 127674"/>
                <a:gd name="connsiteY18" fmla="*/ 33872 h 108407"/>
                <a:gd name="connsiteX19" fmla="*/ 65425 w 127674"/>
                <a:gd name="connsiteY19" fmla="*/ 49655 h 108407"/>
                <a:gd name="connsiteX20" fmla="*/ 48889 w 127674"/>
                <a:gd name="connsiteY20" fmla="*/ 49655 h 108407"/>
                <a:gd name="connsiteX21" fmla="*/ 59444 w 127674"/>
                <a:gd name="connsiteY21" fmla="*/ 11234 h 108407"/>
                <a:gd name="connsiteX22" fmla="*/ 68944 w 127674"/>
                <a:gd name="connsiteY22" fmla="*/ 5017 h 108407"/>
                <a:gd name="connsiteX23" fmla="*/ 93748 w 127674"/>
                <a:gd name="connsiteY23" fmla="*/ 5017 h 108407"/>
                <a:gd name="connsiteX24" fmla="*/ 120486 w 127674"/>
                <a:gd name="connsiteY24" fmla="*/ 22713 h 108407"/>
                <a:gd name="connsiteX25" fmla="*/ 119783 w 127674"/>
                <a:gd name="connsiteY25" fmla="*/ 31162 h 108407"/>
                <a:gd name="connsiteX26" fmla="*/ 119607 w 127674"/>
                <a:gd name="connsiteY26" fmla="*/ 34032 h 108407"/>
                <a:gd name="connsiteX27" fmla="*/ 121718 w 127674"/>
                <a:gd name="connsiteY27" fmla="*/ 35945 h 108407"/>
                <a:gd name="connsiteX28" fmla="*/ 124181 w 127674"/>
                <a:gd name="connsiteY28" fmla="*/ 31959 h 108407"/>
                <a:gd name="connsiteX29" fmla="*/ 127699 w 127674"/>
                <a:gd name="connsiteY29" fmla="*/ 4379 h 108407"/>
                <a:gd name="connsiteX30" fmla="*/ 122949 w 127674"/>
                <a:gd name="connsiteY30" fmla="*/ 75 h 108407"/>
                <a:gd name="connsiteX31" fmla="*/ 34113 w 127674"/>
                <a:gd name="connsiteY31" fmla="*/ 75 h 108407"/>
                <a:gd name="connsiteX32" fmla="*/ 28835 w 127674"/>
                <a:gd name="connsiteY32" fmla="*/ 3263 h 108407"/>
                <a:gd name="connsiteX33" fmla="*/ 33761 w 127674"/>
                <a:gd name="connsiteY33" fmla="*/ 5017 h 108407"/>
                <a:gd name="connsiteX34" fmla="*/ 45195 w 127674"/>
                <a:gd name="connsiteY34" fmla="*/ 7886 h 108407"/>
                <a:gd name="connsiteX35" fmla="*/ 44316 w 127674"/>
                <a:gd name="connsiteY35" fmla="*/ 11713 h 108407"/>
                <a:gd name="connsiteX36" fmla="*/ 21095 w 127674"/>
                <a:gd name="connsiteY36" fmla="*/ 96047 h 108407"/>
                <a:gd name="connsiteX37" fmla="*/ 5087 w 127674"/>
                <a:gd name="connsiteY37" fmla="*/ 103540 h 108407"/>
                <a:gd name="connsiteX38" fmla="*/ 161 w 127674"/>
                <a:gd name="connsiteY38" fmla="*/ 106569 h 108407"/>
                <a:gd name="connsiteX39" fmla="*/ 5087 w 127674"/>
                <a:gd name="connsiteY39" fmla="*/ 108482 h 108407"/>
                <a:gd name="connsiteX40" fmla="*/ 96386 w 127674"/>
                <a:gd name="connsiteY40" fmla="*/ 108482 h 108407"/>
                <a:gd name="connsiteX41" fmla="*/ 101840 w 127674"/>
                <a:gd name="connsiteY41" fmla="*/ 105772 h 108407"/>
                <a:gd name="connsiteX42" fmla="*/ 118024 w 127674"/>
                <a:gd name="connsiteY42" fmla="*/ 71336 h 1084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</a:cxnLst>
              <a:rect l="l" t="t" r="r" b="b"/>
              <a:pathLst>
                <a:path w="127674" h="108407">
                  <a:moveTo>
                    <a:pt x="118024" y="71336"/>
                  </a:moveTo>
                  <a:cubicBezTo>
                    <a:pt x="118376" y="70539"/>
                    <a:pt x="118903" y="69423"/>
                    <a:pt x="118903" y="69105"/>
                  </a:cubicBezTo>
                  <a:cubicBezTo>
                    <a:pt x="118903" y="68945"/>
                    <a:pt x="118903" y="67351"/>
                    <a:pt x="116792" y="67351"/>
                  </a:cubicBezTo>
                  <a:cubicBezTo>
                    <a:pt x="115209" y="67351"/>
                    <a:pt x="114857" y="68307"/>
                    <a:pt x="114505" y="69264"/>
                  </a:cubicBezTo>
                  <a:cubicBezTo>
                    <a:pt x="103071" y="92858"/>
                    <a:pt x="96562" y="103540"/>
                    <a:pt x="66481" y="103540"/>
                  </a:cubicBezTo>
                  <a:lnTo>
                    <a:pt x="40797" y="103540"/>
                  </a:lnTo>
                  <a:cubicBezTo>
                    <a:pt x="38335" y="103540"/>
                    <a:pt x="37983" y="103540"/>
                    <a:pt x="36927" y="103380"/>
                  </a:cubicBezTo>
                  <a:cubicBezTo>
                    <a:pt x="35168" y="103221"/>
                    <a:pt x="34640" y="103061"/>
                    <a:pt x="34640" y="101786"/>
                  </a:cubicBezTo>
                  <a:cubicBezTo>
                    <a:pt x="34640" y="101308"/>
                    <a:pt x="34640" y="100989"/>
                    <a:pt x="35520" y="98119"/>
                  </a:cubicBezTo>
                  <a:lnTo>
                    <a:pt x="47482" y="54597"/>
                  </a:lnTo>
                  <a:lnTo>
                    <a:pt x="64898" y="54597"/>
                  </a:lnTo>
                  <a:cubicBezTo>
                    <a:pt x="79850" y="54597"/>
                    <a:pt x="79850" y="57945"/>
                    <a:pt x="79850" y="61931"/>
                  </a:cubicBezTo>
                  <a:cubicBezTo>
                    <a:pt x="79850" y="63046"/>
                    <a:pt x="79850" y="64960"/>
                    <a:pt x="78619" y="69742"/>
                  </a:cubicBezTo>
                  <a:cubicBezTo>
                    <a:pt x="78267" y="70539"/>
                    <a:pt x="78091" y="71018"/>
                    <a:pt x="78091" y="71496"/>
                  </a:cubicBezTo>
                  <a:cubicBezTo>
                    <a:pt x="78091" y="72293"/>
                    <a:pt x="78795" y="73249"/>
                    <a:pt x="80378" y="73249"/>
                  </a:cubicBezTo>
                  <a:cubicBezTo>
                    <a:pt x="81785" y="73249"/>
                    <a:pt x="82313" y="72452"/>
                    <a:pt x="83017" y="70061"/>
                  </a:cubicBezTo>
                  <a:lnTo>
                    <a:pt x="93044" y="32756"/>
                  </a:lnTo>
                  <a:cubicBezTo>
                    <a:pt x="93044" y="31800"/>
                    <a:pt x="92164" y="31003"/>
                    <a:pt x="90933" y="31003"/>
                  </a:cubicBezTo>
                  <a:cubicBezTo>
                    <a:pt x="89350" y="31003"/>
                    <a:pt x="88998" y="31959"/>
                    <a:pt x="88470" y="33872"/>
                  </a:cubicBezTo>
                  <a:cubicBezTo>
                    <a:pt x="84776" y="45988"/>
                    <a:pt x="81609" y="49655"/>
                    <a:pt x="65425" y="49655"/>
                  </a:cubicBezTo>
                  <a:lnTo>
                    <a:pt x="48889" y="49655"/>
                  </a:lnTo>
                  <a:lnTo>
                    <a:pt x="59444" y="11234"/>
                  </a:lnTo>
                  <a:cubicBezTo>
                    <a:pt x="61028" y="5654"/>
                    <a:pt x="61203" y="5017"/>
                    <a:pt x="68944" y="5017"/>
                  </a:cubicBezTo>
                  <a:lnTo>
                    <a:pt x="93748" y="5017"/>
                  </a:lnTo>
                  <a:cubicBezTo>
                    <a:pt x="115209" y="5017"/>
                    <a:pt x="120486" y="9640"/>
                    <a:pt x="120486" y="22713"/>
                  </a:cubicBezTo>
                  <a:cubicBezTo>
                    <a:pt x="120486" y="26539"/>
                    <a:pt x="120486" y="26858"/>
                    <a:pt x="119783" y="31162"/>
                  </a:cubicBezTo>
                  <a:cubicBezTo>
                    <a:pt x="119783" y="32119"/>
                    <a:pt x="119607" y="33235"/>
                    <a:pt x="119607" y="34032"/>
                  </a:cubicBezTo>
                  <a:cubicBezTo>
                    <a:pt x="119607" y="34829"/>
                    <a:pt x="120135" y="35945"/>
                    <a:pt x="121718" y="35945"/>
                  </a:cubicBezTo>
                  <a:cubicBezTo>
                    <a:pt x="123653" y="35945"/>
                    <a:pt x="123829" y="34988"/>
                    <a:pt x="124181" y="31959"/>
                  </a:cubicBezTo>
                  <a:lnTo>
                    <a:pt x="127699" y="4379"/>
                  </a:lnTo>
                  <a:cubicBezTo>
                    <a:pt x="128227" y="75"/>
                    <a:pt x="127347" y="75"/>
                    <a:pt x="122949" y="75"/>
                  </a:cubicBezTo>
                  <a:lnTo>
                    <a:pt x="34113" y="75"/>
                  </a:lnTo>
                  <a:cubicBezTo>
                    <a:pt x="30594" y="75"/>
                    <a:pt x="28835" y="75"/>
                    <a:pt x="28835" y="3263"/>
                  </a:cubicBezTo>
                  <a:cubicBezTo>
                    <a:pt x="28835" y="5017"/>
                    <a:pt x="30418" y="5017"/>
                    <a:pt x="33761" y="5017"/>
                  </a:cubicBezTo>
                  <a:cubicBezTo>
                    <a:pt x="40270" y="5017"/>
                    <a:pt x="45195" y="5017"/>
                    <a:pt x="45195" y="7886"/>
                  </a:cubicBezTo>
                  <a:cubicBezTo>
                    <a:pt x="45195" y="8524"/>
                    <a:pt x="45195" y="8843"/>
                    <a:pt x="44316" y="11713"/>
                  </a:cubicBezTo>
                  <a:lnTo>
                    <a:pt x="21095" y="96047"/>
                  </a:lnTo>
                  <a:cubicBezTo>
                    <a:pt x="19336" y="102264"/>
                    <a:pt x="18984" y="103540"/>
                    <a:pt x="5087" y="103540"/>
                  </a:cubicBezTo>
                  <a:cubicBezTo>
                    <a:pt x="2096" y="103540"/>
                    <a:pt x="161" y="103540"/>
                    <a:pt x="161" y="106569"/>
                  </a:cubicBezTo>
                  <a:cubicBezTo>
                    <a:pt x="161" y="108482"/>
                    <a:pt x="1744" y="108482"/>
                    <a:pt x="5087" y="108482"/>
                  </a:cubicBezTo>
                  <a:lnTo>
                    <a:pt x="96386" y="108482"/>
                  </a:lnTo>
                  <a:cubicBezTo>
                    <a:pt x="100432" y="108482"/>
                    <a:pt x="100608" y="108322"/>
                    <a:pt x="101840" y="105772"/>
                  </a:cubicBezTo>
                  <a:lnTo>
                    <a:pt x="118024" y="71336"/>
                  </a:lnTo>
                  <a:close/>
                </a:path>
              </a:pathLst>
            </a:custGeom>
            <a:solidFill>
              <a:srgbClr val="000000"/>
            </a:solidFill>
            <a:ln w="1760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70" name="任意形状 69">
              <a:extLst>
                <a:ext uri="{FF2B5EF4-FFF2-40B4-BE49-F238E27FC236}">
                  <a16:creationId xmlns:a16="http://schemas.microsoft.com/office/drawing/2014/main" id="{5AE6DED6-E6F0-3743-0BDD-07B9942CA4F0}"/>
                </a:ext>
              </a:extLst>
            </p:cNvPr>
            <p:cNvSpPr/>
            <p:nvPr>
              <p:custDataLst>
                <p:tags r:id="rId124"/>
              </p:custDataLst>
            </p:nvPr>
          </p:nvSpPr>
          <p:spPr>
            <a:xfrm>
              <a:off x="5532549" y="3620070"/>
              <a:ext cx="44576" cy="50887"/>
            </a:xfrm>
            <a:custGeom>
              <a:avLst/>
              <a:gdLst>
                <a:gd name="connsiteX0" fmla="*/ 41298 w 44576"/>
                <a:gd name="connsiteY0" fmla="*/ 2972 h 50887"/>
                <a:gd name="connsiteX1" fmla="*/ 39574 w 44576"/>
                <a:gd name="connsiteY1" fmla="*/ 71 h 50887"/>
                <a:gd name="connsiteX2" fmla="*/ 37111 w 44576"/>
                <a:gd name="connsiteY2" fmla="*/ 1410 h 50887"/>
                <a:gd name="connsiteX3" fmla="*/ 34895 w 44576"/>
                <a:gd name="connsiteY3" fmla="*/ 3084 h 50887"/>
                <a:gd name="connsiteX4" fmla="*/ 21965 w 44576"/>
                <a:gd name="connsiteY4" fmla="*/ 71 h 50887"/>
                <a:gd name="connsiteX5" fmla="*/ 169 w 44576"/>
                <a:gd name="connsiteY5" fmla="*/ 14020 h 50887"/>
                <a:gd name="connsiteX6" fmla="*/ 4848 w 44576"/>
                <a:gd name="connsiteY6" fmla="*/ 22724 h 50887"/>
                <a:gd name="connsiteX7" fmla="*/ 21842 w 44576"/>
                <a:gd name="connsiteY7" fmla="*/ 28304 h 50887"/>
                <a:gd name="connsiteX8" fmla="*/ 37973 w 44576"/>
                <a:gd name="connsiteY8" fmla="*/ 38348 h 50887"/>
                <a:gd name="connsiteX9" fmla="*/ 22827 w 44576"/>
                <a:gd name="connsiteY9" fmla="*/ 47833 h 50887"/>
                <a:gd name="connsiteX10" fmla="*/ 4479 w 44576"/>
                <a:gd name="connsiteY10" fmla="*/ 33214 h 50887"/>
                <a:gd name="connsiteX11" fmla="*/ 2263 w 44576"/>
                <a:gd name="connsiteY11" fmla="*/ 31317 h 50887"/>
                <a:gd name="connsiteX12" fmla="*/ 169 w 44576"/>
                <a:gd name="connsiteY12" fmla="*/ 34330 h 50887"/>
                <a:gd name="connsiteX13" fmla="*/ 169 w 44576"/>
                <a:gd name="connsiteY13" fmla="*/ 48057 h 50887"/>
                <a:gd name="connsiteX14" fmla="*/ 1893 w 44576"/>
                <a:gd name="connsiteY14" fmla="*/ 50958 h 50887"/>
                <a:gd name="connsiteX15" fmla="*/ 7804 w 44576"/>
                <a:gd name="connsiteY15" fmla="*/ 46160 h 50887"/>
                <a:gd name="connsiteX16" fmla="*/ 22827 w 44576"/>
                <a:gd name="connsiteY16" fmla="*/ 50958 h 50887"/>
                <a:gd name="connsiteX17" fmla="*/ 44746 w 44576"/>
                <a:gd name="connsiteY17" fmla="*/ 35223 h 50887"/>
                <a:gd name="connsiteX18" fmla="*/ 39451 w 44576"/>
                <a:gd name="connsiteY18" fmla="*/ 24956 h 50887"/>
                <a:gd name="connsiteX19" fmla="*/ 24797 w 44576"/>
                <a:gd name="connsiteY19" fmla="*/ 19488 h 50887"/>
                <a:gd name="connsiteX20" fmla="*/ 6942 w 44576"/>
                <a:gd name="connsiteY20" fmla="*/ 10672 h 50887"/>
                <a:gd name="connsiteX21" fmla="*/ 21965 w 44576"/>
                <a:gd name="connsiteY21" fmla="*/ 2749 h 50887"/>
                <a:gd name="connsiteX22" fmla="*/ 37111 w 44576"/>
                <a:gd name="connsiteY22" fmla="*/ 15024 h 50887"/>
                <a:gd name="connsiteX23" fmla="*/ 39205 w 44576"/>
                <a:gd name="connsiteY23" fmla="*/ 16252 h 50887"/>
                <a:gd name="connsiteX24" fmla="*/ 41298 w 44576"/>
                <a:gd name="connsiteY24" fmla="*/ 13350 h 50887"/>
                <a:gd name="connsiteX25" fmla="*/ 41298 w 44576"/>
                <a:gd name="connsiteY25" fmla="*/ 2972 h 508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44576" h="50887">
                  <a:moveTo>
                    <a:pt x="41298" y="2972"/>
                  </a:moveTo>
                  <a:cubicBezTo>
                    <a:pt x="41298" y="1075"/>
                    <a:pt x="41298" y="71"/>
                    <a:pt x="39574" y="71"/>
                  </a:cubicBezTo>
                  <a:cubicBezTo>
                    <a:pt x="38958" y="71"/>
                    <a:pt x="38712" y="71"/>
                    <a:pt x="37111" y="1410"/>
                  </a:cubicBezTo>
                  <a:cubicBezTo>
                    <a:pt x="36865" y="1521"/>
                    <a:pt x="35633" y="2526"/>
                    <a:pt x="34895" y="3084"/>
                  </a:cubicBezTo>
                  <a:cubicBezTo>
                    <a:pt x="31200" y="740"/>
                    <a:pt x="26521" y="71"/>
                    <a:pt x="21965" y="71"/>
                  </a:cubicBezTo>
                  <a:cubicBezTo>
                    <a:pt x="4356" y="71"/>
                    <a:pt x="169" y="8440"/>
                    <a:pt x="169" y="14020"/>
                  </a:cubicBezTo>
                  <a:cubicBezTo>
                    <a:pt x="169" y="17591"/>
                    <a:pt x="1893" y="20493"/>
                    <a:pt x="4848" y="22724"/>
                  </a:cubicBezTo>
                  <a:cubicBezTo>
                    <a:pt x="9528" y="26407"/>
                    <a:pt x="14207" y="27188"/>
                    <a:pt x="21842" y="28304"/>
                  </a:cubicBezTo>
                  <a:cubicBezTo>
                    <a:pt x="27999" y="29309"/>
                    <a:pt x="37973" y="30871"/>
                    <a:pt x="37973" y="38348"/>
                  </a:cubicBezTo>
                  <a:cubicBezTo>
                    <a:pt x="37973" y="42700"/>
                    <a:pt x="34648" y="47833"/>
                    <a:pt x="22827" y="47833"/>
                  </a:cubicBezTo>
                  <a:cubicBezTo>
                    <a:pt x="11005" y="47833"/>
                    <a:pt x="6696" y="40803"/>
                    <a:pt x="4479" y="33214"/>
                  </a:cubicBezTo>
                  <a:cubicBezTo>
                    <a:pt x="4110" y="31764"/>
                    <a:pt x="3986" y="31317"/>
                    <a:pt x="2263" y="31317"/>
                  </a:cubicBezTo>
                  <a:cubicBezTo>
                    <a:pt x="169" y="31317"/>
                    <a:pt x="169" y="32099"/>
                    <a:pt x="169" y="34330"/>
                  </a:cubicBezTo>
                  <a:lnTo>
                    <a:pt x="169" y="48057"/>
                  </a:lnTo>
                  <a:cubicBezTo>
                    <a:pt x="169" y="49954"/>
                    <a:pt x="169" y="50958"/>
                    <a:pt x="1893" y="50958"/>
                  </a:cubicBezTo>
                  <a:cubicBezTo>
                    <a:pt x="3001" y="50958"/>
                    <a:pt x="5341" y="48615"/>
                    <a:pt x="7804" y="46160"/>
                  </a:cubicBezTo>
                  <a:cubicBezTo>
                    <a:pt x="13222" y="50735"/>
                    <a:pt x="19872" y="50958"/>
                    <a:pt x="22827" y="50958"/>
                  </a:cubicBezTo>
                  <a:cubicBezTo>
                    <a:pt x="38835" y="50958"/>
                    <a:pt x="44746" y="43146"/>
                    <a:pt x="44746" y="35223"/>
                  </a:cubicBezTo>
                  <a:cubicBezTo>
                    <a:pt x="44746" y="30983"/>
                    <a:pt x="42652" y="27635"/>
                    <a:pt x="39451" y="24956"/>
                  </a:cubicBezTo>
                  <a:cubicBezTo>
                    <a:pt x="34771" y="21051"/>
                    <a:pt x="29107" y="20158"/>
                    <a:pt x="24797" y="19488"/>
                  </a:cubicBezTo>
                  <a:cubicBezTo>
                    <a:pt x="14946" y="17926"/>
                    <a:pt x="6942" y="16587"/>
                    <a:pt x="6942" y="10672"/>
                  </a:cubicBezTo>
                  <a:cubicBezTo>
                    <a:pt x="6942" y="7101"/>
                    <a:pt x="10267" y="2749"/>
                    <a:pt x="21965" y="2749"/>
                  </a:cubicBezTo>
                  <a:cubicBezTo>
                    <a:pt x="36249" y="2749"/>
                    <a:pt x="36865" y="11788"/>
                    <a:pt x="37111" y="15024"/>
                  </a:cubicBezTo>
                  <a:cubicBezTo>
                    <a:pt x="37234" y="16252"/>
                    <a:pt x="38712" y="16252"/>
                    <a:pt x="39205" y="16252"/>
                  </a:cubicBezTo>
                  <a:cubicBezTo>
                    <a:pt x="41298" y="16252"/>
                    <a:pt x="41298" y="15471"/>
                    <a:pt x="41298" y="13350"/>
                  </a:cubicBezTo>
                  <a:lnTo>
                    <a:pt x="41298" y="2972"/>
                  </a:lnTo>
                  <a:close/>
                </a:path>
              </a:pathLst>
            </a:custGeom>
            <a:solidFill>
              <a:srgbClr val="000000"/>
            </a:solidFill>
            <a:ln w="1760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71" name="任意形状 70">
              <a:extLst>
                <a:ext uri="{FF2B5EF4-FFF2-40B4-BE49-F238E27FC236}">
                  <a16:creationId xmlns:a16="http://schemas.microsoft.com/office/drawing/2014/main" id="{87B4463C-6AAA-8DD5-0B49-0DFE678C8222}"/>
                </a:ext>
              </a:extLst>
            </p:cNvPr>
            <p:cNvSpPr/>
            <p:nvPr>
              <p:custDataLst>
                <p:tags r:id="rId125"/>
              </p:custDataLst>
            </p:nvPr>
          </p:nvSpPr>
          <p:spPr>
            <a:xfrm>
              <a:off x="5586433" y="3621744"/>
              <a:ext cx="66249" cy="70863"/>
            </a:xfrm>
            <a:custGeom>
              <a:avLst/>
              <a:gdLst>
                <a:gd name="connsiteX0" fmla="*/ 54723 w 66249"/>
                <a:gd name="connsiteY0" fmla="*/ 11007 h 70863"/>
                <a:gd name="connsiteX1" fmla="*/ 66422 w 66249"/>
                <a:gd name="connsiteY1" fmla="*/ 4088 h 70863"/>
                <a:gd name="connsiteX2" fmla="*/ 66422 w 66249"/>
                <a:gd name="connsiteY2" fmla="*/ 71 h 70863"/>
                <a:gd name="connsiteX3" fmla="*/ 57063 w 66249"/>
                <a:gd name="connsiteY3" fmla="*/ 517 h 70863"/>
                <a:gd name="connsiteX4" fmla="*/ 45857 w 66249"/>
                <a:gd name="connsiteY4" fmla="*/ 71 h 70863"/>
                <a:gd name="connsiteX5" fmla="*/ 45857 w 66249"/>
                <a:gd name="connsiteY5" fmla="*/ 4088 h 70863"/>
                <a:gd name="connsiteX6" fmla="*/ 50906 w 66249"/>
                <a:gd name="connsiteY6" fmla="*/ 8329 h 70863"/>
                <a:gd name="connsiteX7" fmla="*/ 49798 w 66249"/>
                <a:gd name="connsiteY7" fmla="*/ 11788 h 70863"/>
                <a:gd name="connsiteX8" fmla="*/ 36129 w 66249"/>
                <a:gd name="connsiteY8" fmla="*/ 38236 h 70863"/>
                <a:gd name="connsiteX9" fmla="*/ 20983 w 66249"/>
                <a:gd name="connsiteY9" fmla="*/ 8775 h 70863"/>
                <a:gd name="connsiteX10" fmla="*/ 20244 w 66249"/>
                <a:gd name="connsiteY10" fmla="*/ 6655 h 70863"/>
                <a:gd name="connsiteX11" fmla="*/ 26524 w 66249"/>
                <a:gd name="connsiteY11" fmla="*/ 4088 h 70863"/>
                <a:gd name="connsiteX12" fmla="*/ 26524 w 66249"/>
                <a:gd name="connsiteY12" fmla="*/ 71 h 70863"/>
                <a:gd name="connsiteX13" fmla="*/ 12363 w 66249"/>
                <a:gd name="connsiteY13" fmla="*/ 517 h 70863"/>
                <a:gd name="connsiteX14" fmla="*/ 295 w 66249"/>
                <a:gd name="connsiteY14" fmla="*/ 71 h 70863"/>
                <a:gd name="connsiteX15" fmla="*/ 295 w 66249"/>
                <a:gd name="connsiteY15" fmla="*/ 4088 h 70863"/>
                <a:gd name="connsiteX16" fmla="*/ 10393 w 66249"/>
                <a:gd name="connsiteY16" fmla="*/ 7994 h 70863"/>
                <a:gd name="connsiteX17" fmla="*/ 31080 w 66249"/>
                <a:gd name="connsiteY17" fmla="*/ 48168 h 70863"/>
                <a:gd name="connsiteX18" fmla="*/ 27633 w 66249"/>
                <a:gd name="connsiteY18" fmla="*/ 54752 h 70863"/>
                <a:gd name="connsiteX19" fmla="*/ 12609 w 66249"/>
                <a:gd name="connsiteY19" fmla="*/ 67809 h 70863"/>
                <a:gd name="connsiteX20" fmla="*/ 7314 w 66249"/>
                <a:gd name="connsiteY20" fmla="*/ 66470 h 70863"/>
                <a:gd name="connsiteX21" fmla="*/ 10885 w 66249"/>
                <a:gd name="connsiteY21" fmla="*/ 61671 h 70863"/>
                <a:gd name="connsiteX22" fmla="*/ 5590 w 66249"/>
                <a:gd name="connsiteY22" fmla="*/ 56873 h 70863"/>
                <a:gd name="connsiteX23" fmla="*/ 172 w 66249"/>
                <a:gd name="connsiteY23" fmla="*/ 61783 h 70863"/>
                <a:gd name="connsiteX24" fmla="*/ 12609 w 66249"/>
                <a:gd name="connsiteY24" fmla="*/ 70934 h 70863"/>
                <a:gd name="connsiteX25" fmla="*/ 30834 w 66249"/>
                <a:gd name="connsiteY25" fmla="*/ 57654 h 70863"/>
                <a:gd name="connsiteX26" fmla="*/ 54723 w 66249"/>
                <a:gd name="connsiteY26" fmla="*/ 11007 h 708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66249" h="70863">
                  <a:moveTo>
                    <a:pt x="54723" y="11007"/>
                  </a:moveTo>
                  <a:cubicBezTo>
                    <a:pt x="58171" y="4200"/>
                    <a:pt x="64451" y="4088"/>
                    <a:pt x="66422" y="4088"/>
                  </a:cubicBezTo>
                  <a:lnTo>
                    <a:pt x="66422" y="71"/>
                  </a:lnTo>
                  <a:cubicBezTo>
                    <a:pt x="62974" y="294"/>
                    <a:pt x="60634" y="517"/>
                    <a:pt x="57063" y="517"/>
                  </a:cubicBezTo>
                  <a:cubicBezTo>
                    <a:pt x="53738" y="517"/>
                    <a:pt x="49182" y="405"/>
                    <a:pt x="45857" y="71"/>
                  </a:cubicBezTo>
                  <a:lnTo>
                    <a:pt x="45857" y="4088"/>
                  </a:lnTo>
                  <a:cubicBezTo>
                    <a:pt x="49921" y="4311"/>
                    <a:pt x="50906" y="6543"/>
                    <a:pt x="50906" y="8329"/>
                  </a:cubicBezTo>
                  <a:cubicBezTo>
                    <a:pt x="50906" y="9668"/>
                    <a:pt x="50290" y="10672"/>
                    <a:pt x="49798" y="11788"/>
                  </a:cubicBezTo>
                  <a:lnTo>
                    <a:pt x="36129" y="38236"/>
                  </a:lnTo>
                  <a:lnTo>
                    <a:pt x="20983" y="8775"/>
                  </a:lnTo>
                  <a:cubicBezTo>
                    <a:pt x="20614" y="8105"/>
                    <a:pt x="20244" y="7436"/>
                    <a:pt x="20244" y="6655"/>
                  </a:cubicBezTo>
                  <a:cubicBezTo>
                    <a:pt x="20244" y="4088"/>
                    <a:pt x="24431" y="4088"/>
                    <a:pt x="26524" y="4088"/>
                  </a:cubicBezTo>
                  <a:lnTo>
                    <a:pt x="26524" y="71"/>
                  </a:lnTo>
                  <a:cubicBezTo>
                    <a:pt x="24677" y="182"/>
                    <a:pt x="15811" y="517"/>
                    <a:pt x="12363" y="517"/>
                  </a:cubicBezTo>
                  <a:cubicBezTo>
                    <a:pt x="8669" y="517"/>
                    <a:pt x="3867" y="405"/>
                    <a:pt x="295" y="71"/>
                  </a:cubicBezTo>
                  <a:lnTo>
                    <a:pt x="295" y="4088"/>
                  </a:lnTo>
                  <a:cubicBezTo>
                    <a:pt x="7191" y="4088"/>
                    <a:pt x="8546" y="4423"/>
                    <a:pt x="10393" y="7994"/>
                  </a:cubicBezTo>
                  <a:lnTo>
                    <a:pt x="31080" y="48168"/>
                  </a:lnTo>
                  <a:cubicBezTo>
                    <a:pt x="29972" y="50400"/>
                    <a:pt x="28741" y="52521"/>
                    <a:pt x="27633" y="54752"/>
                  </a:cubicBezTo>
                  <a:cubicBezTo>
                    <a:pt x="24923" y="60109"/>
                    <a:pt x="20983" y="67809"/>
                    <a:pt x="12609" y="67809"/>
                  </a:cubicBezTo>
                  <a:cubicBezTo>
                    <a:pt x="9531" y="67809"/>
                    <a:pt x="8546" y="67251"/>
                    <a:pt x="7314" y="66470"/>
                  </a:cubicBezTo>
                  <a:cubicBezTo>
                    <a:pt x="7438" y="66470"/>
                    <a:pt x="10885" y="65354"/>
                    <a:pt x="10885" y="61671"/>
                  </a:cubicBezTo>
                  <a:cubicBezTo>
                    <a:pt x="10885" y="58881"/>
                    <a:pt x="8669" y="56873"/>
                    <a:pt x="5590" y="56873"/>
                  </a:cubicBezTo>
                  <a:cubicBezTo>
                    <a:pt x="2389" y="56873"/>
                    <a:pt x="172" y="58881"/>
                    <a:pt x="172" y="61783"/>
                  </a:cubicBezTo>
                  <a:cubicBezTo>
                    <a:pt x="172" y="67028"/>
                    <a:pt x="5960" y="70934"/>
                    <a:pt x="12609" y="70934"/>
                  </a:cubicBezTo>
                  <a:cubicBezTo>
                    <a:pt x="23076" y="70934"/>
                    <a:pt x="29110" y="61002"/>
                    <a:pt x="30834" y="57654"/>
                  </a:cubicBezTo>
                  <a:lnTo>
                    <a:pt x="54723" y="11007"/>
                  </a:lnTo>
                  <a:close/>
                </a:path>
              </a:pathLst>
            </a:custGeom>
            <a:solidFill>
              <a:srgbClr val="000000"/>
            </a:solidFill>
            <a:ln w="1760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72" name="任意形状 71">
              <a:extLst>
                <a:ext uri="{FF2B5EF4-FFF2-40B4-BE49-F238E27FC236}">
                  <a16:creationId xmlns:a16="http://schemas.microsoft.com/office/drawing/2014/main" id="{3E4448BB-C9E2-F941-DA8F-05A34081B7AD}"/>
                </a:ext>
              </a:extLst>
            </p:cNvPr>
            <p:cNvSpPr/>
            <p:nvPr>
              <p:custDataLst>
                <p:tags r:id="rId126"/>
              </p:custDataLst>
            </p:nvPr>
          </p:nvSpPr>
          <p:spPr>
            <a:xfrm>
              <a:off x="5663297" y="3620628"/>
              <a:ext cx="103806" cy="49213"/>
            </a:xfrm>
            <a:custGeom>
              <a:avLst/>
              <a:gdLst>
                <a:gd name="connsiteX0" fmla="*/ 94748 w 103806"/>
                <a:gd name="connsiteY0" fmla="*/ 15471 h 49213"/>
                <a:gd name="connsiteX1" fmla="*/ 76277 w 103806"/>
                <a:gd name="connsiteY1" fmla="*/ 71 h 49213"/>
                <a:gd name="connsiteX2" fmla="*/ 56575 w 103806"/>
                <a:gd name="connsiteY2" fmla="*/ 10449 h 49213"/>
                <a:gd name="connsiteX3" fmla="*/ 38473 w 103806"/>
                <a:gd name="connsiteY3" fmla="*/ 71 h 49213"/>
                <a:gd name="connsiteX4" fmla="*/ 18401 w 103806"/>
                <a:gd name="connsiteY4" fmla="*/ 10895 h 49213"/>
                <a:gd name="connsiteX5" fmla="*/ 18278 w 103806"/>
                <a:gd name="connsiteY5" fmla="*/ 10895 h 49213"/>
                <a:gd name="connsiteX6" fmla="*/ 18278 w 103806"/>
                <a:gd name="connsiteY6" fmla="*/ 71 h 49213"/>
                <a:gd name="connsiteX7" fmla="*/ 177 w 103806"/>
                <a:gd name="connsiteY7" fmla="*/ 1298 h 49213"/>
                <a:gd name="connsiteX8" fmla="*/ 177 w 103806"/>
                <a:gd name="connsiteY8" fmla="*/ 5316 h 49213"/>
                <a:gd name="connsiteX9" fmla="*/ 9412 w 103806"/>
                <a:gd name="connsiteY9" fmla="*/ 11565 h 49213"/>
                <a:gd name="connsiteX10" fmla="*/ 9412 w 103806"/>
                <a:gd name="connsiteY10" fmla="*/ 40468 h 49213"/>
                <a:gd name="connsiteX11" fmla="*/ 177 w 103806"/>
                <a:gd name="connsiteY11" fmla="*/ 45267 h 49213"/>
                <a:gd name="connsiteX12" fmla="*/ 177 w 103806"/>
                <a:gd name="connsiteY12" fmla="*/ 49284 h 49213"/>
                <a:gd name="connsiteX13" fmla="*/ 14214 w 103806"/>
                <a:gd name="connsiteY13" fmla="*/ 48838 h 49213"/>
                <a:gd name="connsiteX14" fmla="*/ 28376 w 103806"/>
                <a:gd name="connsiteY14" fmla="*/ 49284 h 49213"/>
                <a:gd name="connsiteX15" fmla="*/ 28376 w 103806"/>
                <a:gd name="connsiteY15" fmla="*/ 45267 h 49213"/>
                <a:gd name="connsiteX16" fmla="*/ 19140 w 103806"/>
                <a:gd name="connsiteY16" fmla="*/ 40468 h 49213"/>
                <a:gd name="connsiteX17" fmla="*/ 19140 w 103806"/>
                <a:gd name="connsiteY17" fmla="*/ 20381 h 49213"/>
                <a:gd name="connsiteX18" fmla="*/ 37488 w 103806"/>
                <a:gd name="connsiteY18" fmla="*/ 3195 h 49213"/>
                <a:gd name="connsiteX19" fmla="*/ 47216 w 103806"/>
                <a:gd name="connsiteY19" fmla="*/ 15024 h 49213"/>
                <a:gd name="connsiteX20" fmla="*/ 47216 w 103806"/>
                <a:gd name="connsiteY20" fmla="*/ 40468 h 49213"/>
                <a:gd name="connsiteX21" fmla="*/ 37980 w 103806"/>
                <a:gd name="connsiteY21" fmla="*/ 45267 h 49213"/>
                <a:gd name="connsiteX22" fmla="*/ 37980 w 103806"/>
                <a:gd name="connsiteY22" fmla="*/ 49284 h 49213"/>
                <a:gd name="connsiteX23" fmla="*/ 52018 w 103806"/>
                <a:gd name="connsiteY23" fmla="*/ 48838 h 49213"/>
                <a:gd name="connsiteX24" fmla="*/ 66179 w 103806"/>
                <a:gd name="connsiteY24" fmla="*/ 49284 h 49213"/>
                <a:gd name="connsiteX25" fmla="*/ 66179 w 103806"/>
                <a:gd name="connsiteY25" fmla="*/ 45267 h 49213"/>
                <a:gd name="connsiteX26" fmla="*/ 56944 w 103806"/>
                <a:gd name="connsiteY26" fmla="*/ 40468 h 49213"/>
                <a:gd name="connsiteX27" fmla="*/ 56944 w 103806"/>
                <a:gd name="connsiteY27" fmla="*/ 20381 h 49213"/>
                <a:gd name="connsiteX28" fmla="*/ 75292 w 103806"/>
                <a:gd name="connsiteY28" fmla="*/ 3195 h 49213"/>
                <a:gd name="connsiteX29" fmla="*/ 85020 w 103806"/>
                <a:gd name="connsiteY29" fmla="*/ 15024 h 49213"/>
                <a:gd name="connsiteX30" fmla="*/ 85020 w 103806"/>
                <a:gd name="connsiteY30" fmla="*/ 40468 h 49213"/>
                <a:gd name="connsiteX31" fmla="*/ 75784 w 103806"/>
                <a:gd name="connsiteY31" fmla="*/ 45267 h 49213"/>
                <a:gd name="connsiteX32" fmla="*/ 75784 w 103806"/>
                <a:gd name="connsiteY32" fmla="*/ 49284 h 49213"/>
                <a:gd name="connsiteX33" fmla="*/ 89822 w 103806"/>
                <a:gd name="connsiteY33" fmla="*/ 48838 h 49213"/>
                <a:gd name="connsiteX34" fmla="*/ 103983 w 103806"/>
                <a:gd name="connsiteY34" fmla="*/ 49284 h 49213"/>
                <a:gd name="connsiteX35" fmla="*/ 103983 w 103806"/>
                <a:gd name="connsiteY35" fmla="*/ 45267 h 49213"/>
                <a:gd name="connsiteX36" fmla="*/ 94748 w 103806"/>
                <a:gd name="connsiteY36" fmla="*/ 40468 h 49213"/>
                <a:gd name="connsiteX37" fmla="*/ 94748 w 103806"/>
                <a:gd name="connsiteY37" fmla="*/ 15471 h 492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103806" h="49213">
                  <a:moveTo>
                    <a:pt x="94748" y="15471"/>
                  </a:moveTo>
                  <a:cubicBezTo>
                    <a:pt x="94748" y="5762"/>
                    <a:pt x="89453" y="71"/>
                    <a:pt x="76277" y="71"/>
                  </a:cubicBezTo>
                  <a:cubicBezTo>
                    <a:pt x="66549" y="71"/>
                    <a:pt x="59899" y="4869"/>
                    <a:pt x="56575" y="10449"/>
                  </a:cubicBezTo>
                  <a:cubicBezTo>
                    <a:pt x="54112" y="2526"/>
                    <a:pt x="47462" y="71"/>
                    <a:pt x="38473" y="71"/>
                  </a:cubicBezTo>
                  <a:cubicBezTo>
                    <a:pt x="28376" y="71"/>
                    <a:pt x="21849" y="5092"/>
                    <a:pt x="18401" y="10895"/>
                  </a:cubicBezTo>
                  <a:lnTo>
                    <a:pt x="18278" y="10895"/>
                  </a:lnTo>
                  <a:lnTo>
                    <a:pt x="18278" y="71"/>
                  </a:lnTo>
                  <a:lnTo>
                    <a:pt x="177" y="1298"/>
                  </a:lnTo>
                  <a:lnTo>
                    <a:pt x="177" y="5316"/>
                  </a:lnTo>
                  <a:cubicBezTo>
                    <a:pt x="8427" y="5316"/>
                    <a:pt x="9412" y="6097"/>
                    <a:pt x="9412" y="11565"/>
                  </a:cubicBezTo>
                  <a:lnTo>
                    <a:pt x="9412" y="40468"/>
                  </a:lnTo>
                  <a:cubicBezTo>
                    <a:pt x="9412" y="45267"/>
                    <a:pt x="8181" y="45267"/>
                    <a:pt x="177" y="45267"/>
                  </a:cubicBezTo>
                  <a:lnTo>
                    <a:pt x="177" y="49284"/>
                  </a:lnTo>
                  <a:cubicBezTo>
                    <a:pt x="423" y="49284"/>
                    <a:pt x="9043" y="48838"/>
                    <a:pt x="14214" y="48838"/>
                  </a:cubicBezTo>
                  <a:cubicBezTo>
                    <a:pt x="18771" y="48838"/>
                    <a:pt x="27267" y="49173"/>
                    <a:pt x="28376" y="49284"/>
                  </a:cubicBezTo>
                  <a:lnTo>
                    <a:pt x="28376" y="45267"/>
                  </a:lnTo>
                  <a:cubicBezTo>
                    <a:pt x="20371" y="45267"/>
                    <a:pt x="19140" y="45267"/>
                    <a:pt x="19140" y="40468"/>
                  </a:cubicBezTo>
                  <a:lnTo>
                    <a:pt x="19140" y="20381"/>
                  </a:lnTo>
                  <a:cubicBezTo>
                    <a:pt x="19140" y="8663"/>
                    <a:pt x="29361" y="3195"/>
                    <a:pt x="37488" y="3195"/>
                  </a:cubicBezTo>
                  <a:cubicBezTo>
                    <a:pt x="46108" y="3195"/>
                    <a:pt x="47216" y="9333"/>
                    <a:pt x="47216" y="15024"/>
                  </a:cubicBezTo>
                  <a:lnTo>
                    <a:pt x="47216" y="40468"/>
                  </a:lnTo>
                  <a:cubicBezTo>
                    <a:pt x="47216" y="45267"/>
                    <a:pt x="45985" y="45267"/>
                    <a:pt x="37980" y="45267"/>
                  </a:cubicBezTo>
                  <a:lnTo>
                    <a:pt x="37980" y="49284"/>
                  </a:lnTo>
                  <a:cubicBezTo>
                    <a:pt x="38227" y="49284"/>
                    <a:pt x="46847" y="48838"/>
                    <a:pt x="52018" y="48838"/>
                  </a:cubicBezTo>
                  <a:cubicBezTo>
                    <a:pt x="56575" y="48838"/>
                    <a:pt x="65071" y="49173"/>
                    <a:pt x="66179" y="49284"/>
                  </a:cubicBezTo>
                  <a:lnTo>
                    <a:pt x="66179" y="45267"/>
                  </a:lnTo>
                  <a:cubicBezTo>
                    <a:pt x="58175" y="45267"/>
                    <a:pt x="56944" y="45267"/>
                    <a:pt x="56944" y="40468"/>
                  </a:cubicBezTo>
                  <a:lnTo>
                    <a:pt x="56944" y="20381"/>
                  </a:lnTo>
                  <a:cubicBezTo>
                    <a:pt x="56944" y="8663"/>
                    <a:pt x="67165" y="3195"/>
                    <a:pt x="75292" y="3195"/>
                  </a:cubicBezTo>
                  <a:cubicBezTo>
                    <a:pt x="83912" y="3195"/>
                    <a:pt x="85020" y="9333"/>
                    <a:pt x="85020" y="15024"/>
                  </a:cubicBezTo>
                  <a:lnTo>
                    <a:pt x="85020" y="40468"/>
                  </a:lnTo>
                  <a:cubicBezTo>
                    <a:pt x="85020" y="45267"/>
                    <a:pt x="83788" y="45267"/>
                    <a:pt x="75784" y="45267"/>
                  </a:cubicBezTo>
                  <a:lnTo>
                    <a:pt x="75784" y="49284"/>
                  </a:lnTo>
                  <a:cubicBezTo>
                    <a:pt x="76031" y="49284"/>
                    <a:pt x="84650" y="48838"/>
                    <a:pt x="89822" y="48838"/>
                  </a:cubicBezTo>
                  <a:cubicBezTo>
                    <a:pt x="94379" y="48838"/>
                    <a:pt x="102875" y="49173"/>
                    <a:pt x="103983" y="49284"/>
                  </a:cubicBezTo>
                  <a:lnTo>
                    <a:pt x="103983" y="45267"/>
                  </a:lnTo>
                  <a:cubicBezTo>
                    <a:pt x="95979" y="45267"/>
                    <a:pt x="94748" y="45267"/>
                    <a:pt x="94748" y="40468"/>
                  </a:cubicBezTo>
                  <a:lnTo>
                    <a:pt x="94748" y="15471"/>
                  </a:lnTo>
                  <a:close/>
                </a:path>
              </a:pathLst>
            </a:custGeom>
            <a:solidFill>
              <a:srgbClr val="000000"/>
            </a:solidFill>
            <a:ln w="1760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73" name="任意形状 72">
              <a:extLst>
                <a:ext uri="{FF2B5EF4-FFF2-40B4-BE49-F238E27FC236}">
                  <a16:creationId xmlns:a16="http://schemas.microsoft.com/office/drawing/2014/main" id="{02571FE1-9C76-C15F-6A53-64FC524D46C9}"/>
                </a:ext>
              </a:extLst>
            </p:cNvPr>
            <p:cNvSpPr/>
            <p:nvPr>
              <p:custDataLst>
                <p:tags r:id="rId127"/>
              </p:custDataLst>
            </p:nvPr>
          </p:nvSpPr>
          <p:spPr>
            <a:xfrm>
              <a:off x="5522656" y="3725864"/>
              <a:ext cx="57260" cy="50329"/>
            </a:xfrm>
            <a:custGeom>
              <a:avLst/>
              <a:gdLst>
                <a:gd name="connsiteX0" fmla="*/ 23319 w 57260"/>
                <a:gd name="connsiteY0" fmla="*/ 26749 h 50329"/>
                <a:gd name="connsiteX1" fmla="*/ 26521 w 57260"/>
                <a:gd name="connsiteY1" fmla="*/ 15477 h 50329"/>
                <a:gd name="connsiteX2" fmla="*/ 34278 w 57260"/>
                <a:gd name="connsiteY2" fmla="*/ 6327 h 50329"/>
                <a:gd name="connsiteX3" fmla="*/ 44253 w 57260"/>
                <a:gd name="connsiteY3" fmla="*/ 3202 h 50329"/>
                <a:gd name="connsiteX4" fmla="*/ 51025 w 57260"/>
                <a:gd name="connsiteY4" fmla="*/ 4764 h 50329"/>
                <a:gd name="connsiteX5" fmla="*/ 45607 w 57260"/>
                <a:gd name="connsiteY5" fmla="*/ 10902 h 50329"/>
                <a:gd name="connsiteX6" fmla="*/ 50533 w 57260"/>
                <a:gd name="connsiteY6" fmla="*/ 15031 h 50329"/>
                <a:gd name="connsiteX7" fmla="*/ 57429 w 57260"/>
                <a:gd name="connsiteY7" fmla="*/ 8224 h 50329"/>
                <a:gd name="connsiteX8" fmla="*/ 44376 w 57260"/>
                <a:gd name="connsiteY8" fmla="*/ 77 h 50329"/>
                <a:gd name="connsiteX9" fmla="*/ 27013 w 57260"/>
                <a:gd name="connsiteY9" fmla="*/ 8000 h 50329"/>
                <a:gd name="connsiteX10" fmla="*/ 14330 w 57260"/>
                <a:gd name="connsiteY10" fmla="*/ 77 h 50329"/>
                <a:gd name="connsiteX11" fmla="*/ 4725 w 57260"/>
                <a:gd name="connsiteY11" fmla="*/ 5769 h 50329"/>
                <a:gd name="connsiteX12" fmla="*/ 169 w 57260"/>
                <a:gd name="connsiteY12" fmla="*/ 17151 h 50329"/>
                <a:gd name="connsiteX13" fmla="*/ 2262 w 57260"/>
                <a:gd name="connsiteY13" fmla="*/ 18602 h 50329"/>
                <a:gd name="connsiteX14" fmla="*/ 4971 w 57260"/>
                <a:gd name="connsiteY14" fmla="*/ 15254 h 50329"/>
                <a:gd name="connsiteX15" fmla="*/ 13960 w 57260"/>
                <a:gd name="connsiteY15" fmla="*/ 3202 h 50329"/>
                <a:gd name="connsiteX16" fmla="*/ 18024 w 57260"/>
                <a:gd name="connsiteY16" fmla="*/ 8670 h 50329"/>
                <a:gd name="connsiteX17" fmla="*/ 16054 w 57260"/>
                <a:gd name="connsiteY17" fmla="*/ 17932 h 50329"/>
                <a:gd name="connsiteX18" fmla="*/ 13345 w 57260"/>
                <a:gd name="connsiteY18" fmla="*/ 27976 h 50329"/>
                <a:gd name="connsiteX19" fmla="*/ 9404 w 57260"/>
                <a:gd name="connsiteY19" fmla="*/ 42260 h 50329"/>
                <a:gd name="connsiteX20" fmla="*/ 8173 w 57260"/>
                <a:gd name="connsiteY20" fmla="*/ 46836 h 50329"/>
                <a:gd name="connsiteX21" fmla="*/ 12359 w 57260"/>
                <a:gd name="connsiteY21" fmla="*/ 50407 h 50329"/>
                <a:gd name="connsiteX22" fmla="*/ 17654 w 57260"/>
                <a:gd name="connsiteY22" fmla="*/ 47170 h 50329"/>
                <a:gd name="connsiteX23" fmla="*/ 19994 w 57260"/>
                <a:gd name="connsiteY23" fmla="*/ 38801 h 50329"/>
                <a:gd name="connsiteX24" fmla="*/ 23319 w 57260"/>
                <a:gd name="connsiteY24" fmla="*/ 26749 h 503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57260" h="50329">
                  <a:moveTo>
                    <a:pt x="23319" y="26749"/>
                  </a:moveTo>
                  <a:cubicBezTo>
                    <a:pt x="23442" y="26079"/>
                    <a:pt x="26274" y="16035"/>
                    <a:pt x="26521" y="15477"/>
                  </a:cubicBezTo>
                  <a:cubicBezTo>
                    <a:pt x="26767" y="14585"/>
                    <a:pt x="30338" y="9005"/>
                    <a:pt x="34278" y="6327"/>
                  </a:cubicBezTo>
                  <a:cubicBezTo>
                    <a:pt x="35633" y="5434"/>
                    <a:pt x="38958" y="3202"/>
                    <a:pt x="44253" y="3202"/>
                  </a:cubicBezTo>
                  <a:cubicBezTo>
                    <a:pt x="45484" y="3202"/>
                    <a:pt x="48563" y="3313"/>
                    <a:pt x="51025" y="4764"/>
                  </a:cubicBezTo>
                  <a:cubicBezTo>
                    <a:pt x="47085" y="5769"/>
                    <a:pt x="45607" y="8893"/>
                    <a:pt x="45607" y="10902"/>
                  </a:cubicBezTo>
                  <a:cubicBezTo>
                    <a:pt x="45607" y="13357"/>
                    <a:pt x="47701" y="15031"/>
                    <a:pt x="50533" y="15031"/>
                  </a:cubicBezTo>
                  <a:cubicBezTo>
                    <a:pt x="53365" y="15031"/>
                    <a:pt x="57429" y="12911"/>
                    <a:pt x="57429" y="8224"/>
                  </a:cubicBezTo>
                  <a:cubicBezTo>
                    <a:pt x="57429" y="2421"/>
                    <a:pt x="50656" y="77"/>
                    <a:pt x="44376" y="77"/>
                  </a:cubicBezTo>
                  <a:cubicBezTo>
                    <a:pt x="37973" y="77"/>
                    <a:pt x="32431" y="2421"/>
                    <a:pt x="27013" y="8000"/>
                  </a:cubicBezTo>
                  <a:cubicBezTo>
                    <a:pt x="24797" y="1193"/>
                    <a:pt x="17285" y="77"/>
                    <a:pt x="14330" y="77"/>
                  </a:cubicBezTo>
                  <a:cubicBezTo>
                    <a:pt x="9773" y="77"/>
                    <a:pt x="6695" y="2644"/>
                    <a:pt x="4725" y="5769"/>
                  </a:cubicBezTo>
                  <a:cubicBezTo>
                    <a:pt x="1893" y="10121"/>
                    <a:pt x="169" y="16593"/>
                    <a:pt x="169" y="17151"/>
                  </a:cubicBezTo>
                  <a:cubicBezTo>
                    <a:pt x="169" y="18602"/>
                    <a:pt x="1893" y="18602"/>
                    <a:pt x="2262" y="18602"/>
                  </a:cubicBezTo>
                  <a:cubicBezTo>
                    <a:pt x="3986" y="18602"/>
                    <a:pt x="4109" y="18267"/>
                    <a:pt x="4971" y="15254"/>
                  </a:cubicBezTo>
                  <a:cubicBezTo>
                    <a:pt x="6818" y="8447"/>
                    <a:pt x="9158" y="3202"/>
                    <a:pt x="13960" y="3202"/>
                  </a:cubicBezTo>
                  <a:cubicBezTo>
                    <a:pt x="17162" y="3202"/>
                    <a:pt x="18024" y="5657"/>
                    <a:pt x="18024" y="8670"/>
                  </a:cubicBezTo>
                  <a:cubicBezTo>
                    <a:pt x="18024" y="10790"/>
                    <a:pt x="16916" y="14919"/>
                    <a:pt x="16054" y="17932"/>
                  </a:cubicBezTo>
                  <a:cubicBezTo>
                    <a:pt x="15192" y="20946"/>
                    <a:pt x="13960" y="25521"/>
                    <a:pt x="13345" y="27976"/>
                  </a:cubicBezTo>
                  <a:lnTo>
                    <a:pt x="9404" y="42260"/>
                  </a:lnTo>
                  <a:cubicBezTo>
                    <a:pt x="8912" y="43711"/>
                    <a:pt x="8173" y="46501"/>
                    <a:pt x="8173" y="46836"/>
                  </a:cubicBezTo>
                  <a:cubicBezTo>
                    <a:pt x="8173" y="49291"/>
                    <a:pt x="10389" y="50407"/>
                    <a:pt x="12359" y="50407"/>
                  </a:cubicBezTo>
                  <a:cubicBezTo>
                    <a:pt x="14207" y="50407"/>
                    <a:pt x="16669" y="49402"/>
                    <a:pt x="17654" y="47170"/>
                  </a:cubicBezTo>
                  <a:cubicBezTo>
                    <a:pt x="17901" y="46501"/>
                    <a:pt x="19255" y="41591"/>
                    <a:pt x="19994" y="38801"/>
                  </a:cubicBezTo>
                  <a:lnTo>
                    <a:pt x="23319" y="26749"/>
                  </a:lnTo>
                  <a:close/>
                </a:path>
              </a:pathLst>
            </a:custGeom>
            <a:solidFill>
              <a:srgbClr val="000000"/>
            </a:solidFill>
            <a:ln w="1760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74" name="任意形状 73">
              <a:extLst>
                <a:ext uri="{FF2B5EF4-FFF2-40B4-BE49-F238E27FC236}">
                  <a16:creationId xmlns:a16="http://schemas.microsoft.com/office/drawing/2014/main" id="{CB742546-59E2-ED34-3F32-9F7456CE0A05}"/>
                </a:ext>
              </a:extLst>
            </p:cNvPr>
            <p:cNvSpPr/>
            <p:nvPr>
              <p:custDataLst>
                <p:tags r:id="rId128"/>
              </p:custDataLst>
            </p:nvPr>
          </p:nvSpPr>
          <p:spPr>
            <a:xfrm>
              <a:off x="5839725" y="3677158"/>
              <a:ext cx="116982" cy="37304"/>
            </a:xfrm>
            <a:custGeom>
              <a:avLst/>
              <a:gdLst>
                <a:gd name="connsiteX0" fmla="*/ 111188 w 116982"/>
                <a:gd name="connsiteY0" fmla="*/ 6452 h 37304"/>
                <a:gd name="connsiteX1" fmla="*/ 117169 w 116982"/>
                <a:gd name="connsiteY1" fmla="*/ 3263 h 37304"/>
                <a:gd name="connsiteX2" fmla="*/ 111364 w 116982"/>
                <a:gd name="connsiteY2" fmla="*/ 75 h 37304"/>
                <a:gd name="connsiteX3" fmla="*/ 5991 w 116982"/>
                <a:gd name="connsiteY3" fmla="*/ 75 h 37304"/>
                <a:gd name="connsiteX4" fmla="*/ 186 w 116982"/>
                <a:gd name="connsiteY4" fmla="*/ 3263 h 37304"/>
                <a:gd name="connsiteX5" fmla="*/ 6167 w 116982"/>
                <a:gd name="connsiteY5" fmla="*/ 6452 h 37304"/>
                <a:gd name="connsiteX6" fmla="*/ 111188 w 116982"/>
                <a:gd name="connsiteY6" fmla="*/ 6452 h 37304"/>
                <a:gd name="connsiteX7" fmla="*/ 111364 w 116982"/>
                <a:gd name="connsiteY7" fmla="*/ 37380 h 37304"/>
                <a:gd name="connsiteX8" fmla="*/ 117169 w 116982"/>
                <a:gd name="connsiteY8" fmla="*/ 34191 h 37304"/>
                <a:gd name="connsiteX9" fmla="*/ 111188 w 116982"/>
                <a:gd name="connsiteY9" fmla="*/ 31003 h 37304"/>
                <a:gd name="connsiteX10" fmla="*/ 6167 w 116982"/>
                <a:gd name="connsiteY10" fmla="*/ 31003 h 37304"/>
                <a:gd name="connsiteX11" fmla="*/ 186 w 116982"/>
                <a:gd name="connsiteY11" fmla="*/ 34191 h 37304"/>
                <a:gd name="connsiteX12" fmla="*/ 5991 w 116982"/>
                <a:gd name="connsiteY12" fmla="*/ 37380 h 37304"/>
                <a:gd name="connsiteX13" fmla="*/ 111364 w 116982"/>
                <a:gd name="connsiteY13" fmla="*/ 37380 h 373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16982" h="37304">
                  <a:moveTo>
                    <a:pt x="111188" y="6452"/>
                  </a:moveTo>
                  <a:cubicBezTo>
                    <a:pt x="113827" y="6452"/>
                    <a:pt x="117169" y="6452"/>
                    <a:pt x="117169" y="3263"/>
                  </a:cubicBezTo>
                  <a:cubicBezTo>
                    <a:pt x="117169" y="75"/>
                    <a:pt x="113827" y="75"/>
                    <a:pt x="111364" y="75"/>
                  </a:cubicBezTo>
                  <a:lnTo>
                    <a:pt x="5991" y="75"/>
                  </a:lnTo>
                  <a:cubicBezTo>
                    <a:pt x="3529" y="75"/>
                    <a:pt x="186" y="75"/>
                    <a:pt x="186" y="3263"/>
                  </a:cubicBezTo>
                  <a:cubicBezTo>
                    <a:pt x="186" y="6452"/>
                    <a:pt x="3529" y="6452"/>
                    <a:pt x="6167" y="6452"/>
                  </a:cubicBezTo>
                  <a:lnTo>
                    <a:pt x="111188" y="6452"/>
                  </a:lnTo>
                  <a:close/>
                  <a:moveTo>
                    <a:pt x="111364" y="37380"/>
                  </a:moveTo>
                  <a:cubicBezTo>
                    <a:pt x="113827" y="37380"/>
                    <a:pt x="117169" y="37380"/>
                    <a:pt x="117169" y="34191"/>
                  </a:cubicBezTo>
                  <a:cubicBezTo>
                    <a:pt x="117169" y="31003"/>
                    <a:pt x="113827" y="31003"/>
                    <a:pt x="111188" y="31003"/>
                  </a:cubicBezTo>
                  <a:lnTo>
                    <a:pt x="6167" y="31003"/>
                  </a:lnTo>
                  <a:cubicBezTo>
                    <a:pt x="3529" y="31003"/>
                    <a:pt x="186" y="31003"/>
                    <a:pt x="186" y="34191"/>
                  </a:cubicBezTo>
                  <a:cubicBezTo>
                    <a:pt x="186" y="37380"/>
                    <a:pt x="3529" y="37380"/>
                    <a:pt x="5991" y="37380"/>
                  </a:cubicBezTo>
                  <a:lnTo>
                    <a:pt x="111364" y="37380"/>
                  </a:lnTo>
                  <a:close/>
                </a:path>
              </a:pathLst>
            </a:custGeom>
            <a:solidFill>
              <a:srgbClr val="000000"/>
            </a:solidFill>
            <a:ln w="1760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75" name="任意形状 74">
              <a:extLst>
                <a:ext uri="{FF2B5EF4-FFF2-40B4-BE49-F238E27FC236}">
                  <a16:creationId xmlns:a16="http://schemas.microsoft.com/office/drawing/2014/main" id="{6998733E-3A50-E4DC-2ED3-0C90458903C2}"/>
                </a:ext>
              </a:extLst>
            </p:cNvPr>
            <p:cNvSpPr/>
            <p:nvPr>
              <p:custDataLst>
                <p:tags r:id="rId129"/>
              </p:custDataLst>
            </p:nvPr>
          </p:nvSpPr>
          <p:spPr>
            <a:xfrm>
              <a:off x="6028226" y="3616099"/>
              <a:ext cx="62449" cy="159422"/>
            </a:xfrm>
            <a:custGeom>
              <a:avLst/>
              <a:gdLst>
                <a:gd name="connsiteX0" fmla="*/ 37315 w 62449"/>
                <a:gd name="connsiteY0" fmla="*/ 21278 h 159422"/>
                <a:gd name="connsiteX1" fmla="*/ 61063 w 62449"/>
                <a:gd name="connsiteY1" fmla="*/ 3582 h 159422"/>
                <a:gd name="connsiteX2" fmla="*/ 62646 w 62449"/>
                <a:gd name="connsiteY2" fmla="*/ 1828 h 159422"/>
                <a:gd name="connsiteX3" fmla="*/ 59304 w 62449"/>
                <a:gd name="connsiteY3" fmla="*/ 75 h 159422"/>
                <a:gd name="connsiteX4" fmla="*/ 25528 w 62449"/>
                <a:gd name="connsiteY4" fmla="*/ 20002 h 159422"/>
                <a:gd name="connsiteX5" fmla="*/ 25528 w 62449"/>
                <a:gd name="connsiteY5" fmla="*/ 56351 h 159422"/>
                <a:gd name="connsiteX6" fmla="*/ 18492 w 62449"/>
                <a:gd name="connsiteY6" fmla="*/ 72931 h 159422"/>
                <a:gd name="connsiteX7" fmla="*/ 1780 w 62449"/>
                <a:gd name="connsiteY7" fmla="*/ 78032 h 159422"/>
                <a:gd name="connsiteX8" fmla="*/ 197 w 62449"/>
                <a:gd name="connsiteY8" fmla="*/ 79786 h 159422"/>
                <a:gd name="connsiteX9" fmla="*/ 3011 w 62449"/>
                <a:gd name="connsiteY9" fmla="*/ 81539 h 159422"/>
                <a:gd name="connsiteX10" fmla="*/ 25001 w 62449"/>
                <a:gd name="connsiteY10" fmla="*/ 95728 h 159422"/>
                <a:gd name="connsiteX11" fmla="*/ 25528 w 62449"/>
                <a:gd name="connsiteY11" fmla="*/ 103540 h 159422"/>
                <a:gd name="connsiteX12" fmla="*/ 25528 w 62449"/>
                <a:gd name="connsiteY12" fmla="*/ 135105 h 159422"/>
                <a:gd name="connsiteX13" fmla="*/ 33972 w 62449"/>
                <a:gd name="connsiteY13" fmla="*/ 152961 h 159422"/>
                <a:gd name="connsiteX14" fmla="*/ 59304 w 62449"/>
                <a:gd name="connsiteY14" fmla="*/ 159497 h 159422"/>
                <a:gd name="connsiteX15" fmla="*/ 62646 w 62449"/>
                <a:gd name="connsiteY15" fmla="*/ 157743 h 159422"/>
                <a:gd name="connsiteX16" fmla="*/ 59832 w 62449"/>
                <a:gd name="connsiteY16" fmla="*/ 155990 h 159422"/>
                <a:gd name="connsiteX17" fmla="*/ 37842 w 62449"/>
                <a:gd name="connsiteY17" fmla="*/ 142120 h 159422"/>
                <a:gd name="connsiteX18" fmla="*/ 37315 w 62449"/>
                <a:gd name="connsiteY18" fmla="*/ 134627 h 159422"/>
                <a:gd name="connsiteX19" fmla="*/ 37315 w 62449"/>
                <a:gd name="connsiteY19" fmla="*/ 101148 h 159422"/>
                <a:gd name="connsiteX20" fmla="*/ 30278 w 62449"/>
                <a:gd name="connsiteY20" fmla="*/ 86003 h 159422"/>
                <a:gd name="connsiteX21" fmla="*/ 16557 w 62449"/>
                <a:gd name="connsiteY21" fmla="*/ 79786 h 159422"/>
                <a:gd name="connsiteX22" fmla="*/ 37315 w 62449"/>
                <a:gd name="connsiteY22" fmla="*/ 59539 h 159422"/>
                <a:gd name="connsiteX23" fmla="*/ 37315 w 62449"/>
                <a:gd name="connsiteY23" fmla="*/ 21278 h 1594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62449" h="159422">
                  <a:moveTo>
                    <a:pt x="37315" y="21278"/>
                  </a:moveTo>
                  <a:cubicBezTo>
                    <a:pt x="37315" y="14901"/>
                    <a:pt x="41888" y="4698"/>
                    <a:pt x="61063" y="3582"/>
                  </a:cubicBezTo>
                  <a:cubicBezTo>
                    <a:pt x="61943" y="3423"/>
                    <a:pt x="62646" y="2785"/>
                    <a:pt x="62646" y="1828"/>
                  </a:cubicBezTo>
                  <a:cubicBezTo>
                    <a:pt x="62646" y="75"/>
                    <a:pt x="61239" y="75"/>
                    <a:pt x="59304" y="75"/>
                  </a:cubicBezTo>
                  <a:cubicBezTo>
                    <a:pt x="41713" y="75"/>
                    <a:pt x="25704" y="8205"/>
                    <a:pt x="25528" y="20002"/>
                  </a:cubicBezTo>
                  <a:lnTo>
                    <a:pt x="25528" y="56351"/>
                  </a:lnTo>
                  <a:cubicBezTo>
                    <a:pt x="25528" y="62568"/>
                    <a:pt x="25528" y="67670"/>
                    <a:pt x="18492" y="72931"/>
                  </a:cubicBezTo>
                  <a:cubicBezTo>
                    <a:pt x="12335" y="77554"/>
                    <a:pt x="5650" y="77873"/>
                    <a:pt x="1780" y="78032"/>
                  </a:cubicBezTo>
                  <a:cubicBezTo>
                    <a:pt x="900" y="78192"/>
                    <a:pt x="197" y="78829"/>
                    <a:pt x="197" y="79786"/>
                  </a:cubicBezTo>
                  <a:cubicBezTo>
                    <a:pt x="197" y="81380"/>
                    <a:pt x="1252" y="81380"/>
                    <a:pt x="3011" y="81539"/>
                  </a:cubicBezTo>
                  <a:cubicBezTo>
                    <a:pt x="14622" y="82177"/>
                    <a:pt x="23066" y="87916"/>
                    <a:pt x="25001" y="95728"/>
                  </a:cubicBezTo>
                  <a:cubicBezTo>
                    <a:pt x="25528" y="97482"/>
                    <a:pt x="25528" y="97801"/>
                    <a:pt x="25528" y="103540"/>
                  </a:cubicBezTo>
                  <a:lnTo>
                    <a:pt x="25528" y="135105"/>
                  </a:lnTo>
                  <a:cubicBezTo>
                    <a:pt x="25528" y="141801"/>
                    <a:pt x="25528" y="146903"/>
                    <a:pt x="33972" y="152961"/>
                  </a:cubicBezTo>
                  <a:cubicBezTo>
                    <a:pt x="40833" y="157743"/>
                    <a:pt x="52443" y="159497"/>
                    <a:pt x="59304" y="159497"/>
                  </a:cubicBezTo>
                  <a:cubicBezTo>
                    <a:pt x="61239" y="159497"/>
                    <a:pt x="62646" y="159497"/>
                    <a:pt x="62646" y="157743"/>
                  </a:cubicBezTo>
                  <a:cubicBezTo>
                    <a:pt x="62646" y="156149"/>
                    <a:pt x="61591" y="156149"/>
                    <a:pt x="59832" y="155990"/>
                  </a:cubicBezTo>
                  <a:cubicBezTo>
                    <a:pt x="48749" y="155352"/>
                    <a:pt x="40129" y="150250"/>
                    <a:pt x="37842" y="142120"/>
                  </a:cubicBezTo>
                  <a:cubicBezTo>
                    <a:pt x="37315" y="140685"/>
                    <a:pt x="37315" y="140366"/>
                    <a:pt x="37315" y="134627"/>
                  </a:cubicBezTo>
                  <a:lnTo>
                    <a:pt x="37315" y="101148"/>
                  </a:lnTo>
                  <a:cubicBezTo>
                    <a:pt x="37315" y="93815"/>
                    <a:pt x="35907" y="91105"/>
                    <a:pt x="30278" y="86003"/>
                  </a:cubicBezTo>
                  <a:cubicBezTo>
                    <a:pt x="26584" y="82655"/>
                    <a:pt x="21482" y="81061"/>
                    <a:pt x="16557" y="79786"/>
                  </a:cubicBezTo>
                  <a:cubicBezTo>
                    <a:pt x="30982" y="76119"/>
                    <a:pt x="37315" y="68786"/>
                    <a:pt x="37315" y="59539"/>
                  </a:cubicBezTo>
                  <a:lnTo>
                    <a:pt x="37315" y="21278"/>
                  </a:lnTo>
                  <a:close/>
                </a:path>
              </a:pathLst>
            </a:custGeom>
            <a:solidFill>
              <a:srgbClr val="000000"/>
            </a:solidFill>
            <a:ln w="1760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76" name="任意形状 75">
              <a:extLst>
                <a:ext uri="{FF2B5EF4-FFF2-40B4-BE49-F238E27FC236}">
                  <a16:creationId xmlns:a16="http://schemas.microsoft.com/office/drawing/2014/main" id="{A538683E-6315-B1E3-ADD2-7EF825B664F1}"/>
                </a:ext>
              </a:extLst>
            </p:cNvPr>
            <p:cNvSpPr/>
            <p:nvPr>
              <p:custDataLst>
                <p:tags r:id="rId130"/>
              </p:custDataLst>
            </p:nvPr>
          </p:nvSpPr>
          <p:spPr>
            <a:xfrm>
              <a:off x="6120933" y="3616099"/>
              <a:ext cx="40812" cy="159422"/>
            </a:xfrm>
            <a:custGeom>
              <a:avLst/>
              <a:gdLst>
                <a:gd name="connsiteX0" fmla="*/ 41014 w 40812"/>
                <a:gd name="connsiteY0" fmla="*/ 157903 h 159422"/>
                <a:gd name="connsiteX1" fmla="*/ 38023 w 40812"/>
                <a:gd name="connsiteY1" fmla="*/ 154395 h 159422"/>
                <a:gd name="connsiteX2" fmla="*/ 10405 w 40812"/>
                <a:gd name="connsiteY2" fmla="*/ 79786 h 159422"/>
                <a:gd name="connsiteX3" fmla="*/ 38727 w 40812"/>
                <a:gd name="connsiteY3" fmla="*/ 4379 h 159422"/>
                <a:gd name="connsiteX4" fmla="*/ 41014 w 40812"/>
                <a:gd name="connsiteY4" fmla="*/ 1669 h 159422"/>
                <a:gd name="connsiteX5" fmla="*/ 39255 w 40812"/>
                <a:gd name="connsiteY5" fmla="*/ 75 h 159422"/>
                <a:gd name="connsiteX6" fmla="*/ 11284 w 40812"/>
                <a:gd name="connsiteY6" fmla="*/ 31162 h 159422"/>
                <a:gd name="connsiteX7" fmla="*/ 202 w 40812"/>
                <a:gd name="connsiteY7" fmla="*/ 79786 h 159422"/>
                <a:gd name="connsiteX8" fmla="*/ 11812 w 40812"/>
                <a:gd name="connsiteY8" fmla="*/ 129526 h 159422"/>
                <a:gd name="connsiteX9" fmla="*/ 39255 w 40812"/>
                <a:gd name="connsiteY9" fmla="*/ 159497 h 159422"/>
                <a:gd name="connsiteX10" fmla="*/ 41014 w 40812"/>
                <a:gd name="connsiteY10" fmla="*/ 157903 h 1594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40812" h="159422">
                  <a:moveTo>
                    <a:pt x="41014" y="157903"/>
                  </a:moveTo>
                  <a:cubicBezTo>
                    <a:pt x="41014" y="157424"/>
                    <a:pt x="41014" y="157106"/>
                    <a:pt x="38023" y="154395"/>
                  </a:cubicBezTo>
                  <a:cubicBezTo>
                    <a:pt x="16034" y="134308"/>
                    <a:pt x="10405" y="104177"/>
                    <a:pt x="10405" y="79786"/>
                  </a:cubicBezTo>
                  <a:cubicBezTo>
                    <a:pt x="10405" y="52046"/>
                    <a:pt x="17090" y="24307"/>
                    <a:pt x="38727" y="4379"/>
                  </a:cubicBezTo>
                  <a:cubicBezTo>
                    <a:pt x="41014" y="2466"/>
                    <a:pt x="41014" y="2147"/>
                    <a:pt x="41014" y="1669"/>
                  </a:cubicBezTo>
                  <a:cubicBezTo>
                    <a:pt x="41014" y="553"/>
                    <a:pt x="40310" y="75"/>
                    <a:pt x="39255" y="75"/>
                  </a:cubicBezTo>
                  <a:cubicBezTo>
                    <a:pt x="37496" y="75"/>
                    <a:pt x="21663" y="10915"/>
                    <a:pt x="11284" y="31162"/>
                  </a:cubicBezTo>
                  <a:cubicBezTo>
                    <a:pt x="2313" y="48698"/>
                    <a:pt x="202" y="66394"/>
                    <a:pt x="202" y="79786"/>
                  </a:cubicBezTo>
                  <a:cubicBezTo>
                    <a:pt x="202" y="92221"/>
                    <a:pt x="2137" y="111511"/>
                    <a:pt x="11812" y="129526"/>
                  </a:cubicBezTo>
                  <a:cubicBezTo>
                    <a:pt x="22367" y="149134"/>
                    <a:pt x="37496" y="159497"/>
                    <a:pt x="39255" y="159497"/>
                  </a:cubicBezTo>
                  <a:cubicBezTo>
                    <a:pt x="40310" y="159497"/>
                    <a:pt x="41014" y="159019"/>
                    <a:pt x="41014" y="157903"/>
                  </a:cubicBezTo>
                  <a:close/>
                </a:path>
              </a:pathLst>
            </a:custGeom>
            <a:solidFill>
              <a:srgbClr val="000000"/>
            </a:solidFill>
            <a:ln w="1760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77" name="任意形状 76">
              <a:extLst>
                <a:ext uri="{FF2B5EF4-FFF2-40B4-BE49-F238E27FC236}">
                  <a16:creationId xmlns:a16="http://schemas.microsoft.com/office/drawing/2014/main" id="{DCB2C0CC-EC4C-14B7-4B2B-17D92A459901}"/>
                </a:ext>
              </a:extLst>
            </p:cNvPr>
            <p:cNvSpPr/>
            <p:nvPr>
              <p:custDataLst>
                <p:tags r:id="rId131"/>
              </p:custDataLst>
            </p:nvPr>
          </p:nvSpPr>
          <p:spPr>
            <a:xfrm>
              <a:off x="6181604" y="3625027"/>
              <a:ext cx="86373" cy="112392"/>
            </a:xfrm>
            <a:custGeom>
              <a:avLst/>
              <a:gdLst>
                <a:gd name="connsiteX0" fmla="*/ 41018 w 86373"/>
                <a:gd name="connsiteY0" fmla="*/ 1828 h 112392"/>
                <a:gd name="connsiteX1" fmla="*/ 38731 w 86373"/>
                <a:gd name="connsiteY1" fmla="*/ 75 h 112392"/>
                <a:gd name="connsiteX2" fmla="*/ 17269 w 86373"/>
                <a:gd name="connsiteY2" fmla="*/ 1669 h 112392"/>
                <a:gd name="connsiteX3" fmla="*/ 13927 w 86373"/>
                <a:gd name="connsiteY3" fmla="*/ 4857 h 112392"/>
                <a:gd name="connsiteX4" fmla="*/ 18149 w 86373"/>
                <a:gd name="connsiteY4" fmla="*/ 6770 h 112392"/>
                <a:gd name="connsiteX5" fmla="*/ 26945 w 86373"/>
                <a:gd name="connsiteY5" fmla="*/ 9481 h 112392"/>
                <a:gd name="connsiteX6" fmla="*/ 26417 w 86373"/>
                <a:gd name="connsiteY6" fmla="*/ 12669 h 112392"/>
                <a:gd name="connsiteX7" fmla="*/ 909 w 86373"/>
                <a:gd name="connsiteY7" fmla="*/ 104496 h 112392"/>
                <a:gd name="connsiteX8" fmla="*/ 206 w 86373"/>
                <a:gd name="connsiteY8" fmla="*/ 108004 h 112392"/>
                <a:gd name="connsiteX9" fmla="*/ 5307 w 86373"/>
                <a:gd name="connsiteY9" fmla="*/ 112467 h 112392"/>
                <a:gd name="connsiteX10" fmla="*/ 11816 w 86373"/>
                <a:gd name="connsiteY10" fmla="*/ 108322 h 112392"/>
                <a:gd name="connsiteX11" fmla="*/ 15158 w 86373"/>
                <a:gd name="connsiteY11" fmla="*/ 96206 h 112392"/>
                <a:gd name="connsiteX12" fmla="*/ 19029 w 86373"/>
                <a:gd name="connsiteY12" fmla="*/ 81858 h 112392"/>
                <a:gd name="connsiteX13" fmla="*/ 22019 w 86373"/>
                <a:gd name="connsiteY13" fmla="*/ 71177 h 112392"/>
                <a:gd name="connsiteX14" fmla="*/ 23954 w 86373"/>
                <a:gd name="connsiteY14" fmla="*/ 64003 h 112392"/>
                <a:gd name="connsiteX15" fmla="*/ 35916 w 86373"/>
                <a:gd name="connsiteY15" fmla="*/ 49336 h 112392"/>
                <a:gd name="connsiteX16" fmla="*/ 52804 w 86373"/>
                <a:gd name="connsiteY16" fmla="*/ 43756 h 112392"/>
                <a:gd name="connsiteX17" fmla="*/ 62303 w 86373"/>
                <a:gd name="connsiteY17" fmla="*/ 54916 h 112392"/>
                <a:gd name="connsiteX18" fmla="*/ 51397 w 86373"/>
                <a:gd name="connsiteY18" fmla="*/ 90627 h 112392"/>
                <a:gd name="connsiteX19" fmla="*/ 49110 w 86373"/>
                <a:gd name="connsiteY19" fmla="*/ 99395 h 112392"/>
                <a:gd name="connsiteX20" fmla="*/ 63535 w 86373"/>
                <a:gd name="connsiteY20" fmla="*/ 112467 h 112392"/>
                <a:gd name="connsiteX21" fmla="*/ 86580 w 86373"/>
                <a:gd name="connsiteY21" fmla="*/ 87916 h 112392"/>
                <a:gd name="connsiteX22" fmla="*/ 84469 w 86373"/>
                <a:gd name="connsiteY22" fmla="*/ 86322 h 112392"/>
                <a:gd name="connsiteX23" fmla="*/ 81830 w 86373"/>
                <a:gd name="connsiteY23" fmla="*/ 89192 h 112392"/>
                <a:gd name="connsiteX24" fmla="*/ 63887 w 86373"/>
                <a:gd name="connsiteY24" fmla="*/ 108960 h 112392"/>
                <a:gd name="connsiteX25" fmla="*/ 59665 w 86373"/>
                <a:gd name="connsiteY25" fmla="*/ 103699 h 112392"/>
                <a:gd name="connsiteX26" fmla="*/ 62831 w 86373"/>
                <a:gd name="connsiteY26" fmla="*/ 92380 h 112392"/>
                <a:gd name="connsiteX27" fmla="*/ 73562 w 86373"/>
                <a:gd name="connsiteY27" fmla="*/ 57307 h 112392"/>
                <a:gd name="connsiteX28" fmla="*/ 53332 w 86373"/>
                <a:gd name="connsiteY28" fmla="*/ 40249 h 112392"/>
                <a:gd name="connsiteX29" fmla="*/ 27296 w 86373"/>
                <a:gd name="connsiteY29" fmla="*/ 52525 h 112392"/>
                <a:gd name="connsiteX30" fmla="*/ 41018 w 86373"/>
                <a:gd name="connsiteY30" fmla="*/ 1828 h 11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86373" h="112392">
                  <a:moveTo>
                    <a:pt x="41018" y="1828"/>
                  </a:moveTo>
                  <a:cubicBezTo>
                    <a:pt x="41018" y="1669"/>
                    <a:pt x="41018" y="75"/>
                    <a:pt x="38731" y="75"/>
                  </a:cubicBezTo>
                  <a:cubicBezTo>
                    <a:pt x="34685" y="75"/>
                    <a:pt x="21843" y="1350"/>
                    <a:pt x="17269" y="1669"/>
                  </a:cubicBezTo>
                  <a:cubicBezTo>
                    <a:pt x="15862" y="1828"/>
                    <a:pt x="13927" y="1988"/>
                    <a:pt x="13927" y="4857"/>
                  </a:cubicBezTo>
                  <a:cubicBezTo>
                    <a:pt x="13927" y="6770"/>
                    <a:pt x="15510" y="6770"/>
                    <a:pt x="18149" y="6770"/>
                  </a:cubicBezTo>
                  <a:cubicBezTo>
                    <a:pt x="26593" y="6770"/>
                    <a:pt x="26945" y="7886"/>
                    <a:pt x="26945" y="9481"/>
                  </a:cubicBezTo>
                  <a:lnTo>
                    <a:pt x="26417" y="12669"/>
                  </a:lnTo>
                  <a:lnTo>
                    <a:pt x="909" y="104496"/>
                  </a:lnTo>
                  <a:cubicBezTo>
                    <a:pt x="206" y="106728"/>
                    <a:pt x="206" y="107047"/>
                    <a:pt x="206" y="108004"/>
                  </a:cubicBezTo>
                  <a:cubicBezTo>
                    <a:pt x="206" y="111670"/>
                    <a:pt x="3724" y="112467"/>
                    <a:pt x="5307" y="112467"/>
                  </a:cubicBezTo>
                  <a:cubicBezTo>
                    <a:pt x="8122" y="112467"/>
                    <a:pt x="10936" y="110554"/>
                    <a:pt x="11816" y="108322"/>
                  </a:cubicBezTo>
                  <a:lnTo>
                    <a:pt x="15158" y="96206"/>
                  </a:lnTo>
                  <a:lnTo>
                    <a:pt x="19029" y="81858"/>
                  </a:lnTo>
                  <a:cubicBezTo>
                    <a:pt x="20084" y="78351"/>
                    <a:pt x="21139" y="74844"/>
                    <a:pt x="22019" y="71177"/>
                  </a:cubicBezTo>
                  <a:cubicBezTo>
                    <a:pt x="22371" y="70220"/>
                    <a:pt x="23778" y="64960"/>
                    <a:pt x="23954" y="64003"/>
                  </a:cubicBezTo>
                  <a:cubicBezTo>
                    <a:pt x="24482" y="62568"/>
                    <a:pt x="29935" y="53641"/>
                    <a:pt x="35916" y="49336"/>
                  </a:cubicBezTo>
                  <a:cubicBezTo>
                    <a:pt x="39786" y="46785"/>
                    <a:pt x="45240" y="43756"/>
                    <a:pt x="52804" y="43756"/>
                  </a:cubicBezTo>
                  <a:cubicBezTo>
                    <a:pt x="60368" y="43756"/>
                    <a:pt x="62303" y="49177"/>
                    <a:pt x="62303" y="54916"/>
                  </a:cubicBezTo>
                  <a:cubicBezTo>
                    <a:pt x="62303" y="63525"/>
                    <a:pt x="55619" y="80902"/>
                    <a:pt x="51397" y="90627"/>
                  </a:cubicBezTo>
                  <a:cubicBezTo>
                    <a:pt x="49989" y="94293"/>
                    <a:pt x="49110" y="96206"/>
                    <a:pt x="49110" y="99395"/>
                  </a:cubicBezTo>
                  <a:cubicBezTo>
                    <a:pt x="49110" y="106888"/>
                    <a:pt x="55267" y="112467"/>
                    <a:pt x="63535" y="112467"/>
                  </a:cubicBezTo>
                  <a:cubicBezTo>
                    <a:pt x="80071" y="112467"/>
                    <a:pt x="86580" y="89192"/>
                    <a:pt x="86580" y="87916"/>
                  </a:cubicBezTo>
                  <a:cubicBezTo>
                    <a:pt x="86580" y="86322"/>
                    <a:pt x="84996" y="86322"/>
                    <a:pt x="84469" y="86322"/>
                  </a:cubicBezTo>
                  <a:cubicBezTo>
                    <a:pt x="82709" y="86322"/>
                    <a:pt x="82709" y="86800"/>
                    <a:pt x="81830" y="89192"/>
                  </a:cubicBezTo>
                  <a:cubicBezTo>
                    <a:pt x="79191" y="97641"/>
                    <a:pt x="73562" y="108960"/>
                    <a:pt x="63887" y="108960"/>
                  </a:cubicBezTo>
                  <a:cubicBezTo>
                    <a:pt x="60896" y="108960"/>
                    <a:pt x="59665" y="107366"/>
                    <a:pt x="59665" y="103699"/>
                  </a:cubicBezTo>
                  <a:cubicBezTo>
                    <a:pt x="59665" y="99714"/>
                    <a:pt x="61248" y="95887"/>
                    <a:pt x="62831" y="92380"/>
                  </a:cubicBezTo>
                  <a:cubicBezTo>
                    <a:pt x="65646" y="85525"/>
                    <a:pt x="73562" y="66554"/>
                    <a:pt x="73562" y="57307"/>
                  </a:cubicBezTo>
                  <a:cubicBezTo>
                    <a:pt x="73562" y="46945"/>
                    <a:pt x="66525" y="40249"/>
                    <a:pt x="53332" y="40249"/>
                  </a:cubicBezTo>
                  <a:cubicBezTo>
                    <a:pt x="42249" y="40249"/>
                    <a:pt x="33805" y="45191"/>
                    <a:pt x="27296" y="52525"/>
                  </a:cubicBezTo>
                  <a:lnTo>
                    <a:pt x="41018" y="1828"/>
                  </a:lnTo>
                  <a:close/>
                </a:path>
              </a:pathLst>
            </a:custGeom>
            <a:solidFill>
              <a:srgbClr val="000000"/>
            </a:solidFill>
            <a:ln w="1760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78" name="任意形状 77">
              <a:extLst>
                <a:ext uri="{FF2B5EF4-FFF2-40B4-BE49-F238E27FC236}">
                  <a16:creationId xmlns:a16="http://schemas.microsoft.com/office/drawing/2014/main" id="{84B4FD56-54BF-8570-1C18-8D02E34B4C8C}"/>
                </a:ext>
              </a:extLst>
            </p:cNvPr>
            <p:cNvSpPr/>
            <p:nvPr>
              <p:custDataLst>
                <p:tags r:id="rId132"/>
              </p:custDataLst>
            </p:nvPr>
          </p:nvSpPr>
          <p:spPr>
            <a:xfrm>
              <a:off x="6288412" y="3718767"/>
              <a:ext cx="20581" cy="47667"/>
            </a:xfrm>
            <a:custGeom>
              <a:avLst/>
              <a:gdLst>
                <a:gd name="connsiteX0" fmla="*/ 20793 w 20581"/>
                <a:gd name="connsiteY0" fmla="*/ 16814 h 47667"/>
                <a:gd name="connsiteX1" fmla="*/ 9535 w 20581"/>
                <a:gd name="connsiteY1" fmla="*/ 75 h 47667"/>
                <a:gd name="connsiteX2" fmla="*/ 211 w 20581"/>
                <a:gd name="connsiteY2" fmla="*/ 8524 h 47667"/>
                <a:gd name="connsiteX3" fmla="*/ 9535 w 20581"/>
                <a:gd name="connsiteY3" fmla="*/ 16973 h 47667"/>
                <a:gd name="connsiteX4" fmla="*/ 15692 w 20581"/>
                <a:gd name="connsiteY4" fmla="*/ 14901 h 47667"/>
                <a:gd name="connsiteX5" fmla="*/ 16571 w 20581"/>
                <a:gd name="connsiteY5" fmla="*/ 14423 h 47667"/>
                <a:gd name="connsiteX6" fmla="*/ 16923 w 20581"/>
                <a:gd name="connsiteY6" fmla="*/ 16814 h 47667"/>
                <a:gd name="connsiteX7" fmla="*/ 4961 w 20581"/>
                <a:gd name="connsiteY7" fmla="*/ 43438 h 47667"/>
                <a:gd name="connsiteX8" fmla="*/ 3026 w 20581"/>
                <a:gd name="connsiteY8" fmla="*/ 45988 h 47667"/>
                <a:gd name="connsiteX9" fmla="*/ 4785 w 20581"/>
                <a:gd name="connsiteY9" fmla="*/ 47742 h 47667"/>
                <a:gd name="connsiteX10" fmla="*/ 20793 w 20581"/>
                <a:gd name="connsiteY10" fmla="*/ 16814 h 476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0581" h="47667">
                  <a:moveTo>
                    <a:pt x="20793" y="16814"/>
                  </a:moveTo>
                  <a:cubicBezTo>
                    <a:pt x="20793" y="6292"/>
                    <a:pt x="16396" y="75"/>
                    <a:pt x="9535" y="75"/>
                  </a:cubicBezTo>
                  <a:cubicBezTo>
                    <a:pt x="3730" y="75"/>
                    <a:pt x="211" y="4060"/>
                    <a:pt x="211" y="8524"/>
                  </a:cubicBezTo>
                  <a:cubicBezTo>
                    <a:pt x="211" y="12828"/>
                    <a:pt x="3730" y="16973"/>
                    <a:pt x="9535" y="16973"/>
                  </a:cubicBezTo>
                  <a:cubicBezTo>
                    <a:pt x="11646" y="16973"/>
                    <a:pt x="13933" y="16336"/>
                    <a:pt x="15692" y="14901"/>
                  </a:cubicBezTo>
                  <a:cubicBezTo>
                    <a:pt x="16220" y="14582"/>
                    <a:pt x="16396" y="14423"/>
                    <a:pt x="16571" y="14423"/>
                  </a:cubicBezTo>
                  <a:cubicBezTo>
                    <a:pt x="16747" y="14423"/>
                    <a:pt x="16923" y="14582"/>
                    <a:pt x="16923" y="16814"/>
                  </a:cubicBezTo>
                  <a:cubicBezTo>
                    <a:pt x="16923" y="28611"/>
                    <a:pt x="10766" y="38177"/>
                    <a:pt x="4961" y="43438"/>
                  </a:cubicBezTo>
                  <a:cubicBezTo>
                    <a:pt x="3026" y="45191"/>
                    <a:pt x="3026" y="45510"/>
                    <a:pt x="3026" y="45988"/>
                  </a:cubicBezTo>
                  <a:cubicBezTo>
                    <a:pt x="3026" y="47104"/>
                    <a:pt x="3906" y="47742"/>
                    <a:pt x="4785" y="47742"/>
                  </a:cubicBezTo>
                  <a:cubicBezTo>
                    <a:pt x="6720" y="47742"/>
                    <a:pt x="20793" y="35466"/>
                    <a:pt x="20793" y="16814"/>
                  </a:cubicBezTo>
                  <a:close/>
                </a:path>
              </a:pathLst>
            </a:custGeom>
            <a:solidFill>
              <a:srgbClr val="000000"/>
            </a:solidFill>
            <a:ln w="1760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79" name="任意形状 78">
              <a:extLst>
                <a:ext uri="{FF2B5EF4-FFF2-40B4-BE49-F238E27FC236}">
                  <a16:creationId xmlns:a16="http://schemas.microsoft.com/office/drawing/2014/main" id="{6772345E-2E7D-F1F2-2C28-0101CDECC533}"/>
                </a:ext>
              </a:extLst>
            </p:cNvPr>
            <p:cNvSpPr/>
            <p:nvPr>
              <p:custDataLst>
                <p:tags r:id="rId133"/>
              </p:custDataLst>
            </p:nvPr>
          </p:nvSpPr>
          <p:spPr>
            <a:xfrm>
              <a:off x="6355513" y="3635867"/>
              <a:ext cx="54005" cy="101551"/>
            </a:xfrm>
            <a:custGeom>
              <a:avLst/>
              <a:gdLst>
                <a:gd name="connsiteX0" fmla="*/ 32408 w 54005"/>
                <a:gd name="connsiteY0" fmla="*/ 36104 h 101551"/>
                <a:gd name="connsiteX1" fmla="*/ 48944 w 54005"/>
                <a:gd name="connsiteY1" fmla="*/ 36104 h 101551"/>
                <a:gd name="connsiteX2" fmla="*/ 54221 w 54005"/>
                <a:gd name="connsiteY2" fmla="*/ 32916 h 101551"/>
                <a:gd name="connsiteX3" fmla="*/ 49296 w 54005"/>
                <a:gd name="connsiteY3" fmla="*/ 31162 h 101551"/>
                <a:gd name="connsiteX4" fmla="*/ 33815 w 54005"/>
                <a:gd name="connsiteY4" fmla="*/ 31162 h 101551"/>
                <a:gd name="connsiteX5" fmla="*/ 41028 w 54005"/>
                <a:gd name="connsiteY5" fmla="*/ 4379 h 101551"/>
                <a:gd name="connsiteX6" fmla="*/ 35926 w 54005"/>
                <a:gd name="connsiteY6" fmla="*/ 75 h 101551"/>
                <a:gd name="connsiteX7" fmla="*/ 28890 w 54005"/>
                <a:gd name="connsiteY7" fmla="*/ 5814 h 101551"/>
                <a:gd name="connsiteX8" fmla="*/ 22029 w 54005"/>
                <a:gd name="connsiteY8" fmla="*/ 31162 h 101551"/>
                <a:gd name="connsiteX9" fmla="*/ 5493 w 54005"/>
                <a:gd name="connsiteY9" fmla="*/ 31162 h 101551"/>
                <a:gd name="connsiteX10" fmla="*/ 216 w 54005"/>
                <a:gd name="connsiteY10" fmla="*/ 34191 h 101551"/>
                <a:gd name="connsiteX11" fmla="*/ 5141 w 54005"/>
                <a:gd name="connsiteY11" fmla="*/ 36104 h 101551"/>
                <a:gd name="connsiteX12" fmla="*/ 20622 w 54005"/>
                <a:gd name="connsiteY12" fmla="*/ 36104 h 101551"/>
                <a:gd name="connsiteX13" fmla="*/ 7252 w 54005"/>
                <a:gd name="connsiteY13" fmla="*/ 86960 h 101551"/>
                <a:gd name="connsiteX14" fmla="*/ 23437 w 54005"/>
                <a:gd name="connsiteY14" fmla="*/ 101627 h 101551"/>
                <a:gd name="connsiteX15" fmla="*/ 51407 w 54005"/>
                <a:gd name="connsiteY15" fmla="*/ 77076 h 101551"/>
                <a:gd name="connsiteX16" fmla="*/ 49296 w 54005"/>
                <a:gd name="connsiteY16" fmla="*/ 75481 h 101551"/>
                <a:gd name="connsiteX17" fmla="*/ 46657 w 54005"/>
                <a:gd name="connsiteY17" fmla="*/ 77713 h 101551"/>
                <a:gd name="connsiteX18" fmla="*/ 23788 w 54005"/>
                <a:gd name="connsiteY18" fmla="*/ 98119 h 101551"/>
                <a:gd name="connsiteX19" fmla="*/ 18335 w 54005"/>
                <a:gd name="connsiteY19" fmla="*/ 90786 h 101551"/>
                <a:gd name="connsiteX20" fmla="*/ 19390 w 54005"/>
                <a:gd name="connsiteY20" fmla="*/ 83134 h 101551"/>
                <a:gd name="connsiteX21" fmla="*/ 32408 w 54005"/>
                <a:gd name="connsiteY21" fmla="*/ 36104 h 1015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54005" h="101551">
                  <a:moveTo>
                    <a:pt x="32408" y="36104"/>
                  </a:moveTo>
                  <a:lnTo>
                    <a:pt x="48944" y="36104"/>
                  </a:lnTo>
                  <a:cubicBezTo>
                    <a:pt x="52462" y="36104"/>
                    <a:pt x="54221" y="36104"/>
                    <a:pt x="54221" y="32916"/>
                  </a:cubicBezTo>
                  <a:cubicBezTo>
                    <a:pt x="54221" y="31162"/>
                    <a:pt x="52462" y="31162"/>
                    <a:pt x="49296" y="31162"/>
                  </a:cubicBezTo>
                  <a:lnTo>
                    <a:pt x="33815" y="31162"/>
                  </a:lnTo>
                  <a:cubicBezTo>
                    <a:pt x="40148" y="8524"/>
                    <a:pt x="41028" y="5336"/>
                    <a:pt x="41028" y="4379"/>
                  </a:cubicBezTo>
                  <a:cubicBezTo>
                    <a:pt x="41028" y="1669"/>
                    <a:pt x="38917" y="75"/>
                    <a:pt x="35926" y="75"/>
                  </a:cubicBezTo>
                  <a:cubicBezTo>
                    <a:pt x="35399" y="75"/>
                    <a:pt x="30473" y="234"/>
                    <a:pt x="28890" y="5814"/>
                  </a:cubicBezTo>
                  <a:lnTo>
                    <a:pt x="22029" y="31162"/>
                  </a:lnTo>
                  <a:lnTo>
                    <a:pt x="5493" y="31162"/>
                  </a:lnTo>
                  <a:cubicBezTo>
                    <a:pt x="1975" y="31162"/>
                    <a:pt x="216" y="31162"/>
                    <a:pt x="216" y="34191"/>
                  </a:cubicBezTo>
                  <a:cubicBezTo>
                    <a:pt x="216" y="36104"/>
                    <a:pt x="1623" y="36104"/>
                    <a:pt x="5141" y="36104"/>
                  </a:cubicBezTo>
                  <a:lnTo>
                    <a:pt x="20622" y="36104"/>
                  </a:lnTo>
                  <a:cubicBezTo>
                    <a:pt x="7956" y="81380"/>
                    <a:pt x="7252" y="84090"/>
                    <a:pt x="7252" y="86960"/>
                  </a:cubicBezTo>
                  <a:cubicBezTo>
                    <a:pt x="7252" y="95569"/>
                    <a:pt x="13937" y="101627"/>
                    <a:pt x="23437" y="101627"/>
                  </a:cubicBezTo>
                  <a:cubicBezTo>
                    <a:pt x="41380" y="101627"/>
                    <a:pt x="51407" y="78351"/>
                    <a:pt x="51407" y="77076"/>
                  </a:cubicBezTo>
                  <a:cubicBezTo>
                    <a:pt x="51407" y="75481"/>
                    <a:pt x="50000" y="75481"/>
                    <a:pt x="49296" y="75481"/>
                  </a:cubicBezTo>
                  <a:cubicBezTo>
                    <a:pt x="47713" y="75481"/>
                    <a:pt x="47537" y="75960"/>
                    <a:pt x="46657" y="77713"/>
                  </a:cubicBezTo>
                  <a:cubicBezTo>
                    <a:pt x="39093" y="94293"/>
                    <a:pt x="29769" y="98119"/>
                    <a:pt x="23788" y="98119"/>
                  </a:cubicBezTo>
                  <a:cubicBezTo>
                    <a:pt x="20094" y="98119"/>
                    <a:pt x="18335" y="96047"/>
                    <a:pt x="18335" y="90786"/>
                  </a:cubicBezTo>
                  <a:cubicBezTo>
                    <a:pt x="18335" y="86960"/>
                    <a:pt x="18687" y="85844"/>
                    <a:pt x="19390" y="83134"/>
                  </a:cubicBezTo>
                  <a:lnTo>
                    <a:pt x="32408" y="36104"/>
                  </a:lnTo>
                  <a:close/>
                </a:path>
              </a:pathLst>
            </a:custGeom>
            <a:solidFill>
              <a:srgbClr val="000000"/>
            </a:solidFill>
            <a:ln w="1760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80" name="任意形状 79">
              <a:extLst>
                <a:ext uri="{FF2B5EF4-FFF2-40B4-BE49-F238E27FC236}">
                  <a16:creationId xmlns:a16="http://schemas.microsoft.com/office/drawing/2014/main" id="{117022FF-3EFD-124F-54C9-6F95617CC57D}"/>
                </a:ext>
              </a:extLst>
            </p:cNvPr>
            <p:cNvSpPr/>
            <p:nvPr>
              <p:custDataLst>
                <p:tags r:id="rId134"/>
              </p:custDataLst>
            </p:nvPr>
          </p:nvSpPr>
          <p:spPr>
            <a:xfrm>
              <a:off x="6425019" y="3616099"/>
              <a:ext cx="40812" cy="159422"/>
            </a:xfrm>
            <a:custGeom>
              <a:avLst/>
              <a:gdLst>
                <a:gd name="connsiteX0" fmla="*/ 41032 w 40812"/>
                <a:gd name="connsiteY0" fmla="*/ 79786 h 159422"/>
                <a:gd name="connsiteX1" fmla="*/ 29421 w 40812"/>
                <a:gd name="connsiteY1" fmla="*/ 30046 h 159422"/>
                <a:gd name="connsiteX2" fmla="*/ 1979 w 40812"/>
                <a:gd name="connsiteY2" fmla="*/ 75 h 159422"/>
                <a:gd name="connsiteX3" fmla="*/ 219 w 40812"/>
                <a:gd name="connsiteY3" fmla="*/ 1669 h 159422"/>
                <a:gd name="connsiteX4" fmla="*/ 3562 w 40812"/>
                <a:gd name="connsiteY4" fmla="*/ 5336 h 159422"/>
                <a:gd name="connsiteX5" fmla="*/ 30829 w 40812"/>
                <a:gd name="connsiteY5" fmla="*/ 79786 h 159422"/>
                <a:gd name="connsiteX6" fmla="*/ 2506 w 40812"/>
                <a:gd name="connsiteY6" fmla="*/ 155192 h 159422"/>
                <a:gd name="connsiteX7" fmla="*/ 219 w 40812"/>
                <a:gd name="connsiteY7" fmla="*/ 157903 h 159422"/>
                <a:gd name="connsiteX8" fmla="*/ 1979 w 40812"/>
                <a:gd name="connsiteY8" fmla="*/ 159497 h 159422"/>
                <a:gd name="connsiteX9" fmla="*/ 29949 w 40812"/>
                <a:gd name="connsiteY9" fmla="*/ 128410 h 159422"/>
                <a:gd name="connsiteX10" fmla="*/ 41032 w 40812"/>
                <a:gd name="connsiteY10" fmla="*/ 79786 h 1594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40812" h="159422">
                  <a:moveTo>
                    <a:pt x="41032" y="79786"/>
                  </a:moveTo>
                  <a:cubicBezTo>
                    <a:pt x="41032" y="67351"/>
                    <a:pt x="39096" y="48061"/>
                    <a:pt x="29421" y="30046"/>
                  </a:cubicBezTo>
                  <a:cubicBezTo>
                    <a:pt x="18866" y="10437"/>
                    <a:pt x="3738" y="75"/>
                    <a:pt x="1979" y="75"/>
                  </a:cubicBezTo>
                  <a:cubicBezTo>
                    <a:pt x="923" y="75"/>
                    <a:pt x="219" y="712"/>
                    <a:pt x="219" y="1669"/>
                  </a:cubicBezTo>
                  <a:cubicBezTo>
                    <a:pt x="219" y="2147"/>
                    <a:pt x="219" y="2466"/>
                    <a:pt x="3562" y="5336"/>
                  </a:cubicBezTo>
                  <a:cubicBezTo>
                    <a:pt x="20801" y="21118"/>
                    <a:pt x="30829" y="46467"/>
                    <a:pt x="30829" y="79786"/>
                  </a:cubicBezTo>
                  <a:cubicBezTo>
                    <a:pt x="30829" y="107047"/>
                    <a:pt x="24320" y="135105"/>
                    <a:pt x="2506" y="155192"/>
                  </a:cubicBezTo>
                  <a:cubicBezTo>
                    <a:pt x="219" y="157106"/>
                    <a:pt x="219" y="157424"/>
                    <a:pt x="219" y="157903"/>
                  </a:cubicBezTo>
                  <a:cubicBezTo>
                    <a:pt x="219" y="158859"/>
                    <a:pt x="923" y="159497"/>
                    <a:pt x="1979" y="159497"/>
                  </a:cubicBezTo>
                  <a:cubicBezTo>
                    <a:pt x="3738" y="159497"/>
                    <a:pt x="19570" y="148656"/>
                    <a:pt x="29949" y="128410"/>
                  </a:cubicBezTo>
                  <a:cubicBezTo>
                    <a:pt x="38921" y="110873"/>
                    <a:pt x="41032" y="93177"/>
                    <a:pt x="41032" y="79786"/>
                  </a:cubicBezTo>
                  <a:close/>
                </a:path>
              </a:pathLst>
            </a:custGeom>
            <a:solidFill>
              <a:srgbClr val="000000"/>
            </a:solidFill>
            <a:ln w="1760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81" name="任意形状 80">
              <a:extLst>
                <a:ext uri="{FF2B5EF4-FFF2-40B4-BE49-F238E27FC236}">
                  <a16:creationId xmlns:a16="http://schemas.microsoft.com/office/drawing/2014/main" id="{C7F942D6-339B-1729-D353-4C21A1F888DD}"/>
                </a:ext>
              </a:extLst>
            </p:cNvPr>
            <p:cNvSpPr/>
            <p:nvPr>
              <p:custDataLst>
                <p:tags r:id="rId135"/>
              </p:custDataLst>
            </p:nvPr>
          </p:nvSpPr>
          <p:spPr>
            <a:xfrm>
              <a:off x="6546868" y="3649578"/>
              <a:ext cx="87957" cy="92464"/>
            </a:xfrm>
            <a:custGeom>
              <a:avLst/>
              <a:gdLst>
                <a:gd name="connsiteX0" fmla="*/ 82026 w 87957"/>
                <a:gd name="connsiteY0" fmla="*/ 49496 h 92464"/>
                <a:gd name="connsiteX1" fmla="*/ 88183 w 87957"/>
                <a:gd name="connsiteY1" fmla="*/ 46307 h 92464"/>
                <a:gd name="connsiteX2" fmla="*/ 82026 w 87957"/>
                <a:gd name="connsiteY2" fmla="*/ 43119 h 92464"/>
                <a:gd name="connsiteX3" fmla="*/ 7439 w 87957"/>
                <a:gd name="connsiteY3" fmla="*/ 43119 h 92464"/>
                <a:gd name="connsiteX4" fmla="*/ 54584 w 87957"/>
                <a:gd name="connsiteY4" fmla="*/ 6452 h 92464"/>
                <a:gd name="connsiteX5" fmla="*/ 82026 w 87957"/>
                <a:gd name="connsiteY5" fmla="*/ 6452 h 92464"/>
                <a:gd name="connsiteX6" fmla="*/ 88183 w 87957"/>
                <a:gd name="connsiteY6" fmla="*/ 3263 h 92464"/>
                <a:gd name="connsiteX7" fmla="*/ 82026 w 87957"/>
                <a:gd name="connsiteY7" fmla="*/ 75 h 92464"/>
                <a:gd name="connsiteX8" fmla="*/ 54232 w 87957"/>
                <a:gd name="connsiteY8" fmla="*/ 75 h 92464"/>
                <a:gd name="connsiteX9" fmla="*/ 226 w 87957"/>
                <a:gd name="connsiteY9" fmla="*/ 46307 h 92464"/>
                <a:gd name="connsiteX10" fmla="*/ 54232 w 87957"/>
                <a:gd name="connsiteY10" fmla="*/ 92540 h 92464"/>
                <a:gd name="connsiteX11" fmla="*/ 82026 w 87957"/>
                <a:gd name="connsiteY11" fmla="*/ 92540 h 92464"/>
                <a:gd name="connsiteX12" fmla="*/ 88183 w 87957"/>
                <a:gd name="connsiteY12" fmla="*/ 89351 h 92464"/>
                <a:gd name="connsiteX13" fmla="*/ 82026 w 87957"/>
                <a:gd name="connsiteY13" fmla="*/ 86163 h 92464"/>
                <a:gd name="connsiteX14" fmla="*/ 54584 w 87957"/>
                <a:gd name="connsiteY14" fmla="*/ 86163 h 92464"/>
                <a:gd name="connsiteX15" fmla="*/ 7439 w 87957"/>
                <a:gd name="connsiteY15" fmla="*/ 49496 h 92464"/>
                <a:gd name="connsiteX16" fmla="*/ 82026 w 87957"/>
                <a:gd name="connsiteY16" fmla="*/ 49496 h 924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87957" h="92464">
                  <a:moveTo>
                    <a:pt x="82026" y="49496"/>
                  </a:moveTo>
                  <a:cubicBezTo>
                    <a:pt x="85017" y="49496"/>
                    <a:pt x="88183" y="49496"/>
                    <a:pt x="88183" y="46307"/>
                  </a:cubicBezTo>
                  <a:cubicBezTo>
                    <a:pt x="88183" y="43119"/>
                    <a:pt x="85017" y="43119"/>
                    <a:pt x="82026" y="43119"/>
                  </a:cubicBezTo>
                  <a:lnTo>
                    <a:pt x="7439" y="43119"/>
                  </a:lnTo>
                  <a:cubicBezTo>
                    <a:pt x="9550" y="21756"/>
                    <a:pt x="29780" y="6452"/>
                    <a:pt x="54584" y="6452"/>
                  </a:cubicBezTo>
                  <a:lnTo>
                    <a:pt x="82026" y="6452"/>
                  </a:lnTo>
                  <a:cubicBezTo>
                    <a:pt x="85017" y="6452"/>
                    <a:pt x="88183" y="6452"/>
                    <a:pt x="88183" y="3263"/>
                  </a:cubicBezTo>
                  <a:cubicBezTo>
                    <a:pt x="88183" y="75"/>
                    <a:pt x="85017" y="75"/>
                    <a:pt x="82026" y="75"/>
                  </a:cubicBezTo>
                  <a:lnTo>
                    <a:pt x="54232" y="75"/>
                  </a:lnTo>
                  <a:cubicBezTo>
                    <a:pt x="24150" y="75"/>
                    <a:pt x="226" y="20800"/>
                    <a:pt x="226" y="46307"/>
                  </a:cubicBezTo>
                  <a:cubicBezTo>
                    <a:pt x="226" y="71815"/>
                    <a:pt x="24150" y="92540"/>
                    <a:pt x="54232" y="92540"/>
                  </a:cubicBezTo>
                  <a:lnTo>
                    <a:pt x="82026" y="92540"/>
                  </a:lnTo>
                  <a:cubicBezTo>
                    <a:pt x="85017" y="92540"/>
                    <a:pt x="88183" y="92540"/>
                    <a:pt x="88183" y="89351"/>
                  </a:cubicBezTo>
                  <a:cubicBezTo>
                    <a:pt x="88183" y="86163"/>
                    <a:pt x="85017" y="86163"/>
                    <a:pt x="82026" y="86163"/>
                  </a:cubicBezTo>
                  <a:lnTo>
                    <a:pt x="54584" y="86163"/>
                  </a:lnTo>
                  <a:cubicBezTo>
                    <a:pt x="29780" y="86163"/>
                    <a:pt x="9550" y="70858"/>
                    <a:pt x="7439" y="49496"/>
                  </a:cubicBezTo>
                  <a:lnTo>
                    <a:pt x="82026" y="49496"/>
                  </a:lnTo>
                  <a:close/>
                </a:path>
              </a:pathLst>
            </a:custGeom>
            <a:solidFill>
              <a:srgbClr val="000000"/>
            </a:solidFill>
            <a:ln w="1760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82" name="任意形状 81">
              <a:extLst>
                <a:ext uri="{FF2B5EF4-FFF2-40B4-BE49-F238E27FC236}">
                  <a16:creationId xmlns:a16="http://schemas.microsoft.com/office/drawing/2014/main" id="{78F62565-7CF2-CEFB-95A6-6870E3F4858D}"/>
                </a:ext>
              </a:extLst>
            </p:cNvPr>
            <p:cNvSpPr/>
            <p:nvPr>
              <p:custDataLst>
                <p:tags r:id="rId136"/>
              </p:custDataLst>
            </p:nvPr>
          </p:nvSpPr>
          <p:spPr>
            <a:xfrm>
              <a:off x="6705092" y="3627259"/>
              <a:ext cx="127674" cy="108407"/>
            </a:xfrm>
            <a:custGeom>
              <a:avLst/>
              <a:gdLst>
                <a:gd name="connsiteX0" fmla="*/ 118098 w 127674"/>
                <a:gd name="connsiteY0" fmla="*/ 71336 h 108407"/>
                <a:gd name="connsiteX1" fmla="*/ 118978 w 127674"/>
                <a:gd name="connsiteY1" fmla="*/ 69105 h 108407"/>
                <a:gd name="connsiteX2" fmla="*/ 116867 w 127674"/>
                <a:gd name="connsiteY2" fmla="*/ 67351 h 108407"/>
                <a:gd name="connsiteX3" fmla="*/ 114580 w 127674"/>
                <a:gd name="connsiteY3" fmla="*/ 69264 h 108407"/>
                <a:gd name="connsiteX4" fmla="*/ 66555 w 127674"/>
                <a:gd name="connsiteY4" fmla="*/ 103540 h 108407"/>
                <a:gd name="connsiteX5" fmla="*/ 40872 w 127674"/>
                <a:gd name="connsiteY5" fmla="*/ 103540 h 108407"/>
                <a:gd name="connsiteX6" fmla="*/ 37002 w 127674"/>
                <a:gd name="connsiteY6" fmla="*/ 103380 h 108407"/>
                <a:gd name="connsiteX7" fmla="*/ 34715 w 127674"/>
                <a:gd name="connsiteY7" fmla="*/ 101786 h 108407"/>
                <a:gd name="connsiteX8" fmla="*/ 35594 w 127674"/>
                <a:gd name="connsiteY8" fmla="*/ 98119 h 108407"/>
                <a:gd name="connsiteX9" fmla="*/ 47556 w 127674"/>
                <a:gd name="connsiteY9" fmla="*/ 54597 h 108407"/>
                <a:gd name="connsiteX10" fmla="*/ 64972 w 127674"/>
                <a:gd name="connsiteY10" fmla="*/ 54597 h 108407"/>
                <a:gd name="connsiteX11" fmla="*/ 79925 w 127674"/>
                <a:gd name="connsiteY11" fmla="*/ 61931 h 108407"/>
                <a:gd name="connsiteX12" fmla="*/ 78693 w 127674"/>
                <a:gd name="connsiteY12" fmla="*/ 69742 h 108407"/>
                <a:gd name="connsiteX13" fmla="*/ 78165 w 127674"/>
                <a:gd name="connsiteY13" fmla="*/ 71496 h 108407"/>
                <a:gd name="connsiteX14" fmla="*/ 80452 w 127674"/>
                <a:gd name="connsiteY14" fmla="*/ 73249 h 108407"/>
                <a:gd name="connsiteX15" fmla="*/ 83091 w 127674"/>
                <a:gd name="connsiteY15" fmla="*/ 70061 h 108407"/>
                <a:gd name="connsiteX16" fmla="*/ 93118 w 127674"/>
                <a:gd name="connsiteY16" fmla="*/ 32756 h 108407"/>
                <a:gd name="connsiteX17" fmla="*/ 91007 w 127674"/>
                <a:gd name="connsiteY17" fmla="*/ 31003 h 108407"/>
                <a:gd name="connsiteX18" fmla="*/ 88544 w 127674"/>
                <a:gd name="connsiteY18" fmla="*/ 33872 h 108407"/>
                <a:gd name="connsiteX19" fmla="*/ 65500 w 127674"/>
                <a:gd name="connsiteY19" fmla="*/ 49655 h 108407"/>
                <a:gd name="connsiteX20" fmla="*/ 48964 w 127674"/>
                <a:gd name="connsiteY20" fmla="*/ 49655 h 108407"/>
                <a:gd name="connsiteX21" fmla="*/ 59519 w 127674"/>
                <a:gd name="connsiteY21" fmla="*/ 11234 h 108407"/>
                <a:gd name="connsiteX22" fmla="*/ 69018 w 127674"/>
                <a:gd name="connsiteY22" fmla="*/ 5017 h 108407"/>
                <a:gd name="connsiteX23" fmla="*/ 93822 w 127674"/>
                <a:gd name="connsiteY23" fmla="*/ 5017 h 108407"/>
                <a:gd name="connsiteX24" fmla="*/ 120561 w 127674"/>
                <a:gd name="connsiteY24" fmla="*/ 22713 h 108407"/>
                <a:gd name="connsiteX25" fmla="*/ 119857 w 127674"/>
                <a:gd name="connsiteY25" fmla="*/ 31162 h 108407"/>
                <a:gd name="connsiteX26" fmla="*/ 119681 w 127674"/>
                <a:gd name="connsiteY26" fmla="*/ 34032 h 108407"/>
                <a:gd name="connsiteX27" fmla="*/ 121792 w 127674"/>
                <a:gd name="connsiteY27" fmla="*/ 35945 h 108407"/>
                <a:gd name="connsiteX28" fmla="*/ 124255 w 127674"/>
                <a:gd name="connsiteY28" fmla="*/ 31959 h 108407"/>
                <a:gd name="connsiteX29" fmla="*/ 127773 w 127674"/>
                <a:gd name="connsiteY29" fmla="*/ 4379 h 108407"/>
                <a:gd name="connsiteX30" fmla="*/ 123024 w 127674"/>
                <a:gd name="connsiteY30" fmla="*/ 75 h 108407"/>
                <a:gd name="connsiteX31" fmla="*/ 34187 w 127674"/>
                <a:gd name="connsiteY31" fmla="*/ 75 h 108407"/>
                <a:gd name="connsiteX32" fmla="*/ 28910 w 127674"/>
                <a:gd name="connsiteY32" fmla="*/ 3263 h 108407"/>
                <a:gd name="connsiteX33" fmla="*/ 33835 w 127674"/>
                <a:gd name="connsiteY33" fmla="*/ 5017 h 108407"/>
                <a:gd name="connsiteX34" fmla="*/ 45270 w 127674"/>
                <a:gd name="connsiteY34" fmla="*/ 7886 h 108407"/>
                <a:gd name="connsiteX35" fmla="*/ 44390 w 127674"/>
                <a:gd name="connsiteY35" fmla="*/ 11713 h 108407"/>
                <a:gd name="connsiteX36" fmla="*/ 21169 w 127674"/>
                <a:gd name="connsiteY36" fmla="*/ 96047 h 108407"/>
                <a:gd name="connsiteX37" fmla="*/ 5161 w 127674"/>
                <a:gd name="connsiteY37" fmla="*/ 103540 h 108407"/>
                <a:gd name="connsiteX38" fmla="*/ 236 w 127674"/>
                <a:gd name="connsiteY38" fmla="*/ 106569 h 108407"/>
                <a:gd name="connsiteX39" fmla="*/ 5161 w 127674"/>
                <a:gd name="connsiteY39" fmla="*/ 108482 h 108407"/>
                <a:gd name="connsiteX40" fmla="*/ 96461 w 127674"/>
                <a:gd name="connsiteY40" fmla="*/ 108482 h 108407"/>
                <a:gd name="connsiteX41" fmla="*/ 101914 w 127674"/>
                <a:gd name="connsiteY41" fmla="*/ 105772 h 108407"/>
                <a:gd name="connsiteX42" fmla="*/ 118098 w 127674"/>
                <a:gd name="connsiteY42" fmla="*/ 71336 h 1084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</a:cxnLst>
              <a:rect l="l" t="t" r="r" b="b"/>
              <a:pathLst>
                <a:path w="127674" h="108407">
                  <a:moveTo>
                    <a:pt x="118098" y="71336"/>
                  </a:moveTo>
                  <a:cubicBezTo>
                    <a:pt x="118450" y="70539"/>
                    <a:pt x="118978" y="69423"/>
                    <a:pt x="118978" y="69105"/>
                  </a:cubicBezTo>
                  <a:cubicBezTo>
                    <a:pt x="118978" y="68945"/>
                    <a:pt x="118978" y="67351"/>
                    <a:pt x="116867" y="67351"/>
                  </a:cubicBezTo>
                  <a:cubicBezTo>
                    <a:pt x="115283" y="67351"/>
                    <a:pt x="114932" y="68307"/>
                    <a:pt x="114580" y="69264"/>
                  </a:cubicBezTo>
                  <a:cubicBezTo>
                    <a:pt x="103145" y="92858"/>
                    <a:pt x="96636" y="103540"/>
                    <a:pt x="66555" y="103540"/>
                  </a:cubicBezTo>
                  <a:lnTo>
                    <a:pt x="40872" y="103540"/>
                  </a:lnTo>
                  <a:cubicBezTo>
                    <a:pt x="38409" y="103540"/>
                    <a:pt x="38057" y="103540"/>
                    <a:pt x="37002" y="103380"/>
                  </a:cubicBezTo>
                  <a:cubicBezTo>
                    <a:pt x="35242" y="103221"/>
                    <a:pt x="34715" y="103061"/>
                    <a:pt x="34715" y="101786"/>
                  </a:cubicBezTo>
                  <a:cubicBezTo>
                    <a:pt x="34715" y="101308"/>
                    <a:pt x="34715" y="100989"/>
                    <a:pt x="35594" y="98119"/>
                  </a:cubicBezTo>
                  <a:lnTo>
                    <a:pt x="47556" y="54597"/>
                  </a:lnTo>
                  <a:lnTo>
                    <a:pt x="64972" y="54597"/>
                  </a:lnTo>
                  <a:cubicBezTo>
                    <a:pt x="79925" y="54597"/>
                    <a:pt x="79925" y="57945"/>
                    <a:pt x="79925" y="61931"/>
                  </a:cubicBezTo>
                  <a:cubicBezTo>
                    <a:pt x="79925" y="63046"/>
                    <a:pt x="79925" y="64960"/>
                    <a:pt x="78693" y="69742"/>
                  </a:cubicBezTo>
                  <a:cubicBezTo>
                    <a:pt x="78341" y="70539"/>
                    <a:pt x="78165" y="71018"/>
                    <a:pt x="78165" y="71496"/>
                  </a:cubicBezTo>
                  <a:cubicBezTo>
                    <a:pt x="78165" y="72293"/>
                    <a:pt x="78869" y="73249"/>
                    <a:pt x="80452" y="73249"/>
                  </a:cubicBezTo>
                  <a:cubicBezTo>
                    <a:pt x="81860" y="73249"/>
                    <a:pt x="82387" y="72452"/>
                    <a:pt x="83091" y="70061"/>
                  </a:cubicBezTo>
                  <a:lnTo>
                    <a:pt x="93118" y="32756"/>
                  </a:lnTo>
                  <a:cubicBezTo>
                    <a:pt x="93118" y="31800"/>
                    <a:pt x="92239" y="31003"/>
                    <a:pt x="91007" y="31003"/>
                  </a:cubicBezTo>
                  <a:cubicBezTo>
                    <a:pt x="89424" y="31003"/>
                    <a:pt x="89072" y="31959"/>
                    <a:pt x="88544" y="33872"/>
                  </a:cubicBezTo>
                  <a:cubicBezTo>
                    <a:pt x="84850" y="45988"/>
                    <a:pt x="81684" y="49655"/>
                    <a:pt x="65500" y="49655"/>
                  </a:cubicBezTo>
                  <a:lnTo>
                    <a:pt x="48964" y="49655"/>
                  </a:lnTo>
                  <a:lnTo>
                    <a:pt x="59519" y="11234"/>
                  </a:lnTo>
                  <a:cubicBezTo>
                    <a:pt x="61102" y="5654"/>
                    <a:pt x="61278" y="5017"/>
                    <a:pt x="69018" y="5017"/>
                  </a:cubicBezTo>
                  <a:lnTo>
                    <a:pt x="93822" y="5017"/>
                  </a:lnTo>
                  <a:cubicBezTo>
                    <a:pt x="115283" y="5017"/>
                    <a:pt x="120561" y="9640"/>
                    <a:pt x="120561" y="22713"/>
                  </a:cubicBezTo>
                  <a:cubicBezTo>
                    <a:pt x="120561" y="26539"/>
                    <a:pt x="120561" y="26858"/>
                    <a:pt x="119857" y="31162"/>
                  </a:cubicBezTo>
                  <a:cubicBezTo>
                    <a:pt x="119857" y="32119"/>
                    <a:pt x="119681" y="33235"/>
                    <a:pt x="119681" y="34032"/>
                  </a:cubicBezTo>
                  <a:cubicBezTo>
                    <a:pt x="119681" y="34829"/>
                    <a:pt x="120209" y="35945"/>
                    <a:pt x="121792" y="35945"/>
                  </a:cubicBezTo>
                  <a:cubicBezTo>
                    <a:pt x="123727" y="35945"/>
                    <a:pt x="123903" y="34988"/>
                    <a:pt x="124255" y="31959"/>
                  </a:cubicBezTo>
                  <a:lnTo>
                    <a:pt x="127773" y="4379"/>
                  </a:lnTo>
                  <a:cubicBezTo>
                    <a:pt x="128301" y="75"/>
                    <a:pt x="127421" y="75"/>
                    <a:pt x="123024" y="75"/>
                  </a:cubicBezTo>
                  <a:lnTo>
                    <a:pt x="34187" y="75"/>
                  </a:lnTo>
                  <a:cubicBezTo>
                    <a:pt x="30669" y="75"/>
                    <a:pt x="28910" y="75"/>
                    <a:pt x="28910" y="3263"/>
                  </a:cubicBezTo>
                  <a:cubicBezTo>
                    <a:pt x="28910" y="5017"/>
                    <a:pt x="30493" y="5017"/>
                    <a:pt x="33835" y="5017"/>
                  </a:cubicBezTo>
                  <a:cubicBezTo>
                    <a:pt x="40344" y="5017"/>
                    <a:pt x="45270" y="5017"/>
                    <a:pt x="45270" y="7886"/>
                  </a:cubicBezTo>
                  <a:cubicBezTo>
                    <a:pt x="45270" y="8524"/>
                    <a:pt x="45270" y="8843"/>
                    <a:pt x="44390" y="11713"/>
                  </a:cubicBezTo>
                  <a:lnTo>
                    <a:pt x="21169" y="96047"/>
                  </a:lnTo>
                  <a:cubicBezTo>
                    <a:pt x="19410" y="102264"/>
                    <a:pt x="19058" y="103540"/>
                    <a:pt x="5161" y="103540"/>
                  </a:cubicBezTo>
                  <a:cubicBezTo>
                    <a:pt x="2171" y="103540"/>
                    <a:pt x="236" y="103540"/>
                    <a:pt x="236" y="106569"/>
                  </a:cubicBezTo>
                  <a:cubicBezTo>
                    <a:pt x="236" y="108482"/>
                    <a:pt x="1819" y="108482"/>
                    <a:pt x="5161" y="108482"/>
                  </a:cubicBezTo>
                  <a:lnTo>
                    <a:pt x="96461" y="108482"/>
                  </a:lnTo>
                  <a:cubicBezTo>
                    <a:pt x="100507" y="108482"/>
                    <a:pt x="100682" y="108322"/>
                    <a:pt x="101914" y="105772"/>
                  </a:cubicBezTo>
                  <a:lnTo>
                    <a:pt x="118098" y="71336"/>
                  </a:lnTo>
                  <a:close/>
                </a:path>
              </a:pathLst>
            </a:custGeom>
            <a:solidFill>
              <a:srgbClr val="000000"/>
            </a:solidFill>
            <a:ln w="1760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83" name="任意形状 82">
              <a:extLst>
                <a:ext uri="{FF2B5EF4-FFF2-40B4-BE49-F238E27FC236}">
                  <a16:creationId xmlns:a16="http://schemas.microsoft.com/office/drawing/2014/main" id="{2B210B37-F7BF-21CB-98CF-35F1A000E5C0}"/>
                </a:ext>
              </a:extLst>
            </p:cNvPr>
            <p:cNvSpPr/>
            <p:nvPr>
              <p:custDataLst>
                <p:tags r:id="rId137"/>
              </p:custDataLst>
            </p:nvPr>
          </p:nvSpPr>
          <p:spPr>
            <a:xfrm>
              <a:off x="6834054" y="3710365"/>
              <a:ext cx="57260" cy="50329"/>
            </a:xfrm>
            <a:custGeom>
              <a:avLst/>
              <a:gdLst>
                <a:gd name="connsiteX0" fmla="*/ 23393 w 57260"/>
                <a:gd name="connsiteY0" fmla="*/ 26748 h 50329"/>
                <a:gd name="connsiteX1" fmla="*/ 26595 w 57260"/>
                <a:gd name="connsiteY1" fmla="*/ 15476 h 50329"/>
                <a:gd name="connsiteX2" fmla="*/ 34353 w 57260"/>
                <a:gd name="connsiteY2" fmla="*/ 6326 h 50329"/>
                <a:gd name="connsiteX3" fmla="*/ 44327 w 57260"/>
                <a:gd name="connsiteY3" fmla="*/ 3201 h 50329"/>
                <a:gd name="connsiteX4" fmla="*/ 51100 w 57260"/>
                <a:gd name="connsiteY4" fmla="*/ 4763 h 50329"/>
                <a:gd name="connsiteX5" fmla="*/ 45681 w 57260"/>
                <a:gd name="connsiteY5" fmla="*/ 10901 h 50329"/>
                <a:gd name="connsiteX6" fmla="*/ 50607 w 57260"/>
                <a:gd name="connsiteY6" fmla="*/ 15030 h 50329"/>
                <a:gd name="connsiteX7" fmla="*/ 57503 w 57260"/>
                <a:gd name="connsiteY7" fmla="*/ 8223 h 50329"/>
                <a:gd name="connsiteX8" fmla="*/ 44450 w 57260"/>
                <a:gd name="connsiteY8" fmla="*/ 76 h 50329"/>
                <a:gd name="connsiteX9" fmla="*/ 27087 w 57260"/>
                <a:gd name="connsiteY9" fmla="*/ 7999 h 50329"/>
                <a:gd name="connsiteX10" fmla="*/ 14404 w 57260"/>
                <a:gd name="connsiteY10" fmla="*/ 76 h 50329"/>
                <a:gd name="connsiteX11" fmla="*/ 4799 w 57260"/>
                <a:gd name="connsiteY11" fmla="*/ 5768 h 50329"/>
                <a:gd name="connsiteX12" fmla="*/ 243 w 57260"/>
                <a:gd name="connsiteY12" fmla="*/ 17150 h 50329"/>
                <a:gd name="connsiteX13" fmla="*/ 2336 w 57260"/>
                <a:gd name="connsiteY13" fmla="*/ 18601 h 50329"/>
                <a:gd name="connsiteX14" fmla="*/ 5045 w 57260"/>
                <a:gd name="connsiteY14" fmla="*/ 15253 h 50329"/>
                <a:gd name="connsiteX15" fmla="*/ 14035 w 57260"/>
                <a:gd name="connsiteY15" fmla="*/ 3201 h 50329"/>
                <a:gd name="connsiteX16" fmla="*/ 18098 w 57260"/>
                <a:gd name="connsiteY16" fmla="*/ 8669 h 50329"/>
                <a:gd name="connsiteX17" fmla="*/ 16128 w 57260"/>
                <a:gd name="connsiteY17" fmla="*/ 17932 h 50329"/>
                <a:gd name="connsiteX18" fmla="*/ 13419 w 57260"/>
                <a:gd name="connsiteY18" fmla="*/ 27975 h 50329"/>
                <a:gd name="connsiteX19" fmla="*/ 9478 w 57260"/>
                <a:gd name="connsiteY19" fmla="*/ 42259 h 50329"/>
                <a:gd name="connsiteX20" fmla="*/ 8247 w 57260"/>
                <a:gd name="connsiteY20" fmla="*/ 46835 h 50329"/>
                <a:gd name="connsiteX21" fmla="*/ 12434 w 57260"/>
                <a:gd name="connsiteY21" fmla="*/ 50406 h 50329"/>
                <a:gd name="connsiteX22" fmla="*/ 17729 w 57260"/>
                <a:gd name="connsiteY22" fmla="*/ 47170 h 50329"/>
                <a:gd name="connsiteX23" fmla="*/ 20068 w 57260"/>
                <a:gd name="connsiteY23" fmla="*/ 38800 h 50329"/>
                <a:gd name="connsiteX24" fmla="*/ 23393 w 57260"/>
                <a:gd name="connsiteY24" fmla="*/ 26748 h 503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57260" h="50329">
                  <a:moveTo>
                    <a:pt x="23393" y="26748"/>
                  </a:moveTo>
                  <a:cubicBezTo>
                    <a:pt x="23516" y="26078"/>
                    <a:pt x="26349" y="16034"/>
                    <a:pt x="26595" y="15476"/>
                  </a:cubicBezTo>
                  <a:cubicBezTo>
                    <a:pt x="26841" y="14584"/>
                    <a:pt x="30412" y="9004"/>
                    <a:pt x="34353" y="6326"/>
                  </a:cubicBezTo>
                  <a:cubicBezTo>
                    <a:pt x="35707" y="5433"/>
                    <a:pt x="39032" y="3201"/>
                    <a:pt x="44327" y="3201"/>
                  </a:cubicBezTo>
                  <a:cubicBezTo>
                    <a:pt x="45558" y="3201"/>
                    <a:pt x="48637" y="3312"/>
                    <a:pt x="51100" y="4763"/>
                  </a:cubicBezTo>
                  <a:cubicBezTo>
                    <a:pt x="47159" y="5768"/>
                    <a:pt x="45681" y="8892"/>
                    <a:pt x="45681" y="10901"/>
                  </a:cubicBezTo>
                  <a:cubicBezTo>
                    <a:pt x="45681" y="13356"/>
                    <a:pt x="47775" y="15030"/>
                    <a:pt x="50607" y="15030"/>
                  </a:cubicBezTo>
                  <a:cubicBezTo>
                    <a:pt x="53439" y="15030"/>
                    <a:pt x="57503" y="12910"/>
                    <a:pt x="57503" y="8223"/>
                  </a:cubicBezTo>
                  <a:cubicBezTo>
                    <a:pt x="57503" y="2420"/>
                    <a:pt x="50730" y="76"/>
                    <a:pt x="44450" y="76"/>
                  </a:cubicBezTo>
                  <a:cubicBezTo>
                    <a:pt x="38047" y="76"/>
                    <a:pt x="32506" y="2420"/>
                    <a:pt x="27087" y="7999"/>
                  </a:cubicBezTo>
                  <a:cubicBezTo>
                    <a:pt x="24871" y="1192"/>
                    <a:pt x="17359" y="76"/>
                    <a:pt x="14404" y="76"/>
                  </a:cubicBezTo>
                  <a:cubicBezTo>
                    <a:pt x="9848" y="76"/>
                    <a:pt x="6769" y="2643"/>
                    <a:pt x="4799" y="5768"/>
                  </a:cubicBezTo>
                  <a:cubicBezTo>
                    <a:pt x="1967" y="10120"/>
                    <a:pt x="243" y="16592"/>
                    <a:pt x="243" y="17150"/>
                  </a:cubicBezTo>
                  <a:cubicBezTo>
                    <a:pt x="243" y="18601"/>
                    <a:pt x="1967" y="18601"/>
                    <a:pt x="2336" y="18601"/>
                  </a:cubicBezTo>
                  <a:cubicBezTo>
                    <a:pt x="4060" y="18601"/>
                    <a:pt x="4183" y="18266"/>
                    <a:pt x="5045" y="15253"/>
                  </a:cubicBezTo>
                  <a:cubicBezTo>
                    <a:pt x="6892" y="8446"/>
                    <a:pt x="9232" y="3201"/>
                    <a:pt x="14035" y="3201"/>
                  </a:cubicBezTo>
                  <a:cubicBezTo>
                    <a:pt x="17236" y="3201"/>
                    <a:pt x="18098" y="5656"/>
                    <a:pt x="18098" y="8669"/>
                  </a:cubicBezTo>
                  <a:cubicBezTo>
                    <a:pt x="18098" y="10789"/>
                    <a:pt x="16990" y="14918"/>
                    <a:pt x="16128" y="17932"/>
                  </a:cubicBezTo>
                  <a:cubicBezTo>
                    <a:pt x="15266" y="20945"/>
                    <a:pt x="14035" y="25520"/>
                    <a:pt x="13419" y="27975"/>
                  </a:cubicBezTo>
                  <a:lnTo>
                    <a:pt x="9478" y="42259"/>
                  </a:lnTo>
                  <a:cubicBezTo>
                    <a:pt x="8986" y="43710"/>
                    <a:pt x="8247" y="46500"/>
                    <a:pt x="8247" y="46835"/>
                  </a:cubicBezTo>
                  <a:cubicBezTo>
                    <a:pt x="8247" y="49290"/>
                    <a:pt x="10463" y="50406"/>
                    <a:pt x="12434" y="50406"/>
                  </a:cubicBezTo>
                  <a:cubicBezTo>
                    <a:pt x="14281" y="50406"/>
                    <a:pt x="16744" y="49401"/>
                    <a:pt x="17729" y="47170"/>
                  </a:cubicBezTo>
                  <a:cubicBezTo>
                    <a:pt x="17975" y="46500"/>
                    <a:pt x="19330" y="41590"/>
                    <a:pt x="20068" y="38800"/>
                  </a:cubicBezTo>
                  <a:lnTo>
                    <a:pt x="23393" y="26748"/>
                  </a:lnTo>
                  <a:close/>
                </a:path>
              </a:pathLst>
            </a:custGeom>
            <a:solidFill>
              <a:srgbClr val="000000"/>
            </a:solidFill>
            <a:ln w="1760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84" name="任意形状 83">
              <a:extLst>
                <a:ext uri="{FF2B5EF4-FFF2-40B4-BE49-F238E27FC236}">
                  <a16:creationId xmlns:a16="http://schemas.microsoft.com/office/drawing/2014/main" id="{0174792C-BC44-D8CB-83C2-AE218E7AF845}"/>
                </a:ext>
              </a:extLst>
            </p:cNvPr>
            <p:cNvSpPr/>
            <p:nvPr>
              <p:custDataLst>
                <p:tags r:id="rId138"/>
              </p:custDataLst>
            </p:nvPr>
          </p:nvSpPr>
          <p:spPr>
            <a:xfrm>
              <a:off x="6975963" y="3616099"/>
              <a:ext cx="7036" cy="159422"/>
            </a:xfrm>
            <a:custGeom>
              <a:avLst/>
              <a:gdLst>
                <a:gd name="connsiteX0" fmla="*/ 7287 w 7036"/>
                <a:gd name="connsiteY0" fmla="*/ 5814 h 159422"/>
                <a:gd name="connsiteX1" fmla="*/ 3768 w 7036"/>
                <a:gd name="connsiteY1" fmla="*/ 75 h 159422"/>
                <a:gd name="connsiteX2" fmla="*/ 250 w 7036"/>
                <a:gd name="connsiteY2" fmla="*/ 5814 h 159422"/>
                <a:gd name="connsiteX3" fmla="*/ 250 w 7036"/>
                <a:gd name="connsiteY3" fmla="*/ 153758 h 159422"/>
                <a:gd name="connsiteX4" fmla="*/ 3768 w 7036"/>
                <a:gd name="connsiteY4" fmla="*/ 159497 h 159422"/>
                <a:gd name="connsiteX5" fmla="*/ 7287 w 7036"/>
                <a:gd name="connsiteY5" fmla="*/ 153758 h 159422"/>
                <a:gd name="connsiteX6" fmla="*/ 7287 w 7036"/>
                <a:gd name="connsiteY6" fmla="*/ 5814 h 1594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036" h="159422">
                  <a:moveTo>
                    <a:pt x="7287" y="5814"/>
                  </a:moveTo>
                  <a:cubicBezTo>
                    <a:pt x="7287" y="2944"/>
                    <a:pt x="7287" y="75"/>
                    <a:pt x="3768" y="75"/>
                  </a:cubicBezTo>
                  <a:cubicBezTo>
                    <a:pt x="250" y="75"/>
                    <a:pt x="250" y="2944"/>
                    <a:pt x="250" y="5814"/>
                  </a:cubicBezTo>
                  <a:lnTo>
                    <a:pt x="250" y="153758"/>
                  </a:lnTo>
                  <a:cubicBezTo>
                    <a:pt x="250" y="156627"/>
                    <a:pt x="250" y="159497"/>
                    <a:pt x="3768" y="159497"/>
                  </a:cubicBezTo>
                  <a:cubicBezTo>
                    <a:pt x="7287" y="159497"/>
                    <a:pt x="7287" y="156627"/>
                    <a:pt x="7287" y="153758"/>
                  </a:cubicBezTo>
                  <a:lnTo>
                    <a:pt x="7287" y="5814"/>
                  </a:lnTo>
                  <a:close/>
                </a:path>
              </a:pathLst>
            </a:custGeom>
            <a:solidFill>
              <a:srgbClr val="000000"/>
            </a:solidFill>
            <a:ln w="1760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85" name="任意形状 84">
              <a:extLst>
                <a:ext uri="{FF2B5EF4-FFF2-40B4-BE49-F238E27FC236}">
                  <a16:creationId xmlns:a16="http://schemas.microsoft.com/office/drawing/2014/main" id="{8F853DDD-D35D-4A59-1225-D9F7B0786199}"/>
                </a:ext>
              </a:extLst>
            </p:cNvPr>
            <p:cNvSpPr/>
            <p:nvPr>
              <p:custDataLst>
                <p:tags r:id="rId139"/>
              </p:custDataLst>
            </p:nvPr>
          </p:nvSpPr>
          <p:spPr>
            <a:xfrm>
              <a:off x="7070174" y="3616099"/>
              <a:ext cx="40812" cy="159422"/>
            </a:xfrm>
            <a:custGeom>
              <a:avLst/>
              <a:gdLst>
                <a:gd name="connsiteX0" fmla="*/ 41068 w 40812"/>
                <a:gd name="connsiteY0" fmla="*/ 157903 h 159422"/>
                <a:gd name="connsiteX1" fmla="*/ 38077 w 40812"/>
                <a:gd name="connsiteY1" fmla="*/ 154395 h 159422"/>
                <a:gd name="connsiteX2" fmla="*/ 10459 w 40812"/>
                <a:gd name="connsiteY2" fmla="*/ 79786 h 159422"/>
                <a:gd name="connsiteX3" fmla="*/ 38781 w 40812"/>
                <a:gd name="connsiteY3" fmla="*/ 4379 h 159422"/>
                <a:gd name="connsiteX4" fmla="*/ 41068 w 40812"/>
                <a:gd name="connsiteY4" fmla="*/ 1669 h 159422"/>
                <a:gd name="connsiteX5" fmla="*/ 39309 w 40812"/>
                <a:gd name="connsiteY5" fmla="*/ 75 h 159422"/>
                <a:gd name="connsiteX6" fmla="*/ 11338 w 40812"/>
                <a:gd name="connsiteY6" fmla="*/ 31162 h 159422"/>
                <a:gd name="connsiteX7" fmla="*/ 256 w 40812"/>
                <a:gd name="connsiteY7" fmla="*/ 79786 h 159422"/>
                <a:gd name="connsiteX8" fmla="*/ 11866 w 40812"/>
                <a:gd name="connsiteY8" fmla="*/ 129526 h 159422"/>
                <a:gd name="connsiteX9" fmla="*/ 39309 w 40812"/>
                <a:gd name="connsiteY9" fmla="*/ 159497 h 159422"/>
                <a:gd name="connsiteX10" fmla="*/ 41068 w 40812"/>
                <a:gd name="connsiteY10" fmla="*/ 157903 h 1594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40812" h="159422">
                  <a:moveTo>
                    <a:pt x="41068" y="157903"/>
                  </a:moveTo>
                  <a:cubicBezTo>
                    <a:pt x="41068" y="157424"/>
                    <a:pt x="41068" y="157106"/>
                    <a:pt x="38077" y="154395"/>
                  </a:cubicBezTo>
                  <a:cubicBezTo>
                    <a:pt x="16088" y="134308"/>
                    <a:pt x="10459" y="104177"/>
                    <a:pt x="10459" y="79786"/>
                  </a:cubicBezTo>
                  <a:cubicBezTo>
                    <a:pt x="10459" y="52046"/>
                    <a:pt x="17143" y="24307"/>
                    <a:pt x="38781" y="4379"/>
                  </a:cubicBezTo>
                  <a:cubicBezTo>
                    <a:pt x="41068" y="2466"/>
                    <a:pt x="41068" y="2147"/>
                    <a:pt x="41068" y="1669"/>
                  </a:cubicBezTo>
                  <a:cubicBezTo>
                    <a:pt x="41068" y="553"/>
                    <a:pt x="40364" y="75"/>
                    <a:pt x="39309" y="75"/>
                  </a:cubicBezTo>
                  <a:cubicBezTo>
                    <a:pt x="37549" y="75"/>
                    <a:pt x="21717" y="10915"/>
                    <a:pt x="11338" y="31162"/>
                  </a:cubicBezTo>
                  <a:cubicBezTo>
                    <a:pt x="2367" y="48698"/>
                    <a:pt x="256" y="66394"/>
                    <a:pt x="256" y="79786"/>
                  </a:cubicBezTo>
                  <a:cubicBezTo>
                    <a:pt x="256" y="92221"/>
                    <a:pt x="2191" y="111511"/>
                    <a:pt x="11866" y="129526"/>
                  </a:cubicBezTo>
                  <a:cubicBezTo>
                    <a:pt x="22421" y="149134"/>
                    <a:pt x="37549" y="159497"/>
                    <a:pt x="39309" y="159497"/>
                  </a:cubicBezTo>
                  <a:cubicBezTo>
                    <a:pt x="40364" y="159497"/>
                    <a:pt x="41068" y="159019"/>
                    <a:pt x="41068" y="157903"/>
                  </a:cubicBezTo>
                  <a:close/>
                </a:path>
              </a:pathLst>
            </a:custGeom>
            <a:solidFill>
              <a:srgbClr val="000000"/>
            </a:solidFill>
            <a:ln w="1760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86" name="任意形状 85">
              <a:extLst>
                <a:ext uri="{FF2B5EF4-FFF2-40B4-BE49-F238E27FC236}">
                  <a16:creationId xmlns:a16="http://schemas.microsoft.com/office/drawing/2014/main" id="{7A369C71-9B78-CDDE-C27E-2487DBA51A03}"/>
                </a:ext>
              </a:extLst>
            </p:cNvPr>
            <p:cNvSpPr/>
            <p:nvPr>
              <p:custDataLst>
                <p:tags r:id="rId140"/>
              </p:custDataLst>
            </p:nvPr>
          </p:nvSpPr>
          <p:spPr>
            <a:xfrm>
              <a:off x="7125215" y="3635867"/>
              <a:ext cx="54005" cy="101551"/>
            </a:xfrm>
            <a:custGeom>
              <a:avLst/>
              <a:gdLst>
                <a:gd name="connsiteX0" fmla="*/ 32452 w 54005"/>
                <a:gd name="connsiteY0" fmla="*/ 36104 h 101551"/>
                <a:gd name="connsiteX1" fmla="*/ 48988 w 54005"/>
                <a:gd name="connsiteY1" fmla="*/ 36104 h 101551"/>
                <a:gd name="connsiteX2" fmla="*/ 54265 w 54005"/>
                <a:gd name="connsiteY2" fmla="*/ 32916 h 101551"/>
                <a:gd name="connsiteX3" fmla="*/ 49339 w 54005"/>
                <a:gd name="connsiteY3" fmla="*/ 31162 h 101551"/>
                <a:gd name="connsiteX4" fmla="*/ 33859 w 54005"/>
                <a:gd name="connsiteY4" fmla="*/ 31162 h 101551"/>
                <a:gd name="connsiteX5" fmla="*/ 41072 w 54005"/>
                <a:gd name="connsiteY5" fmla="*/ 4379 h 101551"/>
                <a:gd name="connsiteX6" fmla="*/ 35970 w 54005"/>
                <a:gd name="connsiteY6" fmla="*/ 75 h 101551"/>
                <a:gd name="connsiteX7" fmla="*/ 28933 w 54005"/>
                <a:gd name="connsiteY7" fmla="*/ 5814 h 101551"/>
                <a:gd name="connsiteX8" fmla="*/ 22073 w 54005"/>
                <a:gd name="connsiteY8" fmla="*/ 31162 h 101551"/>
                <a:gd name="connsiteX9" fmla="*/ 5537 w 54005"/>
                <a:gd name="connsiteY9" fmla="*/ 31162 h 101551"/>
                <a:gd name="connsiteX10" fmla="*/ 259 w 54005"/>
                <a:gd name="connsiteY10" fmla="*/ 34191 h 101551"/>
                <a:gd name="connsiteX11" fmla="*/ 5185 w 54005"/>
                <a:gd name="connsiteY11" fmla="*/ 36104 h 101551"/>
                <a:gd name="connsiteX12" fmla="*/ 20665 w 54005"/>
                <a:gd name="connsiteY12" fmla="*/ 36104 h 101551"/>
                <a:gd name="connsiteX13" fmla="*/ 7296 w 54005"/>
                <a:gd name="connsiteY13" fmla="*/ 86960 h 101551"/>
                <a:gd name="connsiteX14" fmla="*/ 23480 w 54005"/>
                <a:gd name="connsiteY14" fmla="*/ 101627 h 101551"/>
                <a:gd name="connsiteX15" fmla="*/ 51450 w 54005"/>
                <a:gd name="connsiteY15" fmla="*/ 77076 h 101551"/>
                <a:gd name="connsiteX16" fmla="*/ 49339 w 54005"/>
                <a:gd name="connsiteY16" fmla="*/ 75481 h 101551"/>
                <a:gd name="connsiteX17" fmla="*/ 46701 w 54005"/>
                <a:gd name="connsiteY17" fmla="*/ 77713 h 101551"/>
                <a:gd name="connsiteX18" fmla="*/ 23832 w 54005"/>
                <a:gd name="connsiteY18" fmla="*/ 98119 h 101551"/>
                <a:gd name="connsiteX19" fmla="*/ 18379 w 54005"/>
                <a:gd name="connsiteY19" fmla="*/ 90786 h 101551"/>
                <a:gd name="connsiteX20" fmla="*/ 19434 w 54005"/>
                <a:gd name="connsiteY20" fmla="*/ 83134 h 101551"/>
                <a:gd name="connsiteX21" fmla="*/ 32452 w 54005"/>
                <a:gd name="connsiteY21" fmla="*/ 36104 h 1015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54005" h="101551">
                  <a:moveTo>
                    <a:pt x="32452" y="36104"/>
                  </a:moveTo>
                  <a:lnTo>
                    <a:pt x="48988" y="36104"/>
                  </a:lnTo>
                  <a:cubicBezTo>
                    <a:pt x="52506" y="36104"/>
                    <a:pt x="54265" y="36104"/>
                    <a:pt x="54265" y="32916"/>
                  </a:cubicBezTo>
                  <a:cubicBezTo>
                    <a:pt x="54265" y="31162"/>
                    <a:pt x="52506" y="31162"/>
                    <a:pt x="49339" y="31162"/>
                  </a:cubicBezTo>
                  <a:lnTo>
                    <a:pt x="33859" y="31162"/>
                  </a:lnTo>
                  <a:cubicBezTo>
                    <a:pt x="40192" y="8524"/>
                    <a:pt x="41072" y="5336"/>
                    <a:pt x="41072" y="4379"/>
                  </a:cubicBezTo>
                  <a:cubicBezTo>
                    <a:pt x="41072" y="1669"/>
                    <a:pt x="38961" y="75"/>
                    <a:pt x="35970" y="75"/>
                  </a:cubicBezTo>
                  <a:cubicBezTo>
                    <a:pt x="35442" y="75"/>
                    <a:pt x="30517" y="234"/>
                    <a:pt x="28933" y="5814"/>
                  </a:cubicBezTo>
                  <a:lnTo>
                    <a:pt x="22073" y="31162"/>
                  </a:lnTo>
                  <a:lnTo>
                    <a:pt x="5537" y="31162"/>
                  </a:lnTo>
                  <a:cubicBezTo>
                    <a:pt x="2019" y="31162"/>
                    <a:pt x="259" y="31162"/>
                    <a:pt x="259" y="34191"/>
                  </a:cubicBezTo>
                  <a:cubicBezTo>
                    <a:pt x="259" y="36104"/>
                    <a:pt x="1667" y="36104"/>
                    <a:pt x="5185" y="36104"/>
                  </a:cubicBezTo>
                  <a:lnTo>
                    <a:pt x="20665" y="36104"/>
                  </a:lnTo>
                  <a:cubicBezTo>
                    <a:pt x="8000" y="81380"/>
                    <a:pt x="7296" y="84090"/>
                    <a:pt x="7296" y="86960"/>
                  </a:cubicBezTo>
                  <a:cubicBezTo>
                    <a:pt x="7296" y="95569"/>
                    <a:pt x="13981" y="101627"/>
                    <a:pt x="23480" y="101627"/>
                  </a:cubicBezTo>
                  <a:cubicBezTo>
                    <a:pt x="41423" y="101627"/>
                    <a:pt x="51450" y="78351"/>
                    <a:pt x="51450" y="77076"/>
                  </a:cubicBezTo>
                  <a:cubicBezTo>
                    <a:pt x="51450" y="75481"/>
                    <a:pt x="50043" y="75481"/>
                    <a:pt x="49339" y="75481"/>
                  </a:cubicBezTo>
                  <a:cubicBezTo>
                    <a:pt x="47756" y="75481"/>
                    <a:pt x="47580" y="75960"/>
                    <a:pt x="46701" y="77713"/>
                  </a:cubicBezTo>
                  <a:cubicBezTo>
                    <a:pt x="39136" y="94293"/>
                    <a:pt x="29813" y="98119"/>
                    <a:pt x="23832" y="98119"/>
                  </a:cubicBezTo>
                  <a:cubicBezTo>
                    <a:pt x="20138" y="98119"/>
                    <a:pt x="18379" y="96047"/>
                    <a:pt x="18379" y="90786"/>
                  </a:cubicBezTo>
                  <a:cubicBezTo>
                    <a:pt x="18379" y="86960"/>
                    <a:pt x="18730" y="85844"/>
                    <a:pt x="19434" y="83134"/>
                  </a:cubicBezTo>
                  <a:lnTo>
                    <a:pt x="32452" y="36104"/>
                  </a:lnTo>
                  <a:close/>
                </a:path>
              </a:pathLst>
            </a:custGeom>
            <a:solidFill>
              <a:srgbClr val="000000"/>
            </a:solidFill>
            <a:ln w="1760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87" name="任意形状 86">
              <a:extLst>
                <a:ext uri="{FF2B5EF4-FFF2-40B4-BE49-F238E27FC236}">
                  <a16:creationId xmlns:a16="http://schemas.microsoft.com/office/drawing/2014/main" id="{8B843E93-7425-8473-6081-D1753F058D12}"/>
                </a:ext>
              </a:extLst>
            </p:cNvPr>
            <p:cNvSpPr/>
            <p:nvPr>
              <p:custDataLst>
                <p:tags r:id="rId141"/>
              </p:custDataLst>
            </p:nvPr>
          </p:nvSpPr>
          <p:spPr>
            <a:xfrm>
              <a:off x="7199823" y="3718767"/>
              <a:ext cx="20581" cy="47667"/>
            </a:xfrm>
            <a:custGeom>
              <a:avLst/>
              <a:gdLst>
                <a:gd name="connsiteX0" fmla="*/ 20845 w 20581"/>
                <a:gd name="connsiteY0" fmla="*/ 16814 h 47667"/>
                <a:gd name="connsiteX1" fmla="*/ 9586 w 20581"/>
                <a:gd name="connsiteY1" fmla="*/ 75 h 47667"/>
                <a:gd name="connsiteX2" fmla="*/ 263 w 20581"/>
                <a:gd name="connsiteY2" fmla="*/ 8524 h 47667"/>
                <a:gd name="connsiteX3" fmla="*/ 9586 w 20581"/>
                <a:gd name="connsiteY3" fmla="*/ 16973 h 47667"/>
                <a:gd name="connsiteX4" fmla="*/ 15743 w 20581"/>
                <a:gd name="connsiteY4" fmla="*/ 14901 h 47667"/>
                <a:gd name="connsiteX5" fmla="*/ 16623 w 20581"/>
                <a:gd name="connsiteY5" fmla="*/ 14423 h 47667"/>
                <a:gd name="connsiteX6" fmla="*/ 16975 w 20581"/>
                <a:gd name="connsiteY6" fmla="*/ 16814 h 47667"/>
                <a:gd name="connsiteX7" fmla="*/ 5013 w 20581"/>
                <a:gd name="connsiteY7" fmla="*/ 43438 h 47667"/>
                <a:gd name="connsiteX8" fmla="*/ 3078 w 20581"/>
                <a:gd name="connsiteY8" fmla="*/ 45988 h 47667"/>
                <a:gd name="connsiteX9" fmla="*/ 4837 w 20581"/>
                <a:gd name="connsiteY9" fmla="*/ 47742 h 47667"/>
                <a:gd name="connsiteX10" fmla="*/ 20845 w 20581"/>
                <a:gd name="connsiteY10" fmla="*/ 16814 h 476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0581" h="47667">
                  <a:moveTo>
                    <a:pt x="20845" y="16814"/>
                  </a:moveTo>
                  <a:cubicBezTo>
                    <a:pt x="20845" y="6292"/>
                    <a:pt x="16447" y="75"/>
                    <a:pt x="9586" y="75"/>
                  </a:cubicBezTo>
                  <a:cubicBezTo>
                    <a:pt x="3781" y="75"/>
                    <a:pt x="263" y="4060"/>
                    <a:pt x="263" y="8524"/>
                  </a:cubicBezTo>
                  <a:cubicBezTo>
                    <a:pt x="263" y="12828"/>
                    <a:pt x="3781" y="16973"/>
                    <a:pt x="9586" y="16973"/>
                  </a:cubicBezTo>
                  <a:cubicBezTo>
                    <a:pt x="11697" y="16973"/>
                    <a:pt x="13984" y="16336"/>
                    <a:pt x="15743" y="14901"/>
                  </a:cubicBezTo>
                  <a:cubicBezTo>
                    <a:pt x="16271" y="14582"/>
                    <a:pt x="16447" y="14423"/>
                    <a:pt x="16623" y="14423"/>
                  </a:cubicBezTo>
                  <a:cubicBezTo>
                    <a:pt x="16799" y="14423"/>
                    <a:pt x="16975" y="14582"/>
                    <a:pt x="16975" y="16814"/>
                  </a:cubicBezTo>
                  <a:cubicBezTo>
                    <a:pt x="16975" y="28611"/>
                    <a:pt x="10818" y="38177"/>
                    <a:pt x="5013" y="43438"/>
                  </a:cubicBezTo>
                  <a:cubicBezTo>
                    <a:pt x="3078" y="45191"/>
                    <a:pt x="3078" y="45510"/>
                    <a:pt x="3078" y="45988"/>
                  </a:cubicBezTo>
                  <a:cubicBezTo>
                    <a:pt x="3078" y="47104"/>
                    <a:pt x="3957" y="47742"/>
                    <a:pt x="4837" y="47742"/>
                  </a:cubicBezTo>
                  <a:cubicBezTo>
                    <a:pt x="6772" y="47742"/>
                    <a:pt x="20845" y="35466"/>
                    <a:pt x="20845" y="16814"/>
                  </a:cubicBezTo>
                  <a:close/>
                </a:path>
              </a:pathLst>
            </a:custGeom>
            <a:solidFill>
              <a:srgbClr val="000000"/>
            </a:solidFill>
            <a:ln w="1760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88" name="任意形状 87">
              <a:extLst>
                <a:ext uri="{FF2B5EF4-FFF2-40B4-BE49-F238E27FC236}">
                  <a16:creationId xmlns:a16="http://schemas.microsoft.com/office/drawing/2014/main" id="{F90516C4-9BB2-A94B-1FB9-3FAE5B3D399E}"/>
                </a:ext>
              </a:extLst>
            </p:cNvPr>
            <p:cNvSpPr/>
            <p:nvPr>
              <p:custDataLst>
                <p:tags r:id="rId142"/>
              </p:custDataLst>
            </p:nvPr>
          </p:nvSpPr>
          <p:spPr>
            <a:xfrm>
              <a:off x="7272553" y="3625027"/>
              <a:ext cx="86373" cy="112392"/>
            </a:xfrm>
            <a:custGeom>
              <a:avLst/>
              <a:gdLst>
                <a:gd name="connsiteX0" fmla="*/ 41080 w 86373"/>
                <a:gd name="connsiteY0" fmla="*/ 1828 h 112392"/>
                <a:gd name="connsiteX1" fmla="*/ 38793 w 86373"/>
                <a:gd name="connsiteY1" fmla="*/ 75 h 112392"/>
                <a:gd name="connsiteX2" fmla="*/ 17331 w 86373"/>
                <a:gd name="connsiteY2" fmla="*/ 1669 h 112392"/>
                <a:gd name="connsiteX3" fmla="*/ 13989 w 86373"/>
                <a:gd name="connsiteY3" fmla="*/ 4857 h 112392"/>
                <a:gd name="connsiteX4" fmla="*/ 18211 w 86373"/>
                <a:gd name="connsiteY4" fmla="*/ 6770 h 112392"/>
                <a:gd name="connsiteX5" fmla="*/ 27006 w 86373"/>
                <a:gd name="connsiteY5" fmla="*/ 9481 h 112392"/>
                <a:gd name="connsiteX6" fmla="*/ 26479 w 86373"/>
                <a:gd name="connsiteY6" fmla="*/ 12669 h 112392"/>
                <a:gd name="connsiteX7" fmla="*/ 971 w 86373"/>
                <a:gd name="connsiteY7" fmla="*/ 104496 h 112392"/>
                <a:gd name="connsiteX8" fmla="*/ 267 w 86373"/>
                <a:gd name="connsiteY8" fmla="*/ 108004 h 112392"/>
                <a:gd name="connsiteX9" fmla="*/ 5369 w 86373"/>
                <a:gd name="connsiteY9" fmla="*/ 112467 h 112392"/>
                <a:gd name="connsiteX10" fmla="*/ 11878 w 86373"/>
                <a:gd name="connsiteY10" fmla="*/ 108322 h 112392"/>
                <a:gd name="connsiteX11" fmla="*/ 15220 w 86373"/>
                <a:gd name="connsiteY11" fmla="*/ 96206 h 112392"/>
                <a:gd name="connsiteX12" fmla="*/ 19090 w 86373"/>
                <a:gd name="connsiteY12" fmla="*/ 81858 h 112392"/>
                <a:gd name="connsiteX13" fmla="*/ 22081 w 86373"/>
                <a:gd name="connsiteY13" fmla="*/ 71177 h 112392"/>
                <a:gd name="connsiteX14" fmla="*/ 24016 w 86373"/>
                <a:gd name="connsiteY14" fmla="*/ 64003 h 112392"/>
                <a:gd name="connsiteX15" fmla="*/ 35978 w 86373"/>
                <a:gd name="connsiteY15" fmla="*/ 49336 h 112392"/>
                <a:gd name="connsiteX16" fmla="*/ 52866 w 86373"/>
                <a:gd name="connsiteY16" fmla="*/ 43756 h 112392"/>
                <a:gd name="connsiteX17" fmla="*/ 62365 w 86373"/>
                <a:gd name="connsiteY17" fmla="*/ 54916 h 112392"/>
                <a:gd name="connsiteX18" fmla="*/ 51458 w 86373"/>
                <a:gd name="connsiteY18" fmla="*/ 90627 h 112392"/>
                <a:gd name="connsiteX19" fmla="*/ 49172 w 86373"/>
                <a:gd name="connsiteY19" fmla="*/ 99395 h 112392"/>
                <a:gd name="connsiteX20" fmla="*/ 63597 w 86373"/>
                <a:gd name="connsiteY20" fmla="*/ 112467 h 112392"/>
                <a:gd name="connsiteX21" fmla="*/ 86641 w 86373"/>
                <a:gd name="connsiteY21" fmla="*/ 87916 h 112392"/>
                <a:gd name="connsiteX22" fmla="*/ 84530 w 86373"/>
                <a:gd name="connsiteY22" fmla="*/ 86322 h 112392"/>
                <a:gd name="connsiteX23" fmla="*/ 81892 w 86373"/>
                <a:gd name="connsiteY23" fmla="*/ 89192 h 112392"/>
                <a:gd name="connsiteX24" fmla="*/ 63948 w 86373"/>
                <a:gd name="connsiteY24" fmla="*/ 108960 h 112392"/>
                <a:gd name="connsiteX25" fmla="*/ 59726 w 86373"/>
                <a:gd name="connsiteY25" fmla="*/ 103699 h 112392"/>
                <a:gd name="connsiteX26" fmla="*/ 62893 w 86373"/>
                <a:gd name="connsiteY26" fmla="*/ 92380 h 112392"/>
                <a:gd name="connsiteX27" fmla="*/ 73624 w 86373"/>
                <a:gd name="connsiteY27" fmla="*/ 57307 h 112392"/>
                <a:gd name="connsiteX28" fmla="*/ 53394 w 86373"/>
                <a:gd name="connsiteY28" fmla="*/ 40249 h 112392"/>
                <a:gd name="connsiteX29" fmla="*/ 27358 w 86373"/>
                <a:gd name="connsiteY29" fmla="*/ 52525 h 112392"/>
                <a:gd name="connsiteX30" fmla="*/ 41080 w 86373"/>
                <a:gd name="connsiteY30" fmla="*/ 1828 h 11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86373" h="112392">
                  <a:moveTo>
                    <a:pt x="41080" y="1828"/>
                  </a:moveTo>
                  <a:cubicBezTo>
                    <a:pt x="41080" y="1669"/>
                    <a:pt x="41080" y="75"/>
                    <a:pt x="38793" y="75"/>
                  </a:cubicBezTo>
                  <a:cubicBezTo>
                    <a:pt x="34747" y="75"/>
                    <a:pt x="21905" y="1350"/>
                    <a:pt x="17331" y="1669"/>
                  </a:cubicBezTo>
                  <a:cubicBezTo>
                    <a:pt x="15924" y="1828"/>
                    <a:pt x="13989" y="1988"/>
                    <a:pt x="13989" y="4857"/>
                  </a:cubicBezTo>
                  <a:cubicBezTo>
                    <a:pt x="13989" y="6770"/>
                    <a:pt x="15572" y="6770"/>
                    <a:pt x="18211" y="6770"/>
                  </a:cubicBezTo>
                  <a:cubicBezTo>
                    <a:pt x="26655" y="6770"/>
                    <a:pt x="27006" y="7886"/>
                    <a:pt x="27006" y="9481"/>
                  </a:cubicBezTo>
                  <a:lnTo>
                    <a:pt x="26479" y="12669"/>
                  </a:lnTo>
                  <a:lnTo>
                    <a:pt x="971" y="104496"/>
                  </a:lnTo>
                  <a:cubicBezTo>
                    <a:pt x="267" y="106728"/>
                    <a:pt x="267" y="107047"/>
                    <a:pt x="267" y="108004"/>
                  </a:cubicBezTo>
                  <a:cubicBezTo>
                    <a:pt x="267" y="111670"/>
                    <a:pt x="3786" y="112467"/>
                    <a:pt x="5369" y="112467"/>
                  </a:cubicBezTo>
                  <a:cubicBezTo>
                    <a:pt x="8184" y="112467"/>
                    <a:pt x="10998" y="110554"/>
                    <a:pt x="11878" y="108322"/>
                  </a:cubicBezTo>
                  <a:lnTo>
                    <a:pt x="15220" y="96206"/>
                  </a:lnTo>
                  <a:lnTo>
                    <a:pt x="19090" y="81858"/>
                  </a:lnTo>
                  <a:cubicBezTo>
                    <a:pt x="20146" y="78351"/>
                    <a:pt x="21201" y="74844"/>
                    <a:pt x="22081" y="71177"/>
                  </a:cubicBezTo>
                  <a:cubicBezTo>
                    <a:pt x="22433" y="70220"/>
                    <a:pt x="23840" y="64960"/>
                    <a:pt x="24016" y="64003"/>
                  </a:cubicBezTo>
                  <a:cubicBezTo>
                    <a:pt x="24544" y="62568"/>
                    <a:pt x="29997" y="53641"/>
                    <a:pt x="35978" y="49336"/>
                  </a:cubicBezTo>
                  <a:cubicBezTo>
                    <a:pt x="39848" y="46785"/>
                    <a:pt x="45301" y="43756"/>
                    <a:pt x="52866" y="43756"/>
                  </a:cubicBezTo>
                  <a:cubicBezTo>
                    <a:pt x="60430" y="43756"/>
                    <a:pt x="62365" y="49177"/>
                    <a:pt x="62365" y="54916"/>
                  </a:cubicBezTo>
                  <a:cubicBezTo>
                    <a:pt x="62365" y="63525"/>
                    <a:pt x="55680" y="80902"/>
                    <a:pt x="51458" y="90627"/>
                  </a:cubicBezTo>
                  <a:cubicBezTo>
                    <a:pt x="50051" y="94293"/>
                    <a:pt x="49172" y="96206"/>
                    <a:pt x="49172" y="99395"/>
                  </a:cubicBezTo>
                  <a:cubicBezTo>
                    <a:pt x="49172" y="106888"/>
                    <a:pt x="55329" y="112467"/>
                    <a:pt x="63597" y="112467"/>
                  </a:cubicBezTo>
                  <a:cubicBezTo>
                    <a:pt x="80132" y="112467"/>
                    <a:pt x="86641" y="89192"/>
                    <a:pt x="86641" y="87916"/>
                  </a:cubicBezTo>
                  <a:cubicBezTo>
                    <a:pt x="86641" y="86322"/>
                    <a:pt x="85058" y="86322"/>
                    <a:pt x="84530" y="86322"/>
                  </a:cubicBezTo>
                  <a:cubicBezTo>
                    <a:pt x="82771" y="86322"/>
                    <a:pt x="82771" y="86800"/>
                    <a:pt x="81892" y="89192"/>
                  </a:cubicBezTo>
                  <a:cubicBezTo>
                    <a:pt x="79253" y="97641"/>
                    <a:pt x="73624" y="108960"/>
                    <a:pt x="63948" y="108960"/>
                  </a:cubicBezTo>
                  <a:cubicBezTo>
                    <a:pt x="60958" y="108960"/>
                    <a:pt x="59726" y="107366"/>
                    <a:pt x="59726" y="103699"/>
                  </a:cubicBezTo>
                  <a:cubicBezTo>
                    <a:pt x="59726" y="99714"/>
                    <a:pt x="61310" y="95887"/>
                    <a:pt x="62893" y="92380"/>
                  </a:cubicBezTo>
                  <a:cubicBezTo>
                    <a:pt x="65708" y="85525"/>
                    <a:pt x="73624" y="66554"/>
                    <a:pt x="73624" y="57307"/>
                  </a:cubicBezTo>
                  <a:cubicBezTo>
                    <a:pt x="73624" y="46945"/>
                    <a:pt x="66587" y="40249"/>
                    <a:pt x="53394" y="40249"/>
                  </a:cubicBezTo>
                  <a:cubicBezTo>
                    <a:pt x="42311" y="40249"/>
                    <a:pt x="33867" y="45191"/>
                    <a:pt x="27358" y="52525"/>
                  </a:cubicBezTo>
                  <a:lnTo>
                    <a:pt x="41080" y="1828"/>
                  </a:lnTo>
                  <a:close/>
                </a:path>
              </a:pathLst>
            </a:custGeom>
            <a:solidFill>
              <a:srgbClr val="000000"/>
            </a:solidFill>
            <a:ln w="1760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89" name="任意形状 88">
              <a:extLst>
                <a:ext uri="{FF2B5EF4-FFF2-40B4-BE49-F238E27FC236}">
                  <a16:creationId xmlns:a16="http://schemas.microsoft.com/office/drawing/2014/main" id="{61843E3D-06F6-80A4-6829-59B3B56FB876}"/>
                </a:ext>
              </a:extLst>
            </p:cNvPr>
            <p:cNvSpPr/>
            <p:nvPr>
              <p:custDataLst>
                <p:tags r:id="rId143"/>
              </p:custDataLst>
            </p:nvPr>
          </p:nvSpPr>
          <p:spPr>
            <a:xfrm>
              <a:off x="7374259" y="3616099"/>
              <a:ext cx="40812" cy="159422"/>
            </a:xfrm>
            <a:custGeom>
              <a:avLst/>
              <a:gdLst>
                <a:gd name="connsiteX0" fmla="*/ 41085 w 40812"/>
                <a:gd name="connsiteY0" fmla="*/ 79786 h 159422"/>
                <a:gd name="connsiteX1" fmla="*/ 29475 w 40812"/>
                <a:gd name="connsiteY1" fmla="*/ 30046 h 159422"/>
                <a:gd name="connsiteX2" fmla="*/ 2032 w 40812"/>
                <a:gd name="connsiteY2" fmla="*/ 75 h 159422"/>
                <a:gd name="connsiteX3" fmla="*/ 273 w 40812"/>
                <a:gd name="connsiteY3" fmla="*/ 1669 h 159422"/>
                <a:gd name="connsiteX4" fmla="*/ 3616 w 40812"/>
                <a:gd name="connsiteY4" fmla="*/ 5336 h 159422"/>
                <a:gd name="connsiteX5" fmla="*/ 30882 w 40812"/>
                <a:gd name="connsiteY5" fmla="*/ 79786 h 159422"/>
                <a:gd name="connsiteX6" fmla="*/ 2560 w 40812"/>
                <a:gd name="connsiteY6" fmla="*/ 155192 h 159422"/>
                <a:gd name="connsiteX7" fmla="*/ 273 w 40812"/>
                <a:gd name="connsiteY7" fmla="*/ 157903 h 159422"/>
                <a:gd name="connsiteX8" fmla="*/ 2032 w 40812"/>
                <a:gd name="connsiteY8" fmla="*/ 159497 h 159422"/>
                <a:gd name="connsiteX9" fmla="*/ 30003 w 40812"/>
                <a:gd name="connsiteY9" fmla="*/ 128410 h 159422"/>
                <a:gd name="connsiteX10" fmla="*/ 41085 w 40812"/>
                <a:gd name="connsiteY10" fmla="*/ 79786 h 1594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40812" h="159422">
                  <a:moveTo>
                    <a:pt x="41085" y="79786"/>
                  </a:moveTo>
                  <a:cubicBezTo>
                    <a:pt x="41085" y="67351"/>
                    <a:pt x="39150" y="48061"/>
                    <a:pt x="29475" y="30046"/>
                  </a:cubicBezTo>
                  <a:cubicBezTo>
                    <a:pt x="18920" y="10437"/>
                    <a:pt x="3791" y="75"/>
                    <a:pt x="2032" y="75"/>
                  </a:cubicBezTo>
                  <a:cubicBezTo>
                    <a:pt x="977" y="75"/>
                    <a:pt x="273" y="712"/>
                    <a:pt x="273" y="1669"/>
                  </a:cubicBezTo>
                  <a:cubicBezTo>
                    <a:pt x="273" y="2147"/>
                    <a:pt x="273" y="2466"/>
                    <a:pt x="3616" y="5336"/>
                  </a:cubicBezTo>
                  <a:cubicBezTo>
                    <a:pt x="20855" y="21118"/>
                    <a:pt x="30882" y="46467"/>
                    <a:pt x="30882" y="79786"/>
                  </a:cubicBezTo>
                  <a:cubicBezTo>
                    <a:pt x="30882" y="107047"/>
                    <a:pt x="24373" y="135105"/>
                    <a:pt x="2560" y="155192"/>
                  </a:cubicBezTo>
                  <a:cubicBezTo>
                    <a:pt x="273" y="157106"/>
                    <a:pt x="273" y="157424"/>
                    <a:pt x="273" y="157903"/>
                  </a:cubicBezTo>
                  <a:cubicBezTo>
                    <a:pt x="273" y="158859"/>
                    <a:pt x="977" y="159497"/>
                    <a:pt x="2032" y="159497"/>
                  </a:cubicBezTo>
                  <a:cubicBezTo>
                    <a:pt x="3791" y="159497"/>
                    <a:pt x="19624" y="148656"/>
                    <a:pt x="30003" y="128410"/>
                  </a:cubicBezTo>
                  <a:cubicBezTo>
                    <a:pt x="38974" y="110873"/>
                    <a:pt x="41085" y="93177"/>
                    <a:pt x="41085" y="79786"/>
                  </a:cubicBezTo>
                  <a:close/>
                </a:path>
              </a:pathLst>
            </a:custGeom>
            <a:solidFill>
              <a:srgbClr val="000000"/>
            </a:solidFill>
            <a:ln w="1760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90" name="任意形状 89">
              <a:extLst>
                <a:ext uri="{FF2B5EF4-FFF2-40B4-BE49-F238E27FC236}">
                  <a16:creationId xmlns:a16="http://schemas.microsoft.com/office/drawing/2014/main" id="{4FE5C6D2-5EC3-DB14-5681-1DD6F8738F2B}"/>
                </a:ext>
              </a:extLst>
            </p:cNvPr>
            <p:cNvSpPr/>
            <p:nvPr>
              <p:custDataLst>
                <p:tags r:id="rId144"/>
              </p:custDataLst>
            </p:nvPr>
          </p:nvSpPr>
          <p:spPr>
            <a:xfrm>
              <a:off x="7496108" y="3649578"/>
              <a:ext cx="87957" cy="92464"/>
            </a:xfrm>
            <a:custGeom>
              <a:avLst/>
              <a:gdLst>
                <a:gd name="connsiteX0" fmla="*/ 82080 w 87957"/>
                <a:gd name="connsiteY0" fmla="*/ 49496 h 92464"/>
                <a:gd name="connsiteX1" fmla="*/ 88237 w 87957"/>
                <a:gd name="connsiteY1" fmla="*/ 46307 h 92464"/>
                <a:gd name="connsiteX2" fmla="*/ 82080 w 87957"/>
                <a:gd name="connsiteY2" fmla="*/ 43119 h 92464"/>
                <a:gd name="connsiteX3" fmla="*/ 7492 w 87957"/>
                <a:gd name="connsiteY3" fmla="*/ 43119 h 92464"/>
                <a:gd name="connsiteX4" fmla="*/ 54637 w 87957"/>
                <a:gd name="connsiteY4" fmla="*/ 6452 h 92464"/>
                <a:gd name="connsiteX5" fmla="*/ 82080 w 87957"/>
                <a:gd name="connsiteY5" fmla="*/ 6452 h 92464"/>
                <a:gd name="connsiteX6" fmla="*/ 88237 w 87957"/>
                <a:gd name="connsiteY6" fmla="*/ 3263 h 92464"/>
                <a:gd name="connsiteX7" fmla="*/ 82080 w 87957"/>
                <a:gd name="connsiteY7" fmla="*/ 75 h 92464"/>
                <a:gd name="connsiteX8" fmla="*/ 54286 w 87957"/>
                <a:gd name="connsiteY8" fmla="*/ 75 h 92464"/>
                <a:gd name="connsiteX9" fmla="*/ 280 w 87957"/>
                <a:gd name="connsiteY9" fmla="*/ 46307 h 92464"/>
                <a:gd name="connsiteX10" fmla="*/ 54286 w 87957"/>
                <a:gd name="connsiteY10" fmla="*/ 92540 h 92464"/>
                <a:gd name="connsiteX11" fmla="*/ 82080 w 87957"/>
                <a:gd name="connsiteY11" fmla="*/ 92540 h 92464"/>
                <a:gd name="connsiteX12" fmla="*/ 88237 w 87957"/>
                <a:gd name="connsiteY12" fmla="*/ 89351 h 92464"/>
                <a:gd name="connsiteX13" fmla="*/ 82080 w 87957"/>
                <a:gd name="connsiteY13" fmla="*/ 86163 h 92464"/>
                <a:gd name="connsiteX14" fmla="*/ 54637 w 87957"/>
                <a:gd name="connsiteY14" fmla="*/ 86163 h 92464"/>
                <a:gd name="connsiteX15" fmla="*/ 7492 w 87957"/>
                <a:gd name="connsiteY15" fmla="*/ 49496 h 92464"/>
                <a:gd name="connsiteX16" fmla="*/ 82080 w 87957"/>
                <a:gd name="connsiteY16" fmla="*/ 49496 h 924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87957" h="92464">
                  <a:moveTo>
                    <a:pt x="82080" y="49496"/>
                  </a:moveTo>
                  <a:cubicBezTo>
                    <a:pt x="85070" y="49496"/>
                    <a:pt x="88237" y="49496"/>
                    <a:pt x="88237" y="46307"/>
                  </a:cubicBezTo>
                  <a:cubicBezTo>
                    <a:pt x="88237" y="43119"/>
                    <a:pt x="85070" y="43119"/>
                    <a:pt x="82080" y="43119"/>
                  </a:cubicBezTo>
                  <a:lnTo>
                    <a:pt x="7492" y="43119"/>
                  </a:lnTo>
                  <a:cubicBezTo>
                    <a:pt x="9603" y="21756"/>
                    <a:pt x="29833" y="6452"/>
                    <a:pt x="54637" y="6452"/>
                  </a:cubicBezTo>
                  <a:lnTo>
                    <a:pt x="82080" y="6452"/>
                  </a:lnTo>
                  <a:cubicBezTo>
                    <a:pt x="85070" y="6452"/>
                    <a:pt x="88237" y="6452"/>
                    <a:pt x="88237" y="3263"/>
                  </a:cubicBezTo>
                  <a:cubicBezTo>
                    <a:pt x="88237" y="75"/>
                    <a:pt x="85070" y="75"/>
                    <a:pt x="82080" y="75"/>
                  </a:cubicBezTo>
                  <a:lnTo>
                    <a:pt x="54286" y="75"/>
                  </a:lnTo>
                  <a:cubicBezTo>
                    <a:pt x="24204" y="75"/>
                    <a:pt x="280" y="20800"/>
                    <a:pt x="280" y="46307"/>
                  </a:cubicBezTo>
                  <a:cubicBezTo>
                    <a:pt x="280" y="71815"/>
                    <a:pt x="24204" y="92540"/>
                    <a:pt x="54286" y="92540"/>
                  </a:cubicBezTo>
                  <a:lnTo>
                    <a:pt x="82080" y="92540"/>
                  </a:lnTo>
                  <a:cubicBezTo>
                    <a:pt x="85070" y="92540"/>
                    <a:pt x="88237" y="92540"/>
                    <a:pt x="88237" y="89351"/>
                  </a:cubicBezTo>
                  <a:cubicBezTo>
                    <a:pt x="88237" y="86163"/>
                    <a:pt x="85070" y="86163"/>
                    <a:pt x="82080" y="86163"/>
                  </a:cubicBezTo>
                  <a:lnTo>
                    <a:pt x="54637" y="86163"/>
                  </a:lnTo>
                  <a:cubicBezTo>
                    <a:pt x="29833" y="86163"/>
                    <a:pt x="9603" y="70858"/>
                    <a:pt x="7492" y="49496"/>
                  </a:cubicBezTo>
                  <a:lnTo>
                    <a:pt x="82080" y="49496"/>
                  </a:lnTo>
                  <a:close/>
                </a:path>
              </a:pathLst>
            </a:custGeom>
            <a:solidFill>
              <a:srgbClr val="000000"/>
            </a:solidFill>
            <a:ln w="1760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91" name="任意形状 90">
              <a:extLst>
                <a:ext uri="{FF2B5EF4-FFF2-40B4-BE49-F238E27FC236}">
                  <a16:creationId xmlns:a16="http://schemas.microsoft.com/office/drawing/2014/main" id="{E11C3D80-4470-98AE-A085-E2115EC86B64}"/>
                </a:ext>
              </a:extLst>
            </p:cNvPr>
            <p:cNvSpPr/>
            <p:nvPr>
              <p:custDataLst>
                <p:tags r:id="rId145"/>
              </p:custDataLst>
            </p:nvPr>
          </p:nvSpPr>
          <p:spPr>
            <a:xfrm>
              <a:off x="7654332" y="3627259"/>
              <a:ext cx="127674" cy="108407"/>
            </a:xfrm>
            <a:custGeom>
              <a:avLst/>
              <a:gdLst>
                <a:gd name="connsiteX0" fmla="*/ 118152 w 127674"/>
                <a:gd name="connsiteY0" fmla="*/ 71336 h 108407"/>
                <a:gd name="connsiteX1" fmla="*/ 119031 w 127674"/>
                <a:gd name="connsiteY1" fmla="*/ 69105 h 108407"/>
                <a:gd name="connsiteX2" fmla="*/ 116920 w 127674"/>
                <a:gd name="connsiteY2" fmla="*/ 67351 h 108407"/>
                <a:gd name="connsiteX3" fmla="*/ 114633 w 127674"/>
                <a:gd name="connsiteY3" fmla="*/ 69264 h 108407"/>
                <a:gd name="connsiteX4" fmla="*/ 66609 w 127674"/>
                <a:gd name="connsiteY4" fmla="*/ 103540 h 108407"/>
                <a:gd name="connsiteX5" fmla="*/ 40925 w 127674"/>
                <a:gd name="connsiteY5" fmla="*/ 103540 h 108407"/>
                <a:gd name="connsiteX6" fmla="*/ 37055 w 127674"/>
                <a:gd name="connsiteY6" fmla="*/ 103380 h 108407"/>
                <a:gd name="connsiteX7" fmla="*/ 34768 w 127674"/>
                <a:gd name="connsiteY7" fmla="*/ 101786 h 108407"/>
                <a:gd name="connsiteX8" fmla="*/ 35648 w 127674"/>
                <a:gd name="connsiteY8" fmla="*/ 98119 h 108407"/>
                <a:gd name="connsiteX9" fmla="*/ 47610 w 127674"/>
                <a:gd name="connsiteY9" fmla="*/ 54597 h 108407"/>
                <a:gd name="connsiteX10" fmla="*/ 65026 w 127674"/>
                <a:gd name="connsiteY10" fmla="*/ 54597 h 108407"/>
                <a:gd name="connsiteX11" fmla="*/ 79978 w 127674"/>
                <a:gd name="connsiteY11" fmla="*/ 61931 h 108407"/>
                <a:gd name="connsiteX12" fmla="*/ 78747 w 127674"/>
                <a:gd name="connsiteY12" fmla="*/ 69742 h 108407"/>
                <a:gd name="connsiteX13" fmla="*/ 78219 w 127674"/>
                <a:gd name="connsiteY13" fmla="*/ 71496 h 108407"/>
                <a:gd name="connsiteX14" fmla="*/ 80506 w 127674"/>
                <a:gd name="connsiteY14" fmla="*/ 73249 h 108407"/>
                <a:gd name="connsiteX15" fmla="*/ 83145 w 127674"/>
                <a:gd name="connsiteY15" fmla="*/ 70061 h 108407"/>
                <a:gd name="connsiteX16" fmla="*/ 93172 w 127674"/>
                <a:gd name="connsiteY16" fmla="*/ 32756 h 108407"/>
                <a:gd name="connsiteX17" fmla="*/ 91061 w 127674"/>
                <a:gd name="connsiteY17" fmla="*/ 31003 h 108407"/>
                <a:gd name="connsiteX18" fmla="*/ 88598 w 127674"/>
                <a:gd name="connsiteY18" fmla="*/ 33872 h 108407"/>
                <a:gd name="connsiteX19" fmla="*/ 65553 w 127674"/>
                <a:gd name="connsiteY19" fmla="*/ 49655 h 108407"/>
                <a:gd name="connsiteX20" fmla="*/ 49017 w 127674"/>
                <a:gd name="connsiteY20" fmla="*/ 49655 h 108407"/>
                <a:gd name="connsiteX21" fmla="*/ 59572 w 127674"/>
                <a:gd name="connsiteY21" fmla="*/ 11234 h 108407"/>
                <a:gd name="connsiteX22" fmla="*/ 69072 w 127674"/>
                <a:gd name="connsiteY22" fmla="*/ 5017 h 108407"/>
                <a:gd name="connsiteX23" fmla="*/ 93876 w 127674"/>
                <a:gd name="connsiteY23" fmla="*/ 5017 h 108407"/>
                <a:gd name="connsiteX24" fmla="*/ 120615 w 127674"/>
                <a:gd name="connsiteY24" fmla="*/ 22713 h 108407"/>
                <a:gd name="connsiteX25" fmla="*/ 119911 w 127674"/>
                <a:gd name="connsiteY25" fmla="*/ 31162 h 108407"/>
                <a:gd name="connsiteX26" fmla="*/ 119735 w 127674"/>
                <a:gd name="connsiteY26" fmla="*/ 34032 h 108407"/>
                <a:gd name="connsiteX27" fmla="*/ 121846 w 127674"/>
                <a:gd name="connsiteY27" fmla="*/ 35945 h 108407"/>
                <a:gd name="connsiteX28" fmla="*/ 124309 w 127674"/>
                <a:gd name="connsiteY28" fmla="*/ 31959 h 108407"/>
                <a:gd name="connsiteX29" fmla="*/ 127827 w 127674"/>
                <a:gd name="connsiteY29" fmla="*/ 4379 h 108407"/>
                <a:gd name="connsiteX30" fmla="*/ 123077 w 127674"/>
                <a:gd name="connsiteY30" fmla="*/ 75 h 108407"/>
                <a:gd name="connsiteX31" fmla="*/ 34241 w 127674"/>
                <a:gd name="connsiteY31" fmla="*/ 75 h 108407"/>
                <a:gd name="connsiteX32" fmla="*/ 28963 w 127674"/>
                <a:gd name="connsiteY32" fmla="*/ 3263 h 108407"/>
                <a:gd name="connsiteX33" fmla="*/ 33889 w 127674"/>
                <a:gd name="connsiteY33" fmla="*/ 5017 h 108407"/>
                <a:gd name="connsiteX34" fmla="*/ 45323 w 127674"/>
                <a:gd name="connsiteY34" fmla="*/ 7886 h 108407"/>
                <a:gd name="connsiteX35" fmla="*/ 44444 w 127674"/>
                <a:gd name="connsiteY35" fmla="*/ 11713 h 108407"/>
                <a:gd name="connsiteX36" fmla="*/ 21223 w 127674"/>
                <a:gd name="connsiteY36" fmla="*/ 96047 h 108407"/>
                <a:gd name="connsiteX37" fmla="*/ 5215 w 127674"/>
                <a:gd name="connsiteY37" fmla="*/ 103540 h 108407"/>
                <a:gd name="connsiteX38" fmla="*/ 289 w 127674"/>
                <a:gd name="connsiteY38" fmla="*/ 106569 h 108407"/>
                <a:gd name="connsiteX39" fmla="*/ 5215 w 127674"/>
                <a:gd name="connsiteY39" fmla="*/ 108482 h 108407"/>
                <a:gd name="connsiteX40" fmla="*/ 96514 w 127674"/>
                <a:gd name="connsiteY40" fmla="*/ 108482 h 108407"/>
                <a:gd name="connsiteX41" fmla="*/ 101968 w 127674"/>
                <a:gd name="connsiteY41" fmla="*/ 105772 h 108407"/>
                <a:gd name="connsiteX42" fmla="*/ 118152 w 127674"/>
                <a:gd name="connsiteY42" fmla="*/ 71336 h 1084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</a:cxnLst>
              <a:rect l="l" t="t" r="r" b="b"/>
              <a:pathLst>
                <a:path w="127674" h="108407">
                  <a:moveTo>
                    <a:pt x="118152" y="71336"/>
                  </a:moveTo>
                  <a:cubicBezTo>
                    <a:pt x="118504" y="70539"/>
                    <a:pt x="119031" y="69423"/>
                    <a:pt x="119031" y="69105"/>
                  </a:cubicBezTo>
                  <a:cubicBezTo>
                    <a:pt x="119031" y="68945"/>
                    <a:pt x="119031" y="67351"/>
                    <a:pt x="116920" y="67351"/>
                  </a:cubicBezTo>
                  <a:cubicBezTo>
                    <a:pt x="115337" y="67351"/>
                    <a:pt x="114985" y="68307"/>
                    <a:pt x="114633" y="69264"/>
                  </a:cubicBezTo>
                  <a:cubicBezTo>
                    <a:pt x="103199" y="92858"/>
                    <a:pt x="96690" y="103540"/>
                    <a:pt x="66609" y="103540"/>
                  </a:cubicBezTo>
                  <a:lnTo>
                    <a:pt x="40925" y="103540"/>
                  </a:lnTo>
                  <a:cubicBezTo>
                    <a:pt x="38463" y="103540"/>
                    <a:pt x="38111" y="103540"/>
                    <a:pt x="37055" y="103380"/>
                  </a:cubicBezTo>
                  <a:cubicBezTo>
                    <a:pt x="35296" y="103221"/>
                    <a:pt x="34768" y="103061"/>
                    <a:pt x="34768" y="101786"/>
                  </a:cubicBezTo>
                  <a:cubicBezTo>
                    <a:pt x="34768" y="101308"/>
                    <a:pt x="34768" y="100989"/>
                    <a:pt x="35648" y="98119"/>
                  </a:cubicBezTo>
                  <a:lnTo>
                    <a:pt x="47610" y="54597"/>
                  </a:lnTo>
                  <a:lnTo>
                    <a:pt x="65026" y="54597"/>
                  </a:lnTo>
                  <a:cubicBezTo>
                    <a:pt x="79978" y="54597"/>
                    <a:pt x="79978" y="57945"/>
                    <a:pt x="79978" y="61931"/>
                  </a:cubicBezTo>
                  <a:cubicBezTo>
                    <a:pt x="79978" y="63046"/>
                    <a:pt x="79978" y="64960"/>
                    <a:pt x="78747" y="69742"/>
                  </a:cubicBezTo>
                  <a:cubicBezTo>
                    <a:pt x="78395" y="70539"/>
                    <a:pt x="78219" y="71018"/>
                    <a:pt x="78219" y="71496"/>
                  </a:cubicBezTo>
                  <a:cubicBezTo>
                    <a:pt x="78219" y="72293"/>
                    <a:pt x="78923" y="73249"/>
                    <a:pt x="80506" y="73249"/>
                  </a:cubicBezTo>
                  <a:cubicBezTo>
                    <a:pt x="81913" y="73249"/>
                    <a:pt x="82441" y="72452"/>
                    <a:pt x="83145" y="70061"/>
                  </a:cubicBezTo>
                  <a:lnTo>
                    <a:pt x="93172" y="32756"/>
                  </a:lnTo>
                  <a:cubicBezTo>
                    <a:pt x="93172" y="31800"/>
                    <a:pt x="92292" y="31003"/>
                    <a:pt x="91061" y="31003"/>
                  </a:cubicBezTo>
                  <a:cubicBezTo>
                    <a:pt x="89478" y="31003"/>
                    <a:pt x="89126" y="31959"/>
                    <a:pt x="88598" y="33872"/>
                  </a:cubicBezTo>
                  <a:cubicBezTo>
                    <a:pt x="84904" y="45988"/>
                    <a:pt x="81738" y="49655"/>
                    <a:pt x="65553" y="49655"/>
                  </a:cubicBezTo>
                  <a:lnTo>
                    <a:pt x="49017" y="49655"/>
                  </a:lnTo>
                  <a:lnTo>
                    <a:pt x="59572" y="11234"/>
                  </a:lnTo>
                  <a:cubicBezTo>
                    <a:pt x="61156" y="5654"/>
                    <a:pt x="61331" y="5017"/>
                    <a:pt x="69072" y="5017"/>
                  </a:cubicBezTo>
                  <a:lnTo>
                    <a:pt x="93876" y="5017"/>
                  </a:lnTo>
                  <a:cubicBezTo>
                    <a:pt x="115337" y="5017"/>
                    <a:pt x="120615" y="9640"/>
                    <a:pt x="120615" y="22713"/>
                  </a:cubicBezTo>
                  <a:cubicBezTo>
                    <a:pt x="120615" y="26539"/>
                    <a:pt x="120615" y="26858"/>
                    <a:pt x="119911" y="31162"/>
                  </a:cubicBezTo>
                  <a:cubicBezTo>
                    <a:pt x="119911" y="32119"/>
                    <a:pt x="119735" y="33235"/>
                    <a:pt x="119735" y="34032"/>
                  </a:cubicBezTo>
                  <a:cubicBezTo>
                    <a:pt x="119735" y="34829"/>
                    <a:pt x="120263" y="35945"/>
                    <a:pt x="121846" y="35945"/>
                  </a:cubicBezTo>
                  <a:cubicBezTo>
                    <a:pt x="123781" y="35945"/>
                    <a:pt x="123957" y="34988"/>
                    <a:pt x="124309" y="31959"/>
                  </a:cubicBezTo>
                  <a:lnTo>
                    <a:pt x="127827" y="4379"/>
                  </a:lnTo>
                  <a:cubicBezTo>
                    <a:pt x="128355" y="75"/>
                    <a:pt x="127475" y="75"/>
                    <a:pt x="123077" y="75"/>
                  </a:cubicBezTo>
                  <a:lnTo>
                    <a:pt x="34241" y="75"/>
                  </a:lnTo>
                  <a:cubicBezTo>
                    <a:pt x="30722" y="75"/>
                    <a:pt x="28963" y="75"/>
                    <a:pt x="28963" y="3263"/>
                  </a:cubicBezTo>
                  <a:cubicBezTo>
                    <a:pt x="28963" y="5017"/>
                    <a:pt x="30546" y="5017"/>
                    <a:pt x="33889" y="5017"/>
                  </a:cubicBezTo>
                  <a:cubicBezTo>
                    <a:pt x="40398" y="5017"/>
                    <a:pt x="45323" y="5017"/>
                    <a:pt x="45323" y="7886"/>
                  </a:cubicBezTo>
                  <a:cubicBezTo>
                    <a:pt x="45323" y="8524"/>
                    <a:pt x="45323" y="8843"/>
                    <a:pt x="44444" y="11713"/>
                  </a:cubicBezTo>
                  <a:lnTo>
                    <a:pt x="21223" y="96047"/>
                  </a:lnTo>
                  <a:cubicBezTo>
                    <a:pt x="19464" y="102264"/>
                    <a:pt x="19112" y="103540"/>
                    <a:pt x="5215" y="103540"/>
                  </a:cubicBezTo>
                  <a:cubicBezTo>
                    <a:pt x="2224" y="103540"/>
                    <a:pt x="289" y="103540"/>
                    <a:pt x="289" y="106569"/>
                  </a:cubicBezTo>
                  <a:cubicBezTo>
                    <a:pt x="289" y="108482"/>
                    <a:pt x="1872" y="108482"/>
                    <a:pt x="5215" y="108482"/>
                  </a:cubicBezTo>
                  <a:lnTo>
                    <a:pt x="96514" y="108482"/>
                  </a:lnTo>
                  <a:cubicBezTo>
                    <a:pt x="100560" y="108482"/>
                    <a:pt x="100736" y="108322"/>
                    <a:pt x="101968" y="105772"/>
                  </a:cubicBezTo>
                  <a:lnTo>
                    <a:pt x="118152" y="71336"/>
                  </a:lnTo>
                  <a:close/>
                </a:path>
              </a:pathLst>
            </a:custGeom>
            <a:solidFill>
              <a:srgbClr val="000000"/>
            </a:solidFill>
            <a:ln w="1760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92" name="任意形状 91">
              <a:extLst>
                <a:ext uri="{FF2B5EF4-FFF2-40B4-BE49-F238E27FC236}">
                  <a16:creationId xmlns:a16="http://schemas.microsoft.com/office/drawing/2014/main" id="{C07DADB5-5D39-89F6-5435-1FCA9A25EB76}"/>
                </a:ext>
              </a:extLst>
            </p:cNvPr>
            <p:cNvSpPr/>
            <p:nvPr>
              <p:custDataLst>
                <p:tags r:id="rId146"/>
              </p:custDataLst>
            </p:nvPr>
          </p:nvSpPr>
          <p:spPr>
            <a:xfrm>
              <a:off x="7783294" y="3710365"/>
              <a:ext cx="57260" cy="50329"/>
            </a:xfrm>
            <a:custGeom>
              <a:avLst/>
              <a:gdLst>
                <a:gd name="connsiteX0" fmla="*/ 23447 w 57260"/>
                <a:gd name="connsiteY0" fmla="*/ 26748 h 50329"/>
                <a:gd name="connsiteX1" fmla="*/ 26649 w 57260"/>
                <a:gd name="connsiteY1" fmla="*/ 15476 h 50329"/>
                <a:gd name="connsiteX2" fmla="*/ 34406 w 57260"/>
                <a:gd name="connsiteY2" fmla="*/ 6326 h 50329"/>
                <a:gd name="connsiteX3" fmla="*/ 44381 w 57260"/>
                <a:gd name="connsiteY3" fmla="*/ 3201 h 50329"/>
                <a:gd name="connsiteX4" fmla="*/ 51153 w 57260"/>
                <a:gd name="connsiteY4" fmla="*/ 4763 h 50329"/>
                <a:gd name="connsiteX5" fmla="*/ 45735 w 57260"/>
                <a:gd name="connsiteY5" fmla="*/ 10901 h 50329"/>
                <a:gd name="connsiteX6" fmla="*/ 50661 w 57260"/>
                <a:gd name="connsiteY6" fmla="*/ 15030 h 50329"/>
                <a:gd name="connsiteX7" fmla="*/ 57557 w 57260"/>
                <a:gd name="connsiteY7" fmla="*/ 8223 h 50329"/>
                <a:gd name="connsiteX8" fmla="*/ 44504 w 57260"/>
                <a:gd name="connsiteY8" fmla="*/ 76 h 50329"/>
                <a:gd name="connsiteX9" fmla="*/ 27141 w 57260"/>
                <a:gd name="connsiteY9" fmla="*/ 7999 h 50329"/>
                <a:gd name="connsiteX10" fmla="*/ 14458 w 57260"/>
                <a:gd name="connsiteY10" fmla="*/ 76 h 50329"/>
                <a:gd name="connsiteX11" fmla="*/ 4853 w 57260"/>
                <a:gd name="connsiteY11" fmla="*/ 5768 h 50329"/>
                <a:gd name="connsiteX12" fmla="*/ 297 w 57260"/>
                <a:gd name="connsiteY12" fmla="*/ 17150 h 50329"/>
                <a:gd name="connsiteX13" fmla="*/ 2390 w 57260"/>
                <a:gd name="connsiteY13" fmla="*/ 18601 h 50329"/>
                <a:gd name="connsiteX14" fmla="*/ 5099 w 57260"/>
                <a:gd name="connsiteY14" fmla="*/ 15253 h 50329"/>
                <a:gd name="connsiteX15" fmla="*/ 14088 w 57260"/>
                <a:gd name="connsiteY15" fmla="*/ 3201 h 50329"/>
                <a:gd name="connsiteX16" fmla="*/ 18152 w 57260"/>
                <a:gd name="connsiteY16" fmla="*/ 8669 h 50329"/>
                <a:gd name="connsiteX17" fmla="*/ 16182 w 57260"/>
                <a:gd name="connsiteY17" fmla="*/ 17932 h 50329"/>
                <a:gd name="connsiteX18" fmla="*/ 13473 w 57260"/>
                <a:gd name="connsiteY18" fmla="*/ 27975 h 50329"/>
                <a:gd name="connsiteX19" fmla="*/ 9532 w 57260"/>
                <a:gd name="connsiteY19" fmla="*/ 42259 h 50329"/>
                <a:gd name="connsiteX20" fmla="*/ 8301 w 57260"/>
                <a:gd name="connsiteY20" fmla="*/ 46835 h 50329"/>
                <a:gd name="connsiteX21" fmla="*/ 12487 w 57260"/>
                <a:gd name="connsiteY21" fmla="*/ 50406 h 50329"/>
                <a:gd name="connsiteX22" fmla="*/ 17782 w 57260"/>
                <a:gd name="connsiteY22" fmla="*/ 47170 h 50329"/>
                <a:gd name="connsiteX23" fmla="*/ 20122 w 57260"/>
                <a:gd name="connsiteY23" fmla="*/ 38800 h 50329"/>
                <a:gd name="connsiteX24" fmla="*/ 23447 w 57260"/>
                <a:gd name="connsiteY24" fmla="*/ 26748 h 503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57260" h="50329">
                  <a:moveTo>
                    <a:pt x="23447" y="26748"/>
                  </a:moveTo>
                  <a:cubicBezTo>
                    <a:pt x="23570" y="26078"/>
                    <a:pt x="26402" y="16034"/>
                    <a:pt x="26649" y="15476"/>
                  </a:cubicBezTo>
                  <a:cubicBezTo>
                    <a:pt x="26895" y="14584"/>
                    <a:pt x="30466" y="9004"/>
                    <a:pt x="34406" y="6326"/>
                  </a:cubicBezTo>
                  <a:cubicBezTo>
                    <a:pt x="35761" y="5433"/>
                    <a:pt x="39086" y="3201"/>
                    <a:pt x="44381" y="3201"/>
                  </a:cubicBezTo>
                  <a:cubicBezTo>
                    <a:pt x="45612" y="3201"/>
                    <a:pt x="48691" y="3312"/>
                    <a:pt x="51153" y="4763"/>
                  </a:cubicBezTo>
                  <a:cubicBezTo>
                    <a:pt x="47213" y="5768"/>
                    <a:pt x="45735" y="8892"/>
                    <a:pt x="45735" y="10901"/>
                  </a:cubicBezTo>
                  <a:cubicBezTo>
                    <a:pt x="45735" y="13356"/>
                    <a:pt x="47829" y="15030"/>
                    <a:pt x="50661" y="15030"/>
                  </a:cubicBezTo>
                  <a:cubicBezTo>
                    <a:pt x="53493" y="15030"/>
                    <a:pt x="57557" y="12910"/>
                    <a:pt x="57557" y="8223"/>
                  </a:cubicBezTo>
                  <a:cubicBezTo>
                    <a:pt x="57557" y="2420"/>
                    <a:pt x="50784" y="76"/>
                    <a:pt x="44504" y="76"/>
                  </a:cubicBezTo>
                  <a:cubicBezTo>
                    <a:pt x="38101" y="76"/>
                    <a:pt x="32559" y="2420"/>
                    <a:pt x="27141" y="7999"/>
                  </a:cubicBezTo>
                  <a:cubicBezTo>
                    <a:pt x="24925" y="1192"/>
                    <a:pt x="17413" y="76"/>
                    <a:pt x="14458" y="76"/>
                  </a:cubicBezTo>
                  <a:cubicBezTo>
                    <a:pt x="9902" y="76"/>
                    <a:pt x="6823" y="2643"/>
                    <a:pt x="4853" y="5768"/>
                  </a:cubicBezTo>
                  <a:cubicBezTo>
                    <a:pt x="2021" y="10120"/>
                    <a:pt x="297" y="16592"/>
                    <a:pt x="297" y="17150"/>
                  </a:cubicBezTo>
                  <a:cubicBezTo>
                    <a:pt x="297" y="18601"/>
                    <a:pt x="2021" y="18601"/>
                    <a:pt x="2390" y="18601"/>
                  </a:cubicBezTo>
                  <a:cubicBezTo>
                    <a:pt x="4114" y="18601"/>
                    <a:pt x="4237" y="18266"/>
                    <a:pt x="5099" y="15253"/>
                  </a:cubicBezTo>
                  <a:cubicBezTo>
                    <a:pt x="6946" y="8446"/>
                    <a:pt x="9286" y="3201"/>
                    <a:pt x="14088" y="3201"/>
                  </a:cubicBezTo>
                  <a:cubicBezTo>
                    <a:pt x="17290" y="3201"/>
                    <a:pt x="18152" y="5656"/>
                    <a:pt x="18152" y="8669"/>
                  </a:cubicBezTo>
                  <a:cubicBezTo>
                    <a:pt x="18152" y="10789"/>
                    <a:pt x="17044" y="14918"/>
                    <a:pt x="16182" y="17932"/>
                  </a:cubicBezTo>
                  <a:cubicBezTo>
                    <a:pt x="15320" y="20945"/>
                    <a:pt x="14088" y="25520"/>
                    <a:pt x="13473" y="27975"/>
                  </a:cubicBezTo>
                  <a:lnTo>
                    <a:pt x="9532" y="42259"/>
                  </a:lnTo>
                  <a:cubicBezTo>
                    <a:pt x="9040" y="43710"/>
                    <a:pt x="8301" y="46500"/>
                    <a:pt x="8301" y="46835"/>
                  </a:cubicBezTo>
                  <a:cubicBezTo>
                    <a:pt x="8301" y="49290"/>
                    <a:pt x="10517" y="50406"/>
                    <a:pt x="12487" y="50406"/>
                  </a:cubicBezTo>
                  <a:cubicBezTo>
                    <a:pt x="14335" y="50406"/>
                    <a:pt x="16797" y="49401"/>
                    <a:pt x="17782" y="47170"/>
                  </a:cubicBezTo>
                  <a:cubicBezTo>
                    <a:pt x="18029" y="46500"/>
                    <a:pt x="19383" y="41590"/>
                    <a:pt x="20122" y="38800"/>
                  </a:cubicBezTo>
                  <a:lnTo>
                    <a:pt x="23447" y="26748"/>
                  </a:lnTo>
                  <a:close/>
                </a:path>
              </a:pathLst>
            </a:custGeom>
            <a:solidFill>
              <a:srgbClr val="000000"/>
            </a:solidFill>
            <a:ln w="1760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93" name="任意形状 92">
              <a:extLst>
                <a:ext uri="{FF2B5EF4-FFF2-40B4-BE49-F238E27FC236}">
                  <a16:creationId xmlns:a16="http://schemas.microsoft.com/office/drawing/2014/main" id="{851DFD93-3F34-B1F7-D705-393347A09737}"/>
                </a:ext>
              </a:extLst>
            </p:cNvPr>
            <p:cNvSpPr/>
            <p:nvPr>
              <p:custDataLst>
                <p:tags r:id="rId147"/>
              </p:custDataLst>
            </p:nvPr>
          </p:nvSpPr>
          <p:spPr>
            <a:xfrm>
              <a:off x="7868072" y="3616099"/>
              <a:ext cx="62449" cy="159422"/>
            </a:xfrm>
            <a:custGeom>
              <a:avLst/>
              <a:gdLst>
                <a:gd name="connsiteX0" fmla="*/ 25633 w 62449"/>
                <a:gd name="connsiteY0" fmla="*/ 138294 h 159422"/>
                <a:gd name="connsiteX1" fmla="*/ 1884 w 62449"/>
                <a:gd name="connsiteY1" fmla="*/ 155990 h 159422"/>
                <a:gd name="connsiteX2" fmla="*/ 301 w 62449"/>
                <a:gd name="connsiteY2" fmla="*/ 157743 h 159422"/>
                <a:gd name="connsiteX3" fmla="*/ 3819 w 62449"/>
                <a:gd name="connsiteY3" fmla="*/ 159497 h 159422"/>
                <a:gd name="connsiteX4" fmla="*/ 37419 w 62449"/>
                <a:gd name="connsiteY4" fmla="*/ 139569 h 159422"/>
                <a:gd name="connsiteX5" fmla="*/ 37419 w 62449"/>
                <a:gd name="connsiteY5" fmla="*/ 103221 h 159422"/>
                <a:gd name="connsiteX6" fmla="*/ 44455 w 62449"/>
                <a:gd name="connsiteY6" fmla="*/ 86641 h 159422"/>
                <a:gd name="connsiteX7" fmla="*/ 61167 w 62449"/>
                <a:gd name="connsiteY7" fmla="*/ 81539 h 159422"/>
                <a:gd name="connsiteX8" fmla="*/ 62751 w 62449"/>
                <a:gd name="connsiteY8" fmla="*/ 79786 h 159422"/>
                <a:gd name="connsiteX9" fmla="*/ 59936 w 62449"/>
                <a:gd name="connsiteY9" fmla="*/ 78032 h 159422"/>
                <a:gd name="connsiteX10" fmla="*/ 37947 w 62449"/>
                <a:gd name="connsiteY10" fmla="*/ 63844 h 159422"/>
                <a:gd name="connsiteX11" fmla="*/ 37419 w 62449"/>
                <a:gd name="connsiteY11" fmla="*/ 56032 h 159422"/>
                <a:gd name="connsiteX12" fmla="*/ 37419 w 62449"/>
                <a:gd name="connsiteY12" fmla="*/ 24466 h 159422"/>
                <a:gd name="connsiteX13" fmla="*/ 28975 w 62449"/>
                <a:gd name="connsiteY13" fmla="*/ 6611 h 159422"/>
                <a:gd name="connsiteX14" fmla="*/ 3819 w 62449"/>
                <a:gd name="connsiteY14" fmla="*/ 75 h 159422"/>
                <a:gd name="connsiteX15" fmla="*/ 301 w 62449"/>
                <a:gd name="connsiteY15" fmla="*/ 1828 h 159422"/>
                <a:gd name="connsiteX16" fmla="*/ 3116 w 62449"/>
                <a:gd name="connsiteY16" fmla="*/ 3582 h 159422"/>
                <a:gd name="connsiteX17" fmla="*/ 25105 w 62449"/>
                <a:gd name="connsiteY17" fmla="*/ 17452 h 159422"/>
                <a:gd name="connsiteX18" fmla="*/ 25633 w 62449"/>
                <a:gd name="connsiteY18" fmla="*/ 24945 h 159422"/>
                <a:gd name="connsiteX19" fmla="*/ 25633 w 62449"/>
                <a:gd name="connsiteY19" fmla="*/ 58423 h 159422"/>
                <a:gd name="connsiteX20" fmla="*/ 32669 w 62449"/>
                <a:gd name="connsiteY20" fmla="*/ 73568 h 159422"/>
                <a:gd name="connsiteX21" fmla="*/ 46391 w 62449"/>
                <a:gd name="connsiteY21" fmla="*/ 79786 h 159422"/>
                <a:gd name="connsiteX22" fmla="*/ 25633 w 62449"/>
                <a:gd name="connsiteY22" fmla="*/ 100032 h 159422"/>
                <a:gd name="connsiteX23" fmla="*/ 25633 w 62449"/>
                <a:gd name="connsiteY23" fmla="*/ 138294 h 1594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62449" h="159422">
                  <a:moveTo>
                    <a:pt x="25633" y="138294"/>
                  </a:moveTo>
                  <a:cubicBezTo>
                    <a:pt x="25633" y="144671"/>
                    <a:pt x="21059" y="154874"/>
                    <a:pt x="1884" y="155990"/>
                  </a:cubicBezTo>
                  <a:cubicBezTo>
                    <a:pt x="1005" y="156149"/>
                    <a:pt x="301" y="156787"/>
                    <a:pt x="301" y="157743"/>
                  </a:cubicBezTo>
                  <a:cubicBezTo>
                    <a:pt x="301" y="159497"/>
                    <a:pt x="2236" y="159497"/>
                    <a:pt x="3819" y="159497"/>
                  </a:cubicBezTo>
                  <a:cubicBezTo>
                    <a:pt x="20883" y="159497"/>
                    <a:pt x="37243" y="151685"/>
                    <a:pt x="37419" y="139569"/>
                  </a:cubicBezTo>
                  <a:lnTo>
                    <a:pt x="37419" y="103221"/>
                  </a:lnTo>
                  <a:cubicBezTo>
                    <a:pt x="37419" y="97003"/>
                    <a:pt x="37419" y="91902"/>
                    <a:pt x="44455" y="86641"/>
                  </a:cubicBezTo>
                  <a:cubicBezTo>
                    <a:pt x="50612" y="82018"/>
                    <a:pt x="57297" y="81699"/>
                    <a:pt x="61167" y="81539"/>
                  </a:cubicBezTo>
                  <a:cubicBezTo>
                    <a:pt x="62047" y="81380"/>
                    <a:pt x="62751" y="80742"/>
                    <a:pt x="62751" y="79786"/>
                  </a:cubicBezTo>
                  <a:cubicBezTo>
                    <a:pt x="62751" y="78192"/>
                    <a:pt x="61695" y="78192"/>
                    <a:pt x="59936" y="78032"/>
                  </a:cubicBezTo>
                  <a:cubicBezTo>
                    <a:pt x="48326" y="77394"/>
                    <a:pt x="39882" y="71655"/>
                    <a:pt x="37947" y="63844"/>
                  </a:cubicBezTo>
                  <a:cubicBezTo>
                    <a:pt x="37419" y="62090"/>
                    <a:pt x="37419" y="61771"/>
                    <a:pt x="37419" y="56032"/>
                  </a:cubicBezTo>
                  <a:lnTo>
                    <a:pt x="37419" y="24466"/>
                  </a:lnTo>
                  <a:cubicBezTo>
                    <a:pt x="37419" y="17771"/>
                    <a:pt x="37419" y="12669"/>
                    <a:pt x="28975" y="6611"/>
                  </a:cubicBezTo>
                  <a:cubicBezTo>
                    <a:pt x="21938" y="1669"/>
                    <a:pt x="9800" y="75"/>
                    <a:pt x="3819" y="75"/>
                  </a:cubicBezTo>
                  <a:cubicBezTo>
                    <a:pt x="2236" y="75"/>
                    <a:pt x="301" y="75"/>
                    <a:pt x="301" y="1828"/>
                  </a:cubicBezTo>
                  <a:cubicBezTo>
                    <a:pt x="301" y="3423"/>
                    <a:pt x="1357" y="3423"/>
                    <a:pt x="3116" y="3582"/>
                  </a:cubicBezTo>
                  <a:cubicBezTo>
                    <a:pt x="14198" y="4220"/>
                    <a:pt x="22818" y="9321"/>
                    <a:pt x="25105" y="17452"/>
                  </a:cubicBezTo>
                  <a:cubicBezTo>
                    <a:pt x="25633" y="18887"/>
                    <a:pt x="25633" y="19205"/>
                    <a:pt x="25633" y="24945"/>
                  </a:cubicBezTo>
                  <a:lnTo>
                    <a:pt x="25633" y="58423"/>
                  </a:lnTo>
                  <a:cubicBezTo>
                    <a:pt x="25633" y="65757"/>
                    <a:pt x="27040" y="68467"/>
                    <a:pt x="32669" y="73568"/>
                  </a:cubicBezTo>
                  <a:cubicBezTo>
                    <a:pt x="36363" y="76916"/>
                    <a:pt x="41465" y="78510"/>
                    <a:pt x="46391" y="79786"/>
                  </a:cubicBezTo>
                  <a:cubicBezTo>
                    <a:pt x="31966" y="83453"/>
                    <a:pt x="25633" y="90786"/>
                    <a:pt x="25633" y="100032"/>
                  </a:cubicBezTo>
                  <a:lnTo>
                    <a:pt x="25633" y="138294"/>
                  </a:lnTo>
                  <a:close/>
                </a:path>
              </a:pathLst>
            </a:custGeom>
            <a:solidFill>
              <a:srgbClr val="000000"/>
            </a:solidFill>
            <a:ln w="1760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</p:grpSp>
      <p:sp>
        <p:nvSpPr>
          <p:cNvPr id="95" name="文本框 94">
            <a:extLst>
              <a:ext uri="{FF2B5EF4-FFF2-40B4-BE49-F238E27FC236}">
                <a16:creationId xmlns:a16="http://schemas.microsoft.com/office/drawing/2014/main" id="{5C6F50FA-15DF-8044-8450-3DD3A1948F72}"/>
              </a:ext>
            </a:extLst>
          </p:cNvPr>
          <p:cNvSpPr txBox="1"/>
          <p:nvPr/>
        </p:nvSpPr>
        <p:spPr>
          <a:xfrm>
            <a:off x="6312939" y="3044465"/>
            <a:ext cx="180850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dirty="0"/>
              <a:t>Raw symmetry score:</a:t>
            </a:r>
            <a:endParaRPr kumimoji="1" lang="zh-CN" altLang="en-US" sz="1400" dirty="0"/>
          </a:p>
        </p:txBody>
      </p:sp>
      <p:grpSp>
        <p:nvGrpSpPr>
          <p:cNvPr id="238" name="组合 237">
            <a:extLst>
              <a:ext uri="{FF2B5EF4-FFF2-40B4-BE49-F238E27FC236}">
                <a16:creationId xmlns:a16="http://schemas.microsoft.com/office/drawing/2014/main" id="{2B42C56C-C806-6E04-527E-C1BC0B659862}"/>
              </a:ext>
            </a:extLst>
          </p:cNvPr>
          <p:cNvGrpSpPr>
            <a:grpSpLocks noChangeAspect="1"/>
          </p:cNvGrpSpPr>
          <p:nvPr>
            <p:custDataLst>
              <p:tags r:id="rId6"/>
            </p:custDataLst>
          </p:nvPr>
        </p:nvGrpSpPr>
        <p:grpSpPr>
          <a:xfrm>
            <a:off x="6429014" y="3387435"/>
            <a:ext cx="1304781" cy="401039"/>
            <a:chOff x="6035774" y="3626432"/>
            <a:chExt cx="1304781" cy="401039"/>
          </a:xfrm>
        </p:grpSpPr>
        <p:sp>
          <p:nvSpPr>
            <p:cNvPr id="217" name="任意形状 216">
              <a:extLst>
                <a:ext uri="{FF2B5EF4-FFF2-40B4-BE49-F238E27FC236}">
                  <a16:creationId xmlns:a16="http://schemas.microsoft.com/office/drawing/2014/main" id="{E06487B9-6ECB-3F93-0BB5-15AE4215206B}"/>
                </a:ext>
              </a:extLst>
            </p:cNvPr>
            <p:cNvSpPr/>
            <p:nvPr>
              <p:custDataLst>
                <p:tags r:id="rId104"/>
              </p:custDataLst>
            </p:nvPr>
          </p:nvSpPr>
          <p:spPr>
            <a:xfrm>
              <a:off x="6035774" y="3748912"/>
              <a:ext cx="78471" cy="123411"/>
            </a:xfrm>
            <a:custGeom>
              <a:avLst/>
              <a:gdLst>
                <a:gd name="connsiteX0" fmla="*/ 52097 w 78471"/>
                <a:gd name="connsiteY0" fmla="*/ 53890 h 123411"/>
                <a:gd name="connsiteX1" fmla="*/ 29423 w 78471"/>
                <a:gd name="connsiteY1" fmla="*/ 48628 h 123411"/>
                <a:gd name="connsiteX2" fmla="*/ 11533 w 78471"/>
                <a:gd name="connsiteY2" fmla="*/ 27069 h 123411"/>
                <a:gd name="connsiteX3" fmla="*/ 34915 w 78471"/>
                <a:gd name="connsiteY3" fmla="*/ 4831 h 123411"/>
                <a:gd name="connsiteX4" fmla="*/ 69456 w 78471"/>
                <a:gd name="connsiteY4" fmla="*/ 40310 h 123411"/>
                <a:gd name="connsiteX5" fmla="*/ 71582 w 78471"/>
                <a:gd name="connsiteY5" fmla="*/ 42347 h 123411"/>
                <a:gd name="connsiteX6" fmla="*/ 73885 w 78471"/>
                <a:gd name="connsiteY6" fmla="*/ 38273 h 123411"/>
                <a:gd name="connsiteX7" fmla="*/ 73885 w 78471"/>
                <a:gd name="connsiteY7" fmla="*/ 4152 h 123411"/>
                <a:gd name="connsiteX8" fmla="*/ 71936 w 78471"/>
                <a:gd name="connsiteY8" fmla="*/ 78 h 123411"/>
                <a:gd name="connsiteX9" fmla="*/ 69279 w 78471"/>
                <a:gd name="connsiteY9" fmla="*/ 2285 h 123411"/>
                <a:gd name="connsiteX10" fmla="*/ 63079 w 78471"/>
                <a:gd name="connsiteY10" fmla="*/ 11961 h 123411"/>
                <a:gd name="connsiteX11" fmla="*/ 34738 w 78471"/>
                <a:gd name="connsiteY11" fmla="*/ 78 h 123411"/>
                <a:gd name="connsiteX12" fmla="*/ 196 w 78471"/>
                <a:gd name="connsiteY12" fmla="*/ 33010 h 123411"/>
                <a:gd name="connsiteX13" fmla="*/ 23401 w 78471"/>
                <a:gd name="connsiteY13" fmla="*/ 64076 h 123411"/>
                <a:gd name="connsiteX14" fmla="*/ 46783 w 78471"/>
                <a:gd name="connsiteY14" fmla="*/ 69678 h 123411"/>
                <a:gd name="connsiteX15" fmla="*/ 61839 w 78471"/>
                <a:gd name="connsiteY15" fmla="*/ 78335 h 123411"/>
                <a:gd name="connsiteX16" fmla="*/ 67330 w 78471"/>
                <a:gd name="connsiteY16" fmla="*/ 93953 h 123411"/>
                <a:gd name="connsiteX17" fmla="*/ 43594 w 78471"/>
                <a:gd name="connsiteY17" fmla="*/ 118228 h 123411"/>
                <a:gd name="connsiteX18" fmla="*/ 15607 w 78471"/>
                <a:gd name="connsiteY18" fmla="*/ 109061 h 123411"/>
                <a:gd name="connsiteX19" fmla="*/ 4624 w 78471"/>
                <a:gd name="connsiteY19" fmla="*/ 82918 h 123411"/>
                <a:gd name="connsiteX20" fmla="*/ 2499 w 78471"/>
                <a:gd name="connsiteY20" fmla="*/ 81221 h 123411"/>
                <a:gd name="connsiteX21" fmla="*/ 196 w 78471"/>
                <a:gd name="connsiteY21" fmla="*/ 85465 h 123411"/>
                <a:gd name="connsiteX22" fmla="*/ 196 w 78471"/>
                <a:gd name="connsiteY22" fmla="*/ 119416 h 123411"/>
                <a:gd name="connsiteX23" fmla="*/ 2145 w 78471"/>
                <a:gd name="connsiteY23" fmla="*/ 123490 h 123411"/>
                <a:gd name="connsiteX24" fmla="*/ 4802 w 78471"/>
                <a:gd name="connsiteY24" fmla="*/ 121283 h 123411"/>
                <a:gd name="connsiteX25" fmla="*/ 11178 w 78471"/>
                <a:gd name="connsiteY25" fmla="*/ 111607 h 123411"/>
                <a:gd name="connsiteX26" fmla="*/ 43771 w 78471"/>
                <a:gd name="connsiteY26" fmla="*/ 123490 h 123411"/>
                <a:gd name="connsiteX27" fmla="*/ 78667 w 78471"/>
                <a:gd name="connsiteY27" fmla="*/ 88181 h 123411"/>
                <a:gd name="connsiteX28" fmla="*/ 52097 w 78471"/>
                <a:gd name="connsiteY28" fmla="*/ 53890 h 1234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78471" h="123411">
                  <a:moveTo>
                    <a:pt x="52097" y="53890"/>
                  </a:moveTo>
                  <a:lnTo>
                    <a:pt x="29423" y="48628"/>
                  </a:lnTo>
                  <a:cubicBezTo>
                    <a:pt x="18441" y="46082"/>
                    <a:pt x="11533" y="36915"/>
                    <a:pt x="11533" y="27069"/>
                  </a:cubicBezTo>
                  <a:cubicBezTo>
                    <a:pt x="11533" y="15186"/>
                    <a:pt x="21098" y="4831"/>
                    <a:pt x="34915" y="4831"/>
                  </a:cubicBezTo>
                  <a:cubicBezTo>
                    <a:pt x="64496" y="4831"/>
                    <a:pt x="68393" y="32671"/>
                    <a:pt x="69456" y="40310"/>
                  </a:cubicBezTo>
                  <a:cubicBezTo>
                    <a:pt x="69633" y="41328"/>
                    <a:pt x="69633" y="42347"/>
                    <a:pt x="71582" y="42347"/>
                  </a:cubicBezTo>
                  <a:cubicBezTo>
                    <a:pt x="73885" y="42347"/>
                    <a:pt x="73885" y="41498"/>
                    <a:pt x="73885" y="38273"/>
                  </a:cubicBezTo>
                  <a:lnTo>
                    <a:pt x="73885" y="4152"/>
                  </a:lnTo>
                  <a:cubicBezTo>
                    <a:pt x="73885" y="1266"/>
                    <a:pt x="73885" y="78"/>
                    <a:pt x="71936" y="78"/>
                  </a:cubicBezTo>
                  <a:cubicBezTo>
                    <a:pt x="70696" y="78"/>
                    <a:pt x="70519" y="248"/>
                    <a:pt x="69279" y="2285"/>
                  </a:cubicBezTo>
                  <a:lnTo>
                    <a:pt x="63079" y="11961"/>
                  </a:lnTo>
                  <a:cubicBezTo>
                    <a:pt x="57765" y="7038"/>
                    <a:pt x="50503" y="78"/>
                    <a:pt x="34738" y="78"/>
                  </a:cubicBezTo>
                  <a:cubicBezTo>
                    <a:pt x="15075" y="78"/>
                    <a:pt x="196" y="15016"/>
                    <a:pt x="196" y="33010"/>
                  </a:cubicBezTo>
                  <a:cubicBezTo>
                    <a:pt x="196" y="47100"/>
                    <a:pt x="9584" y="59492"/>
                    <a:pt x="23401" y="64076"/>
                  </a:cubicBezTo>
                  <a:cubicBezTo>
                    <a:pt x="25349" y="64755"/>
                    <a:pt x="34383" y="66792"/>
                    <a:pt x="46783" y="69678"/>
                  </a:cubicBezTo>
                  <a:cubicBezTo>
                    <a:pt x="51565" y="70866"/>
                    <a:pt x="56879" y="72054"/>
                    <a:pt x="61839" y="78335"/>
                  </a:cubicBezTo>
                  <a:cubicBezTo>
                    <a:pt x="65559" y="82749"/>
                    <a:pt x="67330" y="88351"/>
                    <a:pt x="67330" y="93953"/>
                  </a:cubicBezTo>
                  <a:cubicBezTo>
                    <a:pt x="67330" y="106005"/>
                    <a:pt x="58474" y="118228"/>
                    <a:pt x="43594" y="118228"/>
                  </a:cubicBezTo>
                  <a:cubicBezTo>
                    <a:pt x="38457" y="118228"/>
                    <a:pt x="24995" y="117379"/>
                    <a:pt x="15607" y="109061"/>
                  </a:cubicBezTo>
                  <a:cubicBezTo>
                    <a:pt x="5333" y="99894"/>
                    <a:pt x="4802" y="89030"/>
                    <a:pt x="4624" y="82918"/>
                  </a:cubicBezTo>
                  <a:cubicBezTo>
                    <a:pt x="4447" y="81221"/>
                    <a:pt x="3030" y="81221"/>
                    <a:pt x="2499" y="81221"/>
                  </a:cubicBezTo>
                  <a:cubicBezTo>
                    <a:pt x="196" y="81221"/>
                    <a:pt x="196" y="82409"/>
                    <a:pt x="196" y="85465"/>
                  </a:cubicBezTo>
                  <a:lnTo>
                    <a:pt x="196" y="119416"/>
                  </a:lnTo>
                  <a:cubicBezTo>
                    <a:pt x="196" y="122302"/>
                    <a:pt x="196" y="123490"/>
                    <a:pt x="2145" y="123490"/>
                  </a:cubicBezTo>
                  <a:cubicBezTo>
                    <a:pt x="3384" y="123490"/>
                    <a:pt x="3562" y="123150"/>
                    <a:pt x="4802" y="121283"/>
                  </a:cubicBezTo>
                  <a:cubicBezTo>
                    <a:pt x="4802" y="121113"/>
                    <a:pt x="5333" y="120604"/>
                    <a:pt x="11178" y="111607"/>
                  </a:cubicBezTo>
                  <a:cubicBezTo>
                    <a:pt x="16670" y="117379"/>
                    <a:pt x="28006" y="123490"/>
                    <a:pt x="43771" y="123490"/>
                  </a:cubicBezTo>
                  <a:cubicBezTo>
                    <a:pt x="64496" y="123490"/>
                    <a:pt x="78667" y="106854"/>
                    <a:pt x="78667" y="88181"/>
                  </a:cubicBezTo>
                  <a:cubicBezTo>
                    <a:pt x="78667" y="71205"/>
                    <a:pt x="66976" y="57285"/>
                    <a:pt x="52097" y="53890"/>
                  </a:cubicBezTo>
                  <a:close/>
                </a:path>
              </a:pathLst>
            </a:custGeom>
            <a:solidFill>
              <a:srgbClr val="000000"/>
            </a:solidFill>
            <a:ln w="1776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20" name="任意形状 219">
              <a:extLst>
                <a:ext uri="{FF2B5EF4-FFF2-40B4-BE49-F238E27FC236}">
                  <a16:creationId xmlns:a16="http://schemas.microsoft.com/office/drawing/2014/main" id="{ED318131-AF37-7332-EAB7-0B1E31E77507}"/>
                </a:ext>
              </a:extLst>
            </p:cNvPr>
            <p:cNvSpPr/>
            <p:nvPr>
              <p:custDataLst>
                <p:tags r:id="rId105"/>
              </p:custDataLst>
            </p:nvPr>
          </p:nvSpPr>
          <p:spPr>
            <a:xfrm>
              <a:off x="6127629" y="3795425"/>
              <a:ext cx="86619" cy="107964"/>
            </a:xfrm>
            <a:custGeom>
              <a:avLst/>
              <a:gdLst>
                <a:gd name="connsiteX0" fmla="*/ 70347 w 86619"/>
                <a:gd name="connsiteY0" fmla="*/ 16205 h 107964"/>
                <a:gd name="connsiteX1" fmla="*/ 86821 w 86619"/>
                <a:gd name="connsiteY1" fmla="*/ 5340 h 107964"/>
                <a:gd name="connsiteX2" fmla="*/ 86821 w 86619"/>
                <a:gd name="connsiteY2" fmla="*/ 78 h 107964"/>
                <a:gd name="connsiteX3" fmla="*/ 73536 w 86619"/>
                <a:gd name="connsiteY3" fmla="*/ 587 h 107964"/>
                <a:gd name="connsiteX4" fmla="*/ 58125 w 86619"/>
                <a:gd name="connsiteY4" fmla="*/ 78 h 107964"/>
                <a:gd name="connsiteX5" fmla="*/ 58125 w 86619"/>
                <a:gd name="connsiteY5" fmla="*/ 5340 h 107964"/>
                <a:gd name="connsiteX6" fmla="*/ 66450 w 86619"/>
                <a:gd name="connsiteY6" fmla="*/ 12640 h 107964"/>
                <a:gd name="connsiteX7" fmla="*/ 65388 w 86619"/>
                <a:gd name="connsiteY7" fmla="*/ 16714 h 107964"/>
                <a:gd name="connsiteX8" fmla="*/ 47497 w 86619"/>
                <a:gd name="connsiteY8" fmla="*/ 58474 h 107964"/>
                <a:gd name="connsiteX9" fmla="*/ 27835 w 86619"/>
                <a:gd name="connsiteY9" fmla="*/ 12810 h 107964"/>
                <a:gd name="connsiteX10" fmla="*/ 26772 w 86619"/>
                <a:gd name="connsiteY10" fmla="*/ 9754 h 107964"/>
                <a:gd name="connsiteX11" fmla="*/ 36692 w 86619"/>
                <a:gd name="connsiteY11" fmla="*/ 5340 h 107964"/>
                <a:gd name="connsiteX12" fmla="*/ 36692 w 86619"/>
                <a:gd name="connsiteY12" fmla="*/ 78 h 107964"/>
                <a:gd name="connsiteX13" fmla="*/ 17384 w 86619"/>
                <a:gd name="connsiteY13" fmla="*/ 587 h 107964"/>
                <a:gd name="connsiteX14" fmla="*/ 202 w 86619"/>
                <a:gd name="connsiteY14" fmla="*/ 78 h 107964"/>
                <a:gd name="connsiteX15" fmla="*/ 202 w 86619"/>
                <a:gd name="connsiteY15" fmla="*/ 5340 h 107964"/>
                <a:gd name="connsiteX16" fmla="*/ 14550 w 86619"/>
                <a:gd name="connsiteY16" fmla="*/ 11282 h 107964"/>
                <a:gd name="connsiteX17" fmla="*/ 41120 w 86619"/>
                <a:gd name="connsiteY17" fmla="*/ 73242 h 107964"/>
                <a:gd name="connsiteX18" fmla="*/ 36692 w 86619"/>
                <a:gd name="connsiteY18" fmla="*/ 83258 h 107964"/>
                <a:gd name="connsiteX19" fmla="*/ 16498 w 86619"/>
                <a:gd name="connsiteY19" fmla="*/ 104308 h 107964"/>
                <a:gd name="connsiteX20" fmla="*/ 8173 w 86619"/>
                <a:gd name="connsiteY20" fmla="*/ 101252 h 107964"/>
                <a:gd name="connsiteX21" fmla="*/ 15081 w 86619"/>
                <a:gd name="connsiteY21" fmla="*/ 94122 h 107964"/>
                <a:gd name="connsiteX22" fmla="*/ 7641 w 86619"/>
                <a:gd name="connsiteY22" fmla="*/ 86993 h 107964"/>
                <a:gd name="connsiteX23" fmla="*/ 202 w 86619"/>
                <a:gd name="connsiteY23" fmla="*/ 94292 h 107964"/>
                <a:gd name="connsiteX24" fmla="*/ 16498 w 86619"/>
                <a:gd name="connsiteY24" fmla="*/ 108042 h 107964"/>
                <a:gd name="connsiteX25" fmla="*/ 39171 w 86619"/>
                <a:gd name="connsiteY25" fmla="*/ 88690 h 107964"/>
                <a:gd name="connsiteX26" fmla="*/ 70347 w 86619"/>
                <a:gd name="connsiteY26" fmla="*/ 16205 h 1079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86619" h="107964">
                  <a:moveTo>
                    <a:pt x="70347" y="16205"/>
                  </a:moveTo>
                  <a:cubicBezTo>
                    <a:pt x="74953" y="5510"/>
                    <a:pt x="83987" y="5340"/>
                    <a:pt x="86821" y="5340"/>
                  </a:cubicBezTo>
                  <a:lnTo>
                    <a:pt x="86821" y="78"/>
                  </a:lnTo>
                  <a:cubicBezTo>
                    <a:pt x="82747" y="417"/>
                    <a:pt x="77610" y="587"/>
                    <a:pt x="73536" y="587"/>
                  </a:cubicBezTo>
                  <a:cubicBezTo>
                    <a:pt x="70347" y="587"/>
                    <a:pt x="62022" y="248"/>
                    <a:pt x="58125" y="78"/>
                  </a:cubicBezTo>
                  <a:lnTo>
                    <a:pt x="58125" y="5340"/>
                  </a:lnTo>
                  <a:cubicBezTo>
                    <a:pt x="63616" y="5510"/>
                    <a:pt x="66450" y="8396"/>
                    <a:pt x="66450" y="12640"/>
                  </a:cubicBezTo>
                  <a:cubicBezTo>
                    <a:pt x="66450" y="14337"/>
                    <a:pt x="66273" y="14677"/>
                    <a:pt x="65388" y="16714"/>
                  </a:cubicBezTo>
                  <a:lnTo>
                    <a:pt x="47497" y="58474"/>
                  </a:lnTo>
                  <a:lnTo>
                    <a:pt x="27835" y="12810"/>
                  </a:lnTo>
                  <a:cubicBezTo>
                    <a:pt x="27126" y="11112"/>
                    <a:pt x="26772" y="10433"/>
                    <a:pt x="26772" y="9754"/>
                  </a:cubicBezTo>
                  <a:cubicBezTo>
                    <a:pt x="26772" y="5340"/>
                    <a:pt x="33326" y="5340"/>
                    <a:pt x="36692" y="5340"/>
                  </a:cubicBezTo>
                  <a:lnTo>
                    <a:pt x="36692" y="78"/>
                  </a:lnTo>
                  <a:cubicBezTo>
                    <a:pt x="32086" y="248"/>
                    <a:pt x="20395" y="587"/>
                    <a:pt x="17384" y="587"/>
                  </a:cubicBezTo>
                  <a:cubicBezTo>
                    <a:pt x="12601" y="587"/>
                    <a:pt x="5516" y="417"/>
                    <a:pt x="202" y="78"/>
                  </a:cubicBezTo>
                  <a:lnTo>
                    <a:pt x="202" y="5340"/>
                  </a:lnTo>
                  <a:cubicBezTo>
                    <a:pt x="8704" y="5340"/>
                    <a:pt x="12070" y="5340"/>
                    <a:pt x="14550" y="11282"/>
                  </a:cubicBezTo>
                  <a:lnTo>
                    <a:pt x="41120" y="73242"/>
                  </a:lnTo>
                  <a:cubicBezTo>
                    <a:pt x="40234" y="75449"/>
                    <a:pt x="37754" y="81051"/>
                    <a:pt x="36692" y="83258"/>
                  </a:cubicBezTo>
                  <a:cubicBezTo>
                    <a:pt x="32795" y="92595"/>
                    <a:pt x="27835" y="104308"/>
                    <a:pt x="16498" y="104308"/>
                  </a:cubicBezTo>
                  <a:cubicBezTo>
                    <a:pt x="15612" y="104308"/>
                    <a:pt x="11538" y="104308"/>
                    <a:pt x="8173" y="101252"/>
                  </a:cubicBezTo>
                  <a:cubicBezTo>
                    <a:pt x="13664" y="100573"/>
                    <a:pt x="15081" y="96838"/>
                    <a:pt x="15081" y="94122"/>
                  </a:cubicBezTo>
                  <a:cubicBezTo>
                    <a:pt x="15081" y="89709"/>
                    <a:pt x="11715" y="86993"/>
                    <a:pt x="7641" y="86993"/>
                  </a:cubicBezTo>
                  <a:cubicBezTo>
                    <a:pt x="4099" y="86993"/>
                    <a:pt x="202" y="89199"/>
                    <a:pt x="202" y="94292"/>
                  </a:cubicBezTo>
                  <a:cubicBezTo>
                    <a:pt x="202" y="101931"/>
                    <a:pt x="7641" y="108042"/>
                    <a:pt x="16498" y="108042"/>
                  </a:cubicBezTo>
                  <a:cubicBezTo>
                    <a:pt x="27658" y="108042"/>
                    <a:pt x="34920" y="98366"/>
                    <a:pt x="39171" y="88690"/>
                  </a:cubicBezTo>
                  <a:lnTo>
                    <a:pt x="70347" y="16205"/>
                  </a:lnTo>
                  <a:close/>
                </a:path>
              </a:pathLst>
            </a:custGeom>
            <a:solidFill>
              <a:srgbClr val="000000"/>
            </a:solidFill>
            <a:ln w="1776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21" name="任意形状 220">
              <a:extLst>
                <a:ext uri="{FF2B5EF4-FFF2-40B4-BE49-F238E27FC236}">
                  <a16:creationId xmlns:a16="http://schemas.microsoft.com/office/drawing/2014/main" id="{2C48A84B-DDB9-9D7A-C211-187274A413AF}"/>
                </a:ext>
              </a:extLst>
            </p:cNvPr>
            <p:cNvSpPr/>
            <p:nvPr>
              <p:custDataLst>
                <p:tags r:id="rId106"/>
              </p:custDataLst>
            </p:nvPr>
          </p:nvSpPr>
          <p:spPr>
            <a:xfrm>
              <a:off x="6223420" y="3793557"/>
              <a:ext cx="138343" cy="75031"/>
            </a:xfrm>
            <a:custGeom>
              <a:avLst/>
              <a:gdLst>
                <a:gd name="connsiteX0" fmla="*/ 14023 w 138343"/>
                <a:gd name="connsiteY0" fmla="*/ 16714 h 75031"/>
                <a:gd name="connsiteX1" fmla="*/ 14023 w 138343"/>
                <a:gd name="connsiteY1" fmla="*/ 62208 h 75031"/>
                <a:gd name="connsiteX2" fmla="*/ 207 w 138343"/>
                <a:gd name="connsiteY2" fmla="*/ 69847 h 75031"/>
                <a:gd name="connsiteX3" fmla="*/ 207 w 138343"/>
                <a:gd name="connsiteY3" fmla="*/ 75110 h 75031"/>
                <a:gd name="connsiteX4" fmla="*/ 20223 w 138343"/>
                <a:gd name="connsiteY4" fmla="*/ 74600 h 75031"/>
                <a:gd name="connsiteX5" fmla="*/ 40062 w 138343"/>
                <a:gd name="connsiteY5" fmla="*/ 75110 h 75031"/>
                <a:gd name="connsiteX6" fmla="*/ 40062 w 138343"/>
                <a:gd name="connsiteY6" fmla="*/ 69847 h 75031"/>
                <a:gd name="connsiteX7" fmla="*/ 26246 w 138343"/>
                <a:gd name="connsiteY7" fmla="*/ 62208 h 75031"/>
                <a:gd name="connsiteX8" fmla="*/ 26246 w 138343"/>
                <a:gd name="connsiteY8" fmla="*/ 30973 h 75031"/>
                <a:gd name="connsiteX9" fmla="*/ 50159 w 138343"/>
                <a:gd name="connsiteY9" fmla="*/ 3813 h 75031"/>
                <a:gd name="connsiteX10" fmla="*/ 63267 w 138343"/>
                <a:gd name="connsiteY10" fmla="*/ 22655 h 75031"/>
                <a:gd name="connsiteX11" fmla="*/ 63267 w 138343"/>
                <a:gd name="connsiteY11" fmla="*/ 62208 h 75031"/>
                <a:gd name="connsiteX12" fmla="*/ 49451 w 138343"/>
                <a:gd name="connsiteY12" fmla="*/ 69847 h 75031"/>
                <a:gd name="connsiteX13" fmla="*/ 49451 w 138343"/>
                <a:gd name="connsiteY13" fmla="*/ 75110 h 75031"/>
                <a:gd name="connsiteX14" fmla="*/ 69467 w 138343"/>
                <a:gd name="connsiteY14" fmla="*/ 74600 h 75031"/>
                <a:gd name="connsiteX15" fmla="*/ 89306 w 138343"/>
                <a:gd name="connsiteY15" fmla="*/ 75110 h 75031"/>
                <a:gd name="connsiteX16" fmla="*/ 89306 w 138343"/>
                <a:gd name="connsiteY16" fmla="*/ 69847 h 75031"/>
                <a:gd name="connsiteX17" fmla="*/ 75490 w 138343"/>
                <a:gd name="connsiteY17" fmla="*/ 62208 h 75031"/>
                <a:gd name="connsiteX18" fmla="*/ 75490 w 138343"/>
                <a:gd name="connsiteY18" fmla="*/ 30973 h 75031"/>
                <a:gd name="connsiteX19" fmla="*/ 99403 w 138343"/>
                <a:gd name="connsiteY19" fmla="*/ 3813 h 75031"/>
                <a:gd name="connsiteX20" fmla="*/ 112511 w 138343"/>
                <a:gd name="connsiteY20" fmla="*/ 22655 h 75031"/>
                <a:gd name="connsiteX21" fmla="*/ 112511 w 138343"/>
                <a:gd name="connsiteY21" fmla="*/ 62208 h 75031"/>
                <a:gd name="connsiteX22" fmla="*/ 98694 w 138343"/>
                <a:gd name="connsiteY22" fmla="*/ 69847 h 75031"/>
                <a:gd name="connsiteX23" fmla="*/ 98694 w 138343"/>
                <a:gd name="connsiteY23" fmla="*/ 75110 h 75031"/>
                <a:gd name="connsiteX24" fmla="*/ 118711 w 138343"/>
                <a:gd name="connsiteY24" fmla="*/ 74600 h 75031"/>
                <a:gd name="connsiteX25" fmla="*/ 138550 w 138343"/>
                <a:gd name="connsiteY25" fmla="*/ 75110 h 75031"/>
                <a:gd name="connsiteX26" fmla="*/ 138550 w 138343"/>
                <a:gd name="connsiteY26" fmla="*/ 69847 h 75031"/>
                <a:gd name="connsiteX27" fmla="*/ 124733 w 138343"/>
                <a:gd name="connsiteY27" fmla="*/ 64755 h 75031"/>
                <a:gd name="connsiteX28" fmla="*/ 124733 w 138343"/>
                <a:gd name="connsiteY28" fmla="*/ 32331 h 75031"/>
                <a:gd name="connsiteX29" fmla="*/ 119242 w 138343"/>
                <a:gd name="connsiteY29" fmla="*/ 6359 h 75031"/>
                <a:gd name="connsiteX30" fmla="*/ 100643 w 138343"/>
                <a:gd name="connsiteY30" fmla="*/ 78 h 75031"/>
                <a:gd name="connsiteX31" fmla="*/ 74958 w 138343"/>
                <a:gd name="connsiteY31" fmla="*/ 16714 h 75031"/>
                <a:gd name="connsiteX32" fmla="*/ 51399 w 138343"/>
                <a:gd name="connsiteY32" fmla="*/ 78 h 75031"/>
                <a:gd name="connsiteX33" fmla="*/ 25183 w 138343"/>
                <a:gd name="connsiteY33" fmla="*/ 17902 h 75031"/>
                <a:gd name="connsiteX34" fmla="*/ 25183 w 138343"/>
                <a:gd name="connsiteY34" fmla="*/ 78 h 75031"/>
                <a:gd name="connsiteX35" fmla="*/ 207 w 138343"/>
                <a:gd name="connsiteY35" fmla="*/ 1945 h 75031"/>
                <a:gd name="connsiteX36" fmla="*/ 207 w 138343"/>
                <a:gd name="connsiteY36" fmla="*/ 7208 h 75031"/>
                <a:gd name="connsiteX37" fmla="*/ 14023 w 138343"/>
                <a:gd name="connsiteY37" fmla="*/ 16714 h 75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138343" h="75031">
                  <a:moveTo>
                    <a:pt x="14023" y="16714"/>
                  </a:moveTo>
                  <a:lnTo>
                    <a:pt x="14023" y="62208"/>
                  </a:lnTo>
                  <a:cubicBezTo>
                    <a:pt x="14023" y="69847"/>
                    <a:pt x="12075" y="69847"/>
                    <a:pt x="207" y="69847"/>
                  </a:cubicBezTo>
                  <a:lnTo>
                    <a:pt x="207" y="75110"/>
                  </a:lnTo>
                  <a:cubicBezTo>
                    <a:pt x="6407" y="74940"/>
                    <a:pt x="15441" y="74600"/>
                    <a:pt x="20223" y="74600"/>
                  </a:cubicBezTo>
                  <a:cubicBezTo>
                    <a:pt x="24829" y="74600"/>
                    <a:pt x="34040" y="74940"/>
                    <a:pt x="40062" y="75110"/>
                  </a:cubicBezTo>
                  <a:lnTo>
                    <a:pt x="40062" y="69847"/>
                  </a:lnTo>
                  <a:cubicBezTo>
                    <a:pt x="28194" y="69847"/>
                    <a:pt x="26246" y="69847"/>
                    <a:pt x="26246" y="62208"/>
                  </a:cubicBezTo>
                  <a:lnTo>
                    <a:pt x="26246" y="30973"/>
                  </a:lnTo>
                  <a:cubicBezTo>
                    <a:pt x="26246" y="13319"/>
                    <a:pt x="38822" y="3813"/>
                    <a:pt x="50159" y="3813"/>
                  </a:cubicBezTo>
                  <a:cubicBezTo>
                    <a:pt x="61319" y="3813"/>
                    <a:pt x="63267" y="12979"/>
                    <a:pt x="63267" y="22655"/>
                  </a:cubicBezTo>
                  <a:lnTo>
                    <a:pt x="63267" y="62208"/>
                  </a:lnTo>
                  <a:cubicBezTo>
                    <a:pt x="63267" y="69847"/>
                    <a:pt x="61319" y="69847"/>
                    <a:pt x="49451" y="69847"/>
                  </a:cubicBezTo>
                  <a:lnTo>
                    <a:pt x="49451" y="75110"/>
                  </a:lnTo>
                  <a:cubicBezTo>
                    <a:pt x="55650" y="74940"/>
                    <a:pt x="64684" y="74600"/>
                    <a:pt x="69467" y="74600"/>
                  </a:cubicBezTo>
                  <a:cubicBezTo>
                    <a:pt x="74072" y="74600"/>
                    <a:pt x="83284" y="74940"/>
                    <a:pt x="89306" y="75110"/>
                  </a:cubicBezTo>
                  <a:lnTo>
                    <a:pt x="89306" y="69847"/>
                  </a:lnTo>
                  <a:cubicBezTo>
                    <a:pt x="77438" y="69847"/>
                    <a:pt x="75490" y="69847"/>
                    <a:pt x="75490" y="62208"/>
                  </a:cubicBezTo>
                  <a:lnTo>
                    <a:pt x="75490" y="30973"/>
                  </a:lnTo>
                  <a:cubicBezTo>
                    <a:pt x="75490" y="13319"/>
                    <a:pt x="88066" y="3813"/>
                    <a:pt x="99403" y="3813"/>
                  </a:cubicBezTo>
                  <a:cubicBezTo>
                    <a:pt x="110562" y="3813"/>
                    <a:pt x="112511" y="12979"/>
                    <a:pt x="112511" y="22655"/>
                  </a:cubicBezTo>
                  <a:lnTo>
                    <a:pt x="112511" y="62208"/>
                  </a:lnTo>
                  <a:cubicBezTo>
                    <a:pt x="112511" y="69847"/>
                    <a:pt x="110562" y="69847"/>
                    <a:pt x="98694" y="69847"/>
                  </a:cubicBezTo>
                  <a:lnTo>
                    <a:pt x="98694" y="75110"/>
                  </a:lnTo>
                  <a:cubicBezTo>
                    <a:pt x="104894" y="74940"/>
                    <a:pt x="113928" y="74600"/>
                    <a:pt x="118711" y="74600"/>
                  </a:cubicBezTo>
                  <a:cubicBezTo>
                    <a:pt x="123316" y="74600"/>
                    <a:pt x="132527" y="74940"/>
                    <a:pt x="138550" y="75110"/>
                  </a:cubicBezTo>
                  <a:lnTo>
                    <a:pt x="138550" y="69847"/>
                  </a:lnTo>
                  <a:cubicBezTo>
                    <a:pt x="129339" y="69847"/>
                    <a:pt x="124910" y="69847"/>
                    <a:pt x="124733" y="64755"/>
                  </a:cubicBezTo>
                  <a:lnTo>
                    <a:pt x="124733" y="32331"/>
                  </a:lnTo>
                  <a:cubicBezTo>
                    <a:pt x="124733" y="17733"/>
                    <a:pt x="124733" y="12470"/>
                    <a:pt x="119242" y="6359"/>
                  </a:cubicBezTo>
                  <a:cubicBezTo>
                    <a:pt x="116762" y="3473"/>
                    <a:pt x="110917" y="78"/>
                    <a:pt x="100643" y="78"/>
                  </a:cubicBezTo>
                  <a:cubicBezTo>
                    <a:pt x="85763" y="78"/>
                    <a:pt x="77969" y="10263"/>
                    <a:pt x="74958" y="16714"/>
                  </a:cubicBezTo>
                  <a:cubicBezTo>
                    <a:pt x="72478" y="1945"/>
                    <a:pt x="59370" y="78"/>
                    <a:pt x="51399" y="78"/>
                  </a:cubicBezTo>
                  <a:cubicBezTo>
                    <a:pt x="38468" y="78"/>
                    <a:pt x="30143" y="7377"/>
                    <a:pt x="25183" y="17902"/>
                  </a:cubicBezTo>
                  <a:lnTo>
                    <a:pt x="25183" y="78"/>
                  </a:lnTo>
                  <a:lnTo>
                    <a:pt x="207" y="1945"/>
                  </a:lnTo>
                  <a:lnTo>
                    <a:pt x="207" y="7208"/>
                  </a:lnTo>
                  <a:cubicBezTo>
                    <a:pt x="12606" y="7208"/>
                    <a:pt x="14023" y="8396"/>
                    <a:pt x="14023" y="16714"/>
                  </a:cubicBezTo>
                  <a:close/>
                </a:path>
              </a:pathLst>
            </a:custGeom>
            <a:solidFill>
              <a:srgbClr val="000000"/>
            </a:solidFill>
            <a:ln w="1776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22" name="任意形状 221">
              <a:extLst>
                <a:ext uri="{FF2B5EF4-FFF2-40B4-BE49-F238E27FC236}">
                  <a16:creationId xmlns:a16="http://schemas.microsoft.com/office/drawing/2014/main" id="{B9EDEBDD-D99B-B810-01DE-AEB7C84D6CBA}"/>
                </a:ext>
              </a:extLst>
            </p:cNvPr>
            <p:cNvSpPr/>
            <p:nvPr>
              <p:custDataLst>
                <p:tags r:id="rId107"/>
              </p:custDataLst>
            </p:nvPr>
          </p:nvSpPr>
          <p:spPr>
            <a:xfrm>
              <a:off x="6382902" y="3741273"/>
              <a:ext cx="41095" cy="169755"/>
            </a:xfrm>
            <a:custGeom>
              <a:avLst/>
              <a:gdLst>
                <a:gd name="connsiteX0" fmla="*/ 41311 w 41095"/>
                <a:gd name="connsiteY0" fmla="*/ 168136 h 169755"/>
                <a:gd name="connsiteX1" fmla="*/ 38299 w 41095"/>
                <a:gd name="connsiteY1" fmla="*/ 164401 h 169755"/>
                <a:gd name="connsiteX2" fmla="*/ 10489 w 41095"/>
                <a:gd name="connsiteY2" fmla="*/ 84956 h 169755"/>
                <a:gd name="connsiteX3" fmla="*/ 39008 w 41095"/>
                <a:gd name="connsiteY3" fmla="*/ 4661 h 169755"/>
                <a:gd name="connsiteX4" fmla="*/ 41311 w 41095"/>
                <a:gd name="connsiteY4" fmla="*/ 1776 h 169755"/>
                <a:gd name="connsiteX5" fmla="*/ 39539 w 41095"/>
                <a:gd name="connsiteY5" fmla="*/ 78 h 169755"/>
                <a:gd name="connsiteX6" fmla="*/ 11375 w 41095"/>
                <a:gd name="connsiteY6" fmla="*/ 33180 h 169755"/>
                <a:gd name="connsiteX7" fmla="*/ 215 w 41095"/>
                <a:gd name="connsiteY7" fmla="*/ 84956 h 169755"/>
                <a:gd name="connsiteX8" fmla="*/ 11906 w 41095"/>
                <a:gd name="connsiteY8" fmla="*/ 137919 h 169755"/>
                <a:gd name="connsiteX9" fmla="*/ 39539 w 41095"/>
                <a:gd name="connsiteY9" fmla="*/ 169833 h 169755"/>
                <a:gd name="connsiteX10" fmla="*/ 41311 w 41095"/>
                <a:gd name="connsiteY10" fmla="*/ 168136 h 1697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41095" h="169755">
                  <a:moveTo>
                    <a:pt x="41311" y="168136"/>
                  </a:moveTo>
                  <a:cubicBezTo>
                    <a:pt x="41311" y="167626"/>
                    <a:pt x="41311" y="167287"/>
                    <a:pt x="38299" y="164401"/>
                  </a:cubicBezTo>
                  <a:cubicBezTo>
                    <a:pt x="16157" y="143012"/>
                    <a:pt x="10489" y="110928"/>
                    <a:pt x="10489" y="84956"/>
                  </a:cubicBezTo>
                  <a:cubicBezTo>
                    <a:pt x="10489" y="55418"/>
                    <a:pt x="17220" y="25881"/>
                    <a:pt x="39008" y="4661"/>
                  </a:cubicBezTo>
                  <a:cubicBezTo>
                    <a:pt x="41311" y="2624"/>
                    <a:pt x="41311" y="2285"/>
                    <a:pt x="41311" y="1776"/>
                  </a:cubicBezTo>
                  <a:cubicBezTo>
                    <a:pt x="41311" y="587"/>
                    <a:pt x="40602" y="78"/>
                    <a:pt x="39539" y="78"/>
                  </a:cubicBezTo>
                  <a:cubicBezTo>
                    <a:pt x="37768" y="78"/>
                    <a:pt x="21826" y="11621"/>
                    <a:pt x="11375" y="33180"/>
                  </a:cubicBezTo>
                  <a:cubicBezTo>
                    <a:pt x="2341" y="51853"/>
                    <a:pt x="215" y="70696"/>
                    <a:pt x="215" y="84956"/>
                  </a:cubicBezTo>
                  <a:cubicBezTo>
                    <a:pt x="215" y="98196"/>
                    <a:pt x="2164" y="118737"/>
                    <a:pt x="11906" y="137919"/>
                  </a:cubicBezTo>
                  <a:cubicBezTo>
                    <a:pt x="22534" y="158799"/>
                    <a:pt x="37768" y="169833"/>
                    <a:pt x="39539" y="169833"/>
                  </a:cubicBezTo>
                  <a:cubicBezTo>
                    <a:pt x="40602" y="169833"/>
                    <a:pt x="41311" y="169324"/>
                    <a:pt x="41311" y="168136"/>
                  </a:cubicBezTo>
                  <a:close/>
                </a:path>
              </a:pathLst>
            </a:custGeom>
            <a:solidFill>
              <a:srgbClr val="000000"/>
            </a:solidFill>
            <a:ln w="1776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23" name="任意形状 222">
              <a:extLst>
                <a:ext uri="{FF2B5EF4-FFF2-40B4-BE49-F238E27FC236}">
                  <a16:creationId xmlns:a16="http://schemas.microsoft.com/office/drawing/2014/main" id="{A5AE6D5B-FEFF-BCF2-FA4A-7C9EA72F767A}"/>
                </a:ext>
              </a:extLst>
            </p:cNvPr>
            <p:cNvSpPr/>
            <p:nvPr>
              <p:custDataLst>
                <p:tags r:id="rId108"/>
              </p:custDataLst>
            </p:nvPr>
          </p:nvSpPr>
          <p:spPr>
            <a:xfrm>
              <a:off x="6439389" y="3793557"/>
              <a:ext cx="72094" cy="76899"/>
            </a:xfrm>
            <a:custGeom>
              <a:avLst/>
              <a:gdLst>
                <a:gd name="connsiteX0" fmla="*/ 10670 w 72094"/>
                <a:gd name="connsiteY0" fmla="*/ 65094 h 76899"/>
                <a:gd name="connsiteX1" fmla="*/ 9076 w 72094"/>
                <a:gd name="connsiteY1" fmla="*/ 72394 h 76899"/>
                <a:gd name="connsiteX2" fmla="*/ 14213 w 72094"/>
                <a:gd name="connsiteY2" fmla="*/ 76977 h 76899"/>
                <a:gd name="connsiteX3" fmla="*/ 20767 w 72094"/>
                <a:gd name="connsiteY3" fmla="*/ 72224 h 76899"/>
                <a:gd name="connsiteX4" fmla="*/ 27852 w 72094"/>
                <a:gd name="connsiteY4" fmla="*/ 45403 h 76899"/>
                <a:gd name="connsiteX5" fmla="*/ 33521 w 72094"/>
                <a:gd name="connsiteY5" fmla="*/ 23334 h 76899"/>
                <a:gd name="connsiteX6" fmla="*/ 43440 w 72094"/>
                <a:gd name="connsiteY6" fmla="*/ 9415 h 76899"/>
                <a:gd name="connsiteX7" fmla="*/ 57611 w 72094"/>
                <a:gd name="connsiteY7" fmla="*/ 3813 h 76899"/>
                <a:gd name="connsiteX8" fmla="*/ 65051 w 72094"/>
                <a:gd name="connsiteY8" fmla="*/ 5850 h 76899"/>
                <a:gd name="connsiteX9" fmla="*/ 55840 w 72094"/>
                <a:gd name="connsiteY9" fmla="*/ 15186 h 76899"/>
                <a:gd name="connsiteX10" fmla="*/ 62571 w 72094"/>
                <a:gd name="connsiteY10" fmla="*/ 21128 h 76899"/>
                <a:gd name="connsiteX11" fmla="*/ 72313 w 72094"/>
                <a:gd name="connsiteY11" fmla="*/ 11112 h 76899"/>
                <a:gd name="connsiteX12" fmla="*/ 57611 w 72094"/>
                <a:gd name="connsiteY12" fmla="*/ 78 h 76899"/>
                <a:gd name="connsiteX13" fmla="*/ 34938 w 72094"/>
                <a:gd name="connsiteY13" fmla="*/ 13149 h 76899"/>
                <a:gd name="connsiteX14" fmla="*/ 18818 w 72094"/>
                <a:gd name="connsiteY14" fmla="*/ 78 h 76899"/>
                <a:gd name="connsiteX15" fmla="*/ 5710 w 72094"/>
                <a:gd name="connsiteY15" fmla="*/ 9754 h 76899"/>
                <a:gd name="connsiteX16" fmla="*/ 219 w 72094"/>
                <a:gd name="connsiteY16" fmla="*/ 26220 h 76899"/>
                <a:gd name="connsiteX17" fmla="*/ 2345 w 72094"/>
                <a:gd name="connsiteY17" fmla="*/ 27918 h 76899"/>
                <a:gd name="connsiteX18" fmla="*/ 5356 w 72094"/>
                <a:gd name="connsiteY18" fmla="*/ 24013 h 76899"/>
                <a:gd name="connsiteX19" fmla="*/ 18287 w 72094"/>
                <a:gd name="connsiteY19" fmla="*/ 3813 h 76899"/>
                <a:gd name="connsiteX20" fmla="*/ 23778 w 72094"/>
                <a:gd name="connsiteY20" fmla="*/ 11621 h 76899"/>
                <a:gd name="connsiteX21" fmla="*/ 20944 w 72094"/>
                <a:gd name="connsiteY21" fmla="*/ 25881 h 76899"/>
                <a:gd name="connsiteX22" fmla="*/ 10670 w 72094"/>
                <a:gd name="connsiteY22" fmla="*/ 65094 h 768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72094" h="76899">
                  <a:moveTo>
                    <a:pt x="10670" y="65094"/>
                  </a:moveTo>
                  <a:cubicBezTo>
                    <a:pt x="10139" y="67641"/>
                    <a:pt x="9076" y="71545"/>
                    <a:pt x="9076" y="72394"/>
                  </a:cubicBezTo>
                  <a:cubicBezTo>
                    <a:pt x="9076" y="75449"/>
                    <a:pt x="11556" y="76977"/>
                    <a:pt x="14213" y="76977"/>
                  </a:cubicBezTo>
                  <a:cubicBezTo>
                    <a:pt x="16338" y="76977"/>
                    <a:pt x="19527" y="75619"/>
                    <a:pt x="20767" y="72224"/>
                  </a:cubicBezTo>
                  <a:cubicBezTo>
                    <a:pt x="21121" y="71545"/>
                    <a:pt x="27144" y="48458"/>
                    <a:pt x="27852" y="45403"/>
                  </a:cubicBezTo>
                  <a:cubicBezTo>
                    <a:pt x="29269" y="39801"/>
                    <a:pt x="32458" y="27918"/>
                    <a:pt x="33521" y="23334"/>
                  </a:cubicBezTo>
                  <a:cubicBezTo>
                    <a:pt x="34229" y="21128"/>
                    <a:pt x="39189" y="13149"/>
                    <a:pt x="43440" y="9415"/>
                  </a:cubicBezTo>
                  <a:cubicBezTo>
                    <a:pt x="44857" y="8226"/>
                    <a:pt x="49994" y="3813"/>
                    <a:pt x="57611" y="3813"/>
                  </a:cubicBezTo>
                  <a:cubicBezTo>
                    <a:pt x="62217" y="3813"/>
                    <a:pt x="64874" y="5850"/>
                    <a:pt x="65051" y="5850"/>
                  </a:cubicBezTo>
                  <a:cubicBezTo>
                    <a:pt x="59737" y="6698"/>
                    <a:pt x="55840" y="10773"/>
                    <a:pt x="55840" y="15186"/>
                  </a:cubicBezTo>
                  <a:cubicBezTo>
                    <a:pt x="55840" y="17902"/>
                    <a:pt x="57788" y="21128"/>
                    <a:pt x="62571" y="21128"/>
                  </a:cubicBezTo>
                  <a:cubicBezTo>
                    <a:pt x="67353" y="21128"/>
                    <a:pt x="72313" y="17223"/>
                    <a:pt x="72313" y="11112"/>
                  </a:cubicBezTo>
                  <a:cubicBezTo>
                    <a:pt x="72313" y="5171"/>
                    <a:pt x="66645" y="78"/>
                    <a:pt x="57611" y="78"/>
                  </a:cubicBezTo>
                  <a:cubicBezTo>
                    <a:pt x="46097" y="78"/>
                    <a:pt x="38303" y="8396"/>
                    <a:pt x="34938" y="13149"/>
                  </a:cubicBezTo>
                  <a:cubicBezTo>
                    <a:pt x="33521" y="5510"/>
                    <a:pt x="27144" y="78"/>
                    <a:pt x="18818" y="78"/>
                  </a:cubicBezTo>
                  <a:cubicBezTo>
                    <a:pt x="10670" y="78"/>
                    <a:pt x="7304" y="6698"/>
                    <a:pt x="5710" y="9754"/>
                  </a:cubicBezTo>
                  <a:cubicBezTo>
                    <a:pt x="2522" y="15526"/>
                    <a:pt x="219" y="25711"/>
                    <a:pt x="219" y="26220"/>
                  </a:cubicBezTo>
                  <a:cubicBezTo>
                    <a:pt x="219" y="27918"/>
                    <a:pt x="1990" y="27918"/>
                    <a:pt x="2345" y="27918"/>
                  </a:cubicBezTo>
                  <a:cubicBezTo>
                    <a:pt x="4116" y="27918"/>
                    <a:pt x="4293" y="27748"/>
                    <a:pt x="5356" y="24013"/>
                  </a:cubicBezTo>
                  <a:cubicBezTo>
                    <a:pt x="8367" y="11961"/>
                    <a:pt x="11910" y="3813"/>
                    <a:pt x="18287" y="3813"/>
                  </a:cubicBezTo>
                  <a:cubicBezTo>
                    <a:pt x="21298" y="3813"/>
                    <a:pt x="23778" y="5171"/>
                    <a:pt x="23778" y="11621"/>
                  </a:cubicBezTo>
                  <a:cubicBezTo>
                    <a:pt x="23778" y="15186"/>
                    <a:pt x="23247" y="17053"/>
                    <a:pt x="20944" y="25881"/>
                  </a:cubicBezTo>
                  <a:lnTo>
                    <a:pt x="10670" y="65094"/>
                  </a:lnTo>
                  <a:close/>
                </a:path>
              </a:pathLst>
            </a:custGeom>
            <a:solidFill>
              <a:srgbClr val="000000"/>
            </a:solidFill>
            <a:ln w="1776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24" name="任意形状 223">
              <a:extLst>
                <a:ext uri="{FF2B5EF4-FFF2-40B4-BE49-F238E27FC236}">
                  <a16:creationId xmlns:a16="http://schemas.microsoft.com/office/drawing/2014/main" id="{53DEA6F7-DE2D-E440-B890-5797DB7CA4BA}"/>
                </a:ext>
              </a:extLst>
            </p:cNvPr>
            <p:cNvSpPr/>
            <p:nvPr>
              <p:custDataLst>
                <p:tags r:id="rId109"/>
              </p:custDataLst>
            </p:nvPr>
          </p:nvSpPr>
          <p:spPr>
            <a:xfrm>
              <a:off x="6529186" y="3741273"/>
              <a:ext cx="41095" cy="169755"/>
            </a:xfrm>
            <a:custGeom>
              <a:avLst/>
              <a:gdLst>
                <a:gd name="connsiteX0" fmla="*/ 41319 w 41095"/>
                <a:gd name="connsiteY0" fmla="*/ 84956 h 169755"/>
                <a:gd name="connsiteX1" fmla="*/ 29628 w 41095"/>
                <a:gd name="connsiteY1" fmla="*/ 31992 h 169755"/>
                <a:gd name="connsiteX2" fmla="*/ 1995 w 41095"/>
                <a:gd name="connsiteY2" fmla="*/ 78 h 169755"/>
                <a:gd name="connsiteX3" fmla="*/ 224 w 41095"/>
                <a:gd name="connsiteY3" fmla="*/ 1776 h 169755"/>
                <a:gd name="connsiteX4" fmla="*/ 3589 w 41095"/>
                <a:gd name="connsiteY4" fmla="*/ 5680 h 169755"/>
                <a:gd name="connsiteX5" fmla="*/ 31045 w 41095"/>
                <a:gd name="connsiteY5" fmla="*/ 84956 h 169755"/>
                <a:gd name="connsiteX6" fmla="*/ 2527 w 41095"/>
                <a:gd name="connsiteY6" fmla="*/ 165250 h 169755"/>
                <a:gd name="connsiteX7" fmla="*/ 224 w 41095"/>
                <a:gd name="connsiteY7" fmla="*/ 168136 h 169755"/>
                <a:gd name="connsiteX8" fmla="*/ 1995 w 41095"/>
                <a:gd name="connsiteY8" fmla="*/ 169833 h 169755"/>
                <a:gd name="connsiteX9" fmla="*/ 30160 w 41095"/>
                <a:gd name="connsiteY9" fmla="*/ 136731 h 169755"/>
                <a:gd name="connsiteX10" fmla="*/ 41319 w 41095"/>
                <a:gd name="connsiteY10" fmla="*/ 84956 h 1697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41095" h="169755">
                  <a:moveTo>
                    <a:pt x="41319" y="84956"/>
                  </a:moveTo>
                  <a:cubicBezTo>
                    <a:pt x="41319" y="71715"/>
                    <a:pt x="39371" y="51174"/>
                    <a:pt x="29628" y="31992"/>
                  </a:cubicBezTo>
                  <a:cubicBezTo>
                    <a:pt x="19000" y="11112"/>
                    <a:pt x="3767" y="78"/>
                    <a:pt x="1995" y="78"/>
                  </a:cubicBezTo>
                  <a:cubicBezTo>
                    <a:pt x="932" y="78"/>
                    <a:pt x="224" y="757"/>
                    <a:pt x="224" y="1776"/>
                  </a:cubicBezTo>
                  <a:cubicBezTo>
                    <a:pt x="224" y="2285"/>
                    <a:pt x="224" y="2624"/>
                    <a:pt x="3589" y="5680"/>
                  </a:cubicBezTo>
                  <a:cubicBezTo>
                    <a:pt x="20949" y="22486"/>
                    <a:pt x="31045" y="49477"/>
                    <a:pt x="31045" y="84956"/>
                  </a:cubicBezTo>
                  <a:cubicBezTo>
                    <a:pt x="31045" y="113984"/>
                    <a:pt x="24491" y="143861"/>
                    <a:pt x="2527" y="165250"/>
                  </a:cubicBezTo>
                  <a:cubicBezTo>
                    <a:pt x="224" y="167287"/>
                    <a:pt x="224" y="167626"/>
                    <a:pt x="224" y="168136"/>
                  </a:cubicBezTo>
                  <a:cubicBezTo>
                    <a:pt x="224" y="169154"/>
                    <a:pt x="932" y="169833"/>
                    <a:pt x="1995" y="169833"/>
                  </a:cubicBezTo>
                  <a:cubicBezTo>
                    <a:pt x="3767" y="169833"/>
                    <a:pt x="19709" y="158290"/>
                    <a:pt x="30160" y="136731"/>
                  </a:cubicBezTo>
                  <a:cubicBezTo>
                    <a:pt x="39194" y="118058"/>
                    <a:pt x="41319" y="99215"/>
                    <a:pt x="41319" y="84956"/>
                  </a:cubicBezTo>
                  <a:close/>
                </a:path>
              </a:pathLst>
            </a:custGeom>
            <a:solidFill>
              <a:srgbClr val="000000"/>
            </a:solidFill>
            <a:ln w="1776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25" name="任意形状 224">
              <a:extLst>
                <a:ext uri="{FF2B5EF4-FFF2-40B4-BE49-F238E27FC236}">
                  <a16:creationId xmlns:a16="http://schemas.microsoft.com/office/drawing/2014/main" id="{F09CD2C4-0021-2C71-8130-D8F94C7174ED}"/>
                </a:ext>
              </a:extLst>
            </p:cNvPr>
            <p:cNvSpPr/>
            <p:nvPr>
              <p:custDataLst>
                <p:tags r:id="rId110"/>
              </p:custDataLst>
            </p:nvPr>
          </p:nvSpPr>
          <p:spPr>
            <a:xfrm>
              <a:off x="6647098" y="3806289"/>
              <a:ext cx="117795" cy="39722"/>
            </a:xfrm>
            <a:custGeom>
              <a:avLst/>
              <a:gdLst>
                <a:gd name="connsiteX0" fmla="*/ 112003 w 117795"/>
                <a:gd name="connsiteY0" fmla="*/ 6868 h 39722"/>
                <a:gd name="connsiteX1" fmla="*/ 118026 w 117795"/>
                <a:gd name="connsiteY1" fmla="*/ 3473 h 39722"/>
                <a:gd name="connsiteX2" fmla="*/ 112180 w 117795"/>
                <a:gd name="connsiteY2" fmla="*/ 78 h 39722"/>
                <a:gd name="connsiteX3" fmla="*/ 6076 w 117795"/>
                <a:gd name="connsiteY3" fmla="*/ 78 h 39722"/>
                <a:gd name="connsiteX4" fmla="*/ 230 w 117795"/>
                <a:gd name="connsiteY4" fmla="*/ 3473 h 39722"/>
                <a:gd name="connsiteX5" fmla="*/ 6253 w 117795"/>
                <a:gd name="connsiteY5" fmla="*/ 6868 h 39722"/>
                <a:gd name="connsiteX6" fmla="*/ 112003 w 117795"/>
                <a:gd name="connsiteY6" fmla="*/ 6868 h 39722"/>
                <a:gd name="connsiteX7" fmla="*/ 112180 w 117795"/>
                <a:gd name="connsiteY7" fmla="*/ 39801 h 39722"/>
                <a:gd name="connsiteX8" fmla="*/ 118026 w 117795"/>
                <a:gd name="connsiteY8" fmla="*/ 36406 h 39722"/>
                <a:gd name="connsiteX9" fmla="*/ 112003 w 117795"/>
                <a:gd name="connsiteY9" fmla="*/ 33010 h 39722"/>
                <a:gd name="connsiteX10" fmla="*/ 6253 w 117795"/>
                <a:gd name="connsiteY10" fmla="*/ 33010 h 39722"/>
                <a:gd name="connsiteX11" fmla="*/ 230 w 117795"/>
                <a:gd name="connsiteY11" fmla="*/ 36406 h 39722"/>
                <a:gd name="connsiteX12" fmla="*/ 6076 w 117795"/>
                <a:gd name="connsiteY12" fmla="*/ 39801 h 39722"/>
                <a:gd name="connsiteX13" fmla="*/ 112180 w 117795"/>
                <a:gd name="connsiteY13" fmla="*/ 39801 h 39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17795" h="39722">
                  <a:moveTo>
                    <a:pt x="112003" y="6868"/>
                  </a:moveTo>
                  <a:cubicBezTo>
                    <a:pt x="114660" y="6868"/>
                    <a:pt x="118026" y="6868"/>
                    <a:pt x="118026" y="3473"/>
                  </a:cubicBezTo>
                  <a:cubicBezTo>
                    <a:pt x="118026" y="78"/>
                    <a:pt x="114660" y="78"/>
                    <a:pt x="112180" y="78"/>
                  </a:cubicBezTo>
                  <a:lnTo>
                    <a:pt x="6076" y="78"/>
                  </a:lnTo>
                  <a:cubicBezTo>
                    <a:pt x="3596" y="78"/>
                    <a:pt x="230" y="78"/>
                    <a:pt x="230" y="3473"/>
                  </a:cubicBezTo>
                  <a:cubicBezTo>
                    <a:pt x="230" y="6868"/>
                    <a:pt x="3596" y="6868"/>
                    <a:pt x="6253" y="6868"/>
                  </a:cubicBezTo>
                  <a:lnTo>
                    <a:pt x="112003" y="6868"/>
                  </a:lnTo>
                  <a:close/>
                  <a:moveTo>
                    <a:pt x="112180" y="39801"/>
                  </a:moveTo>
                  <a:cubicBezTo>
                    <a:pt x="114660" y="39801"/>
                    <a:pt x="118026" y="39801"/>
                    <a:pt x="118026" y="36406"/>
                  </a:cubicBezTo>
                  <a:cubicBezTo>
                    <a:pt x="118026" y="33010"/>
                    <a:pt x="114660" y="33010"/>
                    <a:pt x="112003" y="33010"/>
                  </a:cubicBezTo>
                  <a:lnTo>
                    <a:pt x="6253" y="33010"/>
                  </a:lnTo>
                  <a:cubicBezTo>
                    <a:pt x="3596" y="33010"/>
                    <a:pt x="230" y="33010"/>
                    <a:pt x="230" y="36406"/>
                  </a:cubicBezTo>
                  <a:cubicBezTo>
                    <a:pt x="230" y="39801"/>
                    <a:pt x="3596" y="39801"/>
                    <a:pt x="6076" y="39801"/>
                  </a:cubicBezTo>
                  <a:lnTo>
                    <a:pt x="112180" y="39801"/>
                  </a:lnTo>
                  <a:close/>
                </a:path>
              </a:pathLst>
            </a:custGeom>
            <a:solidFill>
              <a:srgbClr val="000000"/>
            </a:solidFill>
            <a:ln w="1776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26" name="任意形状 225">
              <a:extLst>
                <a:ext uri="{FF2B5EF4-FFF2-40B4-BE49-F238E27FC236}">
                  <a16:creationId xmlns:a16="http://schemas.microsoft.com/office/drawing/2014/main" id="{F1FB0DA6-9E40-4FA2-E1EE-38B02B705D87}"/>
                </a:ext>
              </a:extLst>
            </p:cNvPr>
            <p:cNvSpPr/>
            <p:nvPr>
              <p:custDataLst>
                <p:tags r:id="rId111"/>
              </p:custDataLst>
            </p:nvPr>
          </p:nvSpPr>
          <p:spPr>
            <a:xfrm>
              <a:off x="6866490" y="3626432"/>
              <a:ext cx="7085" cy="169755"/>
            </a:xfrm>
            <a:custGeom>
              <a:avLst/>
              <a:gdLst>
                <a:gd name="connsiteX0" fmla="*/ 7328 w 7085"/>
                <a:gd name="connsiteY0" fmla="*/ 6182 h 169755"/>
                <a:gd name="connsiteX1" fmla="*/ 3785 w 7085"/>
                <a:gd name="connsiteY1" fmla="*/ 71 h 169755"/>
                <a:gd name="connsiteX2" fmla="*/ 242 w 7085"/>
                <a:gd name="connsiteY2" fmla="*/ 6182 h 169755"/>
                <a:gd name="connsiteX3" fmla="*/ 242 w 7085"/>
                <a:gd name="connsiteY3" fmla="*/ 163715 h 169755"/>
                <a:gd name="connsiteX4" fmla="*/ 3785 w 7085"/>
                <a:gd name="connsiteY4" fmla="*/ 169826 h 169755"/>
                <a:gd name="connsiteX5" fmla="*/ 7328 w 7085"/>
                <a:gd name="connsiteY5" fmla="*/ 163715 h 169755"/>
                <a:gd name="connsiteX6" fmla="*/ 7328 w 7085"/>
                <a:gd name="connsiteY6" fmla="*/ 6182 h 1697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085" h="169755">
                  <a:moveTo>
                    <a:pt x="7328" y="6182"/>
                  </a:moveTo>
                  <a:cubicBezTo>
                    <a:pt x="7328" y="3127"/>
                    <a:pt x="7328" y="71"/>
                    <a:pt x="3785" y="71"/>
                  </a:cubicBezTo>
                  <a:cubicBezTo>
                    <a:pt x="242" y="71"/>
                    <a:pt x="242" y="3127"/>
                    <a:pt x="242" y="6182"/>
                  </a:cubicBezTo>
                  <a:lnTo>
                    <a:pt x="242" y="163715"/>
                  </a:lnTo>
                  <a:cubicBezTo>
                    <a:pt x="242" y="166771"/>
                    <a:pt x="242" y="169826"/>
                    <a:pt x="3785" y="169826"/>
                  </a:cubicBezTo>
                  <a:cubicBezTo>
                    <a:pt x="7328" y="169826"/>
                    <a:pt x="7328" y="166771"/>
                    <a:pt x="7328" y="163715"/>
                  </a:cubicBezTo>
                  <a:lnTo>
                    <a:pt x="7328" y="6182"/>
                  </a:lnTo>
                  <a:close/>
                </a:path>
              </a:pathLst>
            </a:custGeom>
            <a:solidFill>
              <a:srgbClr val="000000"/>
            </a:solidFill>
            <a:ln w="1776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27" name="任意形状 226">
              <a:extLst>
                <a:ext uri="{FF2B5EF4-FFF2-40B4-BE49-F238E27FC236}">
                  <a16:creationId xmlns:a16="http://schemas.microsoft.com/office/drawing/2014/main" id="{75CBD1F5-C934-0C52-6815-94321E4ED67E}"/>
                </a:ext>
              </a:extLst>
            </p:cNvPr>
            <p:cNvSpPr/>
            <p:nvPr>
              <p:custDataLst>
                <p:tags r:id="rId112"/>
              </p:custDataLst>
            </p:nvPr>
          </p:nvSpPr>
          <p:spPr>
            <a:xfrm>
              <a:off x="6901346" y="3638315"/>
              <a:ext cx="128561" cy="115433"/>
            </a:xfrm>
            <a:custGeom>
              <a:avLst/>
              <a:gdLst>
                <a:gd name="connsiteX0" fmla="*/ 118926 w 128561"/>
                <a:gd name="connsiteY0" fmla="*/ 75952 h 115433"/>
                <a:gd name="connsiteX1" fmla="*/ 119812 w 128561"/>
                <a:gd name="connsiteY1" fmla="*/ 73575 h 115433"/>
                <a:gd name="connsiteX2" fmla="*/ 117686 w 128561"/>
                <a:gd name="connsiteY2" fmla="*/ 71708 h 115433"/>
                <a:gd name="connsiteX3" fmla="*/ 115383 w 128561"/>
                <a:gd name="connsiteY3" fmla="*/ 73745 h 115433"/>
                <a:gd name="connsiteX4" fmla="*/ 67025 w 128561"/>
                <a:gd name="connsiteY4" fmla="*/ 110242 h 115433"/>
                <a:gd name="connsiteX5" fmla="*/ 41163 w 128561"/>
                <a:gd name="connsiteY5" fmla="*/ 110242 h 115433"/>
                <a:gd name="connsiteX6" fmla="*/ 37266 w 128561"/>
                <a:gd name="connsiteY6" fmla="*/ 110073 h 115433"/>
                <a:gd name="connsiteX7" fmla="*/ 34964 w 128561"/>
                <a:gd name="connsiteY7" fmla="*/ 108375 h 115433"/>
                <a:gd name="connsiteX8" fmla="*/ 35849 w 128561"/>
                <a:gd name="connsiteY8" fmla="*/ 104471 h 115433"/>
                <a:gd name="connsiteX9" fmla="*/ 47894 w 128561"/>
                <a:gd name="connsiteY9" fmla="*/ 58127 h 115433"/>
                <a:gd name="connsiteX10" fmla="*/ 65431 w 128561"/>
                <a:gd name="connsiteY10" fmla="*/ 58127 h 115433"/>
                <a:gd name="connsiteX11" fmla="*/ 80487 w 128561"/>
                <a:gd name="connsiteY11" fmla="*/ 65936 h 115433"/>
                <a:gd name="connsiteX12" fmla="*/ 79247 w 128561"/>
                <a:gd name="connsiteY12" fmla="*/ 74254 h 115433"/>
                <a:gd name="connsiteX13" fmla="*/ 78716 w 128561"/>
                <a:gd name="connsiteY13" fmla="*/ 76121 h 115433"/>
                <a:gd name="connsiteX14" fmla="*/ 81019 w 128561"/>
                <a:gd name="connsiteY14" fmla="*/ 77989 h 115433"/>
                <a:gd name="connsiteX15" fmla="*/ 83676 w 128561"/>
                <a:gd name="connsiteY15" fmla="*/ 74594 h 115433"/>
                <a:gd name="connsiteX16" fmla="*/ 93773 w 128561"/>
                <a:gd name="connsiteY16" fmla="*/ 34871 h 115433"/>
                <a:gd name="connsiteX17" fmla="*/ 91647 w 128561"/>
                <a:gd name="connsiteY17" fmla="*/ 33004 h 115433"/>
                <a:gd name="connsiteX18" fmla="*/ 89167 w 128561"/>
                <a:gd name="connsiteY18" fmla="*/ 36059 h 115433"/>
                <a:gd name="connsiteX19" fmla="*/ 65962 w 128561"/>
                <a:gd name="connsiteY19" fmla="*/ 52865 h 115433"/>
                <a:gd name="connsiteX20" fmla="*/ 49312 w 128561"/>
                <a:gd name="connsiteY20" fmla="*/ 52865 h 115433"/>
                <a:gd name="connsiteX21" fmla="*/ 59940 w 128561"/>
                <a:gd name="connsiteY21" fmla="*/ 11954 h 115433"/>
                <a:gd name="connsiteX22" fmla="*/ 69505 w 128561"/>
                <a:gd name="connsiteY22" fmla="*/ 5334 h 115433"/>
                <a:gd name="connsiteX23" fmla="*/ 94481 w 128561"/>
                <a:gd name="connsiteY23" fmla="*/ 5334 h 115433"/>
                <a:gd name="connsiteX24" fmla="*/ 121406 w 128561"/>
                <a:gd name="connsiteY24" fmla="*/ 24176 h 115433"/>
                <a:gd name="connsiteX25" fmla="*/ 120697 w 128561"/>
                <a:gd name="connsiteY25" fmla="*/ 33173 h 115433"/>
                <a:gd name="connsiteX26" fmla="*/ 120520 w 128561"/>
                <a:gd name="connsiteY26" fmla="*/ 36229 h 115433"/>
                <a:gd name="connsiteX27" fmla="*/ 122646 w 128561"/>
                <a:gd name="connsiteY27" fmla="*/ 38266 h 115433"/>
                <a:gd name="connsiteX28" fmla="*/ 125126 w 128561"/>
                <a:gd name="connsiteY28" fmla="*/ 34022 h 115433"/>
                <a:gd name="connsiteX29" fmla="*/ 128668 w 128561"/>
                <a:gd name="connsiteY29" fmla="*/ 4655 h 115433"/>
                <a:gd name="connsiteX30" fmla="*/ 123886 w 128561"/>
                <a:gd name="connsiteY30" fmla="*/ 71 h 115433"/>
                <a:gd name="connsiteX31" fmla="*/ 34432 w 128561"/>
                <a:gd name="connsiteY31" fmla="*/ 71 h 115433"/>
                <a:gd name="connsiteX32" fmla="*/ 29118 w 128561"/>
                <a:gd name="connsiteY32" fmla="*/ 3466 h 115433"/>
                <a:gd name="connsiteX33" fmla="*/ 34078 w 128561"/>
                <a:gd name="connsiteY33" fmla="*/ 5334 h 115433"/>
                <a:gd name="connsiteX34" fmla="*/ 45592 w 128561"/>
                <a:gd name="connsiteY34" fmla="*/ 8389 h 115433"/>
                <a:gd name="connsiteX35" fmla="*/ 44706 w 128561"/>
                <a:gd name="connsiteY35" fmla="*/ 12463 h 115433"/>
                <a:gd name="connsiteX36" fmla="*/ 21324 w 128561"/>
                <a:gd name="connsiteY36" fmla="*/ 102264 h 115433"/>
                <a:gd name="connsiteX37" fmla="*/ 5205 w 128561"/>
                <a:gd name="connsiteY37" fmla="*/ 110242 h 115433"/>
                <a:gd name="connsiteX38" fmla="*/ 245 w 128561"/>
                <a:gd name="connsiteY38" fmla="*/ 113468 h 115433"/>
                <a:gd name="connsiteX39" fmla="*/ 5205 w 128561"/>
                <a:gd name="connsiteY39" fmla="*/ 115505 h 115433"/>
                <a:gd name="connsiteX40" fmla="*/ 97138 w 128561"/>
                <a:gd name="connsiteY40" fmla="*/ 115505 h 115433"/>
                <a:gd name="connsiteX41" fmla="*/ 102629 w 128561"/>
                <a:gd name="connsiteY41" fmla="*/ 112619 h 115433"/>
                <a:gd name="connsiteX42" fmla="*/ 118926 w 128561"/>
                <a:gd name="connsiteY42" fmla="*/ 75952 h 1154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</a:cxnLst>
              <a:rect l="l" t="t" r="r" b="b"/>
              <a:pathLst>
                <a:path w="128561" h="115433">
                  <a:moveTo>
                    <a:pt x="118926" y="75952"/>
                  </a:moveTo>
                  <a:cubicBezTo>
                    <a:pt x="119280" y="75103"/>
                    <a:pt x="119812" y="73915"/>
                    <a:pt x="119812" y="73575"/>
                  </a:cubicBezTo>
                  <a:cubicBezTo>
                    <a:pt x="119812" y="73405"/>
                    <a:pt x="119812" y="71708"/>
                    <a:pt x="117686" y="71708"/>
                  </a:cubicBezTo>
                  <a:cubicBezTo>
                    <a:pt x="116092" y="71708"/>
                    <a:pt x="115737" y="72726"/>
                    <a:pt x="115383" y="73745"/>
                  </a:cubicBezTo>
                  <a:cubicBezTo>
                    <a:pt x="103869" y="98869"/>
                    <a:pt x="97315" y="110242"/>
                    <a:pt x="67025" y="110242"/>
                  </a:cubicBezTo>
                  <a:lnTo>
                    <a:pt x="41163" y="110242"/>
                  </a:lnTo>
                  <a:cubicBezTo>
                    <a:pt x="38683" y="110242"/>
                    <a:pt x="38329" y="110242"/>
                    <a:pt x="37266" y="110073"/>
                  </a:cubicBezTo>
                  <a:cubicBezTo>
                    <a:pt x="35495" y="109903"/>
                    <a:pt x="34964" y="109733"/>
                    <a:pt x="34964" y="108375"/>
                  </a:cubicBezTo>
                  <a:cubicBezTo>
                    <a:pt x="34964" y="107866"/>
                    <a:pt x="34964" y="107526"/>
                    <a:pt x="35849" y="104471"/>
                  </a:cubicBezTo>
                  <a:lnTo>
                    <a:pt x="47894" y="58127"/>
                  </a:lnTo>
                  <a:lnTo>
                    <a:pt x="65431" y="58127"/>
                  </a:lnTo>
                  <a:cubicBezTo>
                    <a:pt x="80487" y="58127"/>
                    <a:pt x="80487" y="61692"/>
                    <a:pt x="80487" y="65936"/>
                  </a:cubicBezTo>
                  <a:cubicBezTo>
                    <a:pt x="80487" y="67124"/>
                    <a:pt x="80487" y="69162"/>
                    <a:pt x="79247" y="74254"/>
                  </a:cubicBezTo>
                  <a:cubicBezTo>
                    <a:pt x="78893" y="75103"/>
                    <a:pt x="78716" y="75612"/>
                    <a:pt x="78716" y="76121"/>
                  </a:cubicBezTo>
                  <a:cubicBezTo>
                    <a:pt x="78716" y="76970"/>
                    <a:pt x="79425" y="77989"/>
                    <a:pt x="81019" y="77989"/>
                  </a:cubicBezTo>
                  <a:cubicBezTo>
                    <a:pt x="82436" y="77989"/>
                    <a:pt x="82967" y="77140"/>
                    <a:pt x="83676" y="74594"/>
                  </a:cubicBezTo>
                  <a:lnTo>
                    <a:pt x="93773" y="34871"/>
                  </a:lnTo>
                  <a:cubicBezTo>
                    <a:pt x="93773" y="33852"/>
                    <a:pt x="92887" y="33004"/>
                    <a:pt x="91647" y="33004"/>
                  </a:cubicBezTo>
                  <a:cubicBezTo>
                    <a:pt x="90053" y="33004"/>
                    <a:pt x="89698" y="34022"/>
                    <a:pt x="89167" y="36059"/>
                  </a:cubicBezTo>
                  <a:cubicBezTo>
                    <a:pt x="85447" y="48961"/>
                    <a:pt x="82259" y="52865"/>
                    <a:pt x="65962" y="52865"/>
                  </a:cubicBezTo>
                  <a:lnTo>
                    <a:pt x="49312" y="52865"/>
                  </a:lnTo>
                  <a:lnTo>
                    <a:pt x="59940" y="11954"/>
                  </a:lnTo>
                  <a:cubicBezTo>
                    <a:pt x="61534" y="6013"/>
                    <a:pt x="61711" y="5334"/>
                    <a:pt x="69505" y="5334"/>
                  </a:cubicBezTo>
                  <a:lnTo>
                    <a:pt x="94481" y="5334"/>
                  </a:lnTo>
                  <a:cubicBezTo>
                    <a:pt x="116092" y="5334"/>
                    <a:pt x="121406" y="10257"/>
                    <a:pt x="121406" y="24176"/>
                  </a:cubicBezTo>
                  <a:cubicBezTo>
                    <a:pt x="121406" y="28251"/>
                    <a:pt x="121406" y="28590"/>
                    <a:pt x="120697" y="33173"/>
                  </a:cubicBezTo>
                  <a:cubicBezTo>
                    <a:pt x="120697" y="34192"/>
                    <a:pt x="120520" y="35380"/>
                    <a:pt x="120520" y="36229"/>
                  </a:cubicBezTo>
                  <a:cubicBezTo>
                    <a:pt x="120520" y="37078"/>
                    <a:pt x="121052" y="38266"/>
                    <a:pt x="122646" y="38266"/>
                  </a:cubicBezTo>
                  <a:cubicBezTo>
                    <a:pt x="124594" y="38266"/>
                    <a:pt x="124771" y="37248"/>
                    <a:pt x="125126" y="34022"/>
                  </a:cubicBezTo>
                  <a:lnTo>
                    <a:pt x="128668" y="4655"/>
                  </a:lnTo>
                  <a:cubicBezTo>
                    <a:pt x="129200" y="71"/>
                    <a:pt x="128314" y="71"/>
                    <a:pt x="123886" y="71"/>
                  </a:cubicBezTo>
                  <a:lnTo>
                    <a:pt x="34432" y="71"/>
                  </a:lnTo>
                  <a:cubicBezTo>
                    <a:pt x="30889" y="71"/>
                    <a:pt x="29118" y="71"/>
                    <a:pt x="29118" y="3466"/>
                  </a:cubicBezTo>
                  <a:cubicBezTo>
                    <a:pt x="29118" y="5334"/>
                    <a:pt x="30712" y="5334"/>
                    <a:pt x="34078" y="5334"/>
                  </a:cubicBezTo>
                  <a:cubicBezTo>
                    <a:pt x="40632" y="5334"/>
                    <a:pt x="45592" y="5334"/>
                    <a:pt x="45592" y="8389"/>
                  </a:cubicBezTo>
                  <a:cubicBezTo>
                    <a:pt x="45592" y="9068"/>
                    <a:pt x="45592" y="9408"/>
                    <a:pt x="44706" y="12463"/>
                  </a:cubicBezTo>
                  <a:lnTo>
                    <a:pt x="21324" y="102264"/>
                  </a:lnTo>
                  <a:cubicBezTo>
                    <a:pt x="19553" y="108884"/>
                    <a:pt x="19198" y="110242"/>
                    <a:pt x="5205" y="110242"/>
                  </a:cubicBezTo>
                  <a:cubicBezTo>
                    <a:pt x="2193" y="110242"/>
                    <a:pt x="245" y="110242"/>
                    <a:pt x="245" y="113468"/>
                  </a:cubicBezTo>
                  <a:cubicBezTo>
                    <a:pt x="245" y="115505"/>
                    <a:pt x="1839" y="115505"/>
                    <a:pt x="5205" y="115505"/>
                  </a:cubicBezTo>
                  <a:lnTo>
                    <a:pt x="97138" y="115505"/>
                  </a:lnTo>
                  <a:cubicBezTo>
                    <a:pt x="101212" y="115505"/>
                    <a:pt x="101389" y="115335"/>
                    <a:pt x="102629" y="112619"/>
                  </a:cubicBezTo>
                  <a:lnTo>
                    <a:pt x="118926" y="75952"/>
                  </a:lnTo>
                  <a:close/>
                </a:path>
              </a:pathLst>
            </a:custGeom>
            <a:solidFill>
              <a:srgbClr val="000000"/>
            </a:solidFill>
            <a:ln w="1776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28" name="任意形状 227">
              <a:extLst>
                <a:ext uri="{FF2B5EF4-FFF2-40B4-BE49-F238E27FC236}">
                  <a16:creationId xmlns:a16="http://schemas.microsoft.com/office/drawing/2014/main" id="{FDA5DEFC-621B-9527-9AB8-ADE3CFFEE7FB}"/>
                </a:ext>
              </a:extLst>
            </p:cNvPr>
            <p:cNvSpPr/>
            <p:nvPr>
              <p:custDataLst>
                <p:tags r:id="rId113"/>
              </p:custDataLst>
            </p:nvPr>
          </p:nvSpPr>
          <p:spPr>
            <a:xfrm>
              <a:off x="7041165" y="3639148"/>
              <a:ext cx="44886" cy="54185"/>
            </a:xfrm>
            <a:custGeom>
              <a:avLst/>
              <a:gdLst>
                <a:gd name="connsiteX0" fmla="*/ 41667 w 44886"/>
                <a:gd name="connsiteY0" fmla="*/ 3157 h 54185"/>
                <a:gd name="connsiteX1" fmla="*/ 39931 w 44886"/>
                <a:gd name="connsiteY1" fmla="*/ 68 h 54185"/>
                <a:gd name="connsiteX2" fmla="*/ 37451 w 44886"/>
                <a:gd name="connsiteY2" fmla="*/ 1494 h 54185"/>
                <a:gd name="connsiteX3" fmla="*/ 35219 w 44886"/>
                <a:gd name="connsiteY3" fmla="*/ 3276 h 54185"/>
                <a:gd name="connsiteX4" fmla="*/ 22200 w 44886"/>
                <a:gd name="connsiteY4" fmla="*/ 68 h 54185"/>
                <a:gd name="connsiteX5" fmla="*/ 253 w 44886"/>
                <a:gd name="connsiteY5" fmla="*/ 14921 h 54185"/>
                <a:gd name="connsiteX6" fmla="*/ 4965 w 44886"/>
                <a:gd name="connsiteY6" fmla="*/ 24190 h 54185"/>
                <a:gd name="connsiteX7" fmla="*/ 22076 w 44886"/>
                <a:gd name="connsiteY7" fmla="*/ 30131 h 54185"/>
                <a:gd name="connsiteX8" fmla="*/ 38319 w 44886"/>
                <a:gd name="connsiteY8" fmla="*/ 40826 h 54185"/>
                <a:gd name="connsiteX9" fmla="*/ 23068 w 44886"/>
                <a:gd name="connsiteY9" fmla="*/ 50926 h 54185"/>
                <a:gd name="connsiteX10" fmla="*/ 4593 w 44886"/>
                <a:gd name="connsiteY10" fmla="*/ 35360 h 54185"/>
                <a:gd name="connsiteX11" fmla="*/ 2361 w 44886"/>
                <a:gd name="connsiteY11" fmla="*/ 33340 h 54185"/>
                <a:gd name="connsiteX12" fmla="*/ 253 w 44886"/>
                <a:gd name="connsiteY12" fmla="*/ 36548 h 54185"/>
                <a:gd name="connsiteX13" fmla="*/ 253 w 44886"/>
                <a:gd name="connsiteY13" fmla="*/ 51164 h 54185"/>
                <a:gd name="connsiteX14" fmla="*/ 1989 w 44886"/>
                <a:gd name="connsiteY14" fmla="*/ 54253 h 54185"/>
                <a:gd name="connsiteX15" fmla="*/ 7941 w 44886"/>
                <a:gd name="connsiteY15" fmla="*/ 49144 h 54185"/>
                <a:gd name="connsiteX16" fmla="*/ 23068 w 44886"/>
                <a:gd name="connsiteY16" fmla="*/ 54253 h 54185"/>
                <a:gd name="connsiteX17" fmla="*/ 45139 w 44886"/>
                <a:gd name="connsiteY17" fmla="*/ 37499 h 54185"/>
                <a:gd name="connsiteX18" fmla="*/ 39807 w 44886"/>
                <a:gd name="connsiteY18" fmla="*/ 26566 h 54185"/>
                <a:gd name="connsiteX19" fmla="*/ 25052 w 44886"/>
                <a:gd name="connsiteY19" fmla="*/ 20744 h 54185"/>
                <a:gd name="connsiteX20" fmla="*/ 7073 w 44886"/>
                <a:gd name="connsiteY20" fmla="*/ 11356 h 54185"/>
                <a:gd name="connsiteX21" fmla="*/ 22200 w 44886"/>
                <a:gd name="connsiteY21" fmla="*/ 2919 h 54185"/>
                <a:gd name="connsiteX22" fmla="*/ 37451 w 44886"/>
                <a:gd name="connsiteY22" fmla="*/ 15991 h 54185"/>
                <a:gd name="connsiteX23" fmla="*/ 39559 w 44886"/>
                <a:gd name="connsiteY23" fmla="*/ 17298 h 54185"/>
                <a:gd name="connsiteX24" fmla="*/ 41667 w 44886"/>
                <a:gd name="connsiteY24" fmla="*/ 14208 h 54185"/>
                <a:gd name="connsiteX25" fmla="*/ 41667 w 44886"/>
                <a:gd name="connsiteY25" fmla="*/ 3157 h 541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44886" h="54185">
                  <a:moveTo>
                    <a:pt x="41667" y="3157"/>
                  </a:moveTo>
                  <a:cubicBezTo>
                    <a:pt x="41667" y="1137"/>
                    <a:pt x="41667" y="68"/>
                    <a:pt x="39931" y="68"/>
                  </a:cubicBezTo>
                  <a:cubicBezTo>
                    <a:pt x="39311" y="68"/>
                    <a:pt x="39063" y="68"/>
                    <a:pt x="37451" y="1494"/>
                  </a:cubicBezTo>
                  <a:cubicBezTo>
                    <a:pt x="37203" y="1612"/>
                    <a:pt x="35963" y="2682"/>
                    <a:pt x="35219" y="3276"/>
                  </a:cubicBezTo>
                  <a:cubicBezTo>
                    <a:pt x="31500" y="781"/>
                    <a:pt x="26788" y="68"/>
                    <a:pt x="22200" y="68"/>
                  </a:cubicBezTo>
                  <a:cubicBezTo>
                    <a:pt x="4469" y="68"/>
                    <a:pt x="253" y="8980"/>
                    <a:pt x="253" y="14921"/>
                  </a:cubicBezTo>
                  <a:cubicBezTo>
                    <a:pt x="253" y="18724"/>
                    <a:pt x="1989" y="21813"/>
                    <a:pt x="4965" y="24190"/>
                  </a:cubicBezTo>
                  <a:cubicBezTo>
                    <a:pt x="9676" y="28111"/>
                    <a:pt x="14388" y="28943"/>
                    <a:pt x="22076" y="30131"/>
                  </a:cubicBezTo>
                  <a:cubicBezTo>
                    <a:pt x="28276" y="31201"/>
                    <a:pt x="38319" y="32864"/>
                    <a:pt x="38319" y="40826"/>
                  </a:cubicBezTo>
                  <a:cubicBezTo>
                    <a:pt x="38319" y="45460"/>
                    <a:pt x="34971" y="50926"/>
                    <a:pt x="23068" y="50926"/>
                  </a:cubicBezTo>
                  <a:cubicBezTo>
                    <a:pt x="11164" y="50926"/>
                    <a:pt x="6825" y="43440"/>
                    <a:pt x="4593" y="35360"/>
                  </a:cubicBezTo>
                  <a:cubicBezTo>
                    <a:pt x="4221" y="33815"/>
                    <a:pt x="4097" y="33340"/>
                    <a:pt x="2361" y="33340"/>
                  </a:cubicBezTo>
                  <a:cubicBezTo>
                    <a:pt x="253" y="33340"/>
                    <a:pt x="253" y="34171"/>
                    <a:pt x="253" y="36548"/>
                  </a:cubicBezTo>
                  <a:lnTo>
                    <a:pt x="253" y="51164"/>
                  </a:lnTo>
                  <a:cubicBezTo>
                    <a:pt x="253" y="53184"/>
                    <a:pt x="253" y="54253"/>
                    <a:pt x="1989" y="54253"/>
                  </a:cubicBezTo>
                  <a:cubicBezTo>
                    <a:pt x="3105" y="54253"/>
                    <a:pt x="5461" y="51758"/>
                    <a:pt x="7941" y="49144"/>
                  </a:cubicBezTo>
                  <a:cubicBezTo>
                    <a:pt x="13396" y="54016"/>
                    <a:pt x="20092" y="54253"/>
                    <a:pt x="23068" y="54253"/>
                  </a:cubicBezTo>
                  <a:cubicBezTo>
                    <a:pt x="39187" y="54253"/>
                    <a:pt x="45139" y="45935"/>
                    <a:pt x="45139" y="37499"/>
                  </a:cubicBezTo>
                  <a:cubicBezTo>
                    <a:pt x="45139" y="32983"/>
                    <a:pt x="43031" y="29418"/>
                    <a:pt x="39807" y="26566"/>
                  </a:cubicBezTo>
                  <a:cubicBezTo>
                    <a:pt x="35095" y="22407"/>
                    <a:pt x="29392" y="21457"/>
                    <a:pt x="25052" y="20744"/>
                  </a:cubicBezTo>
                  <a:cubicBezTo>
                    <a:pt x="15132" y="19080"/>
                    <a:pt x="7073" y="17654"/>
                    <a:pt x="7073" y="11356"/>
                  </a:cubicBezTo>
                  <a:cubicBezTo>
                    <a:pt x="7073" y="7554"/>
                    <a:pt x="10420" y="2919"/>
                    <a:pt x="22200" y="2919"/>
                  </a:cubicBezTo>
                  <a:cubicBezTo>
                    <a:pt x="36583" y="2919"/>
                    <a:pt x="37203" y="12545"/>
                    <a:pt x="37451" y="15991"/>
                  </a:cubicBezTo>
                  <a:cubicBezTo>
                    <a:pt x="37575" y="17298"/>
                    <a:pt x="39063" y="17298"/>
                    <a:pt x="39559" y="17298"/>
                  </a:cubicBezTo>
                  <a:cubicBezTo>
                    <a:pt x="41667" y="17298"/>
                    <a:pt x="41667" y="16466"/>
                    <a:pt x="41667" y="14208"/>
                  </a:cubicBezTo>
                  <a:lnTo>
                    <a:pt x="41667" y="3157"/>
                  </a:lnTo>
                  <a:close/>
                </a:path>
              </a:pathLst>
            </a:custGeom>
            <a:solidFill>
              <a:srgbClr val="000000"/>
            </a:solidFill>
            <a:ln w="1776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29" name="任意形状 228">
              <a:extLst>
                <a:ext uri="{FF2B5EF4-FFF2-40B4-BE49-F238E27FC236}">
                  <a16:creationId xmlns:a16="http://schemas.microsoft.com/office/drawing/2014/main" id="{96F0F2B1-C3B0-F5CE-BE52-89250DB16720}"/>
                </a:ext>
              </a:extLst>
            </p:cNvPr>
            <p:cNvSpPr/>
            <p:nvPr>
              <p:custDataLst>
                <p:tags r:id="rId114"/>
              </p:custDataLst>
            </p:nvPr>
          </p:nvSpPr>
          <p:spPr>
            <a:xfrm>
              <a:off x="7095423" y="3640930"/>
              <a:ext cx="66709" cy="75456"/>
            </a:xfrm>
            <a:custGeom>
              <a:avLst/>
              <a:gdLst>
                <a:gd name="connsiteX0" fmla="*/ 55186 w 66709"/>
                <a:gd name="connsiteY0" fmla="*/ 11713 h 75456"/>
                <a:gd name="connsiteX1" fmla="*/ 66965 w 66709"/>
                <a:gd name="connsiteY1" fmla="*/ 4345 h 75456"/>
                <a:gd name="connsiteX2" fmla="*/ 66965 w 66709"/>
                <a:gd name="connsiteY2" fmla="*/ 68 h 75456"/>
                <a:gd name="connsiteX3" fmla="*/ 57542 w 66709"/>
                <a:gd name="connsiteY3" fmla="*/ 543 h 75456"/>
                <a:gd name="connsiteX4" fmla="*/ 46258 w 66709"/>
                <a:gd name="connsiteY4" fmla="*/ 68 h 75456"/>
                <a:gd name="connsiteX5" fmla="*/ 46258 w 66709"/>
                <a:gd name="connsiteY5" fmla="*/ 4345 h 75456"/>
                <a:gd name="connsiteX6" fmla="*/ 51342 w 66709"/>
                <a:gd name="connsiteY6" fmla="*/ 8861 h 75456"/>
                <a:gd name="connsiteX7" fmla="*/ 50226 w 66709"/>
                <a:gd name="connsiteY7" fmla="*/ 12545 h 75456"/>
                <a:gd name="connsiteX8" fmla="*/ 36463 w 66709"/>
                <a:gd name="connsiteY8" fmla="*/ 40707 h 75456"/>
                <a:gd name="connsiteX9" fmla="*/ 21211 w 66709"/>
                <a:gd name="connsiteY9" fmla="*/ 9336 h 75456"/>
                <a:gd name="connsiteX10" fmla="*/ 20467 w 66709"/>
                <a:gd name="connsiteY10" fmla="*/ 7079 h 75456"/>
                <a:gd name="connsiteX11" fmla="*/ 26791 w 66709"/>
                <a:gd name="connsiteY11" fmla="*/ 4345 h 75456"/>
                <a:gd name="connsiteX12" fmla="*/ 26791 w 66709"/>
                <a:gd name="connsiteY12" fmla="*/ 68 h 75456"/>
                <a:gd name="connsiteX13" fmla="*/ 12532 w 66709"/>
                <a:gd name="connsiteY13" fmla="*/ 543 h 75456"/>
                <a:gd name="connsiteX14" fmla="*/ 380 w 66709"/>
                <a:gd name="connsiteY14" fmla="*/ 68 h 75456"/>
                <a:gd name="connsiteX15" fmla="*/ 380 w 66709"/>
                <a:gd name="connsiteY15" fmla="*/ 4345 h 75456"/>
                <a:gd name="connsiteX16" fmla="*/ 10548 w 66709"/>
                <a:gd name="connsiteY16" fmla="*/ 8504 h 75456"/>
                <a:gd name="connsiteX17" fmla="*/ 31379 w 66709"/>
                <a:gd name="connsiteY17" fmla="*/ 51283 h 75456"/>
                <a:gd name="connsiteX18" fmla="*/ 27907 w 66709"/>
                <a:gd name="connsiteY18" fmla="*/ 58294 h 75456"/>
                <a:gd name="connsiteX19" fmla="*/ 12780 w 66709"/>
                <a:gd name="connsiteY19" fmla="*/ 72197 h 75456"/>
                <a:gd name="connsiteX20" fmla="*/ 7448 w 66709"/>
                <a:gd name="connsiteY20" fmla="*/ 70771 h 75456"/>
                <a:gd name="connsiteX21" fmla="*/ 11044 w 66709"/>
                <a:gd name="connsiteY21" fmla="*/ 65661 h 75456"/>
                <a:gd name="connsiteX22" fmla="*/ 5712 w 66709"/>
                <a:gd name="connsiteY22" fmla="*/ 60551 h 75456"/>
                <a:gd name="connsiteX23" fmla="*/ 256 w 66709"/>
                <a:gd name="connsiteY23" fmla="*/ 65780 h 75456"/>
                <a:gd name="connsiteX24" fmla="*/ 12780 w 66709"/>
                <a:gd name="connsiteY24" fmla="*/ 75524 h 75456"/>
                <a:gd name="connsiteX25" fmla="*/ 31131 w 66709"/>
                <a:gd name="connsiteY25" fmla="*/ 61383 h 75456"/>
                <a:gd name="connsiteX26" fmla="*/ 55186 w 66709"/>
                <a:gd name="connsiteY26" fmla="*/ 11713 h 754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66709" h="75456">
                  <a:moveTo>
                    <a:pt x="55186" y="11713"/>
                  </a:moveTo>
                  <a:cubicBezTo>
                    <a:pt x="58658" y="4464"/>
                    <a:pt x="64981" y="4345"/>
                    <a:pt x="66965" y="4345"/>
                  </a:cubicBezTo>
                  <a:lnTo>
                    <a:pt x="66965" y="68"/>
                  </a:lnTo>
                  <a:cubicBezTo>
                    <a:pt x="63493" y="305"/>
                    <a:pt x="61138" y="543"/>
                    <a:pt x="57542" y="543"/>
                  </a:cubicBezTo>
                  <a:cubicBezTo>
                    <a:pt x="54194" y="543"/>
                    <a:pt x="49606" y="424"/>
                    <a:pt x="46258" y="68"/>
                  </a:cubicBezTo>
                  <a:lnTo>
                    <a:pt x="46258" y="4345"/>
                  </a:lnTo>
                  <a:cubicBezTo>
                    <a:pt x="50350" y="4583"/>
                    <a:pt x="51342" y="6960"/>
                    <a:pt x="51342" y="8861"/>
                  </a:cubicBezTo>
                  <a:cubicBezTo>
                    <a:pt x="51342" y="10287"/>
                    <a:pt x="50722" y="11356"/>
                    <a:pt x="50226" y="12545"/>
                  </a:cubicBezTo>
                  <a:lnTo>
                    <a:pt x="36463" y="40707"/>
                  </a:lnTo>
                  <a:lnTo>
                    <a:pt x="21211" y="9336"/>
                  </a:lnTo>
                  <a:cubicBezTo>
                    <a:pt x="20839" y="8623"/>
                    <a:pt x="20467" y="7910"/>
                    <a:pt x="20467" y="7079"/>
                  </a:cubicBezTo>
                  <a:cubicBezTo>
                    <a:pt x="20467" y="4345"/>
                    <a:pt x="24683" y="4345"/>
                    <a:pt x="26791" y="4345"/>
                  </a:cubicBezTo>
                  <a:lnTo>
                    <a:pt x="26791" y="68"/>
                  </a:lnTo>
                  <a:cubicBezTo>
                    <a:pt x="24931" y="186"/>
                    <a:pt x="16003" y="543"/>
                    <a:pt x="12532" y="543"/>
                  </a:cubicBezTo>
                  <a:cubicBezTo>
                    <a:pt x="8812" y="543"/>
                    <a:pt x="3976" y="424"/>
                    <a:pt x="380" y="68"/>
                  </a:cubicBezTo>
                  <a:lnTo>
                    <a:pt x="380" y="4345"/>
                  </a:lnTo>
                  <a:cubicBezTo>
                    <a:pt x="7324" y="4345"/>
                    <a:pt x="8688" y="4702"/>
                    <a:pt x="10548" y="8504"/>
                  </a:cubicBezTo>
                  <a:lnTo>
                    <a:pt x="31379" y="51283"/>
                  </a:lnTo>
                  <a:cubicBezTo>
                    <a:pt x="30263" y="53659"/>
                    <a:pt x="29023" y="55917"/>
                    <a:pt x="27907" y="58294"/>
                  </a:cubicBezTo>
                  <a:cubicBezTo>
                    <a:pt x="25179" y="63997"/>
                    <a:pt x="21211" y="72197"/>
                    <a:pt x="12780" y="72197"/>
                  </a:cubicBezTo>
                  <a:cubicBezTo>
                    <a:pt x="9680" y="72197"/>
                    <a:pt x="8688" y="71602"/>
                    <a:pt x="7448" y="70771"/>
                  </a:cubicBezTo>
                  <a:cubicBezTo>
                    <a:pt x="7572" y="70771"/>
                    <a:pt x="11044" y="69582"/>
                    <a:pt x="11044" y="65661"/>
                  </a:cubicBezTo>
                  <a:cubicBezTo>
                    <a:pt x="11044" y="62690"/>
                    <a:pt x="8812" y="60551"/>
                    <a:pt x="5712" y="60551"/>
                  </a:cubicBezTo>
                  <a:cubicBezTo>
                    <a:pt x="2488" y="60551"/>
                    <a:pt x="256" y="62690"/>
                    <a:pt x="256" y="65780"/>
                  </a:cubicBezTo>
                  <a:cubicBezTo>
                    <a:pt x="256" y="71365"/>
                    <a:pt x="6084" y="75524"/>
                    <a:pt x="12780" y="75524"/>
                  </a:cubicBezTo>
                  <a:cubicBezTo>
                    <a:pt x="23319" y="75524"/>
                    <a:pt x="29395" y="64948"/>
                    <a:pt x="31131" y="61383"/>
                  </a:cubicBezTo>
                  <a:lnTo>
                    <a:pt x="55186" y="11713"/>
                  </a:lnTo>
                  <a:close/>
                </a:path>
              </a:pathLst>
            </a:custGeom>
            <a:solidFill>
              <a:srgbClr val="000000"/>
            </a:solidFill>
            <a:ln w="1776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30" name="任意形状 229">
              <a:extLst>
                <a:ext uri="{FF2B5EF4-FFF2-40B4-BE49-F238E27FC236}">
                  <a16:creationId xmlns:a16="http://schemas.microsoft.com/office/drawing/2014/main" id="{8BE37724-26B2-24AD-F7A8-4B5187D6B0F8}"/>
                </a:ext>
              </a:extLst>
            </p:cNvPr>
            <p:cNvSpPr/>
            <p:nvPr>
              <p:custDataLst>
                <p:tags r:id="rId115"/>
              </p:custDataLst>
            </p:nvPr>
          </p:nvSpPr>
          <p:spPr>
            <a:xfrm>
              <a:off x="7172821" y="3639742"/>
              <a:ext cx="104527" cy="52403"/>
            </a:xfrm>
            <a:custGeom>
              <a:avLst/>
              <a:gdLst>
                <a:gd name="connsiteX0" fmla="*/ 95488 w 104527"/>
                <a:gd name="connsiteY0" fmla="*/ 16466 h 52403"/>
                <a:gd name="connsiteX1" fmla="*/ 76889 w 104527"/>
                <a:gd name="connsiteY1" fmla="*/ 68 h 52403"/>
                <a:gd name="connsiteX2" fmla="*/ 57050 w 104527"/>
                <a:gd name="connsiteY2" fmla="*/ 11119 h 52403"/>
                <a:gd name="connsiteX3" fmla="*/ 38823 w 104527"/>
                <a:gd name="connsiteY3" fmla="*/ 68 h 52403"/>
                <a:gd name="connsiteX4" fmla="*/ 18611 w 104527"/>
                <a:gd name="connsiteY4" fmla="*/ 11594 h 52403"/>
                <a:gd name="connsiteX5" fmla="*/ 18487 w 104527"/>
                <a:gd name="connsiteY5" fmla="*/ 11594 h 52403"/>
                <a:gd name="connsiteX6" fmla="*/ 18487 w 104527"/>
                <a:gd name="connsiteY6" fmla="*/ 68 h 52403"/>
                <a:gd name="connsiteX7" fmla="*/ 260 w 104527"/>
                <a:gd name="connsiteY7" fmla="*/ 1375 h 52403"/>
                <a:gd name="connsiteX8" fmla="*/ 260 w 104527"/>
                <a:gd name="connsiteY8" fmla="*/ 5653 h 52403"/>
                <a:gd name="connsiteX9" fmla="*/ 9560 w 104527"/>
                <a:gd name="connsiteY9" fmla="*/ 12307 h 52403"/>
                <a:gd name="connsiteX10" fmla="*/ 9560 w 104527"/>
                <a:gd name="connsiteY10" fmla="*/ 43084 h 52403"/>
                <a:gd name="connsiteX11" fmla="*/ 260 w 104527"/>
                <a:gd name="connsiteY11" fmla="*/ 48193 h 52403"/>
                <a:gd name="connsiteX12" fmla="*/ 260 w 104527"/>
                <a:gd name="connsiteY12" fmla="*/ 52471 h 52403"/>
                <a:gd name="connsiteX13" fmla="*/ 14396 w 104527"/>
                <a:gd name="connsiteY13" fmla="*/ 51996 h 52403"/>
                <a:gd name="connsiteX14" fmla="*/ 28655 w 104527"/>
                <a:gd name="connsiteY14" fmla="*/ 52471 h 52403"/>
                <a:gd name="connsiteX15" fmla="*/ 28655 w 104527"/>
                <a:gd name="connsiteY15" fmla="*/ 48193 h 52403"/>
                <a:gd name="connsiteX16" fmla="*/ 19355 w 104527"/>
                <a:gd name="connsiteY16" fmla="*/ 43084 h 52403"/>
                <a:gd name="connsiteX17" fmla="*/ 19355 w 104527"/>
                <a:gd name="connsiteY17" fmla="*/ 21694 h 52403"/>
                <a:gd name="connsiteX18" fmla="*/ 37831 w 104527"/>
                <a:gd name="connsiteY18" fmla="*/ 3395 h 52403"/>
                <a:gd name="connsiteX19" fmla="*/ 47626 w 104527"/>
                <a:gd name="connsiteY19" fmla="*/ 15991 h 52403"/>
                <a:gd name="connsiteX20" fmla="*/ 47626 w 104527"/>
                <a:gd name="connsiteY20" fmla="*/ 43084 h 52403"/>
                <a:gd name="connsiteX21" fmla="*/ 38327 w 104527"/>
                <a:gd name="connsiteY21" fmla="*/ 48193 h 52403"/>
                <a:gd name="connsiteX22" fmla="*/ 38327 w 104527"/>
                <a:gd name="connsiteY22" fmla="*/ 52471 h 52403"/>
                <a:gd name="connsiteX23" fmla="*/ 52462 w 104527"/>
                <a:gd name="connsiteY23" fmla="*/ 51996 h 52403"/>
                <a:gd name="connsiteX24" fmla="*/ 66722 w 104527"/>
                <a:gd name="connsiteY24" fmla="*/ 52471 h 52403"/>
                <a:gd name="connsiteX25" fmla="*/ 66722 w 104527"/>
                <a:gd name="connsiteY25" fmla="*/ 48193 h 52403"/>
                <a:gd name="connsiteX26" fmla="*/ 57422 w 104527"/>
                <a:gd name="connsiteY26" fmla="*/ 43084 h 52403"/>
                <a:gd name="connsiteX27" fmla="*/ 57422 w 104527"/>
                <a:gd name="connsiteY27" fmla="*/ 21694 h 52403"/>
                <a:gd name="connsiteX28" fmla="*/ 75897 w 104527"/>
                <a:gd name="connsiteY28" fmla="*/ 3395 h 52403"/>
                <a:gd name="connsiteX29" fmla="*/ 85693 w 104527"/>
                <a:gd name="connsiteY29" fmla="*/ 15991 h 52403"/>
                <a:gd name="connsiteX30" fmla="*/ 85693 w 104527"/>
                <a:gd name="connsiteY30" fmla="*/ 43084 h 52403"/>
                <a:gd name="connsiteX31" fmla="*/ 76393 w 104527"/>
                <a:gd name="connsiteY31" fmla="*/ 48193 h 52403"/>
                <a:gd name="connsiteX32" fmla="*/ 76393 w 104527"/>
                <a:gd name="connsiteY32" fmla="*/ 52471 h 52403"/>
                <a:gd name="connsiteX33" fmla="*/ 90529 w 104527"/>
                <a:gd name="connsiteY33" fmla="*/ 51996 h 52403"/>
                <a:gd name="connsiteX34" fmla="*/ 104788 w 104527"/>
                <a:gd name="connsiteY34" fmla="*/ 52471 h 52403"/>
                <a:gd name="connsiteX35" fmla="*/ 104788 w 104527"/>
                <a:gd name="connsiteY35" fmla="*/ 48193 h 52403"/>
                <a:gd name="connsiteX36" fmla="*/ 95488 w 104527"/>
                <a:gd name="connsiteY36" fmla="*/ 43084 h 52403"/>
                <a:gd name="connsiteX37" fmla="*/ 95488 w 104527"/>
                <a:gd name="connsiteY37" fmla="*/ 16466 h 524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104527" h="52403">
                  <a:moveTo>
                    <a:pt x="95488" y="16466"/>
                  </a:moveTo>
                  <a:cubicBezTo>
                    <a:pt x="95488" y="6128"/>
                    <a:pt x="90157" y="68"/>
                    <a:pt x="76889" y="68"/>
                  </a:cubicBezTo>
                  <a:cubicBezTo>
                    <a:pt x="67094" y="68"/>
                    <a:pt x="60398" y="5177"/>
                    <a:pt x="57050" y="11119"/>
                  </a:cubicBezTo>
                  <a:cubicBezTo>
                    <a:pt x="54570" y="2682"/>
                    <a:pt x="47874" y="68"/>
                    <a:pt x="38823" y="68"/>
                  </a:cubicBezTo>
                  <a:cubicBezTo>
                    <a:pt x="28655" y="68"/>
                    <a:pt x="22083" y="5415"/>
                    <a:pt x="18611" y="11594"/>
                  </a:cubicBezTo>
                  <a:lnTo>
                    <a:pt x="18487" y="11594"/>
                  </a:lnTo>
                  <a:lnTo>
                    <a:pt x="18487" y="68"/>
                  </a:lnTo>
                  <a:lnTo>
                    <a:pt x="260" y="1375"/>
                  </a:lnTo>
                  <a:lnTo>
                    <a:pt x="260" y="5653"/>
                  </a:lnTo>
                  <a:cubicBezTo>
                    <a:pt x="8568" y="5653"/>
                    <a:pt x="9560" y="6484"/>
                    <a:pt x="9560" y="12307"/>
                  </a:cubicBezTo>
                  <a:lnTo>
                    <a:pt x="9560" y="43084"/>
                  </a:lnTo>
                  <a:cubicBezTo>
                    <a:pt x="9560" y="48193"/>
                    <a:pt x="8320" y="48193"/>
                    <a:pt x="260" y="48193"/>
                  </a:cubicBezTo>
                  <a:lnTo>
                    <a:pt x="260" y="52471"/>
                  </a:lnTo>
                  <a:cubicBezTo>
                    <a:pt x="508" y="52471"/>
                    <a:pt x="9188" y="51996"/>
                    <a:pt x="14396" y="51996"/>
                  </a:cubicBezTo>
                  <a:cubicBezTo>
                    <a:pt x="18983" y="51996"/>
                    <a:pt x="27539" y="52352"/>
                    <a:pt x="28655" y="52471"/>
                  </a:cubicBezTo>
                  <a:lnTo>
                    <a:pt x="28655" y="48193"/>
                  </a:lnTo>
                  <a:cubicBezTo>
                    <a:pt x="20595" y="48193"/>
                    <a:pt x="19355" y="48193"/>
                    <a:pt x="19355" y="43084"/>
                  </a:cubicBezTo>
                  <a:lnTo>
                    <a:pt x="19355" y="21694"/>
                  </a:lnTo>
                  <a:cubicBezTo>
                    <a:pt x="19355" y="9217"/>
                    <a:pt x="29647" y="3395"/>
                    <a:pt x="37831" y="3395"/>
                  </a:cubicBezTo>
                  <a:cubicBezTo>
                    <a:pt x="46510" y="3395"/>
                    <a:pt x="47626" y="9930"/>
                    <a:pt x="47626" y="15991"/>
                  </a:cubicBezTo>
                  <a:lnTo>
                    <a:pt x="47626" y="43084"/>
                  </a:lnTo>
                  <a:cubicBezTo>
                    <a:pt x="47626" y="48193"/>
                    <a:pt x="46386" y="48193"/>
                    <a:pt x="38327" y="48193"/>
                  </a:cubicBezTo>
                  <a:lnTo>
                    <a:pt x="38327" y="52471"/>
                  </a:lnTo>
                  <a:cubicBezTo>
                    <a:pt x="38575" y="52471"/>
                    <a:pt x="47254" y="51996"/>
                    <a:pt x="52462" y="51996"/>
                  </a:cubicBezTo>
                  <a:cubicBezTo>
                    <a:pt x="57050" y="51996"/>
                    <a:pt x="65606" y="52352"/>
                    <a:pt x="66722" y="52471"/>
                  </a:cubicBezTo>
                  <a:lnTo>
                    <a:pt x="66722" y="48193"/>
                  </a:lnTo>
                  <a:cubicBezTo>
                    <a:pt x="58662" y="48193"/>
                    <a:pt x="57422" y="48193"/>
                    <a:pt x="57422" y="43084"/>
                  </a:cubicBezTo>
                  <a:lnTo>
                    <a:pt x="57422" y="21694"/>
                  </a:lnTo>
                  <a:cubicBezTo>
                    <a:pt x="57422" y="9217"/>
                    <a:pt x="67713" y="3395"/>
                    <a:pt x="75897" y="3395"/>
                  </a:cubicBezTo>
                  <a:cubicBezTo>
                    <a:pt x="84577" y="3395"/>
                    <a:pt x="85693" y="9930"/>
                    <a:pt x="85693" y="15991"/>
                  </a:cubicBezTo>
                  <a:lnTo>
                    <a:pt x="85693" y="43084"/>
                  </a:lnTo>
                  <a:cubicBezTo>
                    <a:pt x="85693" y="48193"/>
                    <a:pt x="84453" y="48193"/>
                    <a:pt x="76393" y="48193"/>
                  </a:cubicBezTo>
                  <a:lnTo>
                    <a:pt x="76393" y="52471"/>
                  </a:lnTo>
                  <a:cubicBezTo>
                    <a:pt x="76641" y="52471"/>
                    <a:pt x="85321" y="51996"/>
                    <a:pt x="90529" y="51996"/>
                  </a:cubicBezTo>
                  <a:cubicBezTo>
                    <a:pt x="95116" y="51996"/>
                    <a:pt x="103672" y="52352"/>
                    <a:pt x="104788" y="52471"/>
                  </a:cubicBezTo>
                  <a:lnTo>
                    <a:pt x="104788" y="48193"/>
                  </a:lnTo>
                  <a:cubicBezTo>
                    <a:pt x="96728" y="48193"/>
                    <a:pt x="95488" y="48193"/>
                    <a:pt x="95488" y="43084"/>
                  </a:cubicBezTo>
                  <a:lnTo>
                    <a:pt x="95488" y="16466"/>
                  </a:lnTo>
                  <a:close/>
                </a:path>
              </a:pathLst>
            </a:custGeom>
            <a:solidFill>
              <a:srgbClr val="000000"/>
            </a:solidFill>
            <a:ln w="1776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31" name="任意形状 230">
              <a:extLst>
                <a:ext uri="{FF2B5EF4-FFF2-40B4-BE49-F238E27FC236}">
                  <a16:creationId xmlns:a16="http://schemas.microsoft.com/office/drawing/2014/main" id="{1928C7DC-87C9-D5BA-5EC4-3E695FA00007}"/>
                </a:ext>
              </a:extLst>
            </p:cNvPr>
            <p:cNvSpPr/>
            <p:nvPr>
              <p:custDataLst>
                <p:tags r:id="rId116"/>
              </p:custDataLst>
            </p:nvPr>
          </p:nvSpPr>
          <p:spPr>
            <a:xfrm>
              <a:off x="7031204" y="3743311"/>
              <a:ext cx="57657" cy="53591"/>
            </a:xfrm>
            <a:custGeom>
              <a:avLst/>
              <a:gdLst>
                <a:gd name="connsiteX0" fmla="*/ 23563 w 57657"/>
                <a:gd name="connsiteY0" fmla="*/ 28474 h 53591"/>
                <a:gd name="connsiteX1" fmla="*/ 26787 w 57657"/>
                <a:gd name="connsiteY1" fmla="*/ 16472 h 53591"/>
                <a:gd name="connsiteX2" fmla="*/ 34599 w 57657"/>
                <a:gd name="connsiteY2" fmla="*/ 6728 h 53591"/>
                <a:gd name="connsiteX3" fmla="*/ 44642 w 57657"/>
                <a:gd name="connsiteY3" fmla="*/ 3401 h 53591"/>
                <a:gd name="connsiteX4" fmla="*/ 51462 w 57657"/>
                <a:gd name="connsiteY4" fmla="*/ 5065 h 53591"/>
                <a:gd name="connsiteX5" fmla="*/ 46006 w 57657"/>
                <a:gd name="connsiteY5" fmla="*/ 11600 h 53591"/>
                <a:gd name="connsiteX6" fmla="*/ 50966 w 57657"/>
                <a:gd name="connsiteY6" fmla="*/ 15997 h 53591"/>
                <a:gd name="connsiteX7" fmla="*/ 57910 w 57657"/>
                <a:gd name="connsiteY7" fmla="*/ 8748 h 53591"/>
                <a:gd name="connsiteX8" fmla="*/ 44766 w 57657"/>
                <a:gd name="connsiteY8" fmla="*/ 74 h 53591"/>
                <a:gd name="connsiteX9" fmla="*/ 27283 w 57657"/>
                <a:gd name="connsiteY9" fmla="*/ 8511 h 53591"/>
                <a:gd name="connsiteX10" fmla="*/ 14512 w 57657"/>
                <a:gd name="connsiteY10" fmla="*/ 74 h 53591"/>
                <a:gd name="connsiteX11" fmla="*/ 4840 w 57657"/>
                <a:gd name="connsiteY11" fmla="*/ 6134 h 53591"/>
                <a:gd name="connsiteX12" fmla="*/ 252 w 57657"/>
                <a:gd name="connsiteY12" fmla="*/ 18254 h 53591"/>
                <a:gd name="connsiteX13" fmla="*/ 2360 w 57657"/>
                <a:gd name="connsiteY13" fmla="*/ 19799 h 53591"/>
                <a:gd name="connsiteX14" fmla="*/ 5088 w 57657"/>
                <a:gd name="connsiteY14" fmla="*/ 16234 h 53591"/>
                <a:gd name="connsiteX15" fmla="*/ 14140 w 57657"/>
                <a:gd name="connsiteY15" fmla="*/ 3401 h 53591"/>
                <a:gd name="connsiteX16" fmla="*/ 18232 w 57657"/>
                <a:gd name="connsiteY16" fmla="*/ 9223 h 53591"/>
                <a:gd name="connsiteX17" fmla="*/ 16248 w 57657"/>
                <a:gd name="connsiteY17" fmla="*/ 19086 h 53591"/>
                <a:gd name="connsiteX18" fmla="*/ 13520 w 57657"/>
                <a:gd name="connsiteY18" fmla="*/ 29781 h 53591"/>
                <a:gd name="connsiteX19" fmla="*/ 9552 w 57657"/>
                <a:gd name="connsiteY19" fmla="*/ 44991 h 53591"/>
                <a:gd name="connsiteX20" fmla="*/ 8312 w 57657"/>
                <a:gd name="connsiteY20" fmla="*/ 49863 h 53591"/>
                <a:gd name="connsiteX21" fmla="*/ 12528 w 57657"/>
                <a:gd name="connsiteY21" fmla="*/ 53665 h 53591"/>
                <a:gd name="connsiteX22" fmla="*/ 17860 w 57657"/>
                <a:gd name="connsiteY22" fmla="*/ 50219 h 53591"/>
                <a:gd name="connsiteX23" fmla="*/ 20215 w 57657"/>
                <a:gd name="connsiteY23" fmla="*/ 41307 h 53591"/>
                <a:gd name="connsiteX24" fmla="*/ 23563 w 57657"/>
                <a:gd name="connsiteY24" fmla="*/ 28474 h 535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57657" h="53591">
                  <a:moveTo>
                    <a:pt x="23563" y="28474"/>
                  </a:moveTo>
                  <a:cubicBezTo>
                    <a:pt x="23687" y="27761"/>
                    <a:pt x="26539" y="17066"/>
                    <a:pt x="26787" y="16472"/>
                  </a:cubicBezTo>
                  <a:cubicBezTo>
                    <a:pt x="27035" y="15521"/>
                    <a:pt x="30631" y="9580"/>
                    <a:pt x="34599" y="6728"/>
                  </a:cubicBezTo>
                  <a:cubicBezTo>
                    <a:pt x="35963" y="5777"/>
                    <a:pt x="39311" y="3401"/>
                    <a:pt x="44642" y="3401"/>
                  </a:cubicBezTo>
                  <a:cubicBezTo>
                    <a:pt x="45882" y="3401"/>
                    <a:pt x="48982" y="3520"/>
                    <a:pt x="51462" y="5065"/>
                  </a:cubicBezTo>
                  <a:cubicBezTo>
                    <a:pt x="47494" y="6134"/>
                    <a:pt x="46006" y="9461"/>
                    <a:pt x="46006" y="11600"/>
                  </a:cubicBezTo>
                  <a:cubicBezTo>
                    <a:pt x="46006" y="14214"/>
                    <a:pt x="48114" y="15997"/>
                    <a:pt x="50966" y="15997"/>
                  </a:cubicBezTo>
                  <a:cubicBezTo>
                    <a:pt x="53818" y="15997"/>
                    <a:pt x="57910" y="13739"/>
                    <a:pt x="57910" y="8748"/>
                  </a:cubicBezTo>
                  <a:cubicBezTo>
                    <a:pt x="57910" y="2569"/>
                    <a:pt x="51090" y="74"/>
                    <a:pt x="44766" y="74"/>
                  </a:cubicBezTo>
                  <a:cubicBezTo>
                    <a:pt x="38319" y="74"/>
                    <a:pt x="32739" y="2569"/>
                    <a:pt x="27283" y="8511"/>
                  </a:cubicBezTo>
                  <a:cubicBezTo>
                    <a:pt x="25051" y="1262"/>
                    <a:pt x="17488" y="74"/>
                    <a:pt x="14512" y="74"/>
                  </a:cubicBezTo>
                  <a:cubicBezTo>
                    <a:pt x="9924" y="74"/>
                    <a:pt x="6824" y="2807"/>
                    <a:pt x="4840" y="6134"/>
                  </a:cubicBezTo>
                  <a:cubicBezTo>
                    <a:pt x="1988" y="10768"/>
                    <a:pt x="252" y="17660"/>
                    <a:pt x="252" y="18254"/>
                  </a:cubicBezTo>
                  <a:cubicBezTo>
                    <a:pt x="252" y="19799"/>
                    <a:pt x="1988" y="19799"/>
                    <a:pt x="2360" y="19799"/>
                  </a:cubicBezTo>
                  <a:cubicBezTo>
                    <a:pt x="4096" y="19799"/>
                    <a:pt x="4220" y="19443"/>
                    <a:pt x="5088" y="16234"/>
                  </a:cubicBezTo>
                  <a:cubicBezTo>
                    <a:pt x="6948" y="8986"/>
                    <a:pt x="9304" y="3401"/>
                    <a:pt x="14140" y="3401"/>
                  </a:cubicBezTo>
                  <a:cubicBezTo>
                    <a:pt x="17364" y="3401"/>
                    <a:pt x="18232" y="6015"/>
                    <a:pt x="18232" y="9223"/>
                  </a:cubicBezTo>
                  <a:cubicBezTo>
                    <a:pt x="18232" y="11481"/>
                    <a:pt x="17116" y="15878"/>
                    <a:pt x="16248" y="19086"/>
                  </a:cubicBezTo>
                  <a:cubicBezTo>
                    <a:pt x="15380" y="22295"/>
                    <a:pt x="14140" y="27167"/>
                    <a:pt x="13520" y="29781"/>
                  </a:cubicBezTo>
                  <a:lnTo>
                    <a:pt x="9552" y="44991"/>
                  </a:lnTo>
                  <a:cubicBezTo>
                    <a:pt x="9056" y="46536"/>
                    <a:pt x="8312" y="49506"/>
                    <a:pt x="8312" y="49863"/>
                  </a:cubicBezTo>
                  <a:cubicBezTo>
                    <a:pt x="8312" y="52477"/>
                    <a:pt x="10544" y="53665"/>
                    <a:pt x="12528" y="53665"/>
                  </a:cubicBezTo>
                  <a:cubicBezTo>
                    <a:pt x="14388" y="53665"/>
                    <a:pt x="16868" y="52596"/>
                    <a:pt x="17860" y="50219"/>
                  </a:cubicBezTo>
                  <a:cubicBezTo>
                    <a:pt x="18108" y="49506"/>
                    <a:pt x="19471" y="44278"/>
                    <a:pt x="20215" y="41307"/>
                  </a:cubicBezTo>
                  <a:lnTo>
                    <a:pt x="23563" y="28474"/>
                  </a:lnTo>
                  <a:close/>
                </a:path>
              </a:pathLst>
            </a:custGeom>
            <a:solidFill>
              <a:srgbClr val="000000"/>
            </a:solidFill>
            <a:ln w="1776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32" name="任意形状 231">
              <a:extLst>
                <a:ext uri="{FF2B5EF4-FFF2-40B4-BE49-F238E27FC236}">
                  <a16:creationId xmlns:a16="http://schemas.microsoft.com/office/drawing/2014/main" id="{15A81269-EF3C-E8D3-4506-13AC8ECB9B51}"/>
                </a:ext>
              </a:extLst>
            </p:cNvPr>
            <p:cNvSpPr/>
            <p:nvPr>
              <p:custDataLst>
                <p:tags r:id="rId117"/>
              </p:custDataLst>
            </p:nvPr>
          </p:nvSpPr>
          <p:spPr>
            <a:xfrm>
              <a:off x="7312430" y="3626432"/>
              <a:ext cx="7085" cy="169755"/>
            </a:xfrm>
            <a:custGeom>
              <a:avLst/>
              <a:gdLst>
                <a:gd name="connsiteX0" fmla="*/ 7353 w 7085"/>
                <a:gd name="connsiteY0" fmla="*/ 6182 h 169755"/>
                <a:gd name="connsiteX1" fmla="*/ 3810 w 7085"/>
                <a:gd name="connsiteY1" fmla="*/ 71 h 169755"/>
                <a:gd name="connsiteX2" fmla="*/ 267 w 7085"/>
                <a:gd name="connsiteY2" fmla="*/ 6182 h 169755"/>
                <a:gd name="connsiteX3" fmla="*/ 267 w 7085"/>
                <a:gd name="connsiteY3" fmla="*/ 163715 h 169755"/>
                <a:gd name="connsiteX4" fmla="*/ 3810 w 7085"/>
                <a:gd name="connsiteY4" fmla="*/ 169826 h 169755"/>
                <a:gd name="connsiteX5" fmla="*/ 7353 w 7085"/>
                <a:gd name="connsiteY5" fmla="*/ 163715 h 169755"/>
                <a:gd name="connsiteX6" fmla="*/ 7353 w 7085"/>
                <a:gd name="connsiteY6" fmla="*/ 6182 h 1697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085" h="169755">
                  <a:moveTo>
                    <a:pt x="7353" y="6182"/>
                  </a:moveTo>
                  <a:cubicBezTo>
                    <a:pt x="7353" y="3127"/>
                    <a:pt x="7353" y="71"/>
                    <a:pt x="3810" y="71"/>
                  </a:cubicBezTo>
                  <a:cubicBezTo>
                    <a:pt x="267" y="71"/>
                    <a:pt x="267" y="3127"/>
                    <a:pt x="267" y="6182"/>
                  </a:cubicBezTo>
                  <a:lnTo>
                    <a:pt x="267" y="163715"/>
                  </a:lnTo>
                  <a:cubicBezTo>
                    <a:pt x="267" y="166771"/>
                    <a:pt x="267" y="169826"/>
                    <a:pt x="3810" y="169826"/>
                  </a:cubicBezTo>
                  <a:cubicBezTo>
                    <a:pt x="7353" y="169826"/>
                    <a:pt x="7353" y="166771"/>
                    <a:pt x="7353" y="163715"/>
                  </a:cubicBezTo>
                  <a:lnTo>
                    <a:pt x="7353" y="6182"/>
                  </a:lnTo>
                  <a:close/>
                </a:path>
              </a:pathLst>
            </a:custGeom>
            <a:solidFill>
              <a:srgbClr val="000000"/>
            </a:solidFill>
            <a:ln w="1776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33" name="任意形状 232">
              <a:extLst>
                <a:ext uri="{FF2B5EF4-FFF2-40B4-BE49-F238E27FC236}">
                  <a16:creationId xmlns:a16="http://schemas.microsoft.com/office/drawing/2014/main" id="{C6568197-0EC6-705D-DC95-05C070333DCA}"/>
                </a:ext>
              </a:extLst>
            </p:cNvPr>
            <p:cNvSpPr/>
            <p:nvPr>
              <p:custDataLst>
                <p:tags r:id="rId118"/>
              </p:custDataLst>
            </p:nvPr>
          </p:nvSpPr>
          <p:spPr>
            <a:xfrm>
              <a:off x="6845411" y="3822755"/>
              <a:ext cx="495144" cy="6789"/>
            </a:xfrm>
            <a:custGeom>
              <a:avLst/>
              <a:gdLst>
                <a:gd name="connsiteX0" fmla="*/ 0 w 495144"/>
                <a:gd name="connsiteY0" fmla="*/ 0 h 6789"/>
                <a:gd name="connsiteX1" fmla="*/ 495145 w 495144"/>
                <a:gd name="connsiteY1" fmla="*/ 0 h 6789"/>
                <a:gd name="connsiteX2" fmla="*/ 495145 w 495144"/>
                <a:gd name="connsiteY2" fmla="*/ 6790 h 6789"/>
                <a:gd name="connsiteX3" fmla="*/ 0 w 495144"/>
                <a:gd name="connsiteY3" fmla="*/ 6790 h 67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95144" h="6789">
                  <a:moveTo>
                    <a:pt x="0" y="0"/>
                  </a:moveTo>
                  <a:lnTo>
                    <a:pt x="495145" y="0"/>
                  </a:lnTo>
                  <a:lnTo>
                    <a:pt x="495145" y="6790"/>
                  </a:lnTo>
                  <a:lnTo>
                    <a:pt x="0" y="6790"/>
                  </a:lnTo>
                  <a:close/>
                </a:path>
              </a:pathLst>
            </a:custGeom>
            <a:solidFill>
              <a:srgbClr val="000000"/>
            </a:solidFill>
            <a:ln w="1776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34" name="任意形状 233">
              <a:extLst>
                <a:ext uri="{FF2B5EF4-FFF2-40B4-BE49-F238E27FC236}">
                  <a16:creationId xmlns:a16="http://schemas.microsoft.com/office/drawing/2014/main" id="{142ED398-9869-0AD6-47D5-8E3E7E14299B}"/>
                </a:ext>
              </a:extLst>
            </p:cNvPr>
            <p:cNvSpPr/>
            <p:nvPr>
              <p:custDataLst>
                <p:tags r:id="rId119"/>
              </p:custDataLst>
            </p:nvPr>
          </p:nvSpPr>
          <p:spPr>
            <a:xfrm>
              <a:off x="6960257" y="3857716"/>
              <a:ext cx="7085" cy="169755"/>
            </a:xfrm>
            <a:custGeom>
              <a:avLst/>
              <a:gdLst>
                <a:gd name="connsiteX0" fmla="*/ 7333 w 7085"/>
                <a:gd name="connsiteY0" fmla="*/ 6196 h 169755"/>
                <a:gd name="connsiteX1" fmla="*/ 3790 w 7085"/>
                <a:gd name="connsiteY1" fmla="*/ 85 h 169755"/>
                <a:gd name="connsiteX2" fmla="*/ 247 w 7085"/>
                <a:gd name="connsiteY2" fmla="*/ 6196 h 169755"/>
                <a:gd name="connsiteX3" fmla="*/ 247 w 7085"/>
                <a:gd name="connsiteY3" fmla="*/ 163729 h 169755"/>
                <a:gd name="connsiteX4" fmla="*/ 3790 w 7085"/>
                <a:gd name="connsiteY4" fmla="*/ 169840 h 169755"/>
                <a:gd name="connsiteX5" fmla="*/ 7333 w 7085"/>
                <a:gd name="connsiteY5" fmla="*/ 163729 h 169755"/>
                <a:gd name="connsiteX6" fmla="*/ 7333 w 7085"/>
                <a:gd name="connsiteY6" fmla="*/ 6196 h 1697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085" h="169755">
                  <a:moveTo>
                    <a:pt x="7333" y="6196"/>
                  </a:moveTo>
                  <a:cubicBezTo>
                    <a:pt x="7333" y="3140"/>
                    <a:pt x="7333" y="85"/>
                    <a:pt x="3790" y="85"/>
                  </a:cubicBezTo>
                  <a:cubicBezTo>
                    <a:pt x="247" y="85"/>
                    <a:pt x="247" y="3140"/>
                    <a:pt x="247" y="6196"/>
                  </a:cubicBezTo>
                  <a:lnTo>
                    <a:pt x="247" y="163729"/>
                  </a:lnTo>
                  <a:cubicBezTo>
                    <a:pt x="247" y="166784"/>
                    <a:pt x="247" y="169840"/>
                    <a:pt x="3790" y="169840"/>
                  </a:cubicBezTo>
                  <a:cubicBezTo>
                    <a:pt x="7333" y="169840"/>
                    <a:pt x="7333" y="166784"/>
                    <a:pt x="7333" y="163729"/>
                  </a:cubicBezTo>
                  <a:lnTo>
                    <a:pt x="7333" y="6196"/>
                  </a:lnTo>
                  <a:close/>
                </a:path>
              </a:pathLst>
            </a:custGeom>
            <a:solidFill>
              <a:srgbClr val="000000"/>
            </a:solidFill>
            <a:ln w="1776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35" name="任意形状 234">
              <a:extLst>
                <a:ext uri="{FF2B5EF4-FFF2-40B4-BE49-F238E27FC236}">
                  <a16:creationId xmlns:a16="http://schemas.microsoft.com/office/drawing/2014/main" id="{47ACDB90-7815-168C-9547-96349545C040}"/>
                </a:ext>
              </a:extLst>
            </p:cNvPr>
            <p:cNvSpPr/>
            <p:nvPr>
              <p:custDataLst>
                <p:tags r:id="rId120"/>
              </p:custDataLst>
            </p:nvPr>
          </p:nvSpPr>
          <p:spPr>
            <a:xfrm>
              <a:off x="6995114" y="3869599"/>
              <a:ext cx="128561" cy="115433"/>
            </a:xfrm>
            <a:custGeom>
              <a:avLst/>
              <a:gdLst>
                <a:gd name="connsiteX0" fmla="*/ 118931 w 128561"/>
                <a:gd name="connsiteY0" fmla="*/ 75965 h 115433"/>
                <a:gd name="connsiteX1" fmla="*/ 119817 w 128561"/>
                <a:gd name="connsiteY1" fmla="*/ 73589 h 115433"/>
                <a:gd name="connsiteX2" fmla="*/ 117691 w 128561"/>
                <a:gd name="connsiteY2" fmla="*/ 71721 h 115433"/>
                <a:gd name="connsiteX3" fmla="*/ 115388 w 128561"/>
                <a:gd name="connsiteY3" fmla="*/ 73759 h 115433"/>
                <a:gd name="connsiteX4" fmla="*/ 67030 w 128561"/>
                <a:gd name="connsiteY4" fmla="*/ 110256 h 115433"/>
                <a:gd name="connsiteX5" fmla="*/ 41169 w 128561"/>
                <a:gd name="connsiteY5" fmla="*/ 110256 h 115433"/>
                <a:gd name="connsiteX6" fmla="*/ 37272 w 128561"/>
                <a:gd name="connsiteY6" fmla="*/ 110086 h 115433"/>
                <a:gd name="connsiteX7" fmla="*/ 34969 w 128561"/>
                <a:gd name="connsiteY7" fmla="*/ 108389 h 115433"/>
                <a:gd name="connsiteX8" fmla="*/ 35854 w 128561"/>
                <a:gd name="connsiteY8" fmla="*/ 104484 h 115433"/>
                <a:gd name="connsiteX9" fmla="*/ 47900 w 128561"/>
                <a:gd name="connsiteY9" fmla="*/ 58141 h 115433"/>
                <a:gd name="connsiteX10" fmla="*/ 65436 w 128561"/>
                <a:gd name="connsiteY10" fmla="*/ 58141 h 115433"/>
                <a:gd name="connsiteX11" fmla="*/ 80493 w 128561"/>
                <a:gd name="connsiteY11" fmla="*/ 65950 h 115433"/>
                <a:gd name="connsiteX12" fmla="*/ 79253 w 128561"/>
                <a:gd name="connsiteY12" fmla="*/ 74268 h 115433"/>
                <a:gd name="connsiteX13" fmla="*/ 78721 w 128561"/>
                <a:gd name="connsiteY13" fmla="*/ 76135 h 115433"/>
                <a:gd name="connsiteX14" fmla="*/ 81024 w 128561"/>
                <a:gd name="connsiteY14" fmla="*/ 78002 h 115433"/>
                <a:gd name="connsiteX15" fmla="*/ 83681 w 128561"/>
                <a:gd name="connsiteY15" fmla="*/ 74607 h 115433"/>
                <a:gd name="connsiteX16" fmla="*/ 93778 w 128561"/>
                <a:gd name="connsiteY16" fmla="*/ 34885 h 115433"/>
                <a:gd name="connsiteX17" fmla="*/ 91652 w 128561"/>
                <a:gd name="connsiteY17" fmla="*/ 33017 h 115433"/>
                <a:gd name="connsiteX18" fmla="*/ 89172 w 128561"/>
                <a:gd name="connsiteY18" fmla="*/ 36073 h 115433"/>
                <a:gd name="connsiteX19" fmla="*/ 65968 w 128561"/>
                <a:gd name="connsiteY19" fmla="*/ 52879 h 115433"/>
                <a:gd name="connsiteX20" fmla="*/ 49317 w 128561"/>
                <a:gd name="connsiteY20" fmla="*/ 52879 h 115433"/>
                <a:gd name="connsiteX21" fmla="*/ 59945 w 128561"/>
                <a:gd name="connsiteY21" fmla="*/ 11968 h 115433"/>
                <a:gd name="connsiteX22" fmla="*/ 69510 w 128561"/>
                <a:gd name="connsiteY22" fmla="*/ 5347 h 115433"/>
                <a:gd name="connsiteX23" fmla="*/ 94486 w 128561"/>
                <a:gd name="connsiteY23" fmla="*/ 5347 h 115433"/>
                <a:gd name="connsiteX24" fmla="*/ 121411 w 128561"/>
                <a:gd name="connsiteY24" fmla="*/ 24190 h 115433"/>
                <a:gd name="connsiteX25" fmla="*/ 120703 w 128561"/>
                <a:gd name="connsiteY25" fmla="*/ 33187 h 115433"/>
                <a:gd name="connsiteX26" fmla="*/ 120525 w 128561"/>
                <a:gd name="connsiteY26" fmla="*/ 36243 h 115433"/>
                <a:gd name="connsiteX27" fmla="*/ 122651 w 128561"/>
                <a:gd name="connsiteY27" fmla="*/ 38280 h 115433"/>
                <a:gd name="connsiteX28" fmla="*/ 125131 w 128561"/>
                <a:gd name="connsiteY28" fmla="*/ 34036 h 115433"/>
                <a:gd name="connsiteX29" fmla="*/ 128674 w 128561"/>
                <a:gd name="connsiteY29" fmla="*/ 4668 h 115433"/>
                <a:gd name="connsiteX30" fmla="*/ 123891 w 128561"/>
                <a:gd name="connsiteY30" fmla="*/ 85 h 115433"/>
                <a:gd name="connsiteX31" fmla="*/ 34437 w 128561"/>
                <a:gd name="connsiteY31" fmla="*/ 85 h 115433"/>
                <a:gd name="connsiteX32" fmla="*/ 29123 w 128561"/>
                <a:gd name="connsiteY32" fmla="*/ 3480 h 115433"/>
                <a:gd name="connsiteX33" fmla="*/ 34083 w 128561"/>
                <a:gd name="connsiteY33" fmla="*/ 5347 h 115433"/>
                <a:gd name="connsiteX34" fmla="*/ 45597 w 128561"/>
                <a:gd name="connsiteY34" fmla="*/ 8403 h 115433"/>
                <a:gd name="connsiteX35" fmla="*/ 44711 w 128561"/>
                <a:gd name="connsiteY35" fmla="*/ 12477 h 115433"/>
                <a:gd name="connsiteX36" fmla="*/ 21329 w 128561"/>
                <a:gd name="connsiteY36" fmla="*/ 102277 h 115433"/>
                <a:gd name="connsiteX37" fmla="*/ 5210 w 128561"/>
                <a:gd name="connsiteY37" fmla="*/ 110256 h 115433"/>
                <a:gd name="connsiteX38" fmla="*/ 250 w 128561"/>
                <a:gd name="connsiteY38" fmla="*/ 113481 h 115433"/>
                <a:gd name="connsiteX39" fmla="*/ 5210 w 128561"/>
                <a:gd name="connsiteY39" fmla="*/ 115518 h 115433"/>
                <a:gd name="connsiteX40" fmla="*/ 97143 w 128561"/>
                <a:gd name="connsiteY40" fmla="*/ 115518 h 115433"/>
                <a:gd name="connsiteX41" fmla="*/ 102635 w 128561"/>
                <a:gd name="connsiteY41" fmla="*/ 112632 h 115433"/>
                <a:gd name="connsiteX42" fmla="*/ 118931 w 128561"/>
                <a:gd name="connsiteY42" fmla="*/ 75965 h 1154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</a:cxnLst>
              <a:rect l="l" t="t" r="r" b="b"/>
              <a:pathLst>
                <a:path w="128561" h="115433">
                  <a:moveTo>
                    <a:pt x="118931" y="75965"/>
                  </a:moveTo>
                  <a:cubicBezTo>
                    <a:pt x="119285" y="75117"/>
                    <a:pt x="119817" y="73928"/>
                    <a:pt x="119817" y="73589"/>
                  </a:cubicBezTo>
                  <a:cubicBezTo>
                    <a:pt x="119817" y="73419"/>
                    <a:pt x="119817" y="71721"/>
                    <a:pt x="117691" y="71721"/>
                  </a:cubicBezTo>
                  <a:cubicBezTo>
                    <a:pt x="116097" y="71721"/>
                    <a:pt x="115743" y="72740"/>
                    <a:pt x="115388" y="73759"/>
                  </a:cubicBezTo>
                  <a:cubicBezTo>
                    <a:pt x="103875" y="98882"/>
                    <a:pt x="97321" y="110256"/>
                    <a:pt x="67030" y="110256"/>
                  </a:cubicBezTo>
                  <a:lnTo>
                    <a:pt x="41169" y="110256"/>
                  </a:lnTo>
                  <a:cubicBezTo>
                    <a:pt x="38689" y="110256"/>
                    <a:pt x="38334" y="110256"/>
                    <a:pt x="37272" y="110086"/>
                  </a:cubicBezTo>
                  <a:cubicBezTo>
                    <a:pt x="35500" y="109916"/>
                    <a:pt x="34969" y="109747"/>
                    <a:pt x="34969" y="108389"/>
                  </a:cubicBezTo>
                  <a:cubicBezTo>
                    <a:pt x="34969" y="107879"/>
                    <a:pt x="34969" y="107540"/>
                    <a:pt x="35854" y="104484"/>
                  </a:cubicBezTo>
                  <a:lnTo>
                    <a:pt x="47900" y="58141"/>
                  </a:lnTo>
                  <a:lnTo>
                    <a:pt x="65436" y="58141"/>
                  </a:lnTo>
                  <a:cubicBezTo>
                    <a:pt x="80493" y="58141"/>
                    <a:pt x="80493" y="61706"/>
                    <a:pt x="80493" y="65950"/>
                  </a:cubicBezTo>
                  <a:cubicBezTo>
                    <a:pt x="80493" y="67138"/>
                    <a:pt x="80493" y="69175"/>
                    <a:pt x="79253" y="74268"/>
                  </a:cubicBezTo>
                  <a:cubicBezTo>
                    <a:pt x="78898" y="75117"/>
                    <a:pt x="78721" y="75626"/>
                    <a:pt x="78721" y="76135"/>
                  </a:cubicBezTo>
                  <a:cubicBezTo>
                    <a:pt x="78721" y="76984"/>
                    <a:pt x="79430" y="78002"/>
                    <a:pt x="81024" y="78002"/>
                  </a:cubicBezTo>
                  <a:cubicBezTo>
                    <a:pt x="82441" y="78002"/>
                    <a:pt x="82973" y="77154"/>
                    <a:pt x="83681" y="74607"/>
                  </a:cubicBezTo>
                  <a:lnTo>
                    <a:pt x="93778" y="34885"/>
                  </a:lnTo>
                  <a:cubicBezTo>
                    <a:pt x="93778" y="33866"/>
                    <a:pt x="92892" y="33017"/>
                    <a:pt x="91652" y="33017"/>
                  </a:cubicBezTo>
                  <a:cubicBezTo>
                    <a:pt x="90058" y="33017"/>
                    <a:pt x="89704" y="34036"/>
                    <a:pt x="89172" y="36073"/>
                  </a:cubicBezTo>
                  <a:cubicBezTo>
                    <a:pt x="85452" y="48974"/>
                    <a:pt x="82264" y="52879"/>
                    <a:pt x="65968" y="52879"/>
                  </a:cubicBezTo>
                  <a:lnTo>
                    <a:pt x="49317" y="52879"/>
                  </a:lnTo>
                  <a:lnTo>
                    <a:pt x="59945" y="11968"/>
                  </a:lnTo>
                  <a:cubicBezTo>
                    <a:pt x="61539" y="6026"/>
                    <a:pt x="61716" y="5347"/>
                    <a:pt x="69510" y="5347"/>
                  </a:cubicBezTo>
                  <a:lnTo>
                    <a:pt x="94486" y="5347"/>
                  </a:lnTo>
                  <a:cubicBezTo>
                    <a:pt x="116097" y="5347"/>
                    <a:pt x="121411" y="10270"/>
                    <a:pt x="121411" y="24190"/>
                  </a:cubicBezTo>
                  <a:cubicBezTo>
                    <a:pt x="121411" y="28264"/>
                    <a:pt x="121411" y="28604"/>
                    <a:pt x="120703" y="33187"/>
                  </a:cubicBezTo>
                  <a:cubicBezTo>
                    <a:pt x="120703" y="34206"/>
                    <a:pt x="120525" y="35394"/>
                    <a:pt x="120525" y="36243"/>
                  </a:cubicBezTo>
                  <a:cubicBezTo>
                    <a:pt x="120525" y="37091"/>
                    <a:pt x="121057" y="38280"/>
                    <a:pt x="122651" y="38280"/>
                  </a:cubicBezTo>
                  <a:cubicBezTo>
                    <a:pt x="124599" y="38280"/>
                    <a:pt x="124777" y="37261"/>
                    <a:pt x="125131" y="34036"/>
                  </a:cubicBezTo>
                  <a:lnTo>
                    <a:pt x="128674" y="4668"/>
                  </a:lnTo>
                  <a:cubicBezTo>
                    <a:pt x="129205" y="85"/>
                    <a:pt x="128319" y="85"/>
                    <a:pt x="123891" y="85"/>
                  </a:cubicBezTo>
                  <a:lnTo>
                    <a:pt x="34437" y="85"/>
                  </a:lnTo>
                  <a:cubicBezTo>
                    <a:pt x="30895" y="85"/>
                    <a:pt x="29123" y="85"/>
                    <a:pt x="29123" y="3480"/>
                  </a:cubicBezTo>
                  <a:cubicBezTo>
                    <a:pt x="29123" y="5347"/>
                    <a:pt x="30718" y="5347"/>
                    <a:pt x="34083" y="5347"/>
                  </a:cubicBezTo>
                  <a:cubicBezTo>
                    <a:pt x="40637" y="5347"/>
                    <a:pt x="45597" y="5347"/>
                    <a:pt x="45597" y="8403"/>
                  </a:cubicBezTo>
                  <a:cubicBezTo>
                    <a:pt x="45597" y="9082"/>
                    <a:pt x="45597" y="9421"/>
                    <a:pt x="44711" y="12477"/>
                  </a:cubicBezTo>
                  <a:lnTo>
                    <a:pt x="21329" y="102277"/>
                  </a:lnTo>
                  <a:cubicBezTo>
                    <a:pt x="19558" y="108898"/>
                    <a:pt x="19204" y="110256"/>
                    <a:pt x="5210" y="110256"/>
                  </a:cubicBezTo>
                  <a:cubicBezTo>
                    <a:pt x="2199" y="110256"/>
                    <a:pt x="250" y="110256"/>
                    <a:pt x="250" y="113481"/>
                  </a:cubicBezTo>
                  <a:cubicBezTo>
                    <a:pt x="250" y="115518"/>
                    <a:pt x="1844" y="115518"/>
                    <a:pt x="5210" y="115518"/>
                  </a:cubicBezTo>
                  <a:lnTo>
                    <a:pt x="97143" y="115518"/>
                  </a:lnTo>
                  <a:cubicBezTo>
                    <a:pt x="101218" y="115518"/>
                    <a:pt x="101395" y="115348"/>
                    <a:pt x="102635" y="112632"/>
                  </a:cubicBezTo>
                  <a:lnTo>
                    <a:pt x="118931" y="75965"/>
                  </a:lnTo>
                  <a:close/>
                </a:path>
              </a:pathLst>
            </a:custGeom>
            <a:solidFill>
              <a:srgbClr val="000000"/>
            </a:solidFill>
            <a:ln w="1776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36" name="任意形状 235">
              <a:extLst>
                <a:ext uri="{FF2B5EF4-FFF2-40B4-BE49-F238E27FC236}">
                  <a16:creationId xmlns:a16="http://schemas.microsoft.com/office/drawing/2014/main" id="{97FA426D-9880-D709-0E49-910F838ED3C4}"/>
                </a:ext>
              </a:extLst>
            </p:cNvPr>
            <p:cNvSpPr/>
            <p:nvPr>
              <p:custDataLst>
                <p:tags r:id="rId121"/>
              </p:custDataLst>
            </p:nvPr>
          </p:nvSpPr>
          <p:spPr>
            <a:xfrm>
              <a:off x="7124971" y="3958092"/>
              <a:ext cx="57657" cy="53591"/>
            </a:xfrm>
            <a:custGeom>
              <a:avLst/>
              <a:gdLst>
                <a:gd name="connsiteX0" fmla="*/ 23569 w 57657"/>
                <a:gd name="connsiteY0" fmla="*/ 28486 h 53591"/>
                <a:gd name="connsiteX1" fmla="*/ 26792 w 57657"/>
                <a:gd name="connsiteY1" fmla="*/ 16485 h 53591"/>
                <a:gd name="connsiteX2" fmla="*/ 34604 w 57657"/>
                <a:gd name="connsiteY2" fmla="*/ 6741 h 53591"/>
                <a:gd name="connsiteX3" fmla="*/ 44648 w 57657"/>
                <a:gd name="connsiteY3" fmla="*/ 3414 h 53591"/>
                <a:gd name="connsiteX4" fmla="*/ 51467 w 57657"/>
                <a:gd name="connsiteY4" fmla="*/ 5077 h 53591"/>
                <a:gd name="connsiteX5" fmla="*/ 46012 w 57657"/>
                <a:gd name="connsiteY5" fmla="*/ 11613 h 53591"/>
                <a:gd name="connsiteX6" fmla="*/ 50972 w 57657"/>
                <a:gd name="connsiteY6" fmla="*/ 16009 h 53591"/>
                <a:gd name="connsiteX7" fmla="*/ 57915 w 57657"/>
                <a:gd name="connsiteY7" fmla="*/ 8761 h 53591"/>
                <a:gd name="connsiteX8" fmla="*/ 44772 w 57657"/>
                <a:gd name="connsiteY8" fmla="*/ 86 h 53591"/>
                <a:gd name="connsiteX9" fmla="*/ 27288 w 57657"/>
                <a:gd name="connsiteY9" fmla="*/ 8523 h 53591"/>
                <a:gd name="connsiteX10" fmla="*/ 14517 w 57657"/>
                <a:gd name="connsiteY10" fmla="*/ 86 h 53591"/>
                <a:gd name="connsiteX11" fmla="*/ 4845 w 57657"/>
                <a:gd name="connsiteY11" fmla="*/ 6147 h 53591"/>
                <a:gd name="connsiteX12" fmla="*/ 258 w 57657"/>
                <a:gd name="connsiteY12" fmla="*/ 18267 h 53591"/>
                <a:gd name="connsiteX13" fmla="*/ 2365 w 57657"/>
                <a:gd name="connsiteY13" fmla="*/ 19812 h 53591"/>
                <a:gd name="connsiteX14" fmla="*/ 5093 w 57657"/>
                <a:gd name="connsiteY14" fmla="*/ 16247 h 53591"/>
                <a:gd name="connsiteX15" fmla="*/ 14145 w 57657"/>
                <a:gd name="connsiteY15" fmla="*/ 3414 h 53591"/>
                <a:gd name="connsiteX16" fmla="*/ 18237 w 57657"/>
                <a:gd name="connsiteY16" fmla="*/ 9236 h 53591"/>
                <a:gd name="connsiteX17" fmla="*/ 16253 w 57657"/>
                <a:gd name="connsiteY17" fmla="*/ 19099 h 53591"/>
                <a:gd name="connsiteX18" fmla="*/ 13525 w 57657"/>
                <a:gd name="connsiteY18" fmla="*/ 29793 h 53591"/>
                <a:gd name="connsiteX19" fmla="*/ 9557 w 57657"/>
                <a:gd name="connsiteY19" fmla="*/ 45004 h 53591"/>
                <a:gd name="connsiteX20" fmla="*/ 8317 w 57657"/>
                <a:gd name="connsiteY20" fmla="*/ 49875 h 53591"/>
                <a:gd name="connsiteX21" fmla="*/ 12533 w 57657"/>
                <a:gd name="connsiteY21" fmla="*/ 53678 h 53591"/>
                <a:gd name="connsiteX22" fmla="*/ 17865 w 57657"/>
                <a:gd name="connsiteY22" fmla="*/ 50232 h 53591"/>
                <a:gd name="connsiteX23" fmla="*/ 20221 w 57657"/>
                <a:gd name="connsiteY23" fmla="*/ 41320 h 53591"/>
                <a:gd name="connsiteX24" fmla="*/ 23569 w 57657"/>
                <a:gd name="connsiteY24" fmla="*/ 28486 h 535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57657" h="53591">
                  <a:moveTo>
                    <a:pt x="23569" y="28486"/>
                  </a:moveTo>
                  <a:cubicBezTo>
                    <a:pt x="23693" y="27773"/>
                    <a:pt x="26544" y="17079"/>
                    <a:pt x="26792" y="16485"/>
                  </a:cubicBezTo>
                  <a:cubicBezTo>
                    <a:pt x="27040" y="15534"/>
                    <a:pt x="30636" y="9593"/>
                    <a:pt x="34604" y="6741"/>
                  </a:cubicBezTo>
                  <a:cubicBezTo>
                    <a:pt x="35968" y="5790"/>
                    <a:pt x="39316" y="3414"/>
                    <a:pt x="44648" y="3414"/>
                  </a:cubicBezTo>
                  <a:cubicBezTo>
                    <a:pt x="45888" y="3414"/>
                    <a:pt x="48988" y="3532"/>
                    <a:pt x="51467" y="5077"/>
                  </a:cubicBezTo>
                  <a:cubicBezTo>
                    <a:pt x="47500" y="6147"/>
                    <a:pt x="46012" y="9474"/>
                    <a:pt x="46012" y="11613"/>
                  </a:cubicBezTo>
                  <a:cubicBezTo>
                    <a:pt x="46012" y="14227"/>
                    <a:pt x="48120" y="16009"/>
                    <a:pt x="50972" y="16009"/>
                  </a:cubicBezTo>
                  <a:cubicBezTo>
                    <a:pt x="53823" y="16009"/>
                    <a:pt x="57915" y="13752"/>
                    <a:pt x="57915" y="8761"/>
                  </a:cubicBezTo>
                  <a:cubicBezTo>
                    <a:pt x="57915" y="2582"/>
                    <a:pt x="51096" y="86"/>
                    <a:pt x="44772" y="86"/>
                  </a:cubicBezTo>
                  <a:cubicBezTo>
                    <a:pt x="38324" y="86"/>
                    <a:pt x="32744" y="2582"/>
                    <a:pt x="27288" y="8523"/>
                  </a:cubicBezTo>
                  <a:cubicBezTo>
                    <a:pt x="25057" y="1275"/>
                    <a:pt x="17493" y="86"/>
                    <a:pt x="14517" y="86"/>
                  </a:cubicBezTo>
                  <a:cubicBezTo>
                    <a:pt x="9929" y="86"/>
                    <a:pt x="6829" y="2819"/>
                    <a:pt x="4845" y="6147"/>
                  </a:cubicBezTo>
                  <a:cubicBezTo>
                    <a:pt x="1993" y="10781"/>
                    <a:pt x="258" y="17673"/>
                    <a:pt x="258" y="18267"/>
                  </a:cubicBezTo>
                  <a:cubicBezTo>
                    <a:pt x="258" y="19812"/>
                    <a:pt x="1993" y="19812"/>
                    <a:pt x="2365" y="19812"/>
                  </a:cubicBezTo>
                  <a:cubicBezTo>
                    <a:pt x="4101" y="19812"/>
                    <a:pt x="4225" y="19455"/>
                    <a:pt x="5093" y="16247"/>
                  </a:cubicBezTo>
                  <a:cubicBezTo>
                    <a:pt x="6953" y="8998"/>
                    <a:pt x="9309" y="3414"/>
                    <a:pt x="14145" y="3414"/>
                  </a:cubicBezTo>
                  <a:cubicBezTo>
                    <a:pt x="17369" y="3414"/>
                    <a:pt x="18237" y="6028"/>
                    <a:pt x="18237" y="9236"/>
                  </a:cubicBezTo>
                  <a:cubicBezTo>
                    <a:pt x="18237" y="11494"/>
                    <a:pt x="17121" y="15891"/>
                    <a:pt x="16253" y="19099"/>
                  </a:cubicBezTo>
                  <a:cubicBezTo>
                    <a:pt x="15385" y="22307"/>
                    <a:pt x="14145" y="27179"/>
                    <a:pt x="13525" y="29793"/>
                  </a:cubicBezTo>
                  <a:lnTo>
                    <a:pt x="9557" y="45004"/>
                  </a:lnTo>
                  <a:cubicBezTo>
                    <a:pt x="9061" y="46548"/>
                    <a:pt x="8317" y="49519"/>
                    <a:pt x="8317" y="49875"/>
                  </a:cubicBezTo>
                  <a:cubicBezTo>
                    <a:pt x="8317" y="52490"/>
                    <a:pt x="10549" y="53678"/>
                    <a:pt x="12533" y="53678"/>
                  </a:cubicBezTo>
                  <a:cubicBezTo>
                    <a:pt x="14393" y="53678"/>
                    <a:pt x="16873" y="52609"/>
                    <a:pt x="17865" y="50232"/>
                  </a:cubicBezTo>
                  <a:cubicBezTo>
                    <a:pt x="18113" y="49519"/>
                    <a:pt x="19477" y="44291"/>
                    <a:pt x="20221" y="41320"/>
                  </a:cubicBezTo>
                  <a:lnTo>
                    <a:pt x="23569" y="28486"/>
                  </a:lnTo>
                  <a:close/>
                </a:path>
              </a:pathLst>
            </a:custGeom>
            <a:solidFill>
              <a:srgbClr val="000000"/>
            </a:solidFill>
            <a:ln w="1776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37" name="任意形状 236">
              <a:extLst>
                <a:ext uri="{FF2B5EF4-FFF2-40B4-BE49-F238E27FC236}">
                  <a16:creationId xmlns:a16="http://schemas.microsoft.com/office/drawing/2014/main" id="{C8C52FF6-164F-9151-54B0-8737469CD5E2}"/>
                </a:ext>
              </a:extLst>
            </p:cNvPr>
            <p:cNvSpPr/>
            <p:nvPr>
              <p:custDataLst>
                <p:tags r:id="rId122"/>
              </p:custDataLst>
            </p:nvPr>
          </p:nvSpPr>
          <p:spPr>
            <a:xfrm>
              <a:off x="7218663" y="3857716"/>
              <a:ext cx="7085" cy="169755"/>
            </a:xfrm>
            <a:custGeom>
              <a:avLst/>
              <a:gdLst>
                <a:gd name="connsiteX0" fmla="*/ 7347 w 7085"/>
                <a:gd name="connsiteY0" fmla="*/ 6196 h 169755"/>
                <a:gd name="connsiteX1" fmla="*/ 3805 w 7085"/>
                <a:gd name="connsiteY1" fmla="*/ 85 h 169755"/>
                <a:gd name="connsiteX2" fmla="*/ 262 w 7085"/>
                <a:gd name="connsiteY2" fmla="*/ 6196 h 169755"/>
                <a:gd name="connsiteX3" fmla="*/ 262 w 7085"/>
                <a:gd name="connsiteY3" fmla="*/ 163729 h 169755"/>
                <a:gd name="connsiteX4" fmla="*/ 3805 w 7085"/>
                <a:gd name="connsiteY4" fmla="*/ 169840 h 169755"/>
                <a:gd name="connsiteX5" fmla="*/ 7347 w 7085"/>
                <a:gd name="connsiteY5" fmla="*/ 163729 h 169755"/>
                <a:gd name="connsiteX6" fmla="*/ 7347 w 7085"/>
                <a:gd name="connsiteY6" fmla="*/ 6196 h 1697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085" h="169755">
                  <a:moveTo>
                    <a:pt x="7347" y="6196"/>
                  </a:moveTo>
                  <a:cubicBezTo>
                    <a:pt x="7347" y="3140"/>
                    <a:pt x="7347" y="85"/>
                    <a:pt x="3805" y="85"/>
                  </a:cubicBezTo>
                  <a:cubicBezTo>
                    <a:pt x="262" y="85"/>
                    <a:pt x="262" y="3140"/>
                    <a:pt x="262" y="6196"/>
                  </a:cubicBezTo>
                  <a:lnTo>
                    <a:pt x="262" y="163729"/>
                  </a:lnTo>
                  <a:cubicBezTo>
                    <a:pt x="262" y="166784"/>
                    <a:pt x="262" y="169840"/>
                    <a:pt x="3805" y="169840"/>
                  </a:cubicBezTo>
                  <a:cubicBezTo>
                    <a:pt x="7347" y="169840"/>
                    <a:pt x="7347" y="166784"/>
                    <a:pt x="7347" y="163729"/>
                  </a:cubicBezTo>
                  <a:lnTo>
                    <a:pt x="7347" y="6196"/>
                  </a:lnTo>
                  <a:close/>
                </a:path>
              </a:pathLst>
            </a:custGeom>
            <a:solidFill>
              <a:srgbClr val="000000"/>
            </a:solidFill>
            <a:ln w="1776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</p:grpSp>
      <p:sp>
        <p:nvSpPr>
          <p:cNvPr id="239" name="文本框 238">
            <a:extLst>
              <a:ext uri="{FF2B5EF4-FFF2-40B4-BE49-F238E27FC236}">
                <a16:creationId xmlns:a16="http://schemas.microsoft.com/office/drawing/2014/main" id="{DBD7087A-E063-A173-50E7-B961165FB676}"/>
              </a:ext>
            </a:extLst>
          </p:cNvPr>
          <p:cNvSpPr txBox="1"/>
          <p:nvPr/>
        </p:nvSpPr>
        <p:spPr>
          <a:xfrm>
            <a:off x="6312939" y="3915493"/>
            <a:ext cx="579998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dirty="0"/>
              <a:t>To remove self-loop inflation, the main metric excludes edges with h = t.</a:t>
            </a:r>
            <a:endParaRPr kumimoji="1" lang="zh-CN" altLang="en-US" sz="1400" dirty="0"/>
          </a:p>
        </p:txBody>
      </p:sp>
      <p:grpSp>
        <p:nvGrpSpPr>
          <p:cNvPr id="279" name="组合 278">
            <a:extLst>
              <a:ext uri="{FF2B5EF4-FFF2-40B4-BE49-F238E27FC236}">
                <a16:creationId xmlns:a16="http://schemas.microsoft.com/office/drawing/2014/main" id="{59094531-FF16-BBC2-4D69-7C1B2FECB773}"/>
              </a:ext>
            </a:extLst>
          </p:cNvPr>
          <p:cNvGrpSpPr>
            <a:grpSpLocks noChangeAspect="1"/>
          </p:cNvGrpSpPr>
          <p:nvPr>
            <p:custDataLst>
              <p:tags r:id="rId7"/>
            </p:custDataLst>
          </p:nvPr>
        </p:nvGrpSpPr>
        <p:grpSpPr>
          <a:xfrm>
            <a:off x="6429014" y="4321367"/>
            <a:ext cx="3495312" cy="204221"/>
            <a:chOff x="4943078" y="3709327"/>
            <a:chExt cx="3495312" cy="204221"/>
          </a:xfrm>
        </p:grpSpPr>
        <p:sp>
          <p:nvSpPr>
            <p:cNvPr id="243" name="任意形状 242">
              <a:extLst>
                <a:ext uri="{FF2B5EF4-FFF2-40B4-BE49-F238E27FC236}">
                  <a16:creationId xmlns:a16="http://schemas.microsoft.com/office/drawing/2014/main" id="{EC2A846E-3529-FBAA-F376-FD35E2F59D4D}"/>
                </a:ext>
              </a:extLst>
            </p:cNvPr>
            <p:cNvSpPr/>
            <p:nvPr>
              <p:custDataLst>
                <p:tags r:id="rId68"/>
              </p:custDataLst>
            </p:nvPr>
          </p:nvSpPr>
          <p:spPr>
            <a:xfrm>
              <a:off x="4943078" y="3748065"/>
              <a:ext cx="128561" cy="120452"/>
            </a:xfrm>
            <a:custGeom>
              <a:avLst/>
              <a:gdLst>
                <a:gd name="connsiteX0" fmla="*/ 118816 w 128561"/>
                <a:gd name="connsiteY0" fmla="*/ 79254 h 120452"/>
                <a:gd name="connsiteX1" fmla="*/ 119701 w 128561"/>
                <a:gd name="connsiteY1" fmla="*/ 76774 h 120452"/>
                <a:gd name="connsiteX2" fmla="*/ 117576 w 128561"/>
                <a:gd name="connsiteY2" fmla="*/ 74826 h 120452"/>
                <a:gd name="connsiteX3" fmla="*/ 115273 w 128561"/>
                <a:gd name="connsiteY3" fmla="*/ 76952 h 120452"/>
                <a:gd name="connsiteX4" fmla="*/ 66915 w 128561"/>
                <a:gd name="connsiteY4" fmla="*/ 115036 h 120452"/>
                <a:gd name="connsiteX5" fmla="*/ 41053 w 128561"/>
                <a:gd name="connsiteY5" fmla="*/ 115036 h 120452"/>
                <a:gd name="connsiteX6" fmla="*/ 37156 w 128561"/>
                <a:gd name="connsiteY6" fmla="*/ 114859 h 120452"/>
                <a:gd name="connsiteX7" fmla="*/ 34853 w 128561"/>
                <a:gd name="connsiteY7" fmla="*/ 113087 h 120452"/>
                <a:gd name="connsiteX8" fmla="*/ 35739 w 128561"/>
                <a:gd name="connsiteY8" fmla="*/ 109013 h 120452"/>
                <a:gd name="connsiteX9" fmla="*/ 47784 w 128561"/>
                <a:gd name="connsiteY9" fmla="*/ 60655 h 120452"/>
                <a:gd name="connsiteX10" fmla="*/ 65321 w 128561"/>
                <a:gd name="connsiteY10" fmla="*/ 60655 h 120452"/>
                <a:gd name="connsiteX11" fmla="*/ 80377 w 128561"/>
                <a:gd name="connsiteY11" fmla="*/ 68803 h 120452"/>
                <a:gd name="connsiteX12" fmla="*/ 79137 w 128561"/>
                <a:gd name="connsiteY12" fmla="*/ 77483 h 120452"/>
                <a:gd name="connsiteX13" fmla="*/ 78606 w 128561"/>
                <a:gd name="connsiteY13" fmla="*/ 79432 h 120452"/>
                <a:gd name="connsiteX14" fmla="*/ 80909 w 128561"/>
                <a:gd name="connsiteY14" fmla="*/ 81380 h 120452"/>
                <a:gd name="connsiteX15" fmla="*/ 83566 w 128561"/>
                <a:gd name="connsiteY15" fmla="*/ 77837 h 120452"/>
                <a:gd name="connsiteX16" fmla="*/ 93662 w 128561"/>
                <a:gd name="connsiteY16" fmla="*/ 36388 h 120452"/>
                <a:gd name="connsiteX17" fmla="*/ 91537 w 128561"/>
                <a:gd name="connsiteY17" fmla="*/ 34439 h 120452"/>
                <a:gd name="connsiteX18" fmla="*/ 89057 w 128561"/>
                <a:gd name="connsiteY18" fmla="*/ 37627 h 120452"/>
                <a:gd name="connsiteX19" fmla="*/ 65852 w 128561"/>
                <a:gd name="connsiteY19" fmla="*/ 55164 h 120452"/>
                <a:gd name="connsiteX20" fmla="*/ 49201 w 128561"/>
                <a:gd name="connsiteY20" fmla="*/ 55164 h 120452"/>
                <a:gd name="connsiteX21" fmla="*/ 59830 w 128561"/>
                <a:gd name="connsiteY21" fmla="*/ 12474 h 120452"/>
                <a:gd name="connsiteX22" fmla="*/ 69395 w 128561"/>
                <a:gd name="connsiteY22" fmla="*/ 5566 h 120452"/>
                <a:gd name="connsiteX23" fmla="*/ 94371 w 128561"/>
                <a:gd name="connsiteY23" fmla="*/ 5566 h 120452"/>
                <a:gd name="connsiteX24" fmla="*/ 121296 w 128561"/>
                <a:gd name="connsiteY24" fmla="*/ 25228 h 120452"/>
                <a:gd name="connsiteX25" fmla="*/ 120587 w 128561"/>
                <a:gd name="connsiteY25" fmla="*/ 34616 h 120452"/>
                <a:gd name="connsiteX26" fmla="*/ 120410 w 128561"/>
                <a:gd name="connsiteY26" fmla="*/ 37805 h 120452"/>
                <a:gd name="connsiteX27" fmla="*/ 122536 w 128561"/>
                <a:gd name="connsiteY27" fmla="*/ 39930 h 120452"/>
                <a:gd name="connsiteX28" fmla="*/ 125015 w 128561"/>
                <a:gd name="connsiteY28" fmla="*/ 35502 h 120452"/>
                <a:gd name="connsiteX29" fmla="*/ 128558 w 128561"/>
                <a:gd name="connsiteY29" fmla="*/ 4857 h 120452"/>
                <a:gd name="connsiteX30" fmla="*/ 123776 w 128561"/>
                <a:gd name="connsiteY30" fmla="*/ 75 h 120452"/>
                <a:gd name="connsiteX31" fmla="*/ 34322 w 128561"/>
                <a:gd name="connsiteY31" fmla="*/ 75 h 120452"/>
                <a:gd name="connsiteX32" fmla="*/ 29008 w 128561"/>
                <a:gd name="connsiteY32" fmla="*/ 3617 h 120452"/>
                <a:gd name="connsiteX33" fmla="*/ 33968 w 128561"/>
                <a:gd name="connsiteY33" fmla="*/ 5566 h 120452"/>
                <a:gd name="connsiteX34" fmla="*/ 45482 w 128561"/>
                <a:gd name="connsiteY34" fmla="*/ 8754 h 120452"/>
                <a:gd name="connsiteX35" fmla="*/ 44596 w 128561"/>
                <a:gd name="connsiteY35" fmla="*/ 13006 h 120452"/>
                <a:gd name="connsiteX36" fmla="*/ 21214 w 128561"/>
                <a:gd name="connsiteY36" fmla="*/ 106710 h 120452"/>
                <a:gd name="connsiteX37" fmla="*/ 5095 w 128561"/>
                <a:gd name="connsiteY37" fmla="*/ 115036 h 120452"/>
                <a:gd name="connsiteX38" fmla="*/ 135 w 128561"/>
                <a:gd name="connsiteY38" fmla="*/ 118401 h 120452"/>
                <a:gd name="connsiteX39" fmla="*/ 5095 w 128561"/>
                <a:gd name="connsiteY39" fmla="*/ 120527 h 120452"/>
                <a:gd name="connsiteX40" fmla="*/ 97028 w 128561"/>
                <a:gd name="connsiteY40" fmla="*/ 120527 h 120452"/>
                <a:gd name="connsiteX41" fmla="*/ 102519 w 128561"/>
                <a:gd name="connsiteY41" fmla="*/ 117516 h 120452"/>
                <a:gd name="connsiteX42" fmla="*/ 118816 w 128561"/>
                <a:gd name="connsiteY42" fmla="*/ 79254 h 1204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</a:cxnLst>
              <a:rect l="l" t="t" r="r" b="b"/>
              <a:pathLst>
                <a:path w="128561" h="120452">
                  <a:moveTo>
                    <a:pt x="118816" y="79254"/>
                  </a:moveTo>
                  <a:cubicBezTo>
                    <a:pt x="119170" y="78369"/>
                    <a:pt x="119701" y="77129"/>
                    <a:pt x="119701" y="76774"/>
                  </a:cubicBezTo>
                  <a:cubicBezTo>
                    <a:pt x="119701" y="76597"/>
                    <a:pt x="119701" y="74826"/>
                    <a:pt x="117576" y="74826"/>
                  </a:cubicBezTo>
                  <a:cubicBezTo>
                    <a:pt x="115982" y="74826"/>
                    <a:pt x="115627" y="75889"/>
                    <a:pt x="115273" y="76952"/>
                  </a:cubicBezTo>
                  <a:cubicBezTo>
                    <a:pt x="103759" y="103168"/>
                    <a:pt x="97205" y="115036"/>
                    <a:pt x="66915" y="115036"/>
                  </a:cubicBezTo>
                  <a:lnTo>
                    <a:pt x="41053" y="115036"/>
                  </a:lnTo>
                  <a:cubicBezTo>
                    <a:pt x="38573" y="115036"/>
                    <a:pt x="38219" y="115036"/>
                    <a:pt x="37156" y="114859"/>
                  </a:cubicBezTo>
                  <a:cubicBezTo>
                    <a:pt x="35385" y="114682"/>
                    <a:pt x="34853" y="114504"/>
                    <a:pt x="34853" y="113087"/>
                  </a:cubicBezTo>
                  <a:cubicBezTo>
                    <a:pt x="34853" y="112556"/>
                    <a:pt x="34853" y="112202"/>
                    <a:pt x="35739" y="109013"/>
                  </a:cubicBezTo>
                  <a:lnTo>
                    <a:pt x="47784" y="60655"/>
                  </a:lnTo>
                  <a:lnTo>
                    <a:pt x="65321" y="60655"/>
                  </a:lnTo>
                  <a:cubicBezTo>
                    <a:pt x="80377" y="60655"/>
                    <a:pt x="80377" y="64375"/>
                    <a:pt x="80377" y="68803"/>
                  </a:cubicBezTo>
                  <a:cubicBezTo>
                    <a:pt x="80377" y="70043"/>
                    <a:pt x="80377" y="72169"/>
                    <a:pt x="79137" y="77483"/>
                  </a:cubicBezTo>
                  <a:cubicBezTo>
                    <a:pt x="78783" y="78369"/>
                    <a:pt x="78606" y="78900"/>
                    <a:pt x="78606" y="79432"/>
                  </a:cubicBezTo>
                  <a:cubicBezTo>
                    <a:pt x="78606" y="80317"/>
                    <a:pt x="79314" y="81380"/>
                    <a:pt x="80909" y="81380"/>
                  </a:cubicBezTo>
                  <a:cubicBezTo>
                    <a:pt x="82326" y="81380"/>
                    <a:pt x="82857" y="80494"/>
                    <a:pt x="83566" y="77837"/>
                  </a:cubicBezTo>
                  <a:lnTo>
                    <a:pt x="93662" y="36388"/>
                  </a:lnTo>
                  <a:cubicBezTo>
                    <a:pt x="93662" y="35325"/>
                    <a:pt x="92777" y="34439"/>
                    <a:pt x="91537" y="34439"/>
                  </a:cubicBezTo>
                  <a:cubicBezTo>
                    <a:pt x="89943" y="34439"/>
                    <a:pt x="89588" y="35502"/>
                    <a:pt x="89057" y="37627"/>
                  </a:cubicBezTo>
                  <a:cubicBezTo>
                    <a:pt x="85337" y="51090"/>
                    <a:pt x="82149" y="55164"/>
                    <a:pt x="65852" y="55164"/>
                  </a:cubicBezTo>
                  <a:lnTo>
                    <a:pt x="49201" y="55164"/>
                  </a:lnTo>
                  <a:lnTo>
                    <a:pt x="59830" y="12474"/>
                  </a:lnTo>
                  <a:cubicBezTo>
                    <a:pt x="61424" y="6274"/>
                    <a:pt x="61601" y="5566"/>
                    <a:pt x="69395" y="5566"/>
                  </a:cubicBezTo>
                  <a:lnTo>
                    <a:pt x="94371" y="5566"/>
                  </a:lnTo>
                  <a:cubicBezTo>
                    <a:pt x="115982" y="5566"/>
                    <a:pt x="121296" y="10703"/>
                    <a:pt x="121296" y="25228"/>
                  </a:cubicBezTo>
                  <a:cubicBezTo>
                    <a:pt x="121296" y="29479"/>
                    <a:pt x="121296" y="29834"/>
                    <a:pt x="120587" y="34616"/>
                  </a:cubicBezTo>
                  <a:cubicBezTo>
                    <a:pt x="120587" y="35679"/>
                    <a:pt x="120410" y="36919"/>
                    <a:pt x="120410" y="37805"/>
                  </a:cubicBezTo>
                  <a:cubicBezTo>
                    <a:pt x="120410" y="38690"/>
                    <a:pt x="120941" y="39930"/>
                    <a:pt x="122536" y="39930"/>
                  </a:cubicBezTo>
                  <a:cubicBezTo>
                    <a:pt x="124484" y="39930"/>
                    <a:pt x="124661" y="38867"/>
                    <a:pt x="125015" y="35502"/>
                  </a:cubicBezTo>
                  <a:lnTo>
                    <a:pt x="128558" y="4857"/>
                  </a:lnTo>
                  <a:cubicBezTo>
                    <a:pt x="129090" y="75"/>
                    <a:pt x="128204" y="75"/>
                    <a:pt x="123776" y="75"/>
                  </a:cubicBezTo>
                  <a:lnTo>
                    <a:pt x="34322" y="75"/>
                  </a:lnTo>
                  <a:cubicBezTo>
                    <a:pt x="30779" y="75"/>
                    <a:pt x="29008" y="75"/>
                    <a:pt x="29008" y="3617"/>
                  </a:cubicBezTo>
                  <a:cubicBezTo>
                    <a:pt x="29008" y="5566"/>
                    <a:pt x="30602" y="5566"/>
                    <a:pt x="33968" y="5566"/>
                  </a:cubicBezTo>
                  <a:cubicBezTo>
                    <a:pt x="40522" y="5566"/>
                    <a:pt x="45482" y="5566"/>
                    <a:pt x="45482" y="8754"/>
                  </a:cubicBezTo>
                  <a:cubicBezTo>
                    <a:pt x="45482" y="9463"/>
                    <a:pt x="45482" y="9817"/>
                    <a:pt x="44596" y="13006"/>
                  </a:cubicBezTo>
                  <a:lnTo>
                    <a:pt x="21214" y="106710"/>
                  </a:lnTo>
                  <a:cubicBezTo>
                    <a:pt x="19443" y="113619"/>
                    <a:pt x="19088" y="115036"/>
                    <a:pt x="5095" y="115036"/>
                  </a:cubicBezTo>
                  <a:cubicBezTo>
                    <a:pt x="2083" y="115036"/>
                    <a:pt x="135" y="115036"/>
                    <a:pt x="135" y="118401"/>
                  </a:cubicBezTo>
                  <a:cubicBezTo>
                    <a:pt x="135" y="120527"/>
                    <a:pt x="1729" y="120527"/>
                    <a:pt x="5095" y="120527"/>
                  </a:cubicBezTo>
                  <a:lnTo>
                    <a:pt x="97028" y="120527"/>
                  </a:lnTo>
                  <a:cubicBezTo>
                    <a:pt x="101102" y="120527"/>
                    <a:pt x="101279" y="120350"/>
                    <a:pt x="102519" y="117516"/>
                  </a:cubicBezTo>
                  <a:lnTo>
                    <a:pt x="118816" y="79254"/>
                  </a:lnTo>
                  <a:close/>
                </a:path>
              </a:pathLst>
            </a:custGeom>
            <a:solidFill>
              <a:srgbClr val="000000"/>
            </a:solidFill>
            <a:ln w="1775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44" name="任意形状 243">
              <a:extLst>
                <a:ext uri="{FF2B5EF4-FFF2-40B4-BE49-F238E27FC236}">
                  <a16:creationId xmlns:a16="http://schemas.microsoft.com/office/drawing/2014/main" id="{31545116-36A5-B7F8-5D80-780BFD889181}"/>
                </a:ext>
              </a:extLst>
            </p:cNvPr>
            <p:cNvSpPr/>
            <p:nvPr>
              <p:custDataLst>
                <p:tags r:id="rId69"/>
              </p:custDataLst>
            </p:nvPr>
          </p:nvSpPr>
          <p:spPr>
            <a:xfrm>
              <a:off x="5082897" y="3740078"/>
              <a:ext cx="44886" cy="56541"/>
            </a:xfrm>
            <a:custGeom>
              <a:avLst/>
              <a:gdLst>
                <a:gd name="connsiteX0" fmla="*/ 41557 w 44886"/>
                <a:gd name="connsiteY0" fmla="*/ 3294 h 56541"/>
                <a:gd name="connsiteX1" fmla="*/ 39821 w 44886"/>
                <a:gd name="connsiteY1" fmla="*/ 71 h 56541"/>
                <a:gd name="connsiteX2" fmla="*/ 37341 w 44886"/>
                <a:gd name="connsiteY2" fmla="*/ 1559 h 56541"/>
                <a:gd name="connsiteX3" fmla="*/ 35109 w 44886"/>
                <a:gd name="connsiteY3" fmla="*/ 3418 h 56541"/>
                <a:gd name="connsiteX4" fmla="*/ 22090 w 44886"/>
                <a:gd name="connsiteY4" fmla="*/ 71 h 56541"/>
                <a:gd name="connsiteX5" fmla="*/ 143 w 44886"/>
                <a:gd name="connsiteY5" fmla="*/ 15570 h 56541"/>
                <a:gd name="connsiteX6" fmla="*/ 4855 w 44886"/>
                <a:gd name="connsiteY6" fmla="*/ 25242 h 56541"/>
                <a:gd name="connsiteX7" fmla="*/ 21966 w 44886"/>
                <a:gd name="connsiteY7" fmla="*/ 31441 h 56541"/>
                <a:gd name="connsiteX8" fmla="*/ 38209 w 44886"/>
                <a:gd name="connsiteY8" fmla="*/ 42601 h 56541"/>
                <a:gd name="connsiteX9" fmla="*/ 22958 w 44886"/>
                <a:gd name="connsiteY9" fmla="*/ 53140 h 56541"/>
                <a:gd name="connsiteX10" fmla="*/ 4483 w 44886"/>
                <a:gd name="connsiteY10" fmla="*/ 36897 h 56541"/>
                <a:gd name="connsiteX11" fmla="*/ 2251 w 44886"/>
                <a:gd name="connsiteY11" fmla="*/ 34789 h 56541"/>
                <a:gd name="connsiteX12" fmla="*/ 143 w 44886"/>
                <a:gd name="connsiteY12" fmla="*/ 38137 h 56541"/>
                <a:gd name="connsiteX13" fmla="*/ 143 w 44886"/>
                <a:gd name="connsiteY13" fmla="*/ 53388 h 56541"/>
                <a:gd name="connsiteX14" fmla="*/ 1879 w 44886"/>
                <a:gd name="connsiteY14" fmla="*/ 56612 h 56541"/>
                <a:gd name="connsiteX15" fmla="*/ 7830 w 44886"/>
                <a:gd name="connsiteY15" fmla="*/ 51281 h 56541"/>
                <a:gd name="connsiteX16" fmla="*/ 22958 w 44886"/>
                <a:gd name="connsiteY16" fmla="*/ 56612 h 56541"/>
                <a:gd name="connsiteX17" fmla="*/ 45029 w 44886"/>
                <a:gd name="connsiteY17" fmla="*/ 39129 h 56541"/>
                <a:gd name="connsiteX18" fmla="*/ 39697 w 44886"/>
                <a:gd name="connsiteY18" fmla="*/ 27721 h 56541"/>
                <a:gd name="connsiteX19" fmla="*/ 24942 w 44886"/>
                <a:gd name="connsiteY19" fmla="*/ 21646 h 56541"/>
                <a:gd name="connsiteX20" fmla="*/ 6962 w 44886"/>
                <a:gd name="connsiteY20" fmla="*/ 11850 h 56541"/>
                <a:gd name="connsiteX21" fmla="*/ 22090 w 44886"/>
                <a:gd name="connsiteY21" fmla="*/ 3046 h 56541"/>
                <a:gd name="connsiteX22" fmla="*/ 37341 w 44886"/>
                <a:gd name="connsiteY22" fmla="*/ 16686 h 56541"/>
                <a:gd name="connsiteX23" fmla="*/ 39449 w 44886"/>
                <a:gd name="connsiteY23" fmla="*/ 18050 h 56541"/>
                <a:gd name="connsiteX24" fmla="*/ 41557 w 44886"/>
                <a:gd name="connsiteY24" fmla="*/ 14826 h 56541"/>
                <a:gd name="connsiteX25" fmla="*/ 41557 w 44886"/>
                <a:gd name="connsiteY25" fmla="*/ 3294 h 565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44886" h="56541">
                  <a:moveTo>
                    <a:pt x="41557" y="3294"/>
                  </a:moveTo>
                  <a:cubicBezTo>
                    <a:pt x="41557" y="1187"/>
                    <a:pt x="41557" y="71"/>
                    <a:pt x="39821" y="71"/>
                  </a:cubicBezTo>
                  <a:cubicBezTo>
                    <a:pt x="39201" y="71"/>
                    <a:pt x="38953" y="71"/>
                    <a:pt x="37341" y="1559"/>
                  </a:cubicBezTo>
                  <a:cubicBezTo>
                    <a:pt x="37093" y="1683"/>
                    <a:pt x="35853" y="2798"/>
                    <a:pt x="35109" y="3418"/>
                  </a:cubicBezTo>
                  <a:cubicBezTo>
                    <a:pt x="31389" y="815"/>
                    <a:pt x="26678" y="71"/>
                    <a:pt x="22090" y="71"/>
                  </a:cubicBezTo>
                  <a:cubicBezTo>
                    <a:pt x="4359" y="71"/>
                    <a:pt x="143" y="9370"/>
                    <a:pt x="143" y="15570"/>
                  </a:cubicBezTo>
                  <a:cubicBezTo>
                    <a:pt x="143" y="19538"/>
                    <a:pt x="1879" y="22762"/>
                    <a:pt x="4855" y="25242"/>
                  </a:cubicBezTo>
                  <a:cubicBezTo>
                    <a:pt x="9566" y="29333"/>
                    <a:pt x="14278" y="30201"/>
                    <a:pt x="21966" y="31441"/>
                  </a:cubicBezTo>
                  <a:cubicBezTo>
                    <a:pt x="28166" y="32557"/>
                    <a:pt x="38209" y="34293"/>
                    <a:pt x="38209" y="42601"/>
                  </a:cubicBezTo>
                  <a:cubicBezTo>
                    <a:pt x="38209" y="47437"/>
                    <a:pt x="34861" y="53140"/>
                    <a:pt x="22958" y="53140"/>
                  </a:cubicBezTo>
                  <a:cubicBezTo>
                    <a:pt x="11054" y="53140"/>
                    <a:pt x="6714" y="45329"/>
                    <a:pt x="4483" y="36897"/>
                  </a:cubicBezTo>
                  <a:cubicBezTo>
                    <a:pt x="4111" y="35285"/>
                    <a:pt x="3987" y="34789"/>
                    <a:pt x="2251" y="34789"/>
                  </a:cubicBezTo>
                  <a:cubicBezTo>
                    <a:pt x="143" y="34789"/>
                    <a:pt x="143" y="35657"/>
                    <a:pt x="143" y="38137"/>
                  </a:cubicBezTo>
                  <a:lnTo>
                    <a:pt x="143" y="53388"/>
                  </a:lnTo>
                  <a:cubicBezTo>
                    <a:pt x="143" y="55496"/>
                    <a:pt x="143" y="56612"/>
                    <a:pt x="1879" y="56612"/>
                  </a:cubicBezTo>
                  <a:cubicBezTo>
                    <a:pt x="2995" y="56612"/>
                    <a:pt x="5351" y="54008"/>
                    <a:pt x="7830" y="51281"/>
                  </a:cubicBezTo>
                  <a:cubicBezTo>
                    <a:pt x="13286" y="56364"/>
                    <a:pt x="19982" y="56612"/>
                    <a:pt x="22958" y="56612"/>
                  </a:cubicBezTo>
                  <a:cubicBezTo>
                    <a:pt x="39077" y="56612"/>
                    <a:pt x="45029" y="47933"/>
                    <a:pt x="45029" y="39129"/>
                  </a:cubicBezTo>
                  <a:cubicBezTo>
                    <a:pt x="45029" y="34417"/>
                    <a:pt x="42921" y="30697"/>
                    <a:pt x="39697" y="27721"/>
                  </a:cubicBezTo>
                  <a:cubicBezTo>
                    <a:pt x="34985" y="23382"/>
                    <a:pt x="29282" y="22390"/>
                    <a:pt x="24942" y="21646"/>
                  </a:cubicBezTo>
                  <a:cubicBezTo>
                    <a:pt x="15022" y="19910"/>
                    <a:pt x="6962" y="18422"/>
                    <a:pt x="6962" y="11850"/>
                  </a:cubicBezTo>
                  <a:cubicBezTo>
                    <a:pt x="6962" y="7882"/>
                    <a:pt x="10310" y="3046"/>
                    <a:pt x="22090" y="3046"/>
                  </a:cubicBezTo>
                  <a:cubicBezTo>
                    <a:pt x="36473" y="3046"/>
                    <a:pt x="37093" y="13090"/>
                    <a:pt x="37341" y="16686"/>
                  </a:cubicBezTo>
                  <a:cubicBezTo>
                    <a:pt x="37465" y="18050"/>
                    <a:pt x="38953" y="18050"/>
                    <a:pt x="39449" y="18050"/>
                  </a:cubicBezTo>
                  <a:cubicBezTo>
                    <a:pt x="41557" y="18050"/>
                    <a:pt x="41557" y="17182"/>
                    <a:pt x="41557" y="14826"/>
                  </a:cubicBezTo>
                  <a:lnTo>
                    <a:pt x="41557" y="3294"/>
                  </a:lnTo>
                  <a:close/>
                </a:path>
              </a:pathLst>
            </a:custGeom>
            <a:solidFill>
              <a:srgbClr val="000000"/>
            </a:solidFill>
            <a:ln w="1775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45" name="任意形状 244">
              <a:extLst>
                <a:ext uri="{FF2B5EF4-FFF2-40B4-BE49-F238E27FC236}">
                  <a16:creationId xmlns:a16="http://schemas.microsoft.com/office/drawing/2014/main" id="{294B6620-E6C4-B41F-ADCC-72F61FE121CC}"/>
                </a:ext>
              </a:extLst>
            </p:cNvPr>
            <p:cNvSpPr/>
            <p:nvPr>
              <p:custDataLst>
                <p:tags r:id="rId70"/>
              </p:custDataLst>
            </p:nvPr>
          </p:nvSpPr>
          <p:spPr>
            <a:xfrm>
              <a:off x="5137155" y="3741938"/>
              <a:ext cx="66709" cy="78736"/>
            </a:xfrm>
            <a:custGeom>
              <a:avLst/>
              <a:gdLst>
                <a:gd name="connsiteX0" fmla="*/ 55076 w 66709"/>
                <a:gd name="connsiteY0" fmla="*/ 12222 h 78736"/>
                <a:gd name="connsiteX1" fmla="*/ 66855 w 66709"/>
                <a:gd name="connsiteY1" fmla="*/ 4534 h 78736"/>
                <a:gd name="connsiteX2" fmla="*/ 66855 w 66709"/>
                <a:gd name="connsiteY2" fmla="*/ 71 h 78736"/>
                <a:gd name="connsiteX3" fmla="*/ 57432 w 66709"/>
                <a:gd name="connsiteY3" fmla="*/ 567 h 78736"/>
                <a:gd name="connsiteX4" fmla="*/ 46148 w 66709"/>
                <a:gd name="connsiteY4" fmla="*/ 71 h 78736"/>
                <a:gd name="connsiteX5" fmla="*/ 46148 w 66709"/>
                <a:gd name="connsiteY5" fmla="*/ 4534 h 78736"/>
                <a:gd name="connsiteX6" fmla="*/ 51232 w 66709"/>
                <a:gd name="connsiteY6" fmla="*/ 9246 h 78736"/>
                <a:gd name="connsiteX7" fmla="*/ 50116 w 66709"/>
                <a:gd name="connsiteY7" fmla="*/ 13090 h 78736"/>
                <a:gd name="connsiteX8" fmla="*/ 36352 w 66709"/>
                <a:gd name="connsiteY8" fmla="*/ 42477 h 78736"/>
                <a:gd name="connsiteX9" fmla="*/ 21101 w 66709"/>
                <a:gd name="connsiteY9" fmla="*/ 9742 h 78736"/>
                <a:gd name="connsiteX10" fmla="*/ 20357 w 66709"/>
                <a:gd name="connsiteY10" fmla="*/ 7386 h 78736"/>
                <a:gd name="connsiteX11" fmla="*/ 26681 w 66709"/>
                <a:gd name="connsiteY11" fmla="*/ 4534 h 78736"/>
                <a:gd name="connsiteX12" fmla="*/ 26681 w 66709"/>
                <a:gd name="connsiteY12" fmla="*/ 71 h 78736"/>
                <a:gd name="connsiteX13" fmla="*/ 12421 w 66709"/>
                <a:gd name="connsiteY13" fmla="*/ 567 h 78736"/>
                <a:gd name="connsiteX14" fmla="*/ 270 w 66709"/>
                <a:gd name="connsiteY14" fmla="*/ 71 h 78736"/>
                <a:gd name="connsiteX15" fmla="*/ 270 w 66709"/>
                <a:gd name="connsiteY15" fmla="*/ 4534 h 78736"/>
                <a:gd name="connsiteX16" fmla="*/ 10437 w 66709"/>
                <a:gd name="connsiteY16" fmla="*/ 8874 h 78736"/>
                <a:gd name="connsiteX17" fmla="*/ 31269 w 66709"/>
                <a:gd name="connsiteY17" fmla="*/ 53512 h 78736"/>
                <a:gd name="connsiteX18" fmla="*/ 27797 w 66709"/>
                <a:gd name="connsiteY18" fmla="*/ 60828 h 78736"/>
                <a:gd name="connsiteX19" fmla="*/ 12669 w 66709"/>
                <a:gd name="connsiteY19" fmla="*/ 75336 h 78736"/>
                <a:gd name="connsiteX20" fmla="*/ 7338 w 66709"/>
                <a:gd name="connsiteY20" fmla="*/ 73848 h 78736"/>
                <a:gd name="connsiteX21" fmla="*/ 10933 w 66709"/>
                <a:gd name="connsiteY21" fmla="*/ 68516 h 78736"/>
                <a:gd name="connsiteX22" fmla="*/ 5602 w 66709"/>
                <a:gd name="connsiteY22" fmla="*/ 63184 h 78736"/>
                <a:gd name="connsiteX23" fmla="*/ 146 w 66709"/>
                <a:gd name="connsiteY23" fmla="*/ 68640 h 78736"/>
                <a:gd name="connsiteX24" fmla="*/ 12669 w 66709"/>
                <a:gd name="connsiteY24" fmla="*/ 78807 h 78736"/>
                <a:gd name="connsiteX25" fmla="*/ 31021 w 66709"/>
                <a:gd name="connsiteY25" fmla="*/ 64052 h 78736"/>
                <a:gd name="connsiteX26" fmla="*/ 55076 w 66709"/>
                <a:gd name="connsiteY26" fmla="*/ 12222 h 787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66709" h="78736">
                  <a:moveTo>
                    <a:pt x="55076" y="12222"/>
                  </a:moveTo>
                  <a:cubicBezTo>
                    <a:pt x="58548" y="4658"/>
                    <a:pt x="64871" y="4534"/>
                    <a:pt x="66855" y="4534"/>
                  </a:cubicBezTo>
                  <a:lnTo>
                    <a:pt x="66855" y="71"/>
                  </a:lnTo>
                  <a:cubicBezTo>
                    <a:pt x="63383" y="319"/>
                    <a:pt x="61027" y="567"/>
                    <a:pt x="57432" y="567"/>
                  </a:cubicBezTo>
                  <a:cubicBezTo>
                    <a:pt x="54084" y="567"/>
                    <a:pt x="49496" y="443"/>
                    <a:pt x="46148" y="71"/>
                  </a:cubicBezTo>
                  <a:lnTo>
                    <a:pt x="46148" y="4534"/>
                  </a:lnTo>
                  <a:cubicBezTo>
                    <a:pt x="50240" y="4782"/>
                    <a:pt x="51232" y="7262"/>
                    <a:pt x="51232" y="9246"/>
                  </a:cubicBezTo>
                  <a:cubicBezTo>
                    <a:pt x="51232" y="10734"/>
                    <a:pt x="50612" y="11850"/>
                    <a:pt x="50116" y="13090"/>
                  </a:cubicBezTo>
                  <a:lnTo>
                    <a:pt x="36352" y="42477"/>
                  </a:lnTo>
                  <a:lnTo>
                    <a:pt x="21101" y="9742"/>
                  </a:lnTo>
                  <a:cubicBezTo>
                    <a:pt x="20729" y="8998"/>
                    <a:pt x="20357" y="8254"/>
                    <a:pt x="20357" y="7386"/>
                  </a:cubicBezTo>
                  <a:cubicBezTo>
                    <a:pt x="20357" y="4534"/>
                    <a:pt x="24573" y="4534"/>
                    <a:pt x="26681" y="4534"/>
                  </a:cubicBezTo>
                  <a:lnTo>
                    <a:pt x="26681" y="71"/>
                  </a:lnTo>
                  <a:cubicBezTo>
                    <a:pt x="24821" y="195"/>
                    <a:pt x="15893" y="567"/>
                    <a:pt x="12421" y="567"/>
                  </a:cubicBezTo>
                  <a:cubicBezTo>
                    <a:pt x="8702" y="567"/>
                    <a:pt x="3866" y="443"/>
                    <a:pt x="270" y="71"/>
                  </a:cubicBezTo>
                  <a:lnTo>
                    <a:pt x="270" y="4534"/>
                  </a:lnTo>
                  <a:cubicBezTo>
                    <a:pt x="7214" y="4534"/>
                    <a:pt x="8578" y="4906"/>
                    <a:pt x="10437" y="8874"/>
                  </a:cubicBezTo>
                  <a:lnTo>
                    <a:pt x="31269" y="53512"/>
                  </a:lnTo>
                  <a:cubicBezTo>
                    <a:pt x="30153" y="55992"/>
                    <a:pt x="28913" y="58348"/>
                    <a:pt x="27797" y="60828"/>
                  </a:cubicBezTo>
                  <a:cubicBezTo>
                    <a:pt x="25069" y="66780"/>
                    <a:pt x="21101" y="75336"/>
                    <a:pt x="12669" y="75336"/>
                  </a:cubicBezTo>
                  <a:cubicBezTo>
                    <a:pt x="9569" y="75336"/>
                    <a:pt x="8578" y="74716"/>
                    <a:pt x="7338" y="73848"/>
                  </a:cubicBezTo>
                  <a:cubicBezTo>
                    <a:pt x="7462" y="73848"/>
                    <a:pt x="10933" y="72608"/>
                    <a:pt x="10933" y="68516"/>
                  </a:cubicBezTo>
                  <a:cubicBezTo>
                    <a:pt x="10933" y="65416"/>
                    <a:pt x="8702" y="63184"/>
                    <a:pt x="5602" y="63184"/>
                  </a:cubicBezTo>
                  <a:cubicBezTo>
                    <a:pt x="2378" y="63184"/>
                    <a:pt x="146" y="65416"/>
                    <a:pt x="146" y="68640"/>
                  </a:cubicBezTo>
                  <a:cubicBezTo>
                    <a:pt x="146" y="74468"/>
                    <a:pt x="5974" y="78807"/>
                    <a:pt x="12669" y="78807"/>
                  </a:cubicBezTo>
                  <a:cubicBezTo>
                    <a:pt x="23209" y="78807"/>
                    <a:pt x="29285" y="67772"/>
                    <a:pt x="31021" y="64052"/>
                  </a:cubicBezTo>
                  <a:lnTo>
                    <a:pt x="55076" y="12222"/>
                  </a:lnTo>
                  <a:close/>
                </a:path>
              </a:pathLst>
            </a:custGeom>
            <a:solidFill>
              <a:srgbClr val="000000"/>
            </a:solidFill>
            <a:ln w="1775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46" name="任意形状 245">
              <a:extLst>
                <a:ext uri="{FF2B5EF4-FFF2-40B4-BE49-F238E27FC236}">
                  <a16:creationId xmlns:a16="http://schemas.microsoft.com/office/drawing/2014/main" id="{F2DDCC7B-13F1-A9F2-2DDE-A178E5EE0194}"/>
                </a:ext>
              </a:extLst>
            </p:cNvPr>
            <p:cNvSpPr/>
            <p:nvPr>
              <p:custDataLst>
                <p:tags r:id="rId71"/>
              </p:custDataLst>
            </p:nvPr>
          </p:nvSpPr>
          <p:spPr>
            <a:xfrm>
              <a:off x="5214553" y="3740698"/>
              <a:ext cx="104527" cy="54681"/>
            </a:xfrm>
            <a:custGeom>
              <a:avLst/>
              <a:gdLst>
                <a:gd name="connsiteX0" fmla="*/ 95378 w 104527"/>
                <a:gd name="connsiteY0" fmla="*/ 17182 h 54681"/>
                <a:gd name="connsiteX1" fmla="*/ 76779 w 104527"/>
                <a:gd name="connsiteY1" fmla="*/ 71 h 54681"/>
                <a:gd name="connsiteX2" fmla="*/ 56940 w 104527"/>
                <a:gd name="connsiteY2" fmla="*/ 11602 h 54681"/>
                <a:gd name="connsiteX3" fmla="*/ 38713 w 104527"/>
                <a:gd name="connsiteY3" fmla="*/ 71 h 54681"/>
                <a:gd name="connsiteX4" fmla="*/ 18501 w 104527"/>
                <a:gd name="connsiteY4" fmla="*/ 12098 h 54681"/>
                <a:gd name="connsiteX5" fmla="*/ 18377 w 104527"/>
                <a:gd name="connsiteY5" fmla="*/ 12098 h 54681"/>
                <a:gd name="connsiteX6" fmla="*/ 18377 w 104527"/>
                <a:gd name="connsiteY6" fmla="*/ 71 h 54681"/>
                <a:gd name="connsiteX7" fmla="*/ 150 w 104527"/>
                <a:gd name="connsiteY7" fmla="*/ 1435 h 54681"/>
                <a:gd name="connsiteX8" fmla="*/ 150 w 104527"/>
                <a:gd name="connsiteY8" fmla="*/ 5898 h 54681"/>
                <a:gd name="connsiteX9" fmla="*/ 9450 w 104527"/>
                <a:gd name="connsiteY9" fmla="*/ 12842 h 54681"/>
                <a:gd name="connsiteX10" fmla="*/ 9450 w 104527"/>
                <a:gd name="connsiteY10" fmla="*/ 44957 h 54681"/>
                <a:gd name="connsiteX11" fmla="*/ 150 w 104527"/>
                <a:gd name="connsiteY11" fmla="*/ 50289 h 54681"/>
                <a:gd name="connsiteX12" fmla="*/ 150 w 104527"/>
                <a:gd name="connsiteY12" fmla="*/ 54752 h 54681"/>
                <a:gd name="connsiteX13" fmla="*/ 14285 w 104527"/>
                <a:gd name="connsiteY13" fmla="*/ 54256 h 54681"/>
                <a:gd name="connsiteX14" fmla="*/ 28545 w 104527"/>
                <a:gd name="connsiteY14" fmla="*/ 54752 h 54681"/>
                <a:gd name="connsiteX15" fmla="*/ 28545 w 104527"/>
                <a:gd name="connsiteY15" fmla="*/ 50289 h 54681"/>
                <a:gd name="connsiteX16" fmla="*/ 19245 w 104527"/>
                <a:gd name="connsiteY16" fmla="*/ 44957 h 54681"/>
                <a:gd name="connsiteX17" fmla="*/ 19245 w 104527"/>
                <a:gd name="connsiteY17" fmla="*/ 22638 h 54681"/>
                <a:gd name="connsiteX18" fmla="*/ 37721 w 104527"/>
                <a:gd name="connsiteY18" fmla="*/ 3542 h 54681"/>
                <a:gd name="connsiteX19" fmla="*/ 47516 w 104527"/>
                <a:gd name="connsiteY19" fmla="*/ 16686 h 54681"/>
                <a:gd name="connsiteX20" fmla="*/ 47516 w 104527"/>
                <a:gd name="connsiteY20" fmla="*/ 44957 h 54681"/>
                <a:gd name="connsiteX21" fmla="*/ 38217 w 104527"/>
                <a:gd name="connsiteY21" fmla="*/ 50289 h 54681"/>
                <a:gd name="connsiteX22" fmla="*/ 38217 w 104527"/>
                <a:gd name="connsiteY22" fmla="*/ 54752 h 54681"/>
                <a:gd name="connsiteX23" fmla="*/ 52352 w 104527"/>
                <a:gd name="connsiteY23" fmla="*/ 54256 h 54681"/>
                <a:gd name="connsiteX24" fmla="*/ 66611 w 104527"/>
                <a:gd name="connsiteY24" fmla="*/ 54752 h 54681"/>
                <a:gd name="connsiteX25" fmla="*/ 66611 w 104527"/>
                <a:gd name="connsiteY25" fmla="*/ 50289 h 54681"/>
                <a:gd name="connsiteX26" fmla="*/ 57312 w 104527"/>
                <a:gd name="connsiteY26" fmla="*/ 44957 h 54681"/>
                <a:gd name="connsiteX27" fmla="*/ 57312 w 104527"/>
                <a:gd name="connsiteY27" fmla="*/ 22638 h 54681"/>
                <a:gd name="connsiteX28" fmla="*/ 75787 w 104527"/>
                <a:gd name="connsiteY28" fmla="*/ 3542 h 54681"/>
                <a:gd name="connsiteX29" fmla="*/ 85583 w 104527"/>
                <a:gd name="connsiteY29" fmla="*/ 16686 h 54681"/>
                <a:gd name="connsiteX30" fmla="*/ 85583 w 104527"/>
                <a:gd name="connsiteY30" fmla="*/ 44957 h 54681"/>
                <a:gd name="connsiteX31" fmla="*/ 76283 w 104527"/>
                <a:gd name="connsiteY31" fmla="*/ 50289 h 54681"/>
                <a:gd name="connsiteX32" fmla="*/ 76283 w 104527"/>
                <a:gd name="connsiteY32" fmla="*/ 54752 h 54681"/>
                <a:gd name="connsiteX33" fmla="*/ 90418 w 104527"/>
                <a:gd name="connsiteY33" fmla="*/ 54256 h 54681"/>
                <a:gd name="connsiteX34" fmla="*/ 104678 w 104527"/>
                <a:gd name="connsiteY34" fmla="*/ 54752 h 54681"/>
                <a:gd name="connsiteX35" fmla="*/ 104678 w 104527"/>
                <a:gd name="connsiteY35" fmla="*/ 50289 h 54681"/>
                <a:gd name="connsiteX36" fmla="*/ 95378 w 104527"/>
                <a:gd name="connsiteY36" fmla="*/ 44957 h 54681"/>
                <a:gd name="connsiteX37" fmla="*/ 95378 w 104527"/>
                <a:gd name="connsiteY37" fmla="*/ 17182 h 546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104527" h="54681">
                  <a:moveTo>
                    <a:pt x="95378" y="17182"/>
                  </a:moveTo>
                  <a:cubicBezTo>
                    <a:pt x="95378" y="6394"/>
                    <a:pt x="90046" y="71"/>
                    <a:pt x="76779" y="71"/>
                  </a:cubicBezTo>
                  <a:cubicBezTo>
                    <a:pt x="66983" y="71"/>
                    <a:pt x="60288" y="5402"/>
                    <a:pt x="56940" y="11602"/>
                  </a:cubicBezTo>
                  <a:cubicBezTo>
                    <a:pt x="54460" y="2799"/>
                    <a:pt x="47764" y="71"/>
                    <a:pt x="38713" y="71"/>
                  </a:cubicBezTo>
                  <a:cubicBezTo>
                    <a:pt x="28545" y="71"/>
                    <a:pt x="21973" y="5650"/>
                    <a:pt x="18501" y="12098"/>
                  </a:cubicBezTo>
                  <a:lnTo>
                    <a:pt x="18377" y="12098"/>
                  </a:lnTo>
                  <a:lnTo>
                    <a:pt x="18377" y="71"/>
                  </a:lnTo>
                  <a:lnTo>
                    <a:pt x="150" y="1435"/>
                  </a:lnTo>
                  <a:lnTo>
                    <a:pt x="150" y="5898"/>
                  </a:lnTo>
                  <a:cubicBezTo>
                    <a:pt x="8458" y="5898"/>
                    <a:pt x="9450" y="6766"/>
                    <a:pt x="9450" y="12842"/>
                  </a:cubicBezTo>
                  <a:lnTo>
                    <a:pt x="9450" y="44957"/>
                  </a:lnTo>
                  <a:cubicBezTo>
                    <a:pt x="9450" y="50289"/>
                    <a:pt x="8210" y="50289"/>
                    <a:pt x="150" y="50289"/>
                  </a:cubicBezTo>
                  <a:lnTo>
                    <a:pt x="150" y="54752"/>
                  </a:lnTo>
                  <a:cubicBezTo>
                    <a:pt x="398" y="54752"/>
                    <a:pt x="9078" y="54256"/>
                    <a:pt x="14285" y="54256"/>
                  </a:cubicBezTo>
                  <a:cubicBezTo>
                    <a:pt x="18873" y="54256"/>
                    <a:pt x="27429" y="54628"/>
                    <a:pt x="28545" y="54752"/>
                  </a:cubicBezTo>
                  <a:lnTo>
                    <a:pt x="28545" y="50289"/>
                  </a:lnTo>
                  <a:cubicBezTo>
                    <a:pt x="20485" y="50289"/>
                    <a:pt x="19245" y="50289"/>
                    <a:pt x="19245" y="44957"/>
                  </a:cubicBezTo>
                  <a:lnTo>
                    <a:pt x="19245" y="22638"/>
                  </a:lnTo>
                  <a:cubicBezTo>
                    <a:pt x="19245" y="9618"/>
                    <a:pt x="29537" y="3542"/>
                    <a:pt x="37721" y="3542"/>
                  </a:cubicBezTo>
                  <a:cubicBezTo>
                    <a:pt x="46400" y="3542"/>
                    <a:pt x="47516" y="10362"/>
                    <a:pt x="47516" y="16686"/>
                  </a:cubicBezTo>
                  <a:lnTo>
                    <a:pt x="47516" y="44957"/>
                  </a:lnTo>
                  <a:cubicBezTo>
                    <a:pt x="47516" y="50289"/>
                    <a:pt x="46276" y="50289"/>
                    <a:pt x="38217" y="50289"/>
                  </a:cubicBezTo>
                  <a:lnTo>
                    <a:pt x="38217" y="54752"/>
                  </a:lnTo>
                  <a:cubicBezTo>
                    <a:pt x="38465" y="54752"/>
                    <a:pt x="47144" y="54256"/>
                    <a:pt x="52352" y="54256"/>
                  </a:cubicBezTo>
                  <a:cubicBezTo>
                    <a:pt x="56940" y="54256"/>
                    <a:pt x="65495" y="54628"/>
                    <a:pt x="66611" y="54752"/>
                  </a:cubicBezTo>
                  <a:lnTo>
                    <a:pt x="66611" y="50289"/>
                  </a:lnTo>
                  <a:cubicBezTo>
                    <a:pt x="58552" y="50289"/>
                    <a:pt x="57312" y="50289"/>
                    <a:pt x="57312" y="44957"/>
                  </a:cubicBezTo>
                  <a:lnTo>
                    <a:pt x="57312" y="22638"/>
                  </a:lnTo>
                  <a:cubicBezTo>
                    <a:pt x="57312" y="9618"/>
                    <a:pt x="67603" y="3542"/>
                    <a:pt x="75787" y="3542"/>
                  </a:cubicBezTo>
                  <a:cubicBezTo>
                    <a:pt x="84467" y="3542"/>
                    <a:pt x="85583" y="10362"/>
                    <a:pt x="85583" y="16686"/>
                  </a:cubicBezTo>
                  <a:lnTo>
                    <a:pt x="85583" y="44957"/>
                  </a:lnTo>
                  <a:cubicBezTo>
                    <a:pt x="85583" y="50289"/>
                    <a:pt x="84343" y="50289"/>
                    <a:pt x="76283" y="50289"/>
                  </a:cubicBezTo>
                  <a:lnTo>
                    <a:pt x="76283" y="54752"/>
                  </a:lnTo>
                  <a:cubicBezTo>
                    <a:pt x="76531" y="54752"/>
                    <a:pt x="85211" y="54256"/>
                    <a:pt x="90418" y="54256"/>
                  </a:cubicBezTo>
                  <a:cubicBezTo>
                    <a:pt x="95006" y="54256"/>
                    <a:pt x="103562" y="54628"/>
                    <a:pt x="104678" y="54752"/>
                  </a:cubicBezTo>
                  <a:lnTo>
                    <a:pt x="104678" y="50289"/>
                  </a:lnTo>
                  <a:cubicBezTo>
                    <a:pt x="96618" y="50289"/>
                    <a:pt x="95378" y="50289"/>
                    <a:pt x="95378" y="44957"/>
                  </a:cubicBezTo>
                  <a:lnTo>
                    <a:pt x="95378" y="17182"/>
                  </a:lnTo>
                  <a:close/>
                </a:path>
              </a:pathLst>
            </a:custGeom>
            <a:solidFill>
              <a:srgbClr val="000000"/>
            </a:solidFill>
            <a:ln w="1775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47" name="任意形状 246">
              <a:extLst>
                <a:ext uri="{FF2B5EF4-FFF2-40B4-BE49-F238E27FC236}">
                  <a16:creationId xmlns:a16="http://schemas.microsoft.com/office/drawing/2014/main" id="{D6974884-5E6F-A1D2-583F-94A5DDBEF271}"/>
                </a:ext>
              </a:extLst>
            </p:cNvPr>
            <p:cNvSpPr/>
            <p:nvPr>
              <p:custDataLst>
                <p:tags r:id="rId72"/>
              </p:custDataLst>
            </p:nvPr>
          </p:nvSpPr>
          <p:spPr>
            <a:xfrm>
              <a:off x="5338113" y="3781120"/>
              <a:ext cx="15747" cy="38190"/>
            </a:xfrm>
            <a:custGeom>
              <a:avLst/>
              <a:gdLst>
                <a:gd name="connsiteX0" fmla="*/ 12432 w 15747"/>
                <a:gd name="connsiteY0" fmla="*/ 12346 h 38190"/>
                <a:gd name="connsiteX1" fmla="*/ 2760 w 15747"/>
                <a:gd name="connsiteY1" fmla="*/ 35037 h 38190"/>
                <a:gd name="connsiteX2" fmla="*/ 1893 w 15747"/>
                <a:gd name="connsiteY2" fmla="*/ 36525 h 38190"/>
                <a:gd name="connsiteX3" fmla="*/ 3628 w 15747"/>
                <a:gd name="connsiteY3" fmla="*/ 38261 h 38190"/>
                <a:gd name="connsiteX4" fmla="*/ 15904 w 15747"/>
                <a:gd name="connsiteY4" fmla="*/ 13586 h 38190"/>
                <a:gd name="connsiteX5" fmla="*/ 7224 w 15747"/>
                <a:gd name="connsiteY5" fmla="*/ 71 h 38190"/>
                <a:gd name="connsiteX6" fmla="*/ 157 w 15747"/>
                <a:gd name="connsiteY6" fmla="*/ 7138 h 38190"/>
                <a:gd name="connsiteX7" fmla="*/ 7348 w 15747"/>
                <a:gd name="connsiteY7" fmla="*/ 14330 h 38190"/>
                <a:gd name="connsiteX8" fmla="*/ 12432 w 15747"/>
                <a:gd name="connsiteY8" fmla="*/ 12346 h 381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5747" h="38190">
                  <a:moveTo>
                    <a:pt x="12432" y="12346"/>
                  </a:moveTo>
                  <a:cubicBezTo>
                    <a:pt x="12432" y="19166"/>
                    <a:pt x="11192" y="27102"/>
                    <a:pt x="2760" y="35037"/>
                  </a:cubicBezTo>
                  <a:cubicBezTo>
                    <a:pt x="2265" y="35533"/>
                    <a:pt x="1893" y="35905"/>
                    <a:pt x="1893" y="36525"/>
                  </a:cubicBezTo>
                  <a:cubicBezTo>
                    <a:pt x="1893" y="37393"/>
                    <a:pt x="2884" y="38261"/>
                    <a:pt x="3628" y="38261"/>
                  </a:cubicBezTo>
                  <a:cubicBezTo>
                    <a:pt x="5364" y="38261"/>
                    <a:pt x="15904" y="28341"/>
                    <a:pt x="15904" y="13586"/>
                  </a:cubicBezTo>
                  <a:cubicBezTo>
                    <a:pt x="15904" y="5898"/>
                    <a:pt x="12928" y="71"/>
                    <a:pt x="7224" y="71"/>
                  </a:cubicBezTo>
                  <a:cubicBezTo>
                    <a:pt x="3132" y="71"/>
                    <a:pt x="157" y="3294"/>
                    <a:pt x="157" y="7138"/>
                  </a:cubicBezTo>
                  <a:cubicBezTo>
                    <a:pt x="157" y="11106"/>
                    <a:pt x="3008" y="14330"/>
                    <a:pt x="7348" y="14330"/>
                  </a:cubicBezTo>
                  <a:cubicBezTo>
                    <a:pt x="10324" y="14330"/>
                    <a:pt x="12308" y="12346"/>
                    <a:pt x="12432" y="12346"/>
                  </a:cubicBezTo>
                  <a:close/>
                </a:path>
              </a:pathLst>
            </a:custGeom>
            <a:solidFill>
              <a:srgbClr val="000000"/>
            </a:solidFill>
            <a:ln w="1775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48" name="任意形状 247">
              <a:extLst>
                <a:ext uri="{FF2B5EF4-FFF2-40B4-BE49-F238E27FC236}">
                  <a16:creationId xmlns:a16="http://schemas.microsoft.com/office/drawing/2014/main" id="{A3373942-FB5C-CCFC-D098-E50C48796BA8}"/>
                </a:ext>
              </a:extLst>
            </p:cNvPr>
            <p:cNvSpPr/>
            <p:nvPr>
              <p:custDataLst>
                <p:tags r:id="rId73"/>
              </p:custDataLst>
            </p:nvPr>
          </p:nvSpPr>
          <p:spPr>
            <a:xfrm>
              <a:off x="5375843" y="3750617"/>
              <a:ext cx="76256" cy="34222"/>
            </a:xfrm>
            <a:custGeom>
              <a:avLst/>
              <a:gdLst>
                <a:gd name="connsiteX0" fmla="*/ 76416 w 76256"/>
                <a:gd name="connsiteY0" fmla="*/ 4906 h 34222"/>
                <a:gd name="connsiteX1" fmla="*/ 71456 w 76256"/>
                <a:gd name="connsiteY1" fmla="*/ 71 h 34222"/>
                <a:gd name="connsiteX2" fmla="*/ 5119 w 76256"/>
                <a:gd name="connsiteY2" fmla="*/ 71 h 34222"/>
                <a:gd name="connsiteX3" fmla="*/ 159 w 76256"/>
                <a:gd name="connsiteY3" fmla="*/ 3170 h 34222"/>
                <a:gd name="connsiteX4" fmla="*/ 5119 w 76256"/>
                <a:gd name="connsiteY4" fmla="*/ 6146 h 34222"/>
                <a:gd name="connsiteX5" fmla="*/ 70340 w 76256"/>
                <a:gd name="connsiteY5" fmla="*/ 6146 h 34222"/>
                <a:gd name="connsiteX6" fmla="*/ 70340 w 76256"/>
                <a:gd name="connsiteY6" fmla="*/ 29457 h 34222"/>
                <a:gd name="connsiteX7" fmla="*/ 73316 w 76256"/>
                <a:gd name="connsiteY7" fmla="*/ 34293 h 34222"/>
                <a:gd name="connsiteX8" fmla="*/ 76416 w 76256"/>
                <a:gd name="connsiteY8" fmla="*/ 29457 h 34222"/>
                <a:gd name="connsiteX9" fmla="*/ 76416 w 76256"/>
                <a:gd name="connsiteY9" fmla="*/ 4906 h 34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6256" h="34222">
                  <a:moveTo>
                    <a:pt x="76416" y="4906"/>
                  </a:moveTo>
                  <a:cubicBezTo>
                    <a:pt x="76416" y="691"/>
                    <a:pt x="75672" y="71"/>
                    <a:pt x="71456" y="71"/>
                  </a:cubicBezTo>
                  <a:lnTo>
                    <a:pt x="5119" y="71"/>
                  </a:lnTo>
                  <a:cubicBezTo>
                    <a:pt x="3011" y="71"/>
                    <a:pt x="159" y="71"/>
                    <a:pt x="159" y="3170"/>
                  </a:cubicBezTo>
                  <a:cubicBezTo>
                    <a:pt x="159" y="6146"/>
                    <a:pt x="3135" y="6146"/>
                    <a:pt x="5119" y="6146"/>
                  </a:cubicBezTo>
                  <a:lnTo>
                    <a:pt x="70340" y="6146"/>
                  </a:lnTo>
                  <a:lnTo>
                    <a:pt x="70340" y="29457"/>
                  </a:lnTo>
                  <a:cubicBezTo>
                    <a:pt x="70340" y="31317"/>
                    <a:pt x="70340" y="34293"/>
                    <a:pt x="73316" y="34293"/>
                  </a:cubicBezTo>
                  <a:cubicBezTo>
                    <a:pt x="76416" y="34293"/>
                    <a:pt x="76416" y="31441"/>
                    <a:pt x="76416" y="29457"/>
                  </a:cubicBezTo>
                  <a:lnTo>
                    <a:pt x="76416" y="4906"/>
                  </a:lnTo>
                  <a:close/>
                </a:path>
              </a:pathLst>
            </a:custGeom>
            <a:solidFill>
              <a:srgbClr val="000000"/>
            </a:solidFill>
            <a:ln w="1775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49" name="任意形状 248">
              <a:extLst>
                <a:ext uri="{FF2B5EF4-FFF2-40B4-BE49-F238E27FC236}">
                  <a16:creationId xmlns:a16="http://schemas.microsoft.com/office/drawing/2014/main" id="{88A14EE6-FD43-C3EF-2AB2-8C09FCC70912}"/>
                </a:ext>
              </a:extLst>
            </p:cNvPr>
            <p:cNvSpPr/>
            <p:nvPr>
              <p:custDataLst>
                <p:tags r:id="rId74"/>
              </p:custDataLst>
            </p:nvPr>
          </p:nvSpPr>
          <p:spPr>
            <a:xfrm>
              <a:off x="5468696" y="3709327"/>
              <a:ext cx="27898" cy="86052"/>
            </a:xfrm>
            <a:custGeom>
              <a:avLst/>
              <a:gdLst>
                <a:gd name="connsiteX0" fmla="*/ 18764 w 27898"/>
                <a:gd name="connsiteY0" fmla="*/ 71 h 86052"/>
                <a:gd name="connsiteX1" fmla="*/ 164 w 27898"/>
                <a:gd name="connsiteY1" fmla="*/ 1435 h 86052"/>
                <a:gd name="connsiteX2" fmla="*/ 164 w 27898"/>
                <a:gd name="connsiteY2" fmla="*/ 5898 h 86052"/>
                <a:gd name="connsiteX3" fmla="*/ 9464 w 27898"/>
                <a:gd name="connsiteY3" fmla="*/ 12842 h 86052"/>
                <a:gd name="connsiteX4" fmla="*/ 9464 w 27898"/>
                <a:gd name="connsiteY4" fmla="*/ 76328 h 86052"/>
                <a:gd name="connsiteX5" fmla="*/ 164 w 27898"/>
                <a:gd name="connsiteY5" fmla="*/ 81659 h 86052"/>
                <a:gd name="connsiteX6" fmla="*/ 164 w 27898"/>
                <a:gd name="connsiteY6" fmla="*/ 86123 h 86052"/>
                <a:gd name="connsiteX7" fmla="*/ 14052 w 27898"/>
                <a:gd name="connsiteY7" fmla="*/ 85627 h 86052"/>
                <a:gd name="connsiteX8" fmla="*/ 28063 w 27898"/>
                <a:gd name="connsiteY8" fmla="*/ 86123 h 86052"/>
                <a:gd name="connsiteX9" fmla="*/ 28063 w 27898"/>
                <a:gd name="connsiteY9" fmla="*/ 81659 h 86052"/>
                <a:gd name="connsiteX10" fmla="*/ 18764 w 27898"/>
                <a:gd name="connsiteY10" fmla="*/ 76328 h 86052"/>
                <a:gd name="connsiteX11" fmla="*/ 18764 w 27898"/>
                <a:gd name="connsiteY11" fmla="*/ 71 h 86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7898" h="86052">
                  <a:moveTo>
                    <a:pt x="18764" y="71"/>
                  </a:moveTo>
                  <a:lnTo>
                    <a:pt x="164" y="1435"/>
                  </a:lnTo>
                  <a:lnTo>
                    <a:pt x="164" y="5898"/>
                  </a:lnTo>
                  <a:cubicBezTo>
                    <a:pt x="8472" y="5898"/>
                    <a:pt x="9464" y="6766"/>
                    <a:pt x="9464" y="12842"/>
                  </a:cubicBezTo>
                  <a:lnTo>
                    <a:pt x="9464" y="76328"/>
                  </a:lnTo>
                  <a:cubicBezTo>
                    <a:pt x="9464" y="81659"/>
                    <a:pt x="8224" y="81659"/>
                    <a:pt x="164" y="81659"/>
                  </a:cubicBezTo>
                  <a:lnTo>
                    <a:pt x="164" y="86123"/>
                  </a:lnTo>
                  <a:cubicBezTo>
                    <a:pt x="412" y="86123"/>
                    <a:pt x="9092" y="85627"/>
                    <a:pt x="14052" y="85627"/>
                  </a:cubicBezTo>
                  <a:cubicBezTo>
                    <a:pt x="18764" y="85627"/>
                    <a:pt x="23351" y="85751"/>
                    <a:pt x="28063" y="86123"/>
                  </a:cubicBezTo>
                  <a:lnTo>
                    <a:pt x="28063" y="81659"/>
                  </a:lnTo>
                  <a:cubicBezTo>
                    <a:pt x="20004" y="81659"/>
                    <a:pt x="18764" y="81659"/>
                    <a:pt x="18764" y="76328"/>
                  </a:cubicBezTo>
                  <a:lnTo>
                    <a:pt x="18764" y="71"/>
                  </a:lnTo>
                  <a:close/>
                </a:path>
              </a:pathLst>
            </a:custGeom>
            <a:solidFill>
              <a:srgbClr val="000000"/>
            </a:solidFill>
            <a:ln w="1775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50" name="任意形状 249">
              <a:extLst>
                <a:ext uri="{FF2B5EF4-FFF2-40B4-BE49-F238E27FC236}">
                  <a16:creationId xmlns:a16="http://schemas.microsoft.com/office/drawing/2014/main" id="{F928CEF2-A44E-0576-0FDB-4F688EC35F6E}"/>
                </a:ext>
              </a:extLst>
            </p:cNvPr>
            <p:cNvSpPr/>
            <p:nvPr>
              <p:custDataLst>
                <p:tags r:id="rId75"/>
              </p:custDataLst>
            </p:nvPr>
          </p:nvSpPr>
          <p:spPr>
            <a:xfrm>
              <a:off x="5506690" y="3740078"/>
              <a:ext cx="60757" cy="56541"/>
            </a:xfrm>
            <a:custGeom>
              <a:avLst/>
              <a:gdLst>
                <a:gd name="connsiteX0" fmla="*/ 60924 w 60757"/>
                <a:gd name="connsiteY0" fmla="*/ 28961 h 56541"/>
                <a:gd name="connsiteX1" fmla="*/ 30545 w 60757"/>
                <a:gd name="connsiteY1" fmla="*/ 71 h 56541"/>
                <a:gd name="connsiteX2" fmla="*/ 167 w 60757"/>
                <a:gd name="connsiteY2" fmla="*/ 28961 h 56541"/>
                <a:gd name="connsiteX3" fmla="*/ 30545 w 60757"/>
                <a:gd name="connsiteY3" fmla="*/ 56612 h 56541"/>
                <a:gd name="connsiteX4" fmla="*/ 60924 w 60757"/>
                <a:gd name="connsiteY4" fmla="*/ 28961 h 56541"/>
                <a:gd name="connsiteX5" fmla="*/ 30545 w 60757"/>
                <a:gd name="connsiteY5" fmla="*/ 52644 h 56541"/>
                <a:gd name="connsiteX6" fmla="*/ 15170 w 60757"/>
                <a:gd name="connsiteY6" fmla="*/ 45081 h 56541"/>
                <a:gd name="connsiteX7" fmla="*/ 11450 w 60757"/>
                <a:gd name="connsiteY7" fmla="*/ 27845 h 56541"/>
                <a:gd name="connsiteX8" fmla="*/ 15914 w 60757"/>
                <a:gd name="connsiteY8" fmla="*/ 9866 h 56541"/>
                <a:gd name="connsiteX9" fmla="*/ 30545 w 60757"/>
                <a:gd name="connsiteY9" fmla="*/ 3542 h 56541"/>
                <a:gd name="connsiteX10" fmla="*/ 45797 w 60757"/>
                <a:gd name="connsiteY10" fmla="*/ 10858 h 56541"/>
                <a:gd name="connsiteX11" fmla="*/ 49641 w 60757"/>
                <a:gd name="connsiteY11" fmla="*/ 27845 h 56541"/>
                <a:gd name="connsiteX12" fmla="*/ 45673 w 60757"/>
                <a:gd name="connsiteY12" fmla="*/ 45453 h 56541"/>
                <a:gd name="connsiteX13" fmla="*/ 30545 w 60757"/>
                <a:gd name="connsiteY13" fmla="*/ 52644 h 565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0757" h="56541">
                  <a:moveTo>
                    <a:pt x="60924" y="28961"/>
                  </a:moveTo>
                  <a:cubicBezTo>
                    <a:pt x="60924" y="13462"/>
                    <a:pt x="47657" y="71"/>
                    <a:pt x="30545" y="71"/>
                  </a:cubicBezTo>
                  <a:cubicBezTo>
                    <a:pt x="13434" y="71"/>
                    <a:pt x="167" y="13462"/>
                    <a:pt x="167" y="28961"/>
                  </a:cubicBezTo>
                  <a:cubicBezTo>
                    <a:pt x="167" y="44337"/>
                    <a:pt x="13806" y="56612"/>
                    <a:pt x="30545" y="56612"/>
                  </a:cubicBezTo>
                  <a:cubicBezTo>
                    <a:pt x="47285" y="56612"/>
                    <a:pt x="60924" y="44337"/>
                    <a:pt x="60924" y="28961"/>
                  </a:cubicBezTo>
                  <a:close/>
                  <a:moveTo>
                    <a:pt x="30545" y="52644"/>
                  </a:moveTo>
                  <a:cubicBezTo>
                    <a:pt x="25958" y="52644"/>
                    <a:pt x="19262" y="51157"/>
                    <a:pt x="15170" y="45081"/>
                  </a:cubicBezTo>
                  <a:cubicBezTo>
                    <a:pt x="11822" y="39997"/>
                    <a:pt x="11450" y="33549"/>
                    <a:pt x="11450" y="27845"/>
                  </a:cubicBezTo>
                  <a:cubicBezTo>
                    <a:pt x="11450" y="22514"/>
                    <a:pt x="11574" y="15198"/>
                    <a:pt x="15914" y="9866"/>
                  </a:cubicBezTo>
                  <a:cubicBezTo>
                    <a:pt x="19014" y="6270"/>
                    <a:pt x="24222" y="3542"/>
                    <a:pt x="30545" y="3542"/>
                  </a:cubicBezTo>
                  <a:cubicBezTo>
                    <a:pt x="37861" y="3542"/>
                    <a:pt x="43069" y="7014"/>
                    <a:pt x="45797" y="10858"/>
                  </a:cubicBezTo>
                  <a:cubicBezTo>
                    <a:pt x="49269" y="15694"/>
                    <a:pt x="49641" y="21894"/>
                    <a:pt x="49641" y="27845"/>
                  </a:cubicBezTo>
                  <a:cubicBezTo>
                    <a:pt x="49641" y="33797"/>
                    <a:pt x="49269" y="40369"/>
                    <a:pt x="45673" y="45453"/>
                  </a:cubicBezTo>
                  <a:cubicBezTo>
                    <a:pt x="42325" y="50165"/>
                    <a:pt x="36621" y="52644"/>
                    <a:pt x="30545" y="52644"/>
                  </a:cubicBezTo>
                  <a:close/>
                </a:path>
              </a:pathLst>
            </a:custGeom>
            <a:solidFill>
              <a:srgbClr val="000000"/>
            </a:solidFill>
            <a:ln w="1775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51" name="任意形状 250">
              <a:extLst>
                <a:ext uri="{FF2B5EF4-FFF2-40B4-BE49-F238E27FC236}">
                  <a16:creationId xmlns:a16="http://schemas.microsoft.com/office/drawing/2014/main" id="{B903F96F-210D-212D-0559-F644B487782A}"/>
                </a:ext>
              </a:extLst>
            </p:cNvPr>
            <p:cNvSpPr/>
            <p:nvPr>
              <p:custDataLst>
                <p:tags r:id="rId76"/>
              </p:custDataLst>
            </p:nvPr>
          </p:nvSpPr>
          <p:spPr>
            <a:xfrm>
              <a:off x="5581112" y="3740078"/>
              <a:ext cx="60757" cy="56541"/>
            </a:xfrm>
            <a:custGeom>
              <a:avLst/>
              <a:gdLst>
                <a:gd name="connsiteX0" fmla="*/ 60928 w 60757"/>
                <a:gd name="connsiteY0" fmla="*/ 28961 h 56541"/>
                <a:gd name="connsiteX1" fmla="*/ 30550 w 60757"/>
                <a:gd name="connsiteY1" fmla="*/ 71 h 56541"/>
                <a:gd name="connsiteX2" fmla="*/ 171 w 60757"/>
                <a:gd name="connsiteY2" fmla="*/ 28961 h 56541"/>
                <a:gd name="connsiteX3" fmla="*/ 30550 w 60757"/>
                <a:gd name="connsiteY3" fmla="*/ 56612 h 56541"/>
                <a:gd name="connsiteX4" fmla="*/ 60928 w 60757"/>
                <a:gd name="connsiteY4" fmla="*/ 28961 h 56541"/>
                <a:gd name="connsiteX5" fmla="*/ 30550 w 60757"/>
                <a:gd name="connsiteY5" fmla="*/ 52644 h 56541"/>
                <a:gd name="connsiteX6" fmla="*/ 15174 w 60757"/>
                <a:gd name="connsiteY6" fmla="*/ 45081 h 56541"/>
                <a:gd name="connsiteX7" fmla="*/ 11454 w 60757"/>
                <a:gd name="connsiteY7" fmla="*/ 27845 h 56541"/>
                <a:gd name="connsiteX8" fmla="*/ 15918 w 60757"/>
                <a:gd name="connsiteY8" fmla="*/ 9866 h 56541"/>
                <a:gd name="connsiteX9" fmla="*/ 30550 w 60757"/>
                <a:gd name="connsiteY9" fmla="*/ 3542 h 56541"/>
                <a:gd name="connsiteX10" fmla="*/ 45801 w 60757"/>
                <a:gd name="connsiteY10" fmla="*/ 10858 h 56541"/>
                <a:gd name="connsiteX11" fmla="*/ 49645 w 60757"/>
                <a:gd name="connsiteY11" fmla="*/ 27845 h 56541"/>
                <a:gd name="connsiteX12" fmla="*/ 45677 w 60757"/>
                <a:gd name="connsiteY12" fmla="*/ 45453 h 56541"/>
                <a:gd name="connsiteX13" fmla="*/ 30550 w 60757"/>
                <a:gd name="connsiteY13" fmla="*/ 52644 h 565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0757" h="56541">
                  <a:moveTo>
                    <a:pt x="60928" y="28961"/>
                  </a:moveTo>
                  <a:cubicBezTo>
                    <a:pt x="60928" y="13462"/>
                    <a:pt x="47661" y="71"/>
                    <a:pt x="30550" y="71"/>
                  </a:cubicBezTo>
                  <a:cubicBezTo>
                    <a:pt x="13438" y="71"/>
                    <a:pt x="171" y="13462"/>
                    <a:pt x="171" y="28961"/>
                  </a:cubicBezTo>
                  <a:cubicBezTo>
                    <a:pt x="171" y="44337"/>
                    <a:pt x="13810" y="56612"/>
                    <a:pt x="30550" y="56612"/>
                  </a:cubicBezTo>
                  <a:cubicBezTo>
                    <a:pt x="47289" y="56612"/>
                    <a:pt x="60928" y="44337"/>
                    <a:pt x="60928" y="28961"/>
                  </a:cubicBezTo>
                  <a:close/>
                  <a:moveTo>
                    <a:pt x="30550" y="52644"/>
                  </a:moveTo>
                  <a:cubicBezTo>
                    <a:pt x="25962" y="52644"/>
                    <a:pt x="19266" y="51157"/>
                    <a:pt x="15174" y="45081"/>
                  </a:cubicBezTo>
                  <a:cubicBezTo>
                    <a:pt x="11826" y="39997"/>
                    <a:pt x="11454" y="33549"/>
                    <a:pt x="11454" y="27845"/>
                  </a:cubicBezTo>
                  <a:cubicBezTo>
                    <a:pt x="11454" y="22514"/>
                    <a:pt x="11578" y="15198"/>
                    <a:pt x="15918" y="9866"/>
                  </a:cubicBezTo>
                  <a:cubicBezTo>
                    <a:pt x="19018" y="6270"/>
                    <a:pt x="24226" y="3542"/>
                    <a:pt x="30550" y="3542"/>
                  </a:cubicBezTo>
                  <a:cubicBezTo>
                    <a:pt x="37865" y="3542"/>
                    <a:pt x="43073" y="7014"/>
                    <a:pt x="45801" y="10858"/>
                  </a:cubicBezTo>
                  <a:cubicBezTo>
                    <a:pt x="49273" y="15694"/>
                    <a:pt x="49645" y="21894"/>
                    <a:pt x="49645" y="27845"/>
                  </a:cubicBezTo>
                  <a:cubicBezTo>
                    <a:pt x="49645" y="33797"/>
                    <a:pt x="49273" y="40369"/>
                    <a:pt x="45677" y="45453"/>
                  </a:cubicBezTo>
                  <a:cubicBezTo>
                    <a:pt x="42329" y="50165"/>
                    <a:pt x="36625" y="52644"/>
                    <a:pt x="30550" y="52644"/>
                  </a:cubicBezTo>
                  <a:close/>
                </a:path>
              </a:pathLst>
            </a:custGeom>
            <a:solidFill>
              <a:srgbClr val="000000"/>
            </a:solidFill>
            <a:ln w="1775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52" name="任意形状 251">
              <a:extLst>
                <a:ext uri="{FF2B5EF4-FFF2-40B4-BE49-F238E27FC236}">
                  <a16:creationId xmlns:a16="http://schemas.microsoft.com/office/drawing/2014/main" id="{2DD3D15D-B72B-05CF-CBF9-98D83AD9A0D6}"/>
                </a:ext>
              </a:extLst>
            </p:cNvPr>
            <p:cNvSpPr/>
            <p:nvPr>
              <p:custDataLst>
                <p:tags r:id="rId77"/>
              </p:custDataLst>
            </p:nvPr>
          </p:nvSpPr>
          <p:spPr>
            <a:xfrm>
              <a:off x="5652961" y="3740698"/>
              <a:ext cx="66337" cy="78736"/>
            </a:xfrm>
            <a:custGeom>
              <a:avLst/>
              <a:gdLst>
                <a:gd name="connsiteX0" fmla="*/ 28570 w 66337"/>
                <a:gd name="connsiteY0" fmla="*/ 74344 h 78736"/>
                <a:gd name="connsiteX1" fmla="*/ 19270 w 66337"/>
                <a:gd name="connsiteY1" fmla="*/ 69012 h 78736"/>
                <a:gd name="connsiteX2" fmla="*/ 19270 w 66337"/>
                <a:gd name="connsiteY2" fmla="*/ 48801 h 78736"/>
                <a:gd name="connsiteX3" fmla="*/ 36133 w 66337"/>
                <a:gd name="connsiteY3" fmla="*/ 55992 h 78736"/>
                <a:gd name="connsiteX4" fmla="*/ 66512 w 66337"/>
                <a:gd name="connsiteY4" fmla="*/ 27969 h 78736"/>
                <a:gd name="connsiteX5" fmla="*/ 38117 w 66337"/>
                <a:gd name="connsiteY5" fmla="*/ 71 h 78736"/>
                <a:gd name="connsiteX6" fmla="*/ 18774 w 66337"/>
                <a:gd name="connsiteY6" fmla="*/ 7634 h 78736"/>
                <a:gd name="connsiteX7" fmla="*/ 18774 w 66337"/>
                <a:gd name="connsiteY7" fmla="*/ 71 h 78736"/>
                <a:gd name="connsiteX8" fmla="*/ 175 w 66337"/>
                <a:gd name="connsiteY8" fmla="*/ 1435 h 78736"/>
                <a:gd name="connsiteX9" fmla="*/ 175 w 66337"/>
                <a:gd name="connsiteY9" fmla="*/ 5898 h 78736"/>
                <a:gd name="connsiteX10" fmla="*/ 9474 w 66337"/>
                <a:gd name="connsiteY10" fmla="*/ 11726 h 78736"/>
                <a:gd name="connsiteX11" fmla="*/ 9474 w 66337"/>
                <a:gd name="connsiteY11" fmla="*/ 69012 h 78736"/>
                <a:gd name="connsiteX12" fmla="*/ 175 w 66337"/>
                <a:gd name="connsiteY12" fmla="*/ 74344 h 78736"/>
                <a:gd name="connsiteX13" fmla="*/ 175 w 66337"/>
                <a:gd name="connsiteY13" fmla="*/ 78807 h 78736"/>
                <a:gd name="connsiteX14" fmla="*/ 14310 w 66337"/>
                <a:gd name="connsiteY14" fmla="*/ 78311 h 78736"/>
                <a:gd name="connsiteX15" fmla="*/ 28570 w 66337"/>
                <a:gd name="connsiteY15" fmla="*/ 78807 h 78736"/>
                <a:gd name="connsiteX16" fmla="*/ 28570 w 66337"/>
                <a:gd name="connsiteY16" fmla="*/ 74344 h 78736"/>
                <a:gd name="connsiteX17" fmla="*/ 19270 w 66337"/>
                <a:gd name="connsiteY17" fmla="*/ 13462 h 78736"/>
                <a:gd name="connsiteX18" fmla="*/ 36753 w 66337"/>
                <a:gd name="connsiteY18" fmla="*/ 4038 h 78736"/>
                <a:gd name="connsiteX19" fmla="*/ 55229 w 66337"/>
                <a:gd name="connsiteY19" fmla="*/ 27969 h 78736"/>
                <a:gd name="connsiteX20" fmla="*/ 35389 w 66337"/>
                <a:gd name="connsiteY20" fmla="*/ 52521 h 78736"/>
                <a:gd name="connsiteX21" fmla="*/ 19270 w 66337"/>
                <a:gd name="connsiteY21" fmla="*/ 42229 h 78736"/>
                <a:gd name="connsiteX22" fmla="*/ 19270 w 66337"/>
                <a:gd name="connsiteY22" fmla="*/ 13462 h 787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66337" h="78736">
                  <a:moveTo>
                    <a:pt x="28570" y="74344"/>
                  </a:moveTo>
                  <a:cubicBezTo>
                    <a:pt x="20510" y="74344"/>
                    <a:pt x="19270" y="74344"/>
                    <a:pt x="19270" y="69012"/>
                  </a:cubicBezTo>
                  <a:lnTo>
                    <a:pt x="19270" y="48801"/>
                  </a:lnTo>
                  <a:cubicBezTo>
                    <a:pt x="19890" y="49421"/>
                    <a:pt x="25718" y="55992"/>
                    <a:pt x="36133" y="55992"/>
                  </a:cubicBezTo>
                  <a:cubicBezTo>
                    <a:pt x="52501" y="55992"/>
                    <a:pt x="66512" y="43717"/>
                    <a:pt x="66512" y="27969"/>
                  </a:cubicBezTo>
                  <a:cubicBezTo>
                    <a:pt x="66512" y="12718"/>
                    <a:pt x="53865" y="71"/>
                    <a:pt x="38117" y="71"/>
                  </a:cubicBezTo>
                  <a:cubicBezTo>
                    <a:pt x="31049" y="71"/>
                    <a:pt x="23858" y="2675"/>
                    <a:pt x="18774" y="7634"/>
                  </a:cubicBezTo>
                  <a:lnTo>
                    <a:pt x="18774" y="71"/>
                  </a:lnTo>
                  <a:lnTo>
                    <a:pt x="175" y="1435"/>
                  </a:lnTo>
                  <a:lnTo>
                    <a:pt x="175" y="5898"/>
                  </a:lnTo>
                  <a:cubicBezTo>
                    <a:pt x="8854" y="5898"/>
                    <a:pt x="9474" y="6518"/>
                    <a:pt x="9474" y="11726"/>
                  </a:cubicBezTo>
                  <a:lnTo>
                    <a:pt x="9474" y="69012"/>
                  </a:lnTo>
                  <a:cubicBezTo>
                    <a:pt x="9474" y="74344"/>
                    <a:pt x="8234" y="74344"/>
                    <a:pt x="175" y="74344"/>
                  </a:cubicBezTo>
                  <a:lnTo>
                    <a:pt x="175" y="78807"/>
                  </a:lnTo>
                  <a:cubicBezTo>
                    <a:pt x="423" y="78807"/>
                    <a:pt x="9102" y="78311"/>
                    <a:pt x="14310" y="78311"/>
                  </a:cubicBezTo>
                  <a:cubicBezTo>
                    <a:pt x="18898" y="78311"/>
                    <a:pt x="27454" y="78683"/>
                    <a:pt x="28570" y="78807"/>
                  </a:cubicBezTo>
                  <a:lnTo>
                    <a:pt x="28570" y="74344"/>
                  </a:lnTo>
                  <a:close/>
                  <a:moveTo>
                    <a:pt x="19270" y="13462"/>
                  </a:moveTo>
                  <a:cubicBezTo>
                    <a:pt x="22990" y="7262"/>
                    <a:pt x="30182" y="4038"/>
                    <a:pt x="36753" y="4038"/>
                  </a:cubicBezTo>
                  <a:cubicBezTo>
                    <a:pt x="47169" y="4038"/>
                    <a:pt x="55229" y="14950"/>
                    <a:pt x="55229" y="27969"/>
                  </a:cubicBezTo>
                  <a:cubicBezTo>
                    <a:pt x="55229" y="42105"/>
                    <a:pt x="45929" y="52521"/>
                    <a:pt x="35389" y="52521"/>
                  </a:cubicBezTo>
                  <a:cubicBezTo>
                    <a:pt x="24478" y="52521"/>
                    <a:pt x="19642" y="42973"/>
                    <a:pt x="19270" y="42229"/>
                  </a:cubicBezTo>
                  <a:lnTo>
                    <a:pt x="19270" y="13462"/>
                  </a:lnTo>
                  <a:close/>
                </a:path>
              </a:pathLst>
            </a:custGeom>
            <a:solidFill>
              <a:srgbClr val="000000"/>
            </a:solidFill>
            <a:ln w="1775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53" name="任意形状 252">
              <a:extLst>
                <a:ext uri="{FF2B5EF4-FFF2-40B4-BE49-F238E27FC236}">
                  <a16:creationId xmlns:a16="http://schemas.microsoft.com/office/drawing/2014/main" id="{9FDD3235-CF38-B932-21DE-7DF498F39678}"/>
                </a:ext>
              </a:extLst>
            </p:cNvPr>
            <p:cNvSpPr/>
            <p:nvPr>
              <p:custDataLst>
                <p:tags r:id="rId78"/>
              </p:custDataLst>
            </p:nvPr>
          </p:nvSpPr>
          <p:spPr>
            <a:xfrm>
              <a:off x="5072935" y="3857627"/>
              <a:ext cx="57657" cy="55921"/>
            </a:xfrm>
            <a:custGeom>
              <a:avLst/>
              <a:gdLst>
                <a:gd name="connsiteX0" fmla="*/ 23453 w 57657"/>
                <a:gd name="connsiteY0" fmla="*/ 29712 h 55921"/>
                <a:gd name="connsiteX1" fmla="*/ 26677 w 57657"/>
                <a:gd name="connsiteY1" fmla="*/ 17188 h 55921"/>
                <a:gd name="connsiteX2" fmla="*/ 34489 w 57657"/>
                <a:gd name="connsiteY2" fmla="*/ 7021 h 55921"/>
                <a:gd name="connsiteX3" fmla="*/ 44532 w 57657"/>
                <a:gd name="connsiteY3" fmla="*/ 3549 h 55921"/>
                <a:gd name="connsiteX4" fmla="*/ 51352 w 57657"/>
                <a:gd name="connsiteY4" fmla="*/ 5285 h 55921"/>
                <a:gd name="connsiteX5" fmla="*/ 45896 w 57657"/>
                <a:gd name="connsiteY5" fmla="*/ 12105 h 55921"/>
                <a:gd name="connsiteX6" fmla="*/ 50856 w 57657"/>
                <a:gd name="connsiteY6" fmla="*/ 16693 h 55921"/>
                <a:gd name="connsiteX7" fmla="*/ 57800 w 57657"/>
                <a:gd name="connsiteY7" fmla="*/ 9129 h 55921"/>
                <a:gd name="connsiteX8" fmla="*/ 44656 w 57657"/>
                <a:gd name="connsiteY8" fmla="*/ 77 h 55921"/>
                <a:gd name="connsiteX9" fmla="*/ 27173 w 57657"/>
                <a:gd name="connsiteY9" fmla="*/ 8881 h 55921"/>
                <a:gd name="connsiteX10" fmla="*/ 14402 w 57657"/>
                <a:gd name="connsiteY10" fmla="*/ 77 h 55921"/>
                <a:gd name="connsiteX11" fmla="*/ 4730 w 57657"/>
                <a:gd name="connsiteY11" fmla="*/ 6401 h 55921"/>
                <a:gd name="connsiteX12" fmla="*/ 142 w 57657"/>
                <a:gd name="connsiteY12" fmla="*/ 19048 h 55921"/>
                <a:gd name="connsiteX13" fmla="*/ 2250 w 57657"/>
                <a:gd name="connsiteY13" fmla="*/ 20660 h 55921"/>
                <a:gd name="connsiteX14" fmla="*/ 4978 w 57657"/>
                <a:gd name="connsiteY14" fmla="*/ 16941 h 55921"/>
                <a:gd name="connsiteX15" fmla="*/ 14030 w 57657"/>
                <a:gd name="connsiteY15" fmla="*/ 3549 h 55921"/>
                <a:gd name="connsiteX16" fmla="*/ 18121 w 57657"/>
                <a:gd name="connsiteY16" fmla="*/ 9625 h 55921"/>
                <a:gd name="connsiteX17" fmla="*/ 16137 w 57657"/>
                <a:gd name="connsiteY17" fmla="*/ 19916 h 55921"/>
                <a:gd name="connsiteX18" fmla="*/ 13410 w 57657"/>
                <a:gd name="connsiteY18" fmla="*/ 31076 h 55921"/>
                <a:gd name="connsiteX19" fmla="*/ 9442 w 57657"/>
                <a:gd name="connsiteY19" fmla="*/ 46947 h 55921"/>
                <a:gd name="connsiteX20" fmla="*/ 8202 w 57657"/>
                <a:gd name="connsiteY20" fmla="*/ 52031 h 55921"/>
                <a:gd name="connsiteX21" fmla="*/ 12418 w 57657"/>
                <a:gd name="connsiteY21" fmla="*/ 55999 h 55921"/>
                <a:gd name="connsiteX22" fmla="*/ 17749 w 57657"/>
                <a:gd name="connsiteY22" fmla="*/ 52403 h 55921"/>
                <a:gd name="connsiteX23" fmla="*/ 20105 w 57657"/>
                <a:gd name="connsiteY23" fmla="*/ 43103 h 55921"/>
                <a:gd name="connsiteX24" fmla="*/ 23453 w 57657"/>
                <a:gd name="connsiteY24" fmla="*/ 29712 h 559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57657" h="55921">
                  <a:moveTo>
                    <a:pt x="23453" y="29712"/>
                  </a:moveTo>
                  <a:cubicBezTo>
                    <a:pt x="23577" y="28968"/>
                    <a:pt x="26429" y="17808"/>
                    <a:pt x="26677" y="17188"/>
                  </a:cubicBezTo>
                  <a:cubicBezTo>
                    <a:pt x="26925" y="16197"/>
                    <a:pt x="30521" y="9997"/>
                    <a:pt x="34489" y="7021"/>
                  </a:cubicBezTo>
                  <a:cubicBezTo>
                    <a:pt x="35853" y="6029"/>
                    <a:pt x="39201" y="3549"/>
                    <a:pt x="44532" y="3549"/>
                  </a:cubicBezTo>
                  <a:cubicBezTo>
                    <a:pt x="45772" y="3549"/>
                    <a:pt x="48872" y="3673"/>
                    <a:pt x="51352" y="5285"/>
                  </a:cubicBezTo>
                  <a:cubicBezTo>
                    <a:pt x="47384" y="6401"/>
                    <a:pt x="45896" y="9873"/>
                    <a:pt x="45896" y="12105"/>
                  </a:cubicBezTo>
                  <a:cubicBezTo>
                    <a:pt x="45896" y="14833"/>
                    <a:pt x="48004" y="16693"/>
                    <a:pt x="50856" y="16693"/>
                  </a:cubicBezTo>
                  <a:cubicBezTo>
                    <a:pt x="53708" y="16693"/>
                    <a:pt x="57800" y="14337"/>
                    <a:pt x="57800" y="9129"/>
                  </a:cubicBezTo>
                  <a:cubicBezTo>
                    <a:pt x="57800" y="2681"/>
                    <a:pt x="50980" y="77"/>
                    <a:pt x="44656" y="77"/>
                  </a:cubicBezTo>
                  <a:cubicBezTo>
                    <a:pt x="38209" y="77"/>
                    <a:pt x="32629" y="2681"/>
                    <a:pt x="27173" y="8881"/>
                  </a:cubicBezTo>
                  <a:cubicBezTo>
                    <a:pt x="24941" y="1317"/>
                    <a:pt x="17377" y="77"/>
                    <a:pt x="14402" y="77"/>
                  </a:cubicBezTo>
                  <a:cubicBezTo>
                    <a:pt x="9814" y="77"/>
                    <a:pt x="6714" y="2929"/>
                    <a:pt x="4730" y="6401"/>
                  </a:cubicBezTo>
                  <a:cubicBezTo>
                    <a:pt x="1878" y="11237"/>
                    <a:pt x="142" y="18428"/>
                    <a:pt x="142" y="19048"/>
                  </a:cubicBezTo>
                  <a:cubicBezTo>
                    <a:pt x="142" y="20660"/>
                    <a:pt x="1878" y="20660"/>
                    <a:pt x="2250" y="20660"/>
                  </a:cubicBezTo>
                  <a:cubicBezTo>
                    <a:pt x="3986" y="20660"/>
                    <a:pt x="4110" y="20288"/>
                    <a:pt x="4978" y="16941"/>
                  </a:cubicBezTo>
                  <a:cubicBezTo>
                    <a:pt x="6838" y="9377"/>
                    <a:pt x="9194" y="3549"/>
                    <a:pt x="14030" y="3549"/>
                  </a:cubicBezTo>
                  <a:cubicBezTo>
                    <a:pt x="17253" y="3549"/>
                    <a:pt x="18121" y="6277"/>
                    <a:pt x="18121" y="9625"/>
                  </a:cubicBezTo>
                  <a:cubicBezTo>
                    <a:pt x="18121" y="11981"/>
                    <a:pt x="17005" y="16569"/>
                    <a:pt x="16137" y="19916"/>
                  </a:cubicBezTo>
                  <a:cubicBezTo>
                    <a:pt x="15270" y="23264"/>
                    <a:pt x="14030" y="28348"/>
                    <a:pt x="13410" y="31076"/>
                  </a:cubicBezTo>
                  <a:lnTo>
                    <a:pt x="9442" y="46947"/>
                  </a:lnTo>
                  <a:cubicBezTo>
                    <a:pt x="8946" y="48559"/>
                    <a:pt x="8202" y="51659"/>
                    <a:pt x="8202" y="52031"/>
                  </a:cubicBezTo>
                  <a:cubicBezTo>
                    <a:pt x="8202" y="54759"/>
                    <a:pt x="10434" y="55999"/>
                    <a:pt x="12418" y="55999"/>
                  </a:cubicBezTo>
                  <a:cubicBezTo>
                    <a:pt x="14278" y="55999"/>
                    <a:pt x="16757" y="54883"/>
                    <a:pt x="17749" y="52403"/>
                  </a:cubicBezTo>
                  <a:cubicBezTo>
                    <a:pt x="17997" y="51659"/>
                    <a:pt x="19361" y="46203"/>
                    <a:pt x="20105" y="43103"/>
                  </a:cubicBezTo>
                  <a:lnTo>
                    <a:pt x="23453" y="29712"/>
                  </a:lnTo>
                  <a:close/>
                </a:path>
              </a:pathLst>
            </a:custGeom>
            <a:solidFill>
              <a:srgbClr val="000000"/>
            </a:solidFill>
            <a:ln w="1775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54" name="任意形状 253">
              <a:extLst>
                <a:ext uri="{FF2B5EF4-FFF2-40B4-BE49-F238E27FC236}">
                  <a16:creationId xmlns:a16="http://schemas.microsoft.com/office/drawing/2014/main" id="{0880A312-FBD2-E81B-78D6-4E6D103E3EA8}"/>
                </a:ext>
              </a:extLst>
            </p:cNvPr>
            <p:cNvSpPr/>
            <p:nvPr>
              <p:custDataLst>
                <p:tags r:id="rId79"/>
              </p:custDataLst>
            </p:nvPr>
          </p:nvSpPr>
          <p:spPr>
            <a:xfrm>
              <a:off x="5793099" y="3803509"/>
              <a:ext cx="117795" cy="41449"/>
            </a:xfrm>
            <a:custGeom>
              <a:avLst/>
              <a:gdLst>
                <a:gd name="connsiteX0" fmla="*/ 111955 w 117795"/>
                <a:gd name="connsiteY0" fmla="*/ 7160 h 41449"/>
                <a:gd name="connsiteX1" fmla="*/ 117978 w 117795"/>
                <a:gd name="connsiteY1" fmla="*/ 3617 h 41449"/>
                <a:gd name="connsiteX2" fmla="*/ 112132 w 117795"/>
                <a:gd name="connsiteY2" fmla="*/ 75 h 41449"/>
                <a:gd name="connsiteX3" fmla="*/ 6028 w 117795"/>
                <a:gd name="connsiteY3" fmla="*/ 75 h 41449"/>
                <a:gd name="connsiteX4" fmla="*/ 182 w 117795"/>
                <a:gd name="connsiteY4" fmla="*/ 3617 h 41449"/>
                <a:gd name="connsiteX5" fmla="*/ 6205 w 117795"/>
                <a:gd name="connsiteY5" fmla="*/ 7160 h 41449"/>
                <a:gd name="connsiteX6" fmla="*/ 111955 w 117795"/>
                <a:gd name="connsiteY6" fmla="*/ 7160 h 41449"/>
                <a:gd name="connsiteX7" fmla="*/ 112132 w 117795"/>
                <a:gd name="connsiteY7" fmla="*/ 41524 h 41449"/>
                <a:gd name="connsiteX8" fmla="*/ 117978 w 117795"/>
                <a:gd name="connsiteY8" fmla="*/ 37982 h 41449"/>
                <a:gd name="connsiteX9" fmla="*/ 111955 w 117795"/>
                <a:gd name="connsiteY9" fmla="*/ 34439 h 41449"/>
                <a:gd name="connsiteX10" fmla="*/ 6205 w 117795"/>
                <a:gd name="connsiteY10" fmla="*/ 34439 h 41449"/>
                <a:gd name="connsiteX11" fmla="*/ 182 w 117795"/>
                <a:gd name="connsiteY11" fmla="*/ 37982 h 41449"/>
                <a:gd name="connsiteX12" fmla="*/ 6028 w 117795"/>
                <a:gd name="connsiteY12" fmla="*/ 41524 h 41449"/>
                <a:gd name="connsiteX13" fmla="*/ 112132 w 117795"/>
                <a:gd name="connsiteY13" fmla="*/ 41524 h 414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17795" h="41449">
                  <a:moveTo>
                    <a:pt x="111955" y="7160"/>
                  </a:moveTo>
                  <a:cubicBezTo>
                    <a:pt x="114612" y="7160"/>
                    <a:pt x="117978" y="7160"/>
                    <a:pt x="117978" y="3617"/>
                  </a:cubicBezTo>
                  <a:cubicBezTo>
                    <a:pt x="117978" y="75"/>
                    <a:pt x="114612" y="75"/>
                    <a:pt x="112132" y="75"/>
                  </a:cubicBezTo>
                  <a:lnTo>
                    <a:pt x="6028" y="75"/>
                  </a:lnTo>
                  <a:cubicBezTo>
                    <a:pt x="3548" y="75"/>
                    <a:pt x="182" y="75"/>
                    <a:pt x="182" y="3617"/>
                  </a:cubicBezTo>
                  <a:cubicBezTo>
                    <a:pt x="182" y="7160"/>
                    <a:pt x="3548" y="7160"/>
                    <a:pt x="6205" y="7160"/>
                  </a:cubicBezTo>
                  <a:lnTo>
                    <a:pt x="111955" y="7160"/>
                  </a:lnTo>
                  <a:close/>
                  <a:moveTo>
                    <a:pt x="112132" y="41524"/>
                  </a:moveTo>
                  <a:cubicBezTo>
                    <a:pt x="114612" y="41524"/>
                    <a:pt x="117978" y="41524"/>
                    <a:pt x="117978" y="37982"/>
                  </a:cubicBezTo>
                  <a:cubicBezTo>
                    <a:pt x="117978" y="34439"/>
                    <a:pt x="114612" y="34439"/>
                    <a:pt x="111955" y="34439"/>
                  </a:cubicBezTo>
                  <a:lnTo>
                    <a:pt x="6205" y="34439"/>
                  </a:lnTo>
                  <a:cubicBezTo>
                    <a:pt x="3548" y="34439"/>
                    <a:pt x="182" y="34439"/>
                    <a:pt x="182" y="37982"/>
                  </a:cubicBezTo>
                  <a:cubicBezTo>
                    <a:pt x="182" y="41524"/>
                    <a:pt x="3548" y="41524"/>
                    <a:pt x="6028" y="41524"/>
                  </a:cubicBezTo>
                  <a:lnTo>
                    <a:pt x="112132" y="41524"/>
                  </a:lnTo>
                  <a:close/>
                </a:path>
              </a:pathLst>
            </a:custGeom>
            <a:solidFill>
              <a:srgbClr val="000000"/>
            </a:solidFill>
            <a:ln w="1775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55" name="任意形状 254">
              <a:extLst>
                <a:ext uri="{FF2B5EF4-FFF2-40B4-BE49-F238E27FC236}">
                  <a16:creationId xmlns:a16="http://schemas.microsoft.com/office/drawing/2014/main" id="{6E5DFCD2-56ED-61CB-5EB1-7F4201FDDD3E}"/>
                </a:ext>
              </a:extLst>
            </p:cNvPr>
            <p:cNvSpPr/>
            <p:nvPr>
              <p:custDataLst>
                <p:tags r:id="rId80"/>
              </p:custDataLst>
            </p:nvPr>
          </p:nvSpPr>
          <p:spPr>
            <a:xfrm>
              <a:off x="5982909" y="3735666"/>
              <a:ext cx="62883" cy="177135"/>
            </a:xfrm>
            <a:custGeom>
              <a:avLst/>
              <a:gdLst>
                <a:gd name="connsiteX0" fmla="*/ 37569 w 62883"/>
                <a:gd name="connsiteY0" fmla="*/ 23634 h 177135"/>
                <a:gd name="connsiteX1" fmla="*/ 61482 w 62883"/>
                <a:gd name="connsiteY1" fmla="*/ 3972 h 177135"/>
                <a:gd name="connsiteX2" fmla="*/ 63076 w 62883"/>
                <a:gd name="connsiteY2" fmla="*/ 2023 h 177135"/>
                <a:gd name="connsiteX3" fmla="*/ 59711 w 62883"/>
                <a:gd name="connsiteY3" fmla="*/ 75 h 177135"/>
                <a:gd name="connsiteX4" fmla="*/ 25700 w 62883"/>
                <a:gd name="connsiteY4" fmla="*/ 22217 h 177135"/>
                <a:gd name="connsiteX5" fmla="*/ 25700 w 62883"/>
                <a:gd name="connsiteY5" fmla="*/ 62604 h 177135"/>
                <a:gd name="connsiteX6" fmla="*/ 18615 w 62883"/>
                <a:gd name="connsiteY6" fmla="*/ 81026 h 177135"/>
                <a:gd name="connsiteX7" fmla="*/ 1787 w 62883"/>
                <a:gd name="connsiteY7" fmla="*/ 86694 h 177135"/>
                <a:gd name="connsiteX8" fmla="*/ 193 w 62883"/>
                <a:gd name="connsiteY8" fmla="*/ 88643 h 177135"/>
                <a:gd name="connsiteX9" fmla="*/ 3027 w 62883"/>
                <a:gd name="connsiteY9" fmla="*/ 90591 h 177135"/>
                <a:gd name="connsiteX10" fmla="*/ 25169 w 62883"/>
                <a:gd name="connsiteY10" fmla="*/ 106356 h 177135"/>
                <a:gd name="connsiteX11" fmla="*/ 25700 w 62883"/>
                <a:gd name="connsiteY11" fmla="*/ 115036 h 177135"/>
                <a:gd name="connsiteX12" fmla="*/ 25700 w 62883"/>
                <a:gd name="connsiteY12" fmla="*/ 150109 h 177135"/>
                <a:gd name="connsiteX13" fmla="*/ 34203 w 62883"/>
                <a:gd name="connsiteY13" fmla="*/ 169948 h 177135"/>
                <a:gd name="connsiteX14" fmla="*/ 59711 w 62883"/>
                <a:gd name="connsiteY14" fmla="*/ 177210 h 177135"/>
                <a:gd name="connsiteX15" fmla="*/ 63076 w 62883"/>
                <a:gd name="connsiteY15" fmla="*/ 175262 h 177135"/>
                <a:gd name="connsiteX16" fmla="*/ 60242 w 62883"/>
                <a:gd name="connsiteY16" fmla="*/ 173313 h 177135"/>
                <a:gd name="connsiteX17" fmla="*/ 38100 w 62883"/>
                <a:gd name="connsiteY17" fmla="*/ 157903 h 177135"/>
                <a:gd name="connsiteX18" fmla="*/ 37569 w 62883"/>
                <a:gd name="connsiteY18" fmla="*/ 149577 h 177135"/>
                <a:gd name="connsiteX19" fmla="*/ 37569 w 62883"/>
                <a:gd name="connsiteY19" fmla="*/ 112379 h 177135"/>
                <a:gd name="connsiteX20" fmla="*/ 30483 w 62883"/>
                <a:gd name="connsiteY20" fmla="*/ 95551 h 177135"/>
                <a:gd name="connsiteX21" fmla="*/ 16667 w 62883"/>
                <a:gd name="connsiteY21" fmla="*/ 88643 h 177135"/>
                <a:gd name="connsiteX22" fmla="*/ 37569 w 62883"/>
                <a:gd name="connsiteY22" fmla="*/ 66146 h 177135"/>
                <a:gd name="connsiteX23" fmla="*/ 37569 w 62883"/>
                <a:gd name="connsiteY23" fmla="*/ 23634 h 1771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62883" h="177135">
                  <a:moveTo>
                    <a:pt x="37569" y="23634"/>
                  </a:moveTo>
                  <a:cubicBezTo>
                    <a:pt x="37569" y="16548"/>
                    <a:pt x="42174" y="5212"/>
                    <a:pt x="61482" y="3972"/>
                  </a:cubicBezTo>
                  <a:cubicBezTo>
                    <a:pt x="62368" y="3795"/>
                    <a:pt x="63076" y="3086"/>
                    <a:pt x="63076" y="2023"/>
                  </a:cubicBezTo>
                  <a:cubicBezTo>
                    <a:pt x="63076" y="75"/>
                    <a:pt x="61659" y="75"/>
                    <a:pt x="59711" y="75"/>
                  </a:cubicBezTo>
                  <a:cubicBezTo>
                    <a:pt x="41997" y="75"/>
                    <a:pt x="25878" y="9109"/>
                    <a:pt x="25700" y="22217"/>
                  </a:cubicBezTo>
                  <a:lnTo>
                    <a:pt x="25700" y="62604"/>
                  </a:lnTo>
                  <a:cubicBezTo>
                    <a:pt x="25700" y="69512"/>
                    <a:pt x="25700" y="75180"/>
                    <a:pt x="18615" y="81026"/>
                  </a:cubicBezTo>
                  <a:cubicBezTo>
                    <a:pt x="12415" y="86163"/>
                    <a:pt x="5684" y="86517"/>
                    <a:pt x="1787" y="86694"/>
                  </a:cubicBezTo>
                  <a:cubicBezTo>
                    <a:pt x="901" y="86871"/>
                    <a:pt x="193" y="87580"/>
                    <a:pt x="193" y="88643"/>
                  </a:cubicBezTo>
                  <a:cubicBezTo>
                    <a:pt x="193" y="90414"/>
                    <a:pt x="1256" y="90414"/>
                    <a:pt x="3027" y="90591"/>
                  </a:cubicBezTo>
                  <a:cubicBezTo>
                    <a:pt x="14718" y="91300"/>
                    <a:pt x="23221" y="97677"/>
                    <a:pt x="25169" y="106356"/>
                  </a:cubicBezTo>
                  <a:cubicBezTo>
                    <a:pt x="25700" y="108305"/>
                    <a:pt x="25700" y="108659"/>
                    <a:pt x="25700" y="115036"/>
                  </a:cubicBezTo>
                  <a:lnTo>
                    <a:pt x="25700" y="150109"/>
                  </a:lnTo>
                  <a:cubicBezTo>
                    <a:pt x="25700" y="157548"/>
                    <a:pt x="25700" y="163217"/>
                    <a:pt x="34203" y="169948"/>
                  </a:cubicBezTo>
                  <a:cubicBezTo>
                    <a:pt x="41111" y="175262"/>
                    <a:pt x="52802" y="177210"/>
                    <a:pt x="59711" y="177210"/>
                  </a:cubicBezTo>
                  <a:cubicBezTo>
                    <a:pt x="61659" y="177210"/>
                    <a:pt x="63076" y="177210"/>
                    <a:pt x="63076" y="175262"/>
                  </a:cubicBezTo>
                  <a:cubicBezTo>
                    <a:pt x="63076" y="173491"/>
                    <a:pt x="62013" y="173491"/>
                    <a:pt x="60242" y="173313"/>
                  </a:cubicBezTo>
                  <a:cubicBezTo>
                    <a:pt x="49082" y="172605"/>
                    <a:pt x="40403" y="166937"/>
                    <a:pt x="38100" y="157903"/>
                  </a:cubicBezTo>
                  <a:cubicBezTo>
                    <a:pt x="37569" y="156308"/>
                    <a:pt x="37569" y="155954"/>
                    <a:pt x="37569" y="149577"/>
                  </a:cubicBezTo>
                  <a:lnTo>
                    <a:pt x="37569" y="112379"/>
                  </a:lnTo>
                  <a:cubicBezTo>
                    <a:pt x="37569" y="104231"/>
                    <a:pt x="36151" y="101219"/>
                    <a:pt x="30483" y="95551"/>
                  </a:cubicBezTo>
                  <a:cubicBezTo>
                    <a:pt x="26763" y="91831"/>
                    <a:pt x="21626" y="90060"/>
                    <a:pt x="16667" y="88643"/>
                  </a:cubicBezTo>
                  <a:cubicBezTo>
                    <a:pt x="31192" y="84568"/>
                    <a:pt x="37569" y="76420"/>
                    <a:pt x="37569" y="66146"/>
                  </a:cubicBezTo>
                  <a:lnTo>
                    <a:pt x="37569" y="23634"/>
                  </a:lnTo>
                  <a:close/>
                </a:path>
              </a:pathLst>
            </a:custGeom>
            <a:solidFill>
              <a:srgbClr val="000000"/>
            </a:solidFill>
            <a:ln w="1775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56" name="任意形状 255">
              <a:extLst>
                <a:ext uri="{FF2B5EF4-FFF2-40B4-BE49-F238E27FC236}">
                  <a16:creationId xmlns:a16="http://schemas.microsoft.com/office/drawing/2014/main" id="{1C98AFE4-A8AC-43BD-4B71-3B6E30DFCC7C}"/>
                </a:ext>
              </a:extLst>
            </p:cNvPr>
            <p:cNvSpPr/>
            <p:nvPr>
              <p:custDataLst>
                <p:tags r:id="rId81"/>
              </p:custDataLst>
            </p:nvPr>
          </p:nvSpPr>
          <p:spPr>
            <a:xfrm>
              <a:off x="6076260" y="3735666"/>
              <a:ext cx="41095" cy="177135"/>
            </a:xfrm>
            <a:custGeom>
              <a:avLst/>
              <a:gdLst>
                <a:gd name="connsiteX0" fmla="*/ 41293 w 41095"/>
                <a:gd name="connsiteY0" fmla="*/ 175439 h 177135"/>
                <a:gd name="connsiteX1" fmla="*/ 38282 w 41095"/>
                <a:gd name="connsiteY1" fmla="*/ 171542 h 177135"/>
                <a:gd name="connsiteX2" fmla="*/ 10472 w 41095"/>
                <a:gd name="connsiteY2" fmla="*/ 88643 h 177135"/>
                <a:gd name="connsiteX3" fmla="*/ 38991 w 41095"/>
                <a:gd name="connsiteY3" fmla="*/ 4857 h 177135"/>
                <a:gd name="connsiteX4" fmla="*/ 41293 w 41095"/>
                <a:gd name="connsiteY4" fmla="*/ 1846 h 177135"/>
                <a:gd name="connsiteX5" fmla="*/ 39522 w 41095"/>
                <a:gd name="connsiteY5" fmla="*/ 75 h 177135"/>
                <a:gd name="connsiteX6" fmla="*/ 11357 w 41095"/>
                <a:gd name="connsiteY6" fmla="*/ 34616 h 177135"/>
                <a:gd name="connsiteX7" fmla="*/ 198 w 41095"/>
                <a:gd name="connsiteY7" fmla="*/ 88643 h 177135"/>
                <a:gd name="connsiteX8" fmla="*/ 11889 w 41095"/>
                <a:gd name="connsiteY8" fmla="*/ 143909 h 177135"/>
                <a:gd name="connsiteX9" fmla="*/ 39522 w 41095"/>
                <a:gd name="connsiteY9" fmla="*/ 177210 h 177135"/>
                <a:gd name="connsiteX10" fmla="*/ 41293 w 41095"/>
                <a:gd name="connsiteY10" fmla="*/ 175439 h 1771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41095" h="177135">
                  <a:moveTo>
                    <a:pt x="41293" y="175439"/>
                  </a:moveTo>
                  <a:cubicBezTo>
                    <a:pt x="41293" y="174908"/>
                    <a:pt x="41293" y="174553"/>
                    <a:pt x="38282" y="171542"/>
                  </a:cubicBezTo>
                  <a:cubicBezTo>
                    <a:pt x="16140" y="149223"/>
                    <a:pt x="10472" y="115744"/>
                    <a:pt x="10472" y="88643"/>
                  </a:cubicBezTo>
                  <a:cubicBezTo>
                    <a:pt x="10472" y="57821"/>
                    <a:pt x="17203" y="26999"/>
                    <a:pt x="38991" y="4857"/>
                  </a:cubicBezTo>
                  <a:cubicBezTo>
                    <a:pt x="41293" y="2732"/>
                    <a:pt x="41293" y="2377"/>
                    <a:pt x="41293" y="1846"/>
                  </a:cubicBezTo>
                  <a:cubicBezTo>
                    <a:pt x="41293" y="606"/>
                    <a:pt x="40585" y="75"/>
                    <a:pt x="39522" y="75"/>
                  </a:cubicBezTo>
                  <a:cubicBezTo>
                    <a:pt x="37751" y="75"/>
                    <a:pt x="21808" y="12120"/>
                    <a:pt x="11357" y="34616"/>
                  </a:cubicBezTo>
                  <a:cubicBezTo>
                    <a:pt x="2324" y="54101"/>
                    <a:pt x="198" y="73763"/>
                    <a:pt x="198" y="88643"/>
                  </a:cubicBezTo>
                  <a:cubicBezTo>
                    <a:pt x="198" y="102459"/>
                    <a:pt x="2146" y="123893"/>
                    <a:pt x="11889" y="143909"/>
                  </a:cubicBezTo>
                  <a:cubicBezTo>
                    <a:pt x="22517" y="165697"/>
                    <a:pt x="37751" y="177210"/>
                    <a:pt x="39522" y="177210"/>
                  </a:cubicBezTo>
                  <a:cubicBezTo>
                    <a:pt x="40585" y="177210"/>
                    <a:pt x="41293" y="176679"/>
                    <a:pt x="41293" y="175439"/>
                  </a:cubicBezTo>
                  <a:close/>
                </a:path>
              </a:pathLst>
            </a:custGeom>
            <a:solidFill>
              <a:srgbClr val="000000"/>
            </a:solidFill>
            <a:ln w="1775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57" name="任意形状 256">
              <a:extLst>
                <a:ext uri="{FF2B5EF4-FFF2-40B4-BE49-F238E27FC236}">
                  <a16:creationId xmlns:a16="http://schemas.microsoft.com/office/drawing/2014/main" id="{F21D876D-DD33-45F1-32AB-9146230CC505}"/>
                </a:ext>
              </a:extLst>
            </p:cNvPr>
            <p:cNvSpPr/>
            <p:nvPr>
              <p:custDataLst>
                <p:tags r:id="rId82"/>
              </p:custDataLst>
            </p:nvPr>
          </p:nvSpPr>
          <p:spPr>
            <a:xfrm>
              <a:off x="6137352" y="3745585"/>
              <a:ext cx="86973" cy="124880"/>
            </a:xfrm>
            <a:custGeom>
              <a:avLst/>
              <a:gdLst>
                <a:gd name="connsiteX0" fmla="*/ 41297 w 86973"/>
                <a:gd name="connsiteY0" fmla="*/ 2023 h 124880"/>
                <a:gd name="connsiteX1" fmla="*/ 38995 w 86973"/>
                <a:gd name="connsiteY1" fmla="*/ 75 h 124880"/>
                <a:gd name="connsiteX2" fmla="*/ 17384 w 86973"/>
                <a:gd name="connsiteY2" fmla="*/ 1846 h 124880"/>
                <a:gd name="connsiteX3" fmla="*/ 14018 w 86973"/>
                <a:gd name="connsiteY3" fmla="*/ 5389 h 124880"/>
                <a:gd name="connsiteX4" fmla="*/ 18270 w 86973"/>
                <a:gd name="connsiteY4" fmla="*/ 7514 h 124880"/>
                <a:gd name="connsiteX5" fmla="*/ 27126 w 86973"/>
                <a:gd name="connsiteY5" fmla="*/ 10526 h 124880"/>
                <a:gd name="connsiteX6" fmla="*/ 26595 w 86973"/>
                <a:gd name="connsiteY6" fmla="*/ 14068 h 124880"/>
                <a:gd name="connsiteX7" fmla="*/ 910 w 86973"/>
                <a:gd name="connsiteY7" fmla="*/ 116099 h 124880"/>
                <a:gd name="connsiteX8" fmla="*/ 202 w 86973"/>
                <a:gd name="connsiteY8" fmla="*/ 119996 h 124880"/>
                <a:gd name="connsiteX9" fmla="*/ 5339 w 86973"/>
                <a:gd name="connsiteY9" fmla="*/ 124955 h 124880"/>
                <a:gd name="connsiteX10" fmla="*/ 11893 w 86973"/>
                <a:gd name="connsiteY10" fmla="*/ 120350 h 124880"/>
                <a:gd name="connsiteX11" fmla="*/ 15258 w 86973"/>
                <a:gd name="connsiteY11" fmla="*/ 106888 h 124880"/>
                <a:gd name="connsiteX12" fmla="*/ 19155 w 86973"/>
                <a:gd name="connsiteY12" fmla="*/ 90945 h 124880"/>
                <a:gd name="connsiteX13" fmla="*/ 22167 w 86973"/>
                <a:gd name="connsiteY13" fmla="*/ 79077 h 124880"/>
                <a:gd name="connsiteX14" fmla="*/ 24115 w 86973"/>
                <a:gd name="connsiteY14" fmla="*/ 71106 h 124880"/>
                <a:gd name="connsiteX15" fmla="*/ 36160 w 86973"/>
                <a:gd name="connsiteY15" fmla="*/ 54810 h 124880"/>
                <a:gd name="connsiteX16" fmla="*/ 53165 w 86973"/>
                <a:gd name="connsiteY16" fmla="*/ 48610 h 124880"/>
                <a:gd name="connsiteX17" fmla="*/ 62731 w 86973"/>
                <a:gd name="connsiteY17" fmla="*/ 61009 h 124880"/>
                <a:gd name="connsiteX18" fmla="*/ 51748 w 86973"/>
                <a:gd name="connsiteY18" fmla="*/ 100688 h 124880"/>
                <a:gd name="connsiteX19" fmla="*/ 49446 w 86973"/>
                <a:gd name="connsiteY19" fmla="*/ 110430 h 124880"/>
                <a:gd name="connsiteX20" fmla="*/ 63971 w 86973"/>
                <a:gd name="connsiteY20" fmla="*/ 124955 h 124880"/>
                <a:gd name="connsiteX21" fmla="*/ 87175 w 86973"/>
                <a:gd name="connsiteY21" fmla="*/ 97677 h 124880"/>
                <a:gd name="connsiteX22" fmla="*/ 85050 w 86973"/>
                <a:gd name="connsiteY22" fmla="*/ 95905 h 124880"/>
                <a:gd name="connsiteX23" fmla="*/ 82393 w 86973"/>
                <a:gd name="connsiteY23" fmla="*/ 99094 h 124880"/>
                <a:gd name="connsiteX24" fmla="*/ 64325 w 86973"/>
                <a:gd name="connsiteY24" fmla="*/ 121058 h 124880"/>
                <a:gd name="connsiteX25" fmla="*/ 60074 w 86973"/>
                <a:gd name="connsiteY25" fmla="*/ 115213 h 124880"/>
                <a:gd name="connsiteX26" fmla="*/ 63262 w 86973"/>
                <a:gd name="connsiteY26" fmla="*/ 102636 h 124880"/>
                <a:gd name="connsiteX27" fmla="*/ 74067 w 86973"/>
                <a:gd name="connsiteY27" fmla="*/ 63666 h 124880"/>
                <a:gd name="connsiteX28" fmla="*/ 53697 w 86973"/>
                <a:gd name="connsiteY28" fmla="*/ 44713 h 124880"/>
                <a:gd name="connsiteX29" fmla="*/ 27481 w 86973"/>
                <a:gd name="connsiteY29" fmla="*/ 58352 h 124880"/>
                <a:gd name="connsiteX30" fmla="*/ 41297 w 86973"/>
                <a:gd name="connsiteY30" fmla="*/ 2023 h 1248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86973" h="124880">
                  <a:moveTo>
                    <a:pt x="41297" y="2023"/>
                  </a:moveTo>
                  <a:cubicBezTo>
                    <a:pt x="41297" y="1846"/>
                    <a:pt x="41297" y="75"/>
                    <a:pt x="38995" y="75"/>
                  </a:cubicBezTo>
                  <a:cubicBezTo>
                    <a:pt x="34920" y="75"/>
                    <a:pt x="21989" y="1492"/>
                    <a:pt x="17384" y="1846"/>
                  </a:cubicBezTo>
                  <a:cubicBezTo>
                    <a:pt x="15967" y="2023"/>
                    <a:pt x="14018" y="2200"/>
                    <a:pt x="14018" y="5389"/>
                  </a:cubicBezTo>
                  <a:cubicBezTo>
                    <a:pt x="14018" y="7514"/>
                    <a:pt x="15613" y="7514"/>
                    <a:pt x="18270" y="7514"/>
                  </a:cubicBezTo>
                  <a:cubicBezTo>
                    <a:pt x="26772" y="7514"/>
                    <a:pt x="27126" y="8754"/>
                    <a:pt x="27126" y="10526"/>
                  </a:cubicBezTo>
                  <a:lnTo>
                    <a:pt x="26595" y="14068"/>
                  </a:lnTo>
                  <a:lnTo>
                    <a:pt x="910" y="116099"/>
                  </a:lnTo>
                  <a:cubicBezTo>
                    <a:pt x="202" y="118579"/>
                    <a:pt x="202" y="118933"/>
                    <a:pt x="202" y="119996"/>
                  </a:cubicBezTo>
                  <a:cubicBezTo>
                    <a:pt x="202" y="124070"/>
                    <a:pt x="3744" y="124955"/>
                    <a:pt x="5339" y="124955"/>
                  </a:cubicBezTo>
                  <a:cubicBezTo>
                    <a:pt x="8173" y="124955"/>
                    <a:pt x="11007" y="122830"/>
                    <a:pt x="11893" y="120350"/>
                  </a:cubicBezTo>
                  <a:lnTo>
                    <a:pt x="15258" y="106888"/>
                  </a:lnTo>
                  <a:lnTo>
                    <a:pt x="19155" y="90945"/>
                  </a:lnTo>
                  <a:cubicBezTo>
                    <a:pt x="20218" y="87048"/>
                    <a:pt x="21281" y="83151"/>
                    <a:pt x="22167" y="79077"/>
                  </a:cubicBezTo>
                  <a:cubicBezTo>
                    <a:pt x="22521" y="78014"/>
                    <a:pt x="23938" y="72169"/>
                    <a:pt x="24115" y="71106"/>
                  </a:cubicBezTo>
                  <a:cubicBezTo>
                    <a:pt x="24647" y="69512"/>
                    <a:pt x="30138" y="59592"/>
                    <a:pt x="36160" y="54810"/>
                  </a:cubicBezTo>
                  <a:cubicBezTo>
                    <a:pt x="40057" y="51975"/>
                    <a:pt x="45549" y="48610"/>
                    <a:pt x="53165" y="48610"/>
                  </a:cubicBezTo>
                  <a:cubicBezTo>
                    <a:pt x="60782" y="48610"/>
                    <a:pt x="62731" y="54633"/>
                    <a:pt x="62731" y="61009"/>
                  </a:cubicBezTo>
                  <a:cubicBezTo>
                    <a:pt x="62731" y="70575"/>
                    <a:pt x="56000" y="89883"/>
                    <a:pt x="51748" y="100688"/>
                  </a:cubicBezTo>
                  <a:cubicBezTo>
                    <a:pt x="50331" y="104762"/>
                    <a:pt x="49446" y="106888"/>
                    <a:pt x="49446" y="110430"/>
                  </a:cubicBezTo>
                  <a:cubicBezTo>
                    <a:pt x="49446" y="118756"/>
                    <a:pt x="55645" y="124955"/>
                    <a:pt x="63971" y="124955"/>
                  </a:cubicBezTo>
                  <a:cubicBezTo>
                    <a:pt x="80621" y="124955"/>
                    <a:pt x="87175" y="99094"/>
                    <a:pt x="87175" y="97677"/>
                  </a:cubicBezTo>
                  <a:cubicBezTo>
                    <a:pt x="87175" y="95905"/>
                    <a:pt x="85581" y="95905"/>
                    <a:pt x="85050" y="95905"/>
                  </a:cubicBezTo>
                  <a:cubicBezTo>
                    <a:pt x="83278" y="95905"/>
                    <a:pt x="83278" y="96437"/>
                    <a:pt x="82393" y="99094"/>
                  </a:cubicBezTo>
                  <a:cubicBezTo>
                    <a:pt x="79736" y="108482"/>
                    <a:pt x="74067" y="121058"/>
                    <a:pt x="64325" y="121058"/>
                  </a:cubicBezTo>
                  <a:cubicBezTo>
                    <a:pt x="61314" y="121058"/>
                    <a:pt x="60074" y="119287"/>
                    <a:pt x="60074" y="115213"/>
                  </a:cubicBezTo>
                  <a:cubicBezTo>
                    <a:pt x="60074" y="110785"/>
                    <a:pt x="61668" y="106533"/>
                    <a:pt x="63262" y="102636"/>
                  </a:cubicBezTo>
                  <a:cubicBezTo>
                    <a:pt x="66096" y="95019"/>
                    <a:pt x="74067" y="73940"/>
                    <a:pt x="74067" y="63666"/>
                  </a:cubicBezTo>
                  <a:cubicBezTo>
                    <a:pt x="74067" y="52153"/>
                    <a:pt x="66982" y="44713"/>
                    <a:pt x="53697" y="44713"/>
                  </a:cubicBezTo>
                  <a:cubicBezTo>
                    <a:pt x="42537" y="44713"/>
                    <a:pt x="34035" y="50204"/>
                    <a:pt x="27481" y="58352"/>
                  </a:cubicBezTo>
                  <a:lnTo>
                    <a:pt x="41297" y="2023"/>
                  </a:lnTo>
                  <a:close/>
                </a:path>
              </a:pathLst>
            </a:custGeom>
            <a:solidFill>
              <a:srgbClr val="000000"/>
            </a:solidFill>
            <a:ln w="1775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58" name="任意形状 257">
              <a:extLst>
                <a:ext uri="{FF2B5EF4-FFF2-40B4-BE49-F238E27FC236}">
                  <a16:creationId xmlns:a16="http://schemas.microsoft.com/office/drawing/2014/main" id="{B2824BFB-978D-CC2E-0CC3-EC5AEFC91735}"/>
                </a:ext>
              </a:extLst>
            </p:cNvPr>
            <p:cNvSpPr/>
            <p:nvPr>
              <p:custDataLst>
                <p:tags r:id="rId83"/>
              </p:custDataLst>
            </p:nvPr>
          </p:nvSpPr>
          <p:spPr>
            <a:xfrm>
              <a:off x="6244902" y="3849741"/>
              <a:ext cx="20724" cy="52963"/>
            </a:xfrm>
            <a:custGeom>
              <a:avLst/>
              <a:gdLst>
                <a:gd name="connsiteX0" fmla="*/ 20932 w 20724"/>
                <a:gd name="connsiteY0" fmla="*/ 18674 h 52963"/>
                <a:gd name="connsiteX1" fmla="*/ 9596 w 20724"/>
                <a:gd name="connsiteY1" fmla="*/ 75 h 52963"/>
                <a:gd name="connsiteX2" fmla="*/ 208 w 20724"/>
                <a:gd name="connsiteY2" fmla="*/ 9463 h 52963"/>
                <a:gd name="connsiteX3" fmla="*/ 9596 w 20724"/>
                <a:gd name="connsiteY3" fmla="*/ 18851 h 52963"/>
                <a:gd name="connsiteX4" fmla="*/ 15795 w 20724"/>
                <a:gd name="connsiteY4" fmla="*/ 16548 h 52963"/>
                <a:gd name="connsiteX5" fmla="*/ 16681 w 20724"/>
                <a:gd name="connsiteY5" fmla="*/ 16017 h 52963"/>
                <a:gd name="connsiteX6" fmla="*/ 17035 w 20724"/>
                <a:gd name="connsiteY6" fmla="*/ 18674 h 52963"/>
                <a:gd name="connsiteX7" fmla="*/ 4990 w 20724"/>
                <a:gd name="connsiteY7" fmla="*/ 48256 h 52963"/>
                <a:gd name="connsiteX8" fmla="*/ 3042 w 20724"/>
                <a:gd name="connsiteY8" fmla="*/ 51090 h 52963"/>
                <a:gd name="connsiteX9" fmla="*/ 4813 w 20724"/>
                <a:gd name="connsiteY9" fmla="*/ 53038 h 52963"/>
                <a:gd name="connsiteX10" fmla="*/ 20932 w 20724"/>
                <a:gd name="connsiteY10" fmla="*/ 18674 h 52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0724" h="52963">
                  <a:moveTo>
                    <a:pt x="20932" y="18674"/>
                  </a:moveTo>
                  <a:cubicBezTo>
                    <a:pt x="20932" y="6983"/>
                    <a:pt x="16504" y="75"/>
                    <a:pt x="9596" y="75"/>
                  </a:cubicBezTo>
                  <a:cubicBezTo>
                    <a:pt x="3750" y="75"/>
                    <a:pt x="208" y="4503"/>
                    <a:pt x="208" y="9463"/>
                  </a:cubicBezTo>
                  <a:cubicBezTo>
                    <a:pt x="208" y="14246"/>
                    <a:pt x="3750" y="18851"/>
                    <a:pt x="9596" y="18851"/>
                  </a:cubicBezTo>
                  <a:cubicBezTo>
                    <a:pt x="11721" y="18851"/>
                    <a:pt x="14024" y="18143"/>
                    <a:pt x="15795" y="16548"/>
                  </a:cubicBezTo>
                  <a:cubicBezTo>
                    <a:pt x="16327" y="16194"/>
                    <a:pt x="16504" y="16017"/>
                    <a:pt x="16681" y="16017"/>
                  </a:cubicBezTo>
                  <a:cubicBezTo>
                    <a:pt x="16858" y="16017"/>
                    <a:pt x="17035" y="16194"/>
                    <a:pt x="17035" y="18674"/>
                  </a:cubicBezTo>
                  <a:cubicBezTo>
                    <a:pt x="17035" y="31782"/>
                    <a:pt x="10836" y="42410"/>
                    <a:pt x="4990" y="48256"/>
                  </a:cubicBezTo>
                  <a:cubicBezTo>
                    <a:pt x="3042" y="50204"/>
                    <a:pt x="3042" y="50558"/>
                    <a:pt x="3042" y="51090"/>
                  </a:cubicBezTo>
                  <a:cubicBezTo>
                    <a:pt x="3042" y="52330"/>
                    <a:pt x="3927" y="53038"/>
                    <a:pt x="4813" y="53038"/>
                  </a:cubicBezTo>
                  <a:cubicBezTo>
                    <a:pt x="6762" y="53038"/>
                    <a:pt x="20932" y="39399"/>
                    <a:pt x="20932" y="18674"/>
                  </a:cubicBezTo>
                  <a:close/>
                </a:path>
              </a:pathLst>
            </a:custGeom>
            <a:solidFill>
              <a:srgbClr val="000000"/>
            </a:solidFill>
            <a:ln w="1775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59" name="任意形状 258">
              <a:extLst>
                <a:ext uri="{FF2B5EF4-FFF2-40B4-BE49-F238E27FC236}">
                  <a16:creationId xmlns:a16="http://schemas.microsoft.com/office/drawing/2014/main" id="{91118348-CB6C-1077-3249-12C5BB74EF60}"/>
                </a:ext>
              </a:extLst>
            </p:cNvPr>
            <p:cNvSpPr/>
            <p:nvPr>
              <p:custDataLst>
                <p:tags r:id="rId84"/>
              </p:custDataLst>
            </p:nvPr>
          </p:nvSpPr>
          <p:spPr>
            <a:xfrm>
              <a:off x="6312469" y="3757631"/>
              <a:ext cx="54380" cy="112835"/>
            </a:xfrm>
            <a:custGeom>
              <a:avLst/>
              <a:gdLst>
                <a:gd name="connsiteX0" fmla="*/ 32628 w 54380"/>
                <a:gd name="connsiteY0" fmla="*/ 40107 h 112835"/>
                <a:gd name="connsiteX1" fmla="*/ 49279 w 54380"/>
                <a:gd name="connsiteY1" fmla="*/ 40107 h 112835"/>
                <a:gd name="connsiteX2" fmla="*/ 54593 w 54380"/>
                <a:gd name="connsiteY2" fmla="*/ 36565 h 112835"/>
                <a:gd name="connsiteX3" fmla="*/ 49633 w 54380"/>
                <a:gd name="connsiteY3" fmla="*/ 34616 h 112835"/>
                <a:gd name="connsiteX4" fmla="*/ 34045 w 54380"/>
                <a:gd name="connsiteY4" fmla="*/ 34616 h 112835"/>
                <a:gd name="connsiteX5" fmla="*/ 41307 w 54380"/>
                <a:gd name="connsiteY5" fmla="*/ 4857 h 112835"/>
                <a:gd name="connsiteX6" fmla="*/ 36171 w 54380"/>
                <a:gd name="connsiteY6" fmla="*/ 75 h 112835"/>
                <a:gd name="connsiteX7" fmla="*/ 29085 w 54380"/>
                <a:gd name="connsiteY7" fmla="*/ 6452 h 112835"/>
                <a:gd name="connsiteX8" fmla="*/ 22177 w 54380"/>
                <a:gd name="connsiteY8" fmla="*/ 34616 h 112835"/>
                <a:gd name="connsiteX9" fmla="*/ 5526 w 54380"/>
                <a:gd name="connsiteY9" fmla="*/ 34616 h 112835"/>
                <a:gd name="connsiteX10" fmla="*/ 212 w 54380"/>
                <a:gd name="connsiteY10" fmla="*/ 37982 h 112835"/>
                <a:gd name="connsiteX11" fmla="*/ 5172 w 54380"/>
                <a:gd name="connsiteY11" fmla="*/ 40107 h 112835"/>
                <a:gd name="connsiteX12" fmla="*/ 20760 w 54380"/>
                <a:gd name="connsiteY12" fmla="*/ 40107 h 112835"/>
                <a:gd name="connsiteX13" fmla="*/ 7297 w 54380"/>
                <a:gd name="connsiteY13" fmla="*/ 96614 h 112835"/>
                <a:gd name="connsiteX14" fmla="*/ 23594 w 54380"/>
                <a:gd name="connsiteY14" fmla="*/ 112910 h 112835"/>
                <a:gd name="connsiteX15" fmla="*/ 51758 w 54380"/>
                <a:gd name="connsiteY15" fmla="*/ 85631 h 112835"/>
                <a:gd name="connsiteX16" fmla="*/ 49633 w 54380"/>
                <a:gd name="connsiteY16" fmla="*/ 83860 h 112835"/>
                <a:gd name="connsiteX17" fmla="*/ 46976 w 54380"/>
                <a:gd name="connsiteY17" fmla="*/ 86340 h 112835"/>
                <a:gd name="connsiteX18" fmla="*/ 23948 w 54380"/>
                <a:gd name="connsiteY18" fmla="*/ 109013 h 112835"/>
                <a:gd name="connsiteX19" fmla="*/ 18457 w 54380"/>
                <a:gd name="connsiteY19" fmla="*/ 100865 h 112835"/>
                <a:gd name="connsiteX20" fmla="*/ 19520 w 54380"/>
                <a:gd name="connsiteY20" fmla="*/ 92362 h 112835"/>
                <a:gd name="connsiteX21" fmla="*/ 32628 w 54380"/>
                <a:gd name="connsiteY21" fmla="*/ 40107 h 1128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54380" h="112835">
                  <a:moveTo>
                    <a:pt x="32628" y="40107"/>
                  </a:moveTo>
                  <a:lnTo>
                    <a:pt x="49279" y="40107"/>
                  </a:lnTo>
                  <a:cubicBezTo>
                    <a:pt x="52821" y="40107"/>
                    <a:pt x="54593" y="40107"/>
                    <a:pt x="54593" y="36565"/>
                  </a:cubicBezTo>
                  <a:cubicBezTo>
                    <a:pt x="54593" y="34616"/>
                    <a:pt x="52821" y="34616"/>
                    <a:pt x="49633" y="34616"/>
                  </a:cubicBezTo>
                  <a:lnTo>
                    <a:pt x="34045" y="34616"/>
                  </a:lnTo>
                  <a:cubicBezTo>
                    <a:pt x="40422" y="9463"/>
                    <a:pt x="41307" y="5920"/>
                    <a:pt x="41307" y="4857"/>
                  </a:cubicBezTo>
                  <a:cubicBezTo>
                    <a:pt x="41307" y="1846"/>
                    <a:pt x="39182" y="75"/>
                    <a:pt x="36171" y="75"/>
                  </a:cubicBezTo>
                  <a:cubicBezTo>
                    <a:pt x="35639" y="75"/>
                    <a:pt x="30679" y="252"/>
                    <a:pt x="29085" y="6452"/>
                  </a:cubicBezTo>
                  <a:lnTo>
                    <a:pt x="22177" y="34616"/>
                  </a:lnTo>
                  <a:lnTo>
                    <a:pt x="5526" y="34616"/>
                  </a:lnTo>
                  <a:cubicBezTo>
                    <a:pt x="1983" y="34616"/>
                    <a:pt x="212" y="34616"/>
                    <a:pt x="212" y="37982"/>
                  </a:cubicBezTo>
                  <a:cubicBezTo>
                    <a:pt x="212" y="40107"/>
                    <a:pt x="1629" y="40107"/>
                    <a:pt x="5172" y="40107"/>
                  </a:cubicBezTo>
                  <a:lnTo>
                    <a:pt x="20760" y="40107"/>
                  </a:lnTo>
                  <a:cubicBezTo>
                    <a:pt x="8006" y="90414"/>
                    <a:pt x="7297" y="93425"/>
                    <a:pt x="7297" y="96614"/>
                  </a:cubicBezTo>
                  <a:cubicBezTo>
                    <a:pt x="7297" y="106179"/>
                    <a:pt x="14029" y="112910"/>
                    <a:pt x="23594" y="112910"/>
                  </a:cubicBezTo>
                  <a:cubicBezTo>
                    <a:pt x="41662" y="112910"/>
                    <a:pt x="51758" y="87048"/>
                    <a:pt x="51758" y="85631"/>
                  </a:cubicBezTo>
                  <a:cubicBezTo>
                    <a:pt x="51758" y="83860"/>
                    <a:pt x="50341" y="83860"/>
                    <a:pt x="49633" y="83860"/>
                  </a:cubicBezTo>
                  <a:cubicBezTo>
                    <a:pt x="48039" y="83860"/>
                    <a:pt x="47861" y="84391"/>
                    <a:pt x="46976" y="86340"/>
                  </a:cubicBezTo>
                  <a:cubicBezTo>
                    <a:pt x="39359" y="104762"/>
                    <a:pt x="29971" y="109013"/>
                    <a:pt x="23948" y="109013"/>
                  </a:cubicBezTo>
                  <a:cubicBezTo>
                    <a:pt x="20228" y="109013"/>
                    <a:pt x="18457" y="106710"/>
                    <a:pt x="18457" y="100865"/>
                  </a:cubicBezTo>
                  <a:cubicBezTo>
                    <a:pt x="18457" y="96614"/>
                    <a:pt x="18811" y="95374"/>
                    <a:pt x="19520" y="92362"/>
                  </a:cubicBezTo>
                  <a:lnTo>
                    <a:pt x="32628" y="40107"/>
                  </a:lnTo>
                  <a:close/>
                </a:path>
              </a:pathLst>
            </a:custGeom>
            <a:solidFill>
              <a:srgbClr val="000000"/>
            </a:solidFill>
            <a:ln w="1775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60" name="任意形状 259">
              <a:extLst>
                <a:ext uri="{FF2B5EF4-FFF2-40B4-BE49-F238E27FC236}">
                  <a16:creationId xmlns:a16="http://schemas.microsoft.com/office/drawing/2014/main" id="{AAF954BC-B6B0-4229-BB32-AFA087410C5F}"/>
                </a:ext>
              </a:extLst>
            </p:cNvPr>
            <p:cNvSpPr/>
            <p:nvPr>
              <p:custDataLst>
                <p:tags r:id="rId85"/>
              </p:custDataLst>
            </p:nvPr>
          </p:nvSpPr>
          <p:spPr>
            <a:xfrm>
              <a:off x="6382458" y="3735666"/>
              <a:ext cx="41095" cy="177135"/>
            </a:xfrm>
            <a:custGeom>
              <a:avLst/>
              <a:gdLst>
                <a:gd name="connsiteX0" fmla="*/ 41311 w 41095"/>
                <a:gd name="connsiteY0" fmla="*/ 88643 h 177135"/>
                <a:gd name="connsiteX1" fmla="*/ 29620 w 41095"/>
                <a:gd name="connsiteY1" fmla="*/ 33376 h 177135"/>
                <a:gd name="connsiteX2" fmla="*/ 1987 w 41095"/>
                <a:gd name="connsiteY2" fmla="*/ 75 h 177135"/>
                <a:gd name="connsiteX3" fmla="*/ 216 w 41095"/>
                <a:gd name="connsiteY3" fmla="*/ 1846 h 177135"/>
                <a:gd name="connsiteX4" fmla="*/ 3581 w 41095"/>
                <a:gd name="connsiteY4" fmla="*/ 5920 h 177135"/>
                <a:gd name="connsiteX5" fmla="*/ 31037 w 41095"/>
                <a:gd name="connsiteY5" fmla="*/ 88643 h 177135"/>
                <a:gd name="connsiteX6" fmla="*/ 2518 w 41095"/>
                <a:gd name="connsiteY6" fmla="*/ 172428 h 177135"/>
                <a:gd name="connsiteX7" fmla="*/ 216 w 41095"/>
                <a:gd name="connsiteY7" fmla="*/ 175439 h 177135"/>
                <a:gd name="connsiteX8" fmla="*/ 1987 w 41095"/>
                <a:gd name="connsiteY8" fmla="*/ 177210 h 177135"/>
                <a:gd name="connsiteX9" fmla="*/ 30152 w 41095"/>
                <a:gd name="connsiteY9" fmla="*/ 142669 h 177135"/>
                <a:gd name="connsiteX10" fmla="*/ 41311 w 41095"/>
                <a:gd name="connsiteY10" fmla="*/ 88643 h 1771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41095" h="177135">
                  <a:moveTo>
                    <a:pt x="41311" y="88643"/>
                  </a:moveTo>
                  <a:cubicBezTo>
                    <a:pt x="41311" y="74826"/>
                    <a:pt x="39363" y="53393"/>
                    <a:pt x="29620" y="33376"/>
                  </a:cubicBezTo>
                  <a:cubicBezTo>
                    <a:pt x="18992" y="11589"/>
                    <a:pt x="3758" y="75"/>
                    <a:pt x="1987" y="75"/>
                  </a:cubicBezTo>
                  <a:cubicBezTo>
                    <a:pt x="924" y="75"/>
                    <a:pt x="216" y="783"/>
                    <a:pt x="216" y="1846"/>
                  </a:cubicBezTo>
                  <a:cubicBezTo>
                    <a:pt x="216" y="2377"/>
                    <a:pt x="216" y="2732"/>
                    <a:pt x="3581" y="5920"/>
                  </a:cubicBezTo>
                  <a:cubicBezTo>
                    <a:pt x="20940" y="23457"/>
                    <a:pt x="31037" y="51621"/>
                    <a:pt x="31037" y="88643"/>
                  </a:cubicBezTo>
                  <a:cubicBezTo>
                    <a:pt x="31037" y="118933"/>
                    <a:pt x="24483" y="150109"/>
                    <a:pt x="2518" y="172428"/>
                  </a:cubicBezTo>
                  <a:cubicBezTo>
                    <a:pt x="216" y="174553"/>
                    <a:pt x="216" y="174908"/>
                    <a:pt x="216" y="175439"/>
                  </a:cubicBezTo>
                  <a:cubicBezTo>
                    <a:pt x="216" y="176502"/>
                    <a:pt x="924" y="177210"/>
                    <a:pt x="1987" y="177210"/>
                  </a:cubicBezTo>
                  <a:cubicBezTo>
                    <a:pt x="3758" y="177210"/>
                    <a:pt x="19700" y="165165"/>
                    <a:pt x="30152" y="142669"/>
                  </a:cubicBezTo>
                  <a:cubicBezTo>
                    <a:pt x="39185" y="123184"/>
                    <a:pt x="41311" y="103522"/>
                    <a:pt x="41311" y="88643"/>
                  </a:cubicBezTo>
                  <a:close/>
                </a:path>
              </a:pathLst>
            </a:custGeom>
            <a:solidFill>
              <a:srgbClr val="000000"/>
            </a:solidFill>
            <a:ln w="1775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61" name="任意形状 260">
              <a:extLst>
                <a:ext uri="{FF2B5EF4-FFF2-40B4-BE49-F238E27FC236}">
                  <a16:creationId xmlns:a16="http://schemas.microsoft.com/office/drawing/2014/main" id="{1C6D5DB4-75A0-CCA6-8D40-3C8564E2B025}"/>
                </a:ext>
              </a:extLst>
            </p:cNvPr>
            <p:cNvSpPr/>
            <p:nvPr>
              <p:custDataLst>
                <p:tags r:id="rId86"/>
              </p:custDataLst>
            </p:nvPr>
          </p:nvSpPr>
          <p:spPr>
            <a:xfrm>
              <a:off x="6505153" y="3772864"/>
              <a:ext cx="88567" cy="102738"/>
            </a:xfrm>
            <a:custGeom>
              <a:avLst/>
              <a:gdLst>
                <a:gd name="connsiteX0" fmla="*/ 82590 w 88567"/>
                <a:gd name="connsiteY0" fmla="*/ 54987 h 102738"/>
                <a:gd name="connsiteX1" fmla="*/ 88790 w 88567"/>
                <a:gd name="connsiteY1" fmla="*/ 51444 h 102738"/>
                <a:gd name="connsiteX2" fmla="*/ 82590 w 88567"/>
                <a:gd name="connsiteY2" fmla="*/ 47901 h 102738"/>
                <a:gd name="connsiteX3" fmla="*/ 7485 w 88567"/>
                <a:gd name="connsiteY3" fmla="*/ 47901 h 102738"/>
                <a:gd name="connsiteX4" fmla="*/ 54957 w 88567"/>
                <a:gd name="connsiteY4" fmla="*/ 7160 h 102738"/>
                <a:gd name="connsiteX5" fmla="*/ 82590 w 88567"/>
                <a:gd name="connsiteY5" fmla="*/ 7160 h 102738"/>
                <a:gd name="connsiteX6" fmla="*/ 88790 w 88567"/>
                <a:gd name="connsiteY6" fmla="*/ 3617 h 102738"/>
                <a:gd name="connsiteX7" fmla="*/ 82590 w 88567"/>
                <a:gd name="connsiteY7" fmla="*/ 75 h 102738"/>
                <a:gd name="connsiteX8" fmla="*/ 54603 w 88567"/>
                <a:gd name="connsiteY8" fmla="*/ 75 h 102738"/>
                <a:gd name="connsiteX9" fmla="*/ 222 w 88567"/>
                <a:gd name="connsiteY9" fmla="*/ 51444 h 102738"/>
                <a:gd name="connsiteX10" fmla="*/ 54603 w 88567"/>
                <a:gd name="connsiteY10" fmla="*/ 102813 h 102738"/>
                <a:gd name="connsiteX11" fmla="*/ 82590 w 88567"/>
                <a:gd name="connsiteY11" fmla="*/ 102813 h 102738"/>
                <a:gd name="connsiteX12" fmla="*/ 88790 w 88567"/>
                <a:gd name="connsiteY12" fmla="*/ 99271 h 102738"/>
                <a:gd name="connsiteX13" fmla="*/ 82590 w 88567"/>
                <a:gd name="connsiteY13" fmla="*/ 95728 h 102738"/>
                <a:gd name="connsiteX14" fmla="*/ 54957 w 88567"/>
                <a:gd name="connsiteY14" fmla="*/ 95728 h 102738"/>
                <a:gd name="connsiteX15" fmla="*/ 7485 w 88567"/>
                <a:gd name="connsiteY15" fmla="*/ 54987 h 102738"/>
                <a:gd name="connsiteX16" fmla="*/ 82590 w 88567"/>
                <a:gd name="connsiteY16" fmla="*/ 54987 h 1027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88567" h="102738">
                  <a:moveTo>
                    <a:pt x="82590" y="54987"/>
                  </a:moveTo>
                  <a:cubicBezTo>
                    <a:pt x="85602" y="54987"/>
                    <a:pt x="88790" y="54987"/>
                    <a:pt x="88790" y="51444"/>
                  </a:cubicBezTo>
                  <a:cubicBezTo>
                    <a:pt x="88790" y="47901"/>
                    <a:pt x="85602" y="47901"/>
                    <a:pt x="82590" y="47901"/>
                  </a:cubicBezTo>
                  <a:lnTo>
                    <a:pt x="7485" y="47901"/>
                  </a:lnTo>
                  <a:cubicBezTo>
                    <a:pt x="9610" y="24165"/>
                    <a:pt x="29981" y="7160"/>
                    <a:pt x="54957" y="7160"/>
                  </a:cubicBezTo>
                  <a:lnTo>
                    <a:pt x="82590" y="7160"/>
                  </a:lnTo>
                  <a:cubicBezTo>
                    <a:pt x="85602" y="7160"/>
                    <a:pt x="88790" y="7160"/>
                    <a:pt x="88790" y="3617"/>
                  </a:cubicBezTo>
                  <a:cubicBezTo>
                    <a:pt x="88790" y="75"/>
                    <a:pt x="85602" y="75"/>
                    <a:pt x="82590" y="75"/>
                  </a:cubicBezTo>
                  <a:lnTo>
                    <a:pt x="54603" y="75"/>
                  </a:lnTo>
                  <a:cubicBezTo>
                    <a:pt x="24313" y="75"/>
                    <a:pt x="222" y="23102"/>
                    <a:pt x="222" y="51444"/>
                  </a:cubicBezTo>
                  <a:cubicBezTo>
                    <a:pt x="222" y="79786"/>
                    <a:pt x="24313" y="102813"/>
                    <a:pt x="54603" y="102813"/>
                  </a:cubicBezTo>
                  <a:lnTo>
                    <a:pt x="82590" y="102813"/>
                  </a:lnTo>
                  <a:cubicBezTo>
                    <a:pt x="85602" y="102813"/>
                    <a:pt x="88790" y="102813"/>
                    <a:pt x="88790" y="99271"/>
                  </a:cubicBezTo>
                  <a:cubicBezTo>
                    <a:pt x="88790" y="95728"/>
                    <a:pt x="85602" y="95728"/>
                    <a:pt x="82590" y="95728"/>
                  </a:cubicBezTo>
                  <a:lnTo>
                    <a:pt x="54957" y="95728"/>
                  </a:lnTo>
                  <a:cubicBezTo>
                    <a:pt x="29981" y="95728"/>
                    <a:pt x="9610" y="78723"/>
                    <a:pt x="7485" y="54987"/>
                  </a:cubicBezTo>
                  <a:lnTo>
                    <a:pt x="82590" y="54987"/>
                  </a:lnTo>
                  <a:close/>
                </a:path>
              </a:pathLst>
            </a:custGeom>
            <a:solidFill>
              <a:srgbClr val="000000"/>
            </a:solidFill>
            <a:ln w="1775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62" name="任意形状 261">
              <a:extLst>
                <a:ext uri="{FF2B5EF4-FFF2-40B4-BE49-F238E27FC236}">
                  <a16:creationId xmlns:a16="http://schemas.microsoft.com/office/drawing/2014/main" id="{BE0DC9FB-8B21-C991-CCDE-953170EBB95B}"/>
                </a:ext>
              </a:extLst>
            </p:cNvPr>
            <p:cNvSpPr/>
            <p:nvPr>
              <p:custDataLst>
                <p:tags r:id="rId87"/>
              </p:custDataLst>
            </p:nvPr>
          </p:nvSpPr>
          <p:spPr>
            <a:xfrm>
              <a:off x="6664476" y="3748065"/>
              <a:ext cx="128561" cy="120452"/>
            </a:xfrm>
            <a:custGeom>
              <a:avLst/>
              <a:gdLst>
                <a:gd name="connsiteX0" fmla="*/ 118913 w 128561"/>
                <a:gd name="connsiteY0" fmla="*/ 79254 h 120452"/>
                <a:gd name="connsiteX1" fmla="*/ 119798 w 128561"/>
                <a:gd name="connsiteY1" fmla="*/ 76774 h 120452"/>
                <a:gd name="connsiteX2" fmla="*/ 117673 w 128561"/>
                <a:gd name="connsiteY2" fmla="*/ 74826 h 120452"/>
                <a:gd name="connsiteX3" fmla="*/ 115370 w 128561"/>
                <a:gd name="connsiteY3" fmla="*/ 76952 h 120452"/>
                <a:gd name="connsiteX4" fmla="*/ 67012 w 128561"/>
                <a:gd name="connsiteY4" fmla="*/ 115036 h 120452"/>
                <a:gd name="connsiteX5" fmla="*/ 41150 w 128561"/>
                <a:gd name="connsiteY5" fmla="*/ 115036 h 120452"/>
                <a:gd name="connsiteX6" fmla="*/ 37253 w 128561"/>
                <a:gd name="connsiteY6" fmla="*/ 114859 h 120452"/>
                <a:gd name="connsiteX7" fmla="*/ 34950 w 128561"/>
                <a:gd name="connsiteY7" fmla="*/ 113087 h 120452"/>
                <a:gd name="connsiteX8" fmla="*/ 35836 w 128561"/>
                <a:gd name="connsiteY8" fmla="*/ 109013 h 120452"/>
                <a:gd name="connsiteX9" fmla="*/ 47881 w 128561"/>
                <a:gd name="connsiteY9" fmla="*/ 60655 h 120452"/>
                <a:gd name="connsiteX10" fmla="*/ 65418 w 128561"/>
                <a:gd name="connsiteY10" fmla="*/ 60655 h 120452"/>
                <a:gd name="connsiteX11" fmla="*/ 80474 w 128561"/>
                <a:gd name="connsiteY11" fmla="*/ 68803 h 120452"/>
                <a:gd name="connsiteX12" fmla="*/ 79234 w 128561"/>
                <a:gd name="connsiteY12" fmla="*/ 77483 h 120452"/>
                <a:gd name="connsiteX13" fmla="*/ 78703 w 128561"/>
                <a:gd name="connsiteY13" fmla="*/ 79432 h 120452"/>
                <a:gd name="connsiteX14" fmla="*/ 81005 w 128561"/>
                <a:gd name="connsiteY14" fmla="*/ 81380 h 120452"/>
                <a:gd name="connsiteX15" fmla="*/ 83663 w 128561"/>
                <a:gd name="connsiteY15" fmla="*/ 77837 h 120452"/>
                <a:gd name="connsiteX16" fmla="*/ 93759 w 128561"/>
                <a:gd name="connsiteY16" fmla="*/ 36388 h 120452"/>
                <a:gd name="connsiteX17" fmla="*/ 91634 w 128561"/>
                <a:gd name="connsiteY17" fmla="*/ 34439 h 120452"/>
                <a:gd name="connsiteX18" fmla="*/ 89154 w 128561"/>
                <a:gd name="connsiteY18" fmla="*/ 37627 h 120452"/>
                <a:gd name="connsiteX19" fmla="*/ 65949 w 128561"/>
                <a:gd name="connsiteY19" fmla="*/ 55164 h 120452"/>
                <a:gd name="connsiteX20" fmla="*/ 49298 w 128561"/>
                <a:gd name="connsiteY20" fmla="*/ 55164 h 120452"/>
                <a:gd name="connsiteX21" fmla="*/ 59926 w 128561"/>
                <a:gd name="connsiteY21" fmla="*/ 12474 h 120452"/>
                <a:gd name="connsiteX22" fmla="*/ 69492 w 128561"/>
                <a:gd name="connsiteY22" fmla="*/ 5566 h 120452"/>
                <a:gd name="connsiteX23" fmla="*/ 94468 w 128561"/>
                <a:gd name="connsiteY23" fmla="*/ 5566 h 120452"/>
                <a:gd name="connsiteX24" fmla="*/ 121392 w 128561"/>
                <a:gd name="connsiteY24" fmla="*/ 25228 h 120452"/>
                <a:gd name="connsiteX25" fmla="*/ 120684 w 128561"/>
                <a:gd name="connsiteY25" fmla="*/ 34616 h 120452"/>
                <a:gd name="connsiteX26" fmla="*/ 120507 w 128561"/>
                <a:gd name="connsiteY26" fmla="*/ 37805 h 120452"/>
                <a:gd name="connsiteX27" fmla="*/ 122632 w 128561"/>
                <a:gd name="connsiteY27" fmla="*/ 39930 h 120452"/>
                <a:gd name="connsiteX28" fmla="*/ 125112 w 128561"/>
                <a:gd name="connsiteY28" fmla="*/ 35502 h 120452"/>
                <a:gd name="connsiteX29" fmla="*/ 128655 w 128561"/>
                <a:gd name="connsiteY29" fmla="*/ 4857 h 120452"/>
                <a:gd name="connsiteX30" fmla="*/ 123872 w 128561"/>
                <a:gd name="connsiteY30" fmla="*/ 75 h 120452"/>
                <a:gd name="connsiteX31" fmla="*/ 34419 w 128561"/>
                <a:gd name="connsiteY31" fmla="*/ 75 h 120452"/>
                <a:gd name="connsiteX32" fmla="*/ 29105 w 128561"/>
                <a:gd name="connsiteY32" fmla="*/ 3617 h 120452"/>
                <a:gd name="connsiteX33" fmla="*/ 34065 w 128561"/>
                <a:gd name="connsiteY33" fmla="*/ 5566 h 120452"/>
                <a:gd name="connsiteX34" fmla="*/ 45578 w 128561"/>
                <a:gd name="connsiteY34" fmla="*/ 8754 h 120452"/>
                <a:gd name="connsiteX35" fmla="*/ 44693 w 128561"/>
                <a:gd name="connsiteY35" fmla="*/ 13006 h 120452"/>
                <a:gd name="connsiteX36" fmla="*/ 21311 w 128561"/>
                <a:gd name="connsiteY36" fmla="*/ 106710 h 120452"/>
                <a:gd name="connsiteX37" fmla="*/ 5191 w 128561"/>
                <a:gd name="connsiteY37" fmla="*/ 115036 h 120452"/>
                <a:gd name="connsiteX38" fmla="*/ 232 w 128561"/>
                <a:gd name="connsiteY38" fmla="*/ 118401 h 120452"/>
                <a:gd name="connsiteX39" fmla="*/ 5191 w 128561"/>
                <a:gd name="connsiteY39" fmla="*/ 120527 h 120452"/>
                <a:gd name="connsiteX40" fmla="*/ 97125 w 128561"/>
                <a:gd name="connsiteY40" fmla="*/ 120527 h 120452"/>
                <a:gd name="connsiteX41" fmla="*/ 102616 w 128561"/>
                <a:gd name="connsiteY41" fmla="*/ 117516 h 120452"/>
                <a:gd name="connsiteX42" fmla="*/ 118913 w 128561"/>
                <a:gd name="connsiteY42" fmla="*/ 79254 h 1204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</a:cxnLst>
              <a:rect l="l" t="t" r="r" b="b"/>
              <a:pathLst>
                <a:path w="128561" h="120452">
                  <a:moveTo>
                    <a:pt x="118913" y="79254"/>
                  </a:moveTo>
                  <a:cubicBezTo>
                    <a:pt x="119267" y="78369"/>
                    <a:pt x="119798" y="77129"/>
                    <a:pt x="119798" y="76774"/>
                  </a:cubicBezTo>
                  <a:cubicBezTo>
                    <a:pt x="119798" y="76597"/>
                    <a:pt x="119798" y="74826"/>
                    <a:pt x="117673" y="74826"/>
                  </a:cubicBezTo>
                  <a:cubicBezTo>
                    <a:pt x="116078" y="74826"/>
                    <a:pt x="115724" y="75889"/>
                    <a:pt x="115370" y="76952"/>
                  </a:cubicBezTo>
                  <a:cubicBezTo>
                    <a:pt x="103856" y="103168"/>
                    <a:pt x="97302" y="115036"/>
                    <a:pt x="67012" y="115036"/>
                  </a:cubicBezTo>
                  <a:lnTo>
                    <a:pt x="41150" y="115036"/>
                  </a:lnTo>
                  <a:cubicBezTo>
                    <a:pt x="38670" y="115036"/>
                    <a:pt x="38316" y="115036"/>
                    <a:pt x="37253" y="114859"/>
                  </a:cubicBezTo>
                  <a:cubicBezTo>
                    <a:pt x="35482" y="114682"/>
                    <a:pt x="34950" y="114504"/>
                    <a:pt x="34950" y="113087"/>
                  </a:cubicBezTo>
                  <a:cubicBezTo>
                    <a:pt x="34950" y="112556"/>
                    <a:pt x="34950" y="112202"/>
                    <a:pt x="35836" y="109013"/>
                  </a:cubicBezTo>
                  <a:lnTo>
                    <a:pt x="47881" y="60655"/>
                  </a:lnTo>
                  <a:lnTo>
                    <a:pt x="65418" y="60655"/>
                  </a:lnTo>
                  <a:cubicBezTo>
                    <a:pt x="80474" y="60655"/>
                    <a:pt x="80474" y="64375"/>
                    <a:pt x="80474" y="68803"/>
                  </a:cubicBezTo>
                  <a:cubicBezTo>
                    <a:pt x="80474" y="70043"/>
                    <a:pt x="80474" y="72169"/>
                    <a:pt x="79234" y="77483"/>
                  </a:cubicBezTo>
                  <a:cubicBezTo>
                    <a:pt x="78880" y="78369"/>
                    <a:pt x="78703" y="78900"/>
                    <a:pt x="78703" y="79432"/>
                  </a:cubicBezTo>
                  <a:cubicBezTo>
                    <a:pt x="78703" y="80317"/>
                    <a:pt x="79411" y="81380"/>
                    <a:pt x="81005" y="81380"/>
                  </a:cubicBezTo>
                  <a:cubicBezTo>
                    <a:pt x="82423" y="81380"/>
                    <a:pt x="82954" y="80494"/>
                    <a:pt x="83663" y="77837"/>
                  </a:cubicBezTo>
                  <a:lnTo>
                    <a:pt x="93759" y="36388"/>
                  </a:lnTo>
                  <a:cubicBezTo>
                    <a:pt x="93759" y="35325"/>
                    <a:pt x="92874" y="34439"/>
                    <a:pt x="91634" y="34439"/>
                  </a:cubicBezTo>
                  <a:cubicBezTo>
                    <a:pt x="90039" y="34439"/>
                    <a:pt x="89685" y="35502"/>
                    <a:pt x="89154" y="37627"/>
                  </a:cubicBezTo>
                  <a:cubicBezTo>
                    <a:pt x="85434" y="51090"/>
                    <a:pt x="82245" y="55164"/>
                    <a:pt x="65949" y="55164"/>
                  </a:cubicBezTo>
                  <a:lnTo>
                    <a:pt x="49298" y="55164"/>
                  </a:lnTo>
                  <a:lnTo>
                    <a:pt x="59926" y="12474"/>
                  </a:lnTo>
                  <a:cubicBezTo>
                    <a:pt x="61521" y="6274"/>
                    <a:pt x="61698" y="5566"/>
                    <a:pt x="69492" y="5566"/>
                  </a:cubicBezTo>
                  <a:lnTo>
                    <a:pt x="94468" y="5566"/>
                  </a:lnTo>
                  <a:cubicBezTo>
                    <a:pt x="116078" y="5566"/>
                    <a:pt x="121392" y="10703"/>
                    <a:pt x="121392" y="25228"/>
                  </a:cubicBezTo>
                  <a:cubicBezTo>
                    <a:pt x="121392" y="29479"/>
                    <a:pt x="121392" y="29834"/>
                    <a:pt x="120684" y="34616"/>
                  </a:cubicBezTo>
                  <a:cubicBezTo>
                    <a:pt x="120684" y="35679"/>
                    <a:pt x="120507" y="36919"/>
                    <a:pt x="120507" y="37805"/>
                  </a:cubicBezTo>
                  <a:cubicBezTo>
                    <a:pt x="120507" y="38690"/>
                    <a:pt x="121038" y="39930"/>
                    <a:pt x="122632" y="39930"/>
                  </a:cubicBezTo>
                  <a:cubicBezTo>
                    <a:pt x="124581" y="39930"/>
                    <a:pt x="124758" y="38867"/>
                    <a:pt x="125112" y="35502"/>
                  </a:cubicBezTo>
                  <a:lnTo>
                    <a:pt x="128655" y="4857"/>
                  </a:lnTo>
                  <a:cubicBezTo>
                    <a:pt x="129186" y="75"/>
                    <a:pt x="128301" y="75"/>
                    <a:pt x="123872" y="75"/>
                  </a:cubicBezTo>
                  <a:lnTo>
                    <a:pt x="34419" y="75"/>
                  </a:lnTo>
                  <a:cubicBezTo>
                    <a:pt x="30876" y="75"/>
                    <a:pt x="29105" y="75"/>
                    <a:pt x="29105" y="3617"/>
                  </a:cubicBezTo>
                  <a:cubicBezTo>
                    <a:pt x="29105" y="5566"/>
                    <a:pt x="30699" y="5566"/>
                    <a:pt x="34065" y="5566"/>
                  </a:cubicBezTo>
                  <a:cubicBezTo>
                    <a:pt x="40619" y="5566"/>
                    <a:pt x="45578" y="5566"/>
                    <a:pt x="45578" y="8754"/>
                  </a:cubicBezTo>
                  <a:cubicBezTo>
                    <a:pt x="45578" y="9463"/>
                    <a:pt x="45578" y="9817"/>
                    <a:pt x="44693" y="13006"/>
                  </a:cubicBezTo>
                  <a:lnTo>
                    <a:pt x="21311" y="106710"/>
                  </a:lnTo>
                  <a:cubicBezTo>
                    <a:pt x="19539" y="113619"/>
                    <a:pt x="19185" y="115036"/>
                    <a:pt x="5191" y="115036"/>
                  </a:cubicBezTo>
                  <a:cubicBezTo>
                    <a:pt x="2180" y="115036"/>
                    <a:pt x="232" y="115036"/>
                    <a:pt x="232" y="118401"/>
                  </a:cubicBezTo>
                  <a:cubicBezTo>
                    <a:pt x="232" y="120527"/>
                    <a:pt x="1826" y="120527"/>
                    <a:pt x="5191" y="120527"/>
                  </a:cubicBezTo>
                  <a:lnTo>
                    <a:pt x="97125" y="120527"/>
                  </a:lnTo>
                  <a:cubicBezTo>
                    <a:pt x="101199" y="120527"/>
                    <a:pt x="101376" y="120350"/>
                    <a:pt x="102616" y="117516"/>
                  </a:cubicBezTo>
                  <a:lnTo>
                    <a:pt x="118913" y="79254"/>
                  </a:lnTo>
                  <a:close/>
                </a:path>
              </a:pathLst>
            </a:custGeom>
            <a:solidFill>
              <a:srgbClr val="000000"/>
            </a:solidFill>
            <a:ln w="1775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63" name="任意形状 262">
              <a:extLst>
                <a:ext uri="{FF2B5EF4-FFF2-40B4-BE49-F238E27FC236}">
                  <a16:creationId xmlns:a16="http://schemas.microsoft.com/office/drawing/2014/main" id="{B16DE2B6-56DE-E8BE-1667-24711838064E}"/>
                </a:ext>
              </a:extLst>
            </p:cNvPr>
            <p:cNvSpPr/>
            <p:nvPr>
              <p:custDataLst>
                <p:tags r:id="rId88"/>
              </p:custDataLst>
            </p:nvPr>
          </p:nvSpPr>
          <p:spPr>
            <a:xfrm>
              <a:off x="6794333" y="3840406"/>
              <a:ext cx="57657" cy="55921"/>
            </a:xfrm>
            <a:custGeom>
              <a:avLst/>
              <a:gdLst>
                <a:gd name="connsiteX0" fmla="*/ 23550 w 57657"/>
                <a:gd name="connsiteY0" fmla="*/ 29711 h 55921"/>
                <a:gd name="connsiteX1" fmla="*/ 26774 w 57657"/>
                <a:gd name="connsiteY1" fmla="*/ 17188 h 55921"/>
                <a:gd name="connsiteX2" fmla="*/ 34586 w 57657"/>
                <a:gd name="connsiteY2" fmla="*/ 7020 h 55921"/>
                <a:gd name="connsiteX3" fmla="*/ 44629 w 57657"/>
                <a:gd name="connsiteY3" fmla="*/ 3548 h 55921"/>
                <a:gd name="connsiteX4" fmla="*/ 51449 w 57657"/>
                <a:gd name="connsiteY4" fmla="*/ 5284 h 55921"/>
                <a:gd name="connsiteX5" fmla="*/ 45993 w 57657"/>
                <a:gd name="connsiteY5" fmla="*/ 12104 h 55921"/>
                <a:gd name="connsiteX6" fmla="*/ 50953 w 57657"/>
                <a:gd name="connsiteY6" fmla="*/ 16692 h 55921"/>
                <a:gd name="connsiteX7" fmla="*/ 57897 w 57657"/>
                <a:gd name="connsiteY7" fmla="*/ 9128 h 55921"/>
                <a:gd name="connsiteX8" fmla="*/ 44753 w 57657"/>
                <a:gd name="connsiteY8" fmla="*/ 76 h 55921"/>
                <a:gd name="connsiteX9" fmla="*/ 27270 w 57657"/>
                <a:gd name="connsiteY9" fmla="*/ 8880 h 55921"/>
                <a:gd name="connsiteX10" fmla="*/ 14498 w 57657"/>
                <a:gd name="connsiteY10" fmla="*/ 76 h 55921"/>
                <a:gd name="connsiteX11" fmla="*/ 4827 w 57657"/>
                <a:gd name="connsiteY11" fmla="*/ 6400 h 55921"/>
                <a:gd name="connsiteX12" fmla="*/ 239 w 57657"/>
                <a:gd name="connsiteY12" fmla="*/ 19047 h 55921"/>
                <a:gd name="connsiteX13" fmla="*/ 2347 w 57657"/>
                <a:gd name="connsiteY13" fmla="*/ 20659 h 55921"/>
                <a:gd name="connsiteX14" fmla="*/ 5075 w 57657"/>
                <a:gd name="connsiteY14" fmla="*/ 16940 h 55921"/>
                <a:gd name="connsiteX15" fmla="*/ 14126 w 57657"/>
                <a:gd name="connsiteY15" fmla="*/ 3548 h 55921"/>
                <a:gd name="connsiteX16" fmla="*/ 18218 w 57657"/>
                <a:gd name="connsiteY16" fmla="*/ 9624 h 55921"/>
                <a:gd name="connsiteX17" fmla="*/ 16234 w 57657"/>
                <a:gd name="connsiteY17" fmla="*/ 19915 h 55921"/>
                <a:gd name="connsiteX18" fmla="*/ 13506 w 57657"/>
                <a:gd name="connsiteY18" fmla="*/ 31075 h 55921"/>
                <a:gd name="connsiteX19" fmla="*/ 9539 w 57657"/>
                <a:gd name="connsiteY19" fmla="*/ 46946 h 55921"/>
                <a:gd name="connsiteX20" fmla="*/ 8299 w 57657"/>
                <a:gd name="connsiteY20" fmla="*/ 52030 h 55921"/>
                <a:gd name="connsiteX21" fmla="*/ 12514 w 57657"/>
                <a:gd name="connsiteY21" fmla="*/ 55998 h 55921"/>
                <a:gd name="connsiteX22" fmla="*/ 17846 w 57657"/>
                <a:gd name="connsiteY22" fmla="*/ 52402 h 55921"/>
                <a:gd name="connsiteX23" fmla="*/ 20202 w 57657"/>
                <a:gd name="connsiteY23" fmla="*/ 43102 h 55921"/>
                <a:gd name="connsiteX24" fmla="*/ 23550 w 57657"/>
                <a:gd name="connsiteY24" fmla="*/ 29711 h 559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57657" h="55921">
                  <a:moveTo>
                    <a:pt x="23550" y="29711"/>
                  </a:moveTo>
                  <a:cubicBezTo>
                    <a:pt x="23674" y="28967"/>
                    <a:pt x="26526" y="17807"/>
                    <a:pt x="26774" y="17188"/>
                  </a:cubicBezTo>
                  <a:cubicBezTo>
                    <a:pt x="27022" y="16196"/>
                    <a:pt x="30618" y="9996"/>
                    <a:pt x="34586" y="7020"/>
                  </a:cubicBezTo>
                  <a:cubicBezTo>
                    <a:pt x="35950" y="6028"/>
                    <a:pt x="39297" y="3548"/>
                    <a:pt x="44629" y="3548"/>
                  </a:cubicBezTo>
                  <a:cubicBezTo>
                    <a:pt x="45869" y="3548"/>
                    <a:pt x="48969" y="3672"/>
                    <a:pt x="51449" y="5284"/>
                  </a:cubicBezTo>
                  <a:cubicBezTo>
                    <a:pt x="47481" y="6400"/>
                    <a:pt x="45993" y="9872"/>
                    <a:pt x="45993" y="12104"/>
                  </a:cubicBezTo>
                  <a:cubicBezTo>
                    <a:pt x="45993" y="14832"/>
                    <a:pt x="48101" y="16692"/>
                    <a:pt x="50953" y="16692"/>
                  </a:cubicBezTo>
                  <a:cubicBezTo>
                    <a:pt x="53805" y="16692"/>
                    <a:pt x="57897" y="14336"/>
                    <a:pt x="57897" y="9128"/>
                  </a:cubicBezTo>
                  <a:cubicBezTo>
                    <a:pt x="57897" y="2680"/>
                    <a:pt x="51077" y="76"/>
                    <a:pt x="44753" y="76"/>
                  </a:cubicBezTo>
                  <a:cubicBezTo>
                    <a:pt x="38305" y="76"/>
                    <a:pt x="32726" y="2680"/>
                    <a:pt x="27270" y="8880"/>
                  </a:cubicBezTo>
                  <a:cubicBezTo>
                    <a:pt x="25038" y="1316"/>
                    <a:pt x="17474" y="76"/>
                    <a:pt x="14498" y="76"/>
                  </a:cubicBezTo>
                  <a:cubicBezTo>
                    <a:pt x="9911" y="76"/>
                    <a:pt x="6811" y="2928"/>
                    <a:pt x="4827" y="6400"/>
                  </a:cubicBezTo>
                  <a:cubicBezTo>
                    <a:pt x="1975" y="11236"/>
                    <a:pt x="239" y="18427"/>
                    <a:pt x="239" y="19047"/>
                  </a:cubicBezTo>
                  <a:cubicBezTo>
                    <a:pt x="239" y="20659"/>
                    <a:pt x="1975" y="20659"/>
                    <a:pt x="2347" y="20659"/>
                  </a:cubicBezTo>
                  <a:cubicBezTo>
                    <a:pt x="4083" y="20659"/>
                    <a:pt x="4207" y="20287"/>
                    <a:pt x="5075" y="16940"/>
                  </a:cubicBezTo>
                  <a:cubicBezTo>
                    <a:pt x="6935" y="9376"/>
                    <a:pt x="9291" y="3548"/>
                    <a:pt x="14126" y="3548"/>
                  </a:cubicBezTo>
                  <a:cubicBezTo>
                    <a:pt x="17350" y="3548"/>
                    <a:pt x="18218" y="6276"/>
                    <a:pt x="18218" y="9624"/>
                  </a:cubicBezTo>
                  <a:cubicBezTo>
                    <a:pt x="18218" y="11980"/>
                    <a:pt x="17102" y="16568"/>
                    <a:pt x="16234" y="19915"/>
                  </a:cubicBezTo>
                  <a:cubicBezTo>
                    <a:pt x="15366" y="23263"/>
                    <a:pt x="14126" y="28347"/>
                    <a:pt x="13506" y="31075"/>
                  </a:cubicBezTo>
                  <a:lnTo>
                    <a:pt x="9539" y="46946"/>
                  </a:lnTo>
                  <a:cubicBezTo>
                    <a:pt x="9043" y="48558"/>
                    <a:pt x="8299" y="51658"/>
                    <a:pt x="8299" y="52030"/>
                  </a:cubicBezTo>
                  <a:cubicBezTo>
                    <a:pt x="8299" y="54758"/>
                    <a:pt x="10531" y="55998"/>
                    <a:pt x="12514" y="55998"/>
                  </a:cubicBezTo>
                  <a:cubicBezTo>
                    <a:pt x="14374" y="55998"/>
                    <a:pt x="16854" y="54882"/>
                    <a:pt x="17846" y="52402"/>
                  </a:cubicBezTo>
                  <a:cubicBezTo>
                    <a:pt x="18094" y="51658"/>
                    <a:pt x="19458" y="46202"/>
                    <a:pt x="20202" y="43102"/>
                  </a:cubicBezTo>
                  <a:lnTo>
                    <a:pt x="23550" y="29711"/>
                  </a:lnTo>
                  <a:close/>
                </a:path>
              </a:pathLst>
            </a:custGeom>
            <a:solidFill>
              <a:srgbClr val="000000"/>
            </a:solidFill>
            <a:ln w="1775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64" name="任意形状 263">
              <a:extLst>
                <a:ext uri="{FF2B5EF4-FFF2-40B4-BE49-F238E27FC236}">
                  <a16:creationId xmlns:a16="http://schemas.microsoft.com/office/drawing/2014/main" id="{7D05A831-E4CE-FD75-A894-AB4F2C5A8C1F}"/>
                </a:ext>
              </a:extLst>
            </p:cNvPr>
            <p:cNvSpPr/>
            <p:nvPr>
              <p:custDataLst>
                <p:tags r:id="rId89"/>
              </p:custDataLst>
            </p:nvPr>
          </p:nvSpPr>
          <p:spPr>
            <a:xfrm>
              <a:off x="6937228" y="3735666"/>
              <a:ext cx="7085" cy="177135"/>
            </a:xfrm>
            <a:custGeom>
              <a:avLst/>
              <a:gdLst>
                <a:gd name="connsiteX0" fmla="*/ 7332 w 7085"/>
                <a:gd name="connsiteY0" fmla="*/ 6452 h 177135"/>
                <a:gd name="connsiteX1" fmla="*/ 3789 w 7085"/>
                <a:gd name="connsiteY1" fmla="*/ 75 h 177135"/>
                <a:gd name="connsiteX2" fmla="*/ 246 w 7085"/>
                <a:gd name="connsiteY2" fmla="*/ 6452 h 177135"/>
                <a:gd name="connsiteX3" fmla="*/ 246 w 7085"/>
                <a:gd name="connsiteY3" fmla="*/ 170834 h 177135"/>
                <a:gd name="connsiteX4" fmla="*/ 3789 w 7085"/>
                <a:gd name="connsiteY4" fmla="*/ 177210 h 177135"/>
                <a:gd name="connsiteX5" fmla="*/ 7332 w 7085"/>
                <a:gd name="connsiteY5" fmla="*/ 170834 h 177135"/>
                <a:gd name="connsiteX6" fmla="*/ 7332 w 7085"/>
                <a:gd name="connsiteY6" fmla="*/ 6452 h 1771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085" h="177135">
                  <a:moveTo>
                    <a:pt x="7332" y="6452"/>
                  </a:moveTo>
                  <a:cubicBezTo>
                    <a:pt x="7332" y="3263"/>
                    <a:pt x="7332" y="75"/>
                    <a:pt x="3789" y="75"/>
                  </a:cubicBezTo>
                  <a:cubicBezTo>
                    <a:pt x="246" y="75"/>
                    <a:pt x="246" y="3263"/>
                    <a:pt x="246" y="6452"/>
                  </a:cubicBezTo>
                  <a:lnTo>
                    <a:pt x="246" y="170834"/>
                  </a:lnTo>
                  <a:cubicBezTo>
                    <a:pt x="246" y="174022"/>
                    <a:pt x="246" y="177210"/>
                    <a:pt x="3789" y="177210"/>
                  </a:cubicBezTo>
                  <a:cubicBezTo>
                    <a:pt x="7332" y="177210"/>
                    <a:pt x="7332" y="174022"/>
                    <a:pt x="7332" y="170834"/>
                  </a:cubicBezTo>
                  <a:lnTo>
                    <a:pt x="7332" y="6452"/>
                  </a:lnTo>
                  <a:close/>
                </a:path>
              </a:pathLst>
            </a:custGeom>
            <a:solidFill>
              <a:srgbClr val="000000"/>
            </a:solidFill>
            <a:ln w="1775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65" name="任意形状 264">
              <a:extLst>
                <a:ext uri="{FF2B5EF4-FFF2-40B4-BE49-F238E27FC236}">
                  <a16:creationId xmlns:a16="http://schemas.microsoft.com/office/drawing/2014/main" id="{0900E959-E111-3CEE-8E3D-C0A3459728D1}"/>
                </a:ext>
              </a:extLst>
            </p:cNvPr>
            <p:cNvSpPr/>
            <p:nvPr>
              <p:custDataLst>
                <p:tags r:id="rId90"/>
              </p:custDataLst>
            </p:nvPr>
          </p:nvSpPr>
          <p:spPr>
            <a:xfrm>
              <a:off x="7024299" y="3745585"/>
              <a:ext cx="86973" cy="124880"/>
            </a:xfrm>
            <a:custGeom>
              <a:avLst/>
              <a:gdLst>
                <a:gd name="connsiteX0" fmla="*/ 41347 w 86973"/>
                <a:gd name="connsiteY0" fmla="*/ 2023 h 124880"/>
                <a:gd name="connsiteX1" fmla="*/ 39044 w 86973"/>
                <a:gd name="connsiteY1" fmla="*/ 75 h 124880"/>
                <a:gd name="connsiteX2" fmla="*/ 17434 w 86973"/>
                <a:gd name="connsiteY2" fmla="*/ 1846 h 124880"/>
                <a:gd name="connsiteX3" fmla="*/ 14068 w 86973"/>
                <a:gd name="connsiteY3" fmla="*/ 5389 h 124880"/>
                <a:gd name="connsiteX4" fmla="*/ 18320 w 86973"/>
                <a:gd name="connsiteY4" fmla="*/ 7514 h 124880"/>
                <a:gd name="connsiteX5" fmla="*/ 27176 w 86973"/>
                <a:gd name="connsiteY5" fmla="*/ 10526 h 124880"/>
                <a:gd name="connsiteX6" fmla="*/ 26645 w 86973"/>
                <a:gd name="connsiteY6" fmla="*/ 14068 h 124880"/>
                <a:gd name="connsiteX7" fmla="*/ 960 w 86973"/>
                <a:gd name="connsiteY7" fmla="*/ 116099 h 124880"/>
                <a:gd name="connsiteX8" fmla="*/ 252 w 86973"/>
                <a:gd name="connsiteY8" fmla="*/ 119996 h 124880"/>
                <a:gd name="connsiteX9" fmla="*/ 5389 w 86973"/>
                <a:gd name="connsiteY9" fmla="*/ 124955 h 124880"/>
                <a:gd name="connsiteX10" fmla="*/ 11943 w 86973"/>
                <a:gd name="connsiteY10" fmla="*/ 120350 h 124880"/>
                <a:gd name="connsiteX11" fmla="*/ 15308 w 86973"/>
                <a:gd name="connsiteY11" fmla="*/ 106888 h 124880"/>
                <a:gd name="connsiteX12" fmla="*/ 19205 w 86973"/>
                <a:gd name="connsiteY12" fmla="*/ 90945 h 124880"/>
                <a:gd name="connsiteX13" fmla="*/ 22217 w 86973"/>
                <a:gd name="connsiteY13" fmla="*/ 79077 h 124880"/>
                <a:gd name="connsiteX14" fmla="*/ 24165 w 86973"/>
                <a:gd name="connsiteY14" fmla="*/ 71106 h 124880"/>
                <a:gd name="connsiteX15" fmla="*/ 36210 w 86973"/>
                <a:gd name="connsiteY15" fmla="*/ 54810 h 124880"/>
                <a:gd name="connsiteX16" fmla="*/ 53215 w 86973"/>
                <a:gd name="connsiteY16" fmla="*/ 48610 h 124880"/>
                <a:gd name="connsiteX17" fmla="*/ 62781 w 86973"/>
                <a:gd name="connsiteY17" fmla="*/ 61009 h 124880"/>
                <a:gd name="connsiteX18" fmla="*/ 51798 w 86973"/>
                <a:gd name="connsiteY18" fmla="*/ 100688 h 124880"/>
                <a:gd name="connsiteX19" fmla="*/ 49495 w 86973"/>
                <a:gd name="connsiteY19" fmla="*/ 110430 h 124880"/>
                <a:gd name="connsiteX20" fmla="*/ 64021 w 86973"/>
                <a:gd name="connsiteY20" fmla="*/ 124955 h 124880"/>
                <a:gd name="connsiteX21" fmla="*/ 87225 w 86973"/>
                <a:gd name="connsiteY21" fmla="*/ 97677 h 124880"/>
                <a:gd name="connsiteX22" fmla="*/ 85100 w 86973"/>
                <a:gd name="connsiteY22" fmla="*/ 95905 h 124880"/>
                <a:gd name="connsiteX23" fmla="*/ 82443 w 86973"/>
                <a:gd name="connsiteY23" fmla="*/ 99094 h 124880"/>
                <a:gd name="connsiteX24" fmla="*/ 64375 w 86973"/>
                <a:gd name="connsiteY24" fmla="*/ 121058 h 124880"/>
                <a:gd name="connsiteX25" fmla="*/ 60124 w 86973"/>
                <a:gd name="connsiteY25" fmla="*/ 115213 h 124880"/>
                <a:gd name="connsiteX26" fmla="*/ 63312 w 86973"/>
                <a:gd name="connsiteY26" fmla="*/ 102636 h 124880"/>
                <a:gd name="connsiteX27" fmla="*/ 74117 w 86973"/>
                <a:gd name="connsiteY27" fmla="*/ 63666 h 124880"/>
                <a:gd name="connsiteX28" fmla="*/ 53747 w 86973"/>
                <a:gd name="connsiteY28" fmla="*/ 44713 h 124880"/>
                <a:gd name="connsiteX29" fmla="*/ 27531 w 86973"/>
                <a:gd name="connsiteY29" fmla="*/ 58352 h 124880"/>
                <a:gd name="connsiteX30" fmla="*/ 41347 w 86973"/>
                <a:gd name="connsiteY30" fmla="*/ 2023 h 1248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86973" h="124880">
                  <a:moveTo>
                    <a:pt x="41347" y="2023"/>
                  </a:moveTo>
                  <a:cubicBezTo>
                    <a:pt x="41347" y="1846"/>
                    <a:pt x="41347" y="75"/>
                    <a:pt x="39044" y="75"/>
                  </a:cubicBezTo>
                  <a:cubicBezTo>
                    <a:pt x="34970" y="75"/>
                    <a:pt x="22039" y="1492"/>
                    <a:pt x="17434" y="1846"/>
                  </a:cubicBezTo>
                  <a:cubicBezTo>
                    <a:pt x="16017" y="2023"/>
                    <a:pt x="14068" y="2200"/>
                    <a:pt x="14068" y="5389"/>
                  </a:cubicBezTo>
                  <a:cubicBezTo>
                    <a:pt x="14068" y="7514"/>
                    <a:pt x="15662" y="7514"/>
                    <a:pt x="18320" y="7514"/>
                  </a:cubicBezTo>
                  <a:cubicBezTo>
                    <a:pt x="26822" y="7514"/>
                    <a:pt x="27176" y="8754"/>
                    <a:pt x="27176" y="10526"/>
                  </a:cubicBezTo>
                  <a:lnTo>
                    <a:pt x="26645" y="14068"/>
                  </a:lnTo>
                  <a:lnTo>
                    <a:pt x="960" y="116099"/>
                  </a:lnTo>
                  <a:cubicBezTo>
                    <a:pt x="252" y="118579"/>
                    <a:pt x="252" y="118933"/>
                    <a:pt x="252" y="119996"/>
                  </a:cubicBezTo>
                  <a:cubicBezTo>
                    <a:pt x="252" y="124070"/>
                    <a:pt x="3794" y="124955"/>
                    <a:pt x="5389" y="124955"/>
                  </a:cubicBezTo>
                  <a:cubicBezTo>
                    <a:pt x="8223" y="124955"/>
                    <a:pt x="11057" y="122830"/>
                    <a:pt x="11943" y="120350"/>
                  </a:cubicBezTo>
                  <a:lnTo>
                    <a:pt x="15308" y="106888"/>
                  </a:lnTo>
                  <a:lnTo>
                    <a:pt x="19205" y="90945"/>
                  </a:lnTo>
                  <a:cubicBezTo>
                    <a:pt x="20268" y="87048"/>
                    <a:pt x="21331" y="83151"/>
                    <a:pt x="22217" y="79077"/>
                  </a:cubicBezTo>
                  <a:cubicBezTo>
                    <a:pt x="22571" y="78014"/>
                    <a:pt x="23988" y="72169"/>
                    <a:pt x="24165" y="71106"/>
                  </a:cubicBezTo>
                  <a:cubicBezTo>
                    <a:pt x="24696" y="69512"/>
                    <a:pt x="30188" y="59592"/>
                    <a:pt x="36210" y="54810"/>
                  </a:cubicBezTo>
                  <a:cubicBezTo>
                    <a:pt x="40107" y="51975"/>
                    <a:pt x="45598" y="48610"/>
                    <a:pt x="53215" y="48610"/>
                  </a:cubicBezTo>
                  <a:cubicBezTo>
                    <a:pt x="60832" y="48610"/>
                    <a:pt x="62781" y="54633"/>
                    <a:pt x="62781" y="61009"/>
                  </a:cubicBezTo>
                  <a:cubicBezTo>
                    <a:pt x="62781" y="70575"/>
                    <a:pt x="56049" y="89883"/>
                    <a:pt x="51798" y="100688"/>
                  </a:cubicBezTo>
                  <a:cubicBezTo>
                    <a:pt x="50381" y="104762"/>
                    <a:pt x="49495" y="106888"/>
                    <a:pt x="49495" y="110430"/>
                  </a:cubicBezTo>
                  <a:cubicBezTo>
                    <a:pt x="49495" y="118756"/>
                    <a:pt x="55695" y="124955"/>
                    <a:pt x="64021" y="124955"/>
                  </a:cubicBezTo>
                  <a:cubicBezTo>
                    <a:pt x="80671" y="124955"/>
                    <a:pt x="87225" y="99094"/>
                    <a:pt x="87225" y="97677"/>
                  </a:cubicBezTo>
                  <a:cubicBezTo>
                    <a:pt x="87225" y="95905"/>
                    <a:pt x="85631" y="95905"/>
                    <a:pt x="85100" y="95905"/>
                  </a:cubicBezTo>
                  <a:cubicBezTo>
                    <a:pt x="83328" y="95905"/>
                    <a:pt x="83328" y="96437"/>
                    <a:pt x="82443" y="99094"/>
                  </a:cubicBezTo>
                  <a:cubicBezTo>
                    <a:pt x="79786" y="108482"/>
                    <a:pt x="74117" y="121058"/>
                    <a:pt x="64375" y="121058"/>
                  </a:cubicBezTo>
                  <a:cubicBezTo>
                    <a:pt x="61363" y="121058"/>
                    <a:pt x="60124" y="119287"/>
                    <a:pt x="60124" y="115213"/>
                  </a:cubicBezTo>
                  <a:cubicBezTo>
                    <a:pt x="60124" y="110785"/>
                    <a:pt x="61718" y="106533"/>
                    <a:pt x="63312" y="102636"/>
                  </a:cubicBezTo>
                  <a:cubicBezTo>
                    <a:pt x="66146" y="95019"/>
                    <a:pt x="74117" y="73940"/>
                    <a:pt x="74117" y="63666"/>
                  </a:cubicBezTo>
                  <a:cubicBezTo>
                    <a:pt x="74117" y="52153"/>
                    <a:pt x="67032" y="44713"/>
                    <a:pt x="53747" y="44713"/>
                  </a:cubicBezTo>
                  <a:cubicBezTo>
                    <a:pt x="42587" y="44713"/>
                    <a:pt x="34085" y="50204"/>
                    <a:pt x="27531" y="58352"/>
                  </a:cubicBezTo>
                  <a:lnTo>
                    <a:pt x="41347" y="2023"/>
                  </a:lnTo>
                  <a:close/>
                </a:path>
              </a:pathLst>
            </a:custGeom>
            <a:solidFill>
              <a:srgbClr val="000000"/>
            </a:solidFill>
            <a:ln w="1775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66" name="任意形状 265">
              <a:extLst>
                <a:ext uri="{FF2B5EF4-FFF2-40B4-BE49-F238E27FC236}">
                  <a16:creationId xmlns:a16="http://schemas.microsoft.com/office/drawing/2014/main" id="{FDB9B683-406A-F8B4-B0F0-AACFC04CB2CF}"/>
                </a:ext>
              </a:extLst>
            </p:cNvPr>
            <p:cNvSpPr/>
            <p:nvPr>
              <p:custDataLst>
                <p:tags r:id="rId91"/>
              </p:custDataLst>
            </p:nvPr>
          </p:nvSpPr>
          <p:spPr>
            <a:xfrm>
              <a:off x="7190440" y="3741688"/>
              <a:ext cx="88390" cy="165090"/>
            </a:xfrm>
            <a:custGeom>
              <a:avLst/>
              <a:gdLst>
                <a:gd name="connsiteX0" fmla="*/ 87234 w 88390"/>
                <a:gd name="connsiteY0" fmla="*/ 6983 h 165090"/>
                <a:gd name="connsiteX1" fmla="*/ 88651 w 88390"/>
                <a:gd name="connsiteY1" fmla="*/ 3617 h 165090"/>
                <a:gd name="connsiteX2" fmla="*/ 85108 w 88390"/>
                <a:gd name="connsiteY2" fmla="*/ 75 h 165090"/>
                <a:gd name="connsiteX3" fmla="*/ 81211 w 88390"/>
                <a:gd name="connsiteY3" fmla="*/ 3617 h 165090"/>
                <a:gd name="connsiteX4" fmla="*/ 1677 w 88390"/>
                <a:gd name="connsiteY4" fmla="*/ 158257 h 165090"/>
                <a:gd name="connsiteX5" fmla="*/ 260 w 88390"/>
                <a:gd name="connsiteY5" fmla="*/ 161623 h 165090"/>
                <a:gd name="connsiteX6" fmla="*/ 3803 w 88390"/>
                <a:gd name="connsiteY6" fmla="*/ 165165 h 165090"/>
                <a:gd name="connsiteX7" fmla="*/ 7700 w 88390"/>
                <a:gd name="connsiteY7" fmla="*/ 161623 h 165090"/>
                <a:gd name="connsiteX8" fmla="*/ 87234 w 88390"/>
                <a:gd name="connsiteY8" fmla="*/ 6983 h 1650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8390" h="165090">
                  <a:moveTo>
                    <a:pt x="87234" y="6983"/>
                  </a:moveTo>
                  <a:cubicBezTo>
                    <a:pt x="88651" y="4503"/>
                    <a:pt x="88651" y="4149"/>
                    <a:pt x="88651" y="3617"/>
                  </a:cubicBezTo>
                  <a:cubicBezTo>
                    <a:pt x="88651" y="2377"/>
                    <a:pt x="87588" y="75"/>
                    <a:pt x="85108" y="75"/>
                  </a:cubicBezTo>
                  <a:cubicBezTo>
                    <a:pt x="82983" y="75"/>
                    <a:pt x="82451" y="1138"/>
                    <a:pt x="81211" y="3617"/>
                  </a:cubicBezTo>
                  <a:lnTo>
                    <a:pt x="1677" y="158257"/>
                  </a:lnTo>
                  <a:cubicBezTo>
                    <a:pt x="260" y="160737"/>
                    <a:pt x="260" y="161091"/>
                    <a:pt x="260" y="161623"/>
                  </a:cubicBezTo>
                  <a:cubicBezTo>
                    <a:pt x="260" y="163040"/>
                    <a:pt x="1500" y="165165"/>
                    <a:pt x="3803" y="165165"/>
                  </a:cubicBezTo>
                  <a:cubicBezTo>
                    <a:pt x="5929" y="165165"/>
                    <a:pt x="6460" y="164102"/>
                    <a:pt x="7700" y="161623"/>
                  </a:cubicBezTo>
                  <a:lnTo>
                    <a:pt x="87234" y="6983"/>
                  </a:lnTo>
                  <a:close/>
                </a:path>
              </a:pathLst>
            </a:custGeom>
            <a:solidFill>
              <a:srgbClr val="000000"/>
            </a:solidFill>
            <a:ln w="1775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67" name="任意形状 266">
              <a:extLst>
                <a:ext uri="{FF2B5EF4-FFF2-40B4-BE49-F238E27FC236}">
                  <a16:creationId xmlns:a16="http://schemas.microsoft.com/office/drawing/2014/main" id="{F2A09ADB-B881-9EA5-18F0-13E0033B9749}"/>
                </a:ext>
              </a:extLst>
            </p:cNvPr>
            <p:cNvSpPr/>
            <p:nvPr>
              <p:custDataLst>
                <p:tags r:id="rId92"/>
              </p:custDataLst>
            </p:nvPr>
          </p:nvSpPr>
          <p:spPr>
            <a:xfrm>
              <a:off x="7175737" y="3803509"/>
              <a:ext cx="117795" cy="41449"/>
            </a:xfrm>
            <a:custGeom>
              <a:avLst/>
              <a:gdLst>
                <a:gd name="connsiteX0" fmla="*/ 112033 w 117795"/>
                <a:gd name="connsiteY0" fmla="*/ 7160 h 41449"/>
                <a:gd name="connsiteX1" fmla="*/ 118055 w 117795"/>
                <a:gd name="connsiteY1" fmla="*/ 3617 h 41449"/>
                <a:gd name="connsiteX2" fmla="*/ 112210 w 117795"/>
                <a:gd name="connsiteY2" fmla="*/ 75 h 41449"/>
                <a:gd name="connsiteX3" fmla="*/ 6106 w 117795"/>
                <a:gd name="connsiteY3" fmla="*/ 75 h 41449"/>
                <a:gd name="connsiteX4" fmla="*/ 260 w 117795"/>
                <a:gd name="connsiteY4" fmla="*/ 3617 h 41449"/>
                <a:gd name="connsiteX5" fmla="*/ 6283 w 117795"/>
                <a:gd name="connsiteY5" fmla="*/ 7160 h 41449"/>
                <a:gd name="connsiteX6" fmla="*/ 112033 w 117795"/>
                <a:gd name="connsiteY6" fmla="*/ 7160 h 41449"/>
                <a:gd name="connsiteX7" fmla="*/ 112210 w 117795"/>
                <a:gd name="connsiteY7" fmla="*/ 41524 h 41449"/>
                <a:gd name="connsiteX8" fmla="*/ 118055 w 117795"/>
                <a:gd name="connsiteY8" fmla="*/ 37982 h 41449"/>
                <a:gd name="connsiteX9" fmla="*/ 112033 w 117795"/>
                <a:gd name="connsiteY9" fmla="*/ 34439 h 41449"/>
                <a:gd name="connsiteX10" fmla="*/ 6283 w 117795"/>
                <a:gd name="connsiteY10" fmla="*/ 34439 h 41449"/>
                <a:gd name="connsiteX11" fmla="*/ 260 w 117795"/>
                <a:gd name="connsiteY11" fmla="*/ 37982 h 41449"/>
                <a:gd name="connsiteX12" fmla="*/ 6106 w 117795"/>
                <a:gd name="connsiteY12" fmla="*/ 41524 h 41449"/>
                <a:gd name="connsiteX13" fmla="*/ 112210 w 117795"/>
                <a:gd name="connsiteY13" fmla="*/ 41524 h 414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17795" h="41449">
                  <a:moveTo>
                    <a:pt x="112033" y="7160"/>
                  </a:moveTo>
                  <a:cubicBezTo>
                    <a:pt x="114690" y="7160"/>
                    <a:pt x="118055" y="7160"/>
                    <a:pt x="118055" y="3617"/>
                  </a:cubicBezTo>
                  <a:cubicBezTo>
                    <a:pt x="118055" y="75"/>
                    <a:pt x="114690" y="75"/>
                    <a:pt x="112210" y="75"/>
                  </a:cubicBezTo>
                  <a:lnTo>
                    <a:pt x="6106" y="75"/>
                  </a:lnTo>
                  <a:cubicBezTo>
                    <a:pt x="3626" y="75"/>
                    <a:pt x="260" y="75"/>
                    <a:pt x="260" y="3617"/>
                  </a:cubicBezTo>
                  <a:cubicBezTo>
                    <a:pt x="260" y="7160"/>
                    <a:pt x="3626" y="7160"/>
                    <a:pt x="6283" y="7160"/>
                  </a:cubicBezTo>
                  <a:lnTo>
                    <a:pt x="112033" y="7160"/>
                  </a:lnTo>
                  <a:close/>
                  <a:moveTo>
                    <a:pt x="112210" y="41524"/>
                  </a:moveTo>
                  <a:cubicBezTo>
                    <a:pt x="114690" y="41524"/>
                    <a:pt x="118055" y="41524"/>
                    <a:pt x="118055" y="37982"/>
                  </a:cubicBezTo>
                  <a:cubicBezTo>
                    <a:pt x="118055" y="34439"/>
                    <a:pt x="114690" y="34439"/>
                    <a:pt x="112033" y="34439"/>
                  </a:cubicBezTo>
                  <a:lnTo>
                    <a:pt x="6283" y="34439"/>
                  </a:lnTo>
                  <a:cubicBezTo>
                    <a:pt x="3626" y="34439"/>
                    <a:pt x="260" y="34439"/>
                    <a:pt x="260" y="37982"/>
                  </a:cubicBezTo>
                  <a:cubicBezTo>
                    <a:pt x="260" y="41524"/>
                    <a:pt x="3626" y="41524"/>
                    <a:pt x="6106" y="41524"/>
                  </a:cubicBezTo>
                  <a:lnTo>
                    <a:pt x="112210" y="41524"/>
                  </a:lnTo>
                  <a:close/>
                </a:path>
              </a:pathLst>
            </a:custGeom>
            <a:solidFill>
              <a:srgbClr val="000000"/>
            </a:solidFill>
            <a:ln w="1775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68" name="任意形状 267">
              <a:extLst>
                <a:ext uri="{FF2B5EF4-FFF2-40B4-BE49-F238E27FC236}">
                  <a16:creationId xmlns:a16="http://schemas.microsoft.com/office/drawing/2014/main" id="{6484F027-5FB0-3DCD-1CAE-BFA780720492}"/>
                </a:ext>
              </a:extLst>
            </p:cNvPr>
            <p:cNvSpPr/>
            <p:nvPr>
              <p:custDataLst>
                <p:tags r:id="rId93"/>
              </p:custDataLst>
            </p:nvPr>
          </p:nvSpPr>
          <p:spPr>
            <a:xfrm>
              <a:off x="7356868" y="3757631"/>
              <a:ext cx="54380" cy="112835"/>
            </a:xfrm>
            <a:custGeom>
              <a:avLst/>
              <a:gdLst>
                <a:gd name="connsiteX0" fmla="*/ 32687 w 54380"/>
                <a:gd name="connsiteY0" fmla="*/ 40107 h 112835"/>
                <a:gd name="connsiteX1" fmla="*/ 49337 w 54380"/>
                <a:gd name="connsiteY1" fmla="*/ 40107 h 112835"/>
                <a:gd name="connsiteX2" fmla="*/ 54651 w 54380"/>
                <a:gd name="connsiteY2" fmla="*/ 36565 h 112835"/>
                <a:gd name="connsiteX3" fmla="*/ 49692 w 54380"/>
                <a:gd name="connsiteY3" fmla="*/ 34616 h 112835"/>
                <a:gd name="connsiteX4" fmla="*/ 34104 w 54380"/>
                <a:gd name="connsiteY4" fmla="*/ 34616 h 112835"/>
                <a:gd name="connsiteX5" fmla="*/ 41366 w 54380"/>
                <a:gd name="connsiteY5" fmla="*/ 4857 h 112835"/>
                <a:gd name="connsiteX6" fmla="*/ 36229 w 54380"/>
                <a:gd name="connsiteY6" fmla="*/ 75 h 112835"/>
                <a:gd name="connsiteX7" fmla="*/ 29144 w 54380"/>
                <a:gd name="connsiteY7" fmla="*/ 6452 h 112835"/>
                <a:gd name="connsiteX8" fmla="*/ 22236 w 54380"/>
                <a:gd name="connsiteY8" fmla="*/ 34616 h 112835"/>
                <a:gd name="connsiteX9" fmla="*/ 5585 w 54380"/>
                <a:gd name="connsiteY9" fmla="*/ 34616 h 112835"/>
                <a:gd name="connsiteX10" fmla="*/ 271 w 54380"/>
                <a:gd name="connsiteY10" fmla="*/ 37982 h 112835"/>
                <a:gd name="connsiteX11" fmla="*/ 5230 w 54380"/>
                <a:gd name="connsiteY11" fmla="*/ 40107 h 112835"/>
                <a:gd name="connsiteX12" fmla="*/ 20818 w 54380"/>
                <a:gd name="connsiteY12" fmla="*/ 40107 h 112835"/>
                <a:gd name="connsiteX13" fmla="*/ 7356 w 54380"/>
                <a:gd name="connsiteY13" fmla="*/ 96614 h 112835"/>
                <a:gd name="connsiteX14" fmla="*/ 23653 w 54380"/>
                <a:gd name="connsiteY14" fmla="*/ 112910 h 112835"/>
                <a:gd name="connsiteX15" fmla="*/ 51817 w 54380"/>
                <a:gd name="connsiteY15" fmla="*/ 85631 h 112835"/>
                <a:gd name="connsiteX16" fmla="*/ 49692 w 54380"/>
                <a:gd name="connsiteY16" fmla="*/ 83860 h 112835"/>
                <a:gd name="connsiteX17" fmla="*/ 47035 w 54380"/>
                <a:gd name="connsiteY17" fmla="*/ 86340 h 112835"/>
                <a:gd name="connsiteX18" fmla="*/ 24007 w 54380"/>
                <a:gd name="connsiteY18" fmla="*/ 109013 h 112835"/>
                <a:gd name="connsiteX19" fmla="*/ 18516 w 54380"/>
                <a:gd name="connsiteY19" fmla="*/ 100865 h 112835"/>
                <a:gd name="connsiteX20" fmla="*/ 19578 w 54380"/>
                <a:gd name="connsiteY20" fmla="*/ 92362 h 112835"/>
                <a:gd name="connsiteX21" fmla="*/ 32687 w 54380"/>
                <a:gd name="connsiteY21" fmla="*/ 40107 h 1128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54380" h="112835">
                  <a:moveTo>
                    <a:pt x="32687" y="40107"/>
                  </a:moveTo>
                  <a:lnTo>
                    <a:pt x="49337" y="40107"/>
                  </a:lnTo>
                  <a:cubicBezTo>
                    <a:pt x="52880" y="40107"/>
                    <a:pt x="54651" y="40107"/>
                    <a:pt x="54651" y="36565"/>
                  </a:cubicBezTo>
                  <a:cubicBezTo>
                    <a:pt x="54651" y="34616"/>
                    <a:pt x="52880" y="34616"/>
                    <a:pt x="49692" y="34616"/>
                  </a:cubicBezTo>
                  <a:lnTo>
                    <a:pt x="34104" y="34616"/>
                  </a:lnTo>
                  <a:cubicBezTo>
                    <a:pt x="40480" y="9463"/>
                    <a:pt x="41366" y="5920"/>
                    <a:pt x="41366" y="4857"/>
                  </a:cubicBezTo>
                  <a:cubicBezTo>
                    <a:pt x="41366" y="1846"/>
                    <a:pt x="39241" y="75"/>
                    <a:pt x="36229" y="75"/>
                  </a:cubicBezTo>
                  <a:cubicBezTo>
                    <a:pt x="35698" y="75"/>
                    <a:pt x="30738" y="252"/>
                    <a:pt x="29144" y="6452"/>
                  </a:cubicBezTo>
                  <a:lnTo>
                    <a:pt x="22236" y="34616"/>
                  </a:lnTo>
                  <a:lnTo>
                    <a:pt x="5585" y="34616"/>
                  </a:lnTo>
                  <a:cubicBezTo>
                    <a:pt x="2042" y="34616"/>
                    <a:pt x="271" y="34616"/>
                    <a:pt x="271" y="37982"/>
                  </a:cubicBezTo>
                  <a:cubicBezTo>
                    <a:pt x="271" y="40107"/>
                    <a:pt x="1688" y="40107"/>
                    <a:pt x="5230" y="40107"/>
                  </a:cubicBezTo>
                  <a:lnTo>
                    <a:pt x="20818" y="40107"/>
                  </a:lnTo>
                  <a:cubicBezTo>
                    <a:pt x="8065" y="90414"/>
                    <a:pt x="7356" y="93425"/>
                    <a:pt x="7356" y="96614"/>
                  </a:cubicBezTo>
                  <a:cubicBezTo>
                    <a:pt x="7356" y="106179"/>
                    <a:pt x="14087" y="112910"/>
                    <a:pt x="23653" y="112910"/>
                  </a:cubicBezTo>
                  <a:cubicBezTo>
                    <a:pt x="41720" y="112910"/>
                    <a:pt x="51817" y="87048"/>
                    <a:pt x="51817" y="85631"/>
                  </a:cubicBezTo>
                  <a:cubicBezTo>
                    <a:pt x="51817" y="83860"/>
                    <a:pt x="50400" y="83860"/>
                    <a:pt x="49692" y="83860"/>
                  </a:cubicBezTo>
                  <a:cubicBezTo>
                    <a:pt x="48097" y="83860"/>
                    <a:pt x="47920" y="84391"/>
                    <a:pt x="47035" y="86340"/>
                  </a:cubicBezTo>
                  <a:cubicBezTo>
                    <a:pt x="39418" y="104762"/>
                    <a:pt x="30029" y="109013"/>
                    <a:pt x="24007" y="109013"/>
                  </a:cubicBezTo>
                  <a:cubicBezTo>
                    <a:pt x="20287" y="109013"/>
                    <a:pt x="18516" y="106710"/>
                    <a:pt x="18516" y="100865"/>
                  </a:cubicBezTo>
                  <a:cubicBezTo>
                    <a:pt x="18516" y="96614"/>
                    <a:pt x="18870" y="95374"/>
                    <a:pt x="19578" y="92362"/>
                  </a:cubicBezTo>
                  <a:lnTo>
                    <a:pt x="32687" y="40107"/>
                  </a:lnTo>
                  <a:close/>
                </a:path>
              </a:pathLst>
            </a:custGeom>
            <a:solidFill>
              <a:srgbClr val="000000"/>
            </a:solidFill>
            <a:ln w="1775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69" name="任意形状 268">
              <a:extLst>
                <a:ext uri="{FF2B5EF4-FFF2-40B4-BE49-F238E27FC236}">
                  <a16:creationId xmlns:a16="http://schemas.microsoft.com/office/drawing/2014/main" id="{AEFF8FF5-394B-CC07-E395-B07B8BEED461}"/>
                </a:ext>
              </a:extLst>
            </p:cNvPr>
            <p:cNvSpPr/>
            <p:nvPr>
              <p:custDataLst>
                <p:tags r:id="rId94"/>
              </p:custDataLst>
            </p:nvPr>
          </p:nvSpPr>
          <p:spPr>
            <a:xfrm>
              <a:off x="7431993" y="3849741"/>
              <a:ext cx="20724" cy="52963"/>
            </a:xfrm>
            <a:custGeom>
              <a:avLst/>
              <a:gdLst>
                <a:gd name="connsiteX0" fmla="*/ 20999 w 20724"/>
                <a:gd name="connsiteY0" fmla="*/ 18674 h 52963"/>
                <a:gd name="connsiteX1" fmla="*/ 9662 w 20724"/>
                <a:gd name="connsiteY1" fmla="*/ 75 h 52963"/>
                <a:gd name="connsiteX2" fmla="*/ 274 w 20724"/>
                <a:gd name="connsiteY2" fmla="*/ 9463 h 52963"/>
                <a:gd name="connsiteX3" fmla="*/ 9662 w 20724"/>
                <a:gd name="connsiteY3" fmla="*/ 18851 h 52963"/>
                <a:gd name="connsiteX4" fmla="*/ 15862 w 20724"/>
                <a:gd name="connsiteY4" fmla="*/ 16548 h 52963"/>
                <a:gd name="connsiteX5" fmla="*/ 16748 w 20724"/>
                <a:gd name="connsiteY5" fmla="*/ 16017 h 52963"/>
                <a:gd name="connsiteX6" fmla="*/ 17102 w 20724"/>
                <a:gd name="connsiteY6" fmla="*/ 18674 h 52963"/>
                <a:gd name="connsiteX7" fmla="*/ 5057 w 20724"/>
                <a:gd name="connsiteY7" fmla="*/ 48256 h 52963"/>
                <a:gd name="connsiteX8" fmla="*/ 3108 w 20724"/>
                <a:gd name="connsiteY8" fmla="*/ 51090 h 52963"/>
                <a:gd name="connsiteX9" fmla="*/ 4880 w 20724"/>
                <a:gd name="connsiteY9" fmla="*/ 53038 h 52963"/>
                <a:gd name="connsiteX10" fmla="*/ 20999 w 20724"/>
                <a:gd name="connsiteY10" fmla="*/ 18674 h 52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0724" h="52963">
                  <a:moveTo>
                    <a:pt x="20999" y="18674"/>
                  </a:moveTo>
                  <a:cubicBezTo>
                    <a:pt x="20999" y="6983"/>
                    <a:pt x="16571" y="75"/>
                    <a:pt x="9662" y="75"/>
                  </a:cubicBezTo>
                  <a:cubicBezTo>
                    <a:pt x="3817" y="75"/>
                    <a:pt x="274" y="4503"/>
                    <a:pt x="274" y="9463"/>
                  </a:cubicBezTo>
                  <a:cubicBezTo>
                    <a:pt x="274" y="14246"/>
                    <a:pt x="3817" y="18851"/>
                    <a:pt x="9662" y="18851"/>
                  </a:cubicBezTo>
                  <a:cubicBezTo>
                    <a:pt x="11788" y="18851"/>
                    <a:pt x="14091" y="18143"/>
                    <a:pt x="15862" y="16548"/>
                  </a:cubicBezTo>
                  <a:cubicBezTo>
                    <a:pt x="16394" y="16194"/>
                    <a:pt x="16571" y="16017"/>
                    <a:pt x="16748" y="16017"/>
                  </a:cubicBezTo>
                  <a:cubicBezTo>
                    <a:pt x="16925" y="16017"/>
                    <a:pt x="17102" y="16194"/>
                    <a:pt x="17102" y="18674"/>
                  </a:cubicBezTo>
                  <a:cubicBezTo>
                    <a:pt x="17102" y="31782"/>
                    <a:pt x="10902" y="42410"/>
                    <a:pt x="5057" y="48256"/>
                  </a:cubicBezTo>
                  <a:cubicBezTo>
                    <a:pt x="3108" y="50204"/>
                    <a:pt x="3108" y="50558"/>
                    <a:pt x="3108" y="51090"/>
                  </a:cubicBezTo>
                  <a:cubicBezTo>
                    <a:pt x="3108" y="52330"/>
                    <a:pt x="3994" y="53038"/>
                    <a:pt x="4880" y="53038"/>
                  </a:cubicBezTo>
                  <a:cubicBezTo>
                    <a:pt x="6828" y="53038"/>
                    <a:pt x="20999" y="39399"/>
                    <a:pt x="20999" y="18674"/>
                  </a:cubicBezTo>
                  <a:close/>
                </a:path>
              </a:pathLst>
            </a:custGeom>
            <a:solidFill>
              <a:srgbClr val="000000"/>
            </a:solidFill>
            <a:ln w="1775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70" name="任意形状 269">
              <a:extLst>
                <a:ext uri="{FF2B5EF4-FFF2-40B4-BE49-F238E27FC236}">
                  <a16:creationId xmlns:a16="http://schemas.microsoft.com/office/drawing/2014/main" id="{FA5C8ADE-3D37-168B-66FD-9C3AD85F5B3A}"/>
                </a:ext>
              </a:extLst>
            </p:cNvPr>
            <p:cNvSpPr/>
            <p:nvPr>
              <p:custDataLst>
                <p:tags r:id="rId95"/>
              </p:custDataLst>
            </p:nvPr>
          </p:nvSpPr>
          <p:spPr>
            <a:xfrm>
              <a:off x="7572068" y="3735666"/>
              <a:ext cx="41095" cy="177135"/>
            </a:xfrm>
            <a:custGeom>
              <a:avLst/>
              <a:gdLst>
                <a:gd name="connsiteX0" fmla="*/ 41378 w 41095"/>
                <a:gd name="connsiteY0" fmla="*/ 175439 h 177135"/>
                <a:gd name="connsiteX1" fmla="*/ 38366 w 41095"/>
                <a:gd name="connsiteY1" fmla="*/ 171542 h 177135"/>
                <a:gd name="connsiteX2" fmla="*/ 10556 w 41095"/>
                <a:gd name="connsiteY2" fmla="*/ 88643 h 177135"/>
                <a:gd name="connsiteX3" fmla="*/ 39075 w 41095"/>
                <a:gd name="connsiteY3" fmla="*/ 4857 h 177135"/>
                <a:gd name="connsiteX4" fmla="*/ 41378 w 41095"/>
                <a:gd name="connsiteY4" fmla="*/ 1846 h 177135"/>
                <a:gd name="connsiteX5" fmla="*/ 39606 w 41095"/>
                <a:gd name="connsiteY5" fmla="*/ 75 h 177135"/>
                <a:gd name="connsiteX6" fmla="*/ 11442 w 41095"/>
                <a:gd name="connsiteY6" fmla="*/ 34616 h 177135"/>
                <a:gd name="connsiteX7" fmla="*/ 282 w 41095"/>
                <a:gd name="connsiteY7" fmla="*/ 88643 h 177135"/>
                <a:gd name="connsiteX8" fmla="*/ 11973 w 41095"/>
                <a:gd name="connsiteY8" fmla="*/ 143909 h 177135"/>
                <a:gd name="connsiteX9" fmla="*/ 39606 w 41095"/>
                <a:gd name="connsiteY9" fmla="*/ 177210 h 177135"/>
                <a:gd name="connsiteX10" fmla="*/ 41378 w 41095"/>
                <a:gd name="connsiteY10" fmla="*/ 175439 h 1771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41095" h="177135">
                  <a:moveTo>
                    <a:pt x="41378" y="175439"/>
                  </a:moveTo>
                  <a:cubicBezTo>
                    <a:pt x="41378" y="174908"/>
                    <a:pt x="41378" y="174553"/>
                    <a:pt x="38366" y="171542"/>
                  </a:cubicBezTo>
                  <a:cubicBezTo>
                    <a:pt x="16224" y="149223"/>
                    <a:pt x="10556" y="115744"/>
                    <a:pt x="10556" y="88643"/>
                  </a:cubicBezTo>
                  <a:cubicBezTo>
                    <a:pt x="10556" y="57821"/>
                    <a:pt x="17287" y="26999"/>
                    <a:pt x="39075" y="4857"/>
                  </a:cubicBezTo>
                  <a:cubicBezTo>
                    <a:pt x="41378" y="2732"/>
                    <a:pt x="41378" y="2377"/>
                    <a:pt x="41378" y="1846"/>
                  </a:cubicBezTo>
                  <a:cubicBezTo>
                    <a:pt x="41378" y="606"/>
                    <a:pt x="40669" y="75"/>
                    <a:pt x="39606" y="75"/>
                  </a:cubicBezTo>
                  <a:cubicBezTo>
                    <a:pt x="37835" y="75"/>
                    <a:pt x="21893" y="12120"/>
                    <a:pt x="11442" y="34616"/>
                  </a:cubicBezTo>
                  <a:cubicBezTo>
                    <a:pt x="2408" y="54101"/>
                    <a:pt x="282" y="73763"/>
                    <a:pt x="282" y="88643"/>
                  </a:cubicBezTo>
                  <a:cubicBezTo>
                    <a:pt x="282" y="102459"/>
                    <a:pt x="2231" y="123893"/>
                    <a:pt x="11973" y="143909"/>
                  </a:cubicBezTo>
                  <a:cubicBezTo>
                    <a:pt x="22601" y="165697"/>
                    <a:pt x="37835" y="177210"/>
                    <a:pt x="39606" y="177210"/>
                  </a:cubicBezTo>
                  <a:cubicBezTo>
                    <a:pt x="40669" y="177210"/>
                    <a:pt x="41378" y="176679"/>
                    <a:pt x="41378" y="175439"/>
                  </a:cubicBezTo>
                  <a:close/>
                </a:path>
              </a:pathLst>
            </a:custGeom>
            <a:solidFill>
              <a:srgbClr val="000000"/>
            </a:solidFill>
            <a:ln w="1775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71" name="任意形状 270">
              <a:extLst>
                <a:ext uri="{FF2B5EF4-FFF2-40B4-BE49-F238E27FC236}">
                  <a16:creationId xmlns:a16="http://schemas.microsoft.com/office/drawing/2014/main" id="{008A645A-16F9-6140-0242-F24261B16A90}"/>
                </a:ext>
              </a:extLst>
            </p:cNvPr>
            <p:cNvSpPr/>
            <p:nvPr>
              <p:custDataLst>
                <p:tags r:id="rId96"/>
              </p:custDataLst>
            </p:nvPr>
          </p:nvSpPr>
          <p:spPr>
            <a:xfrm>
              <a:off x="7627492" y="3757631"/>
              <a:ext cx="54380" cy="112835"/>
            </a:xfrm>
            <a:custGeom>
              <a:avLst/>
              <a:gdLst>
                <a:gd name="connsiteX0" fmla="*/ 32702 w 54380"/>
                <a:gd name="connsiteY0" fmla="*/ 40107 h 112835"/>
                <a:gd name="connsiteX1" fmla="*/ 49353 w 54380"/>
                <a:gd name="connsiteY1" fmla="*/ 40107 h 112835"/>
                <a:gd name="connsiteX2" fmla="*/ 54667 w 54380"/>
                <a:gd name="connsiteY2" fmla="*/ 36565 h 112835"/>
                <a:gd name="connsiteX3" fmla="*/ 49707 w 54380"/>
                <a:gd name="connsiteY3" fmla="*/ 34616 h 112835"/>
                <a:gd name="connsiteX4" fmla="*/ 34119 w 54380"/>
                <a:gd name="connsiteY4" fmla="*/ 34616 h 112835"/>
                <a:gd name="connsiteX5" fmla="*/ 41381 w 54380"/>
                <a:gd name="connsiteY5" fmla="*/ 4857 h 112835"/>
                <a:gd name="connsiteX6" fmla="*/ 36244 w 54380"/>
                <a:gd name="connsiteY6" fmla="*/ 75 h 112835"/>
                <a:gd name="connsiteX7" fmla="*/ 29159 w 54380"/>
                <a:gd name="connsiteY7" fmla="*/ 6452 h 112835"/>
                <a:gd name="connsiteX8" fmla="*/ 22251 w 54380"/>
                <a:gd name="connsiteY8" fmla="*/ 34616 h 112835"/>
                <a:gd name="connsiteX9" fmla="*/ 5600 w 54380"/>
                <a:gd name="connsiteY9" fmla="*/ 34616 h 112835"/>
                <a:gd name="connsiteX10" fmla="*/ 286 w 54380"/>
                <a:gd name="connsiteY10" fmla="*/ 37982 h 112835"/>
                <a:gd name="connsiteX11" fmla="*/ 5246 w 54380"/>
                <a:gd name="connsiteY11" fmla="*/ 40107 h 112835"/>
                <a:gd name="connsiteX12" fmla="*/ 20834 w 54380"/>
                <a:gd name="connsiteY12" fmla="*/ 40107 h 112835"/>
                <a:gd name="connsiteX13" fmla="*/ 7371 w 54380"/>
                <a:gd name="connsiteY13" fmla="*/ 96614 h 112835"/>
                <a:gd name="connsiteX14" fmla="*/ 23668 w 54380"/>
                <a:gd name="connsiteY14" fmla="*/ 112910 h 112835"/>
                <a:gd name="connsiteX15" fmla="*/ 51832 w 54380"/>
                <a:gd name="connsiteY15" fmla="*/ 85631 h 112835"/>
                <a:gd name="connsiteX16" fmla="*/ 49707 w 54380"/>
                <a:gd name="connsiteY16" fmla="*/ 83860 h 112835"/>
                <a:gd name="connsiteX17" fmla="*/ 47050 w 54380"/>
                <a:gd name="connsiteY17" fmla="*/ 86340 h 112835"/>
                <a:gd name="connsiteX18" fmla="*/ 24022 w 54380"/>
                <a:gd name="connsiteY18" fmla="*/ 109013 h 112835"/>
                <a:gd name="connsiteX19" fmla="*/ 18531 w 54380"/>
                <a:gd name="connsiteY19" fmla="*/ 100865 h 112835"/>
                <a:gd name="connsiteX20" fmla="*/ 19594 w 54380"/>
                <a:gd name="connsiteY20" fmla="*/ 92362 h 112835"/>
                <a:gd name="connsiteX21" fmla="*/ 32702 w 54380"/>
                <a:gd name="connsiteY21" fmla="*/ 40107 h 1128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54380" h="112835">
                  <a:moveTo>
                    <a:pt x="32702" y="40107"/>
                  </a:moveTo>
                  <a:lnTo>
                    <a:pt x="49353" y="40107"/>
                  </a:lnTo>
                  <a:cubicBezTo>
                    <a:pt x="52895" y="40107"/>
                    <a:pt x="54667" y="40107"/>
                    <a:pt x="54667" y="36565"/>
                  </a:cubicBezTo>
                  <a:cubicBezTo>
                    <a:pt x="54667" y="34616"/>
                    <a:pt x="52895" y="34616"/>
                    <a:pt x="49707" y="34616"/>
                  </a:cubicBezTo>
                  <a:lnTo>
                    <a:pt x="34119" y="34616"/>
                  </a:lnTo>
                  <a:cubicBezTo>
                    <a:pt x="40496" y="9463"/>
                    <a:pt x="41381" y="5920"/>
                    <a:pt x="41381" y="4857"/>
                  </a:cubicBezTo>
                  <a:cubicBezTo>
                    <a:pt x="41381" y="1846"/>
                    <a:pt x="39256" y="75"/>
                    <a:pt x="36244" y="75"/>
                  </a:cubicBezTo>
                  <a:cubicBezTo>
                    <a:pt x="35713" y="75"/>
                    <a:pt x="30753" y="252"/>
                    <a:pt x="29159" y="6452"/>
                  </a:cubicBezTo>
                  <a:lnTo>
                    <a:pt x="22251" y="34616"/>
                  </a:lnTo>
                  <a:lnTo>
                    <a:pt x="5600" y="34616"/>
                  </a:lnTo>
                  <a:cubicBezTo>
                    <a:pt x="2057" y="34616"/>
                    <a:pt x="286" y="34616"/>
                    <a:pt x="286" y="37982"/>
                  </a:cubicBezTo>
                  <a:cubicBezTo>
                    <a:pt x="286" y="40107"/>
                    <a:pt x="1703" y="40107"/>
                    <a:pt x="5246" y="40107"/>
                  </a:cubicBezTo>
                  <a:lnTo>
                    <a:pt x="20834" y="40107"/>
                  </a:lnTo>
                  <a:cubicBezTo>
                    <a:pt x="8080" y="90414"/>
                    <a:pt x="7371" y="93425"/>
                    <a:pt x="7371" y="96614"/>
                  </a:cubicBezTo>
                  <a:cubicBezTo>
                    <a:pt x="7371" y="106179"/>
                    <a:pt x="14102" y="112910"/>
                    <a:pt x="23668" y="112910"/>
                  </a:cubicBezTo>
                  <a:cubicBezTo>
                    <a:pt x="41736" y="112910"/>
                    <a:pt x="51832" y="87048"/>
                    <a:pt x="51832" y="85631"/>
                  </a:cubicBezTo>
                  <a:cubicBezTo>
                    <a:pt x="51832" y="83860"/>
                    <a:pt x="50415" y="83860"/>
                    <a:pt x="49707" y="83860"/>
                  </a:cubicBezTo>
                  <a:cubicBezTo>
                    <a:pt x="48113" y="83860"/>
                    <a:pt x="47935" y="84391"/>
                    <a:pt x="47050" y="86340"/>
                  </a:cubicBezTo>
                  <a:cubicBezTo>
                    <a:pt x="39433" y="104762"/>
                    <a:pt x="30045" y="109013"/>
                    <a:pt x="24022" y="109013"/>
                  </a:cubicBezTo>
                  <a:cubicBezTo>
                    <a:pt x="20302" y="109013"/>
                    <a:pt x="18531" y="106710"/>
                    <a:pt x="18531" y="100865"/>
                  </a:cubicBezTo>
                  <a:cubicBezTo>
                    <a:pt x="18531" y="96614"/>
                    <a:pt x="18885" y="95374"/>
                    <a:pt x="19594" y="92362"/>
                  </a:cubicBezTo>
                  <a:lnTo>
                    <a:pt x="32702" y="40107"/>
                  </a:lnTo>
                  <a:close/>
                </a:path>
              </a:pathLst>
            </a:custGeom>
            <a:solidFill>
              <a:srgbClr val="000000"/>
            </a:solidFill>
            <a:ln w="1775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72" name="任意形状 271">
              <a:extLst>
                <a:ext uri="{FF2B5EF4-FFF2-40B4-BE49-F238E27FC236}">
                  <a16:creationId xmlns:a16="http://schemas.microsoft.com/office/drawing/2014/main" id="{D8AF92D9-938E-C56C-985C-0473D6F8BCEC}"/>
                </a:ext>
              </a:extLst>
            </p:cNvPr>
            <p:cNvSpPr/>
            <p:nvPr>
              <p:custDataLst>
                <p:tags r:id="rId97"/>
              </p:custDataLst>
            </p:nvPr>
          </p:nvSpPr>
          <p:spPr>
            <a:xfrm>
              <a:off x="7702617" y="3849741"/>
              <a:ext cx="20724" cy="52963"/>
            </a:xfrm>
            <a:custGeom>
              <a:avLst/>
              <a:gdLst>
                <a:gd name="connsiteX0" fmla="*/ 21014 w 20724"/>
                <a:gd name="connsiteY0" fmla="*/ 18674 h 52963"/>
                <a:gd name="connsiteX1" fmla="*/ 9678 w 20724"/>
                <a:gd name="connsiteY1" fmla="*/ 75 h 52963"/>
                <a:gd name="connsiteX2" fmla="*/ 290 w 20724"/>
                <a:gd name="connsiteY2" fmla="*/ 9463 h 52963"/>
                <a:gd name="connsiteX3" fmla="*/ 9678 w 20724"/>
                <a:gd name="connsiteY3" fmla="*/ 18851 h 52963"/>
                <a:gd name="connsiteX4" fmla="*/ 15877 w 20724"/>
                <a:gd name="connsiteY4" fmla="*/ 16548 h 52963"/>
                <a:gd name="connsiteX5" fmla="*/ 16763 w 20724"/>
                <a:gd name="connsiteY5" fmla="*/ 16017 h 52963"/>
                <a:gd name="connsiteX6" fmla="*/ 17117 w 20724"/>
                <a:gd name="connsiteY6" fmla="*/ 18674 h 52963"/>
                <a:gd name="connsiteX7" fmla="*/ 5072 w 20724"/>
                <a:gd name="connsiteY7" fmla="*/ 48256 h 52963"/>
                <a:gd name="connsiteX8" fmla="*/ 3124 w 20724"/>
                <a:gd name="connsiteY8" fmla="*/ 51090 h 52963"/>
                <a:gd name="connsiteX9" fmla="*/ 4895 w 20724"/>
                <a:gd name="connsiteY9" fmla="*/ 53038 h 52963"/>
                <a:gd name="connsiteX10" fmla="*/ 21014 w 20724"/>
                <a:gd name="connsiteY10" fmla="*/ 18674 h 52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0724" h="52963">
                  <a:moveTo>
                    <a:pt x="21014" y="18674"/>
                  </a:moveTo>
                  <a:cubicBezTo>
                    <a:pt x="21014" y="6983"/>
                    <a:pt x="16586" y="75"/>
                    <a:pt x="9678" y="75"/>
                  </a:cubicBezTo>
                  <a:cubicBezTo>
                    <a:pt x="3832" y="75"/>
                    <a:pt x="290" y="4503"/>
                    <a:pt x="290" y="9463"/>
                  </a:cubicBezTo>
                  <a:cubicBezTo>
                    <a:pt x="290" y="14246"/>
                    <a:pt x="3832" y="18851"/>
                    <a:pt x="9678" y="18851"/>
                  </a:cubicBezTo>
                  <a:cubicBezTo>
                    <a:pt x="11803" y="18851"/>
                    <a:pt x="14106" y="18143"/>
                    <a:pt x="15877" y="16548"/>
                  </a:cubicBezTo>
                  <a:cubicBezTo>
                    <a:pt x="16409" y="16194"/>
                    <a:pt x="16586" y="16017"/>
                    <a:pt x="16763" y="16017"/>
                  </a:cubicBezTo>
                  <a:cubicBezTo>
                    <a:pt x="16940" y="16017"/>
                    <a:pt x="17117" y="16194"/>
                    <a:pt x="17117" y="18674"/>
                  </a:cubicBezTo>
                  <a:cubicBezTo>
                    <a:pt x="17117" y="31782"/>
                    <a:pt x="10918" y="42410"/>
                    <a:pt x="5072" y="48256"/>
                  </a:cubicBezTo>
                  <a:cubicBezTo>
                    <a:pt x="3124" y="50204"/>
                    <a:pt x="3124" y="50558"/>
                    <a:pt x="3124" y="51090"/>
                  </a:cubicBezTo>
                  <a:cubicBezTo>
                    <a:pt x="3124" y="52330"/>
                    <a:pt x="4009" y="53038"/>
                    <a:pt x="4895" y="53038"/>
                  </a:cubicBezTo>
                  <a:cubicBezTo>
                    <a:pt x="6844" y="53038"/>
                    <a:pt x="21014" y="39399"/>
                    <a:pt x="21014" y="18674"/>
                  </a:cubicBezTo>
                  <a:close/>
                </a:path>
              </a:pathLst>
            </a:custGeom>
            <a:solidFill>
              <a:srgbClr val="000000"/>
            </a:solidFill>
            <a:ln w="1775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73" name="任意形状 272">
              <a:extLst>
                <a:ext uri="{FF2B5EF4-FFF2-40B4-BE49-F238E27FC236}">
                  <a16:creationId xmlns:a16="http://schemas.microsoft.com/office/drawing/2014/main" id="{88B37283-5E89-992A-4A69-23AC1BBE2A5B}"/>
                </a:ext>
              </a:extLst>
            </p:cNvPr>
            <p:cNvSpPr/>
            <p:nvPr>
              <p:custDataLst>
                <p:tags r:id="rId98"/>
              </p:custDataLst>
            </p:nvPr>
          </p:nvSpPr>
          <p:spPr>
            <a:xfrm>
              <a:off x="7775853" y="3745585"/>
              <a:ext cx="86973" cy="124880"/>
            </a:xfrm>
            <a:custGeom>
              <a:avLst/>
              <a:gdLst>
                <a:gd name="connsiteX0" fmla="*/ 41389 w 86973"/>
                <a:gd name="connsiteY0" fmla="*/ 2023 h 124880"/>
                <a:gd name="connsiteX1" fmla="*/ 39087 w 86973"/>
                <a:gd name="connsiteY1" fmla="*/ 75 h 124880"/>
                <a:gd name="connsiteX2" fmla="*/ 17476 w 86973"/>
                <a:gd name="connsiteY2" fmla="*/ 1846 h 124880"/>
                <a:gd name="connsiteX3" fmla="*/ 14111 w 86973"/>
                <a:gd name="connsiteY3" fmla="*/ 5389 h 124880"/>
                <a:gd name="connsiteX4" fmla="*/ 18362 w 86973"/>
                <a:gd name="connsiteY4" fmla="*/ 7514 h 124880"/>
                <a:gd name="connsiteX5" fmla="*/ 27219 w 86973"/>
                <a:gd name="connsiteY5" fmla="*/ 10526 h 124880"/>
                <a:gd name="connsiteX6" fmla="*/ 26687 w 86973"/>
                <a:gd name="connsiteY6" fmla="*/ 14068 h 124880"/>
                <a:gd name="connsiteX7" fmla="*/ 1002 w 86973"/>
                <a:gd name="connsiteY7" fmla="*/ 116099 h 124880"/>
                <a:gd name="connsiteX8" fmla="*/ 294 w 86973"/>
                <a:gd name="connsiteY8" fmla="*/ 119996 h 124880"/>
                <a:gd name="connsiteX9" fmla="*/ 5431 w 86973"/>
                <a:gd name="connsiteY9" fmla="*/ 124955 h 124880"/>
                <a:gd name="connsiteX10" fmla="*/ 11985 w 86973"/>
                <a:gd name="connsiteY10" fmla="*/ 120350 h 124880"/>
                <a:gd name="connsiteX11" fmla="*/ 15350 w 86973"/>
                <a:gd name="connsiteY11" fmla="*/ 106888 h 124880"/>
                <a:gd name="connsiteX12" fmla="*/ 19247 w 86973"/>
                <a:gd name="connsiteY12" fmla="*/ 90945 h 124880"/>
                <a:gd name="connsiteX13" fmla="*/ 22259 w 86973"/>
                <a:gd name="connsiteY13" fmla="*/ 79077 h 124880"/>
                <a:gd name="connsiteX14" fmla="*/ 24207 w 86973"/>
                <a:gd name="connsiteY14" fmla="*/ 71106 h 124880"/>
                <a:gd name="connsiteX15" fmla="*/ 36252 w 86973"/>
                <a:gd name="connsiteY15" fmla="*/ 54810 h 124880"/>
                <a:gd name="connsiteX16" fmla="*/ 53258 w 86973"/>
                <a:gd name="connsiteY16" fmla="*/ 48610 h 124880"/>
                <a:gd name="connsiteX17" fmla="*/ 62823 w 86973"/>
                <a:gd name="connsiteY17" fmla="*/ 61009 h 124880"/>
                <a:gd name="connsiteX18" fmla="*/ 51840 w 86973"/>
                <a:gd name="connsiteY18" fmla="*/ 100688 h 124880"/>
                <a:gd name="connsiteX19" fmla="*/ 49538 w 86973"/>
                <a:gd name="connsiteY19" fmla="*/ 110430 h 124880"/>
                <a:gd name="connsiteX20" fmla="*/ 64063 w 86973"/>
                <a:gd name="connsiteY20" fmla="*/ 124955 h 124880"/>
                <a:gd name="connsiteX21" fmla="*/ 87268 w 86973"/>
                <a:gd name="connsiteY21" fmla="*/ 97677 h 124880"/>
                <a:gd name="connsiteX22" fmla="*/ 85142 w 86973"/>
                <a:gd name="connsiteY22" fmla="*/ 95905 h 124880"/>
                <a:gd name="connsiteX23" fmla="*/ 82485 w 86973"/>
                <a:gd name="connsiteY23" fmla="*/ 99094 h 124880"/>
                <a:gd name="connsiteX24" fmla="*/ 64417 w 86973"/>
                <a:gd name="connsiteY24" fmla="*/ 121058 h 124880"/>
                <a:gd name="connsiteX25" fmla="*/ 60166 w 86973"/>
                <a:gd name="connsiteY25" fmla="*/ 115213 h 124880"/>
                <a:gd name="connsiteX26" fmla="*/ 63354 w 86973"/>
                <a:gd name="connsiteY26" fmla="*/ 102636 h 124880"/>
                <a:gd name="connsiteX27" fmla="*/ 74160 w 86973"/>
                <a:gd name="connsiteY27" fmla="*/ 63666 h 124880"/>
                <a:gd name="connsiteX28" fmla="*/ 53789 w 86973"/>
                <a:gd name="connsiteY28" fmla="*/ 44713 h 124880"/>
                <a:gd name="connsiteX29" fmla="*/ 27573 w 86973"/>
                <a:gd name="connsiteY29" fmla="*/ 58352 h 124880"/>
                <a:gd name="connsiteX30" fmla="*/ 41389 w 86973"/>
                <a:gd name="connsiteY30" fmla="*/ 2023 h 1248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86973" h="124880">
                  <a:moveTo>
                    <a:pt x="41389" y="2023"/>
                  </a:moveTo>
                  <a:cubicBezTo>
                    <a:pt x="41389" y="1846"/>
                    <a:pt x="41389" y="75"/>
                    <a:pt x="39087" y="75"/>
                  </a:cubicBezTo>
                  <a:cubicBezTo>
                    <a:pt x="35013" y="75"/>
                    <a:pt x="22082" y="1492"/>
                    <a:pt x="17476" y="1846"/>
                  </a:cubicBezTo>
                  <a:cubicBezTo>
                    <a:pt x="16059" y="2023"/>
                    <a:pt x="14111" y="2200"/>
                    <a:pt x="14111" y="5389"/>
                  </a:cubicBezTo>
                  <a:cubicBezTo>
                    <a:pt x="14111" y="7514"/>
                    <a:pt x="15705" y="7514"/>
                    <a:pt x="18362" y="7514"/>
                  </a:cubicBezTo>
                  <a:cubicBezTo>
                    <a:pt x="26864" y="7514"/>
                    <a:pt x="27219" y="8754"/>
                    <a:pt x="27219" y="10526"/>
                  </a:cubicBezTo>
                  <a:lnTo>
                    <a:pt x="26687" y="14068"/>
                  </a:lnTo>
                  <a:lnTo>
                    <a:pt x="1002" y="116099"/>
                  </a:lnTo>
                  <a:cubicBezTo>
                    <a:pt x="294" y="118579"/>
                    <a:pt x="294" y="118933"/>
                    <a:pt x="294" y="119996"/>
                  </a:cubicBezTo>
                  <a:cubicBezTo>
                    <a:pt x="294" y="124070"/>
                    <a:pt x="3837" y="124955"/>
                    <a:pt x="5431" y="124955"/>
                  </a:cubicBezTo>
                  <a:cubicBezTo>
                    <a:pt x="8265" y="124955"/>
                    <a:pt x="11099" y="122830"/>
                    <a:pt x="11985" y="120350"/>
                  </a:cubicBezTo>
                  <a:lnTo>
                    <a:pt x="15350" y="106888"/>
                  </a:lnTo>
                  <a:lnTo>
                    <a:pt x="19247" y="90945"/>
                  </a:lnTo>
                  <a:cubicBezTo>
                    <a:pt x="20310" y="87048"/>
                    <a:pt x="21373" y="83151"/>
                    <a:pt x="22259" y="79077"/>
                  </a:cubicBezTo>
                  <a:cubicBezTo>
                    <a:pt x="22613" y="78014"/>
                    <a:pt x="24030" y="72169"/>
                    <a:pt x="24207" y="71106"/>
                  </a:cubicBezTo>
                  <a:cubicBezTo>
                    <a:pt x="24739" y="69512"/>
                    <a:pt x="30230" y="59592"/>
                    <a:pt x="36252" y="54810"/>
                  </a:cubicBezTo>
                  <a:cubicBezTo>
                    <a:pt x="40149" y="51975"/>
                    <a:pt x="45641" y="48610"/>
                    <a:pt x="53258" y="48610"/>
                  </a:cubicBezTo>
                  <a:cubicBezTo>
                    <a:pt x="60874" y="48610"/>
                    <a:pt x="62823" y="54633"/>
                    <a:pt x="62823" y="61009"/>
                  </a:cubicBezTo>
                  <a:cubicBezTo>
                    <a:pt x="62823" y="70575"/>
                    <a:pt x="56092" y="89883"/>
                    <a:pt x="51840" y="100688"/>
                  </a:cubicBezTo>
                  <a:cubicBezTo>
                    <a:pt x="50423" y="104762"/>
                    <a:pt x="49538" y="106888"/>
                    <a:pt x="49538" y="110430"/>
                  </a:cubicBezTo>
                  <a:cubicBezTo>
                    <a:pt x="49538" y="118756"/>
                    <a:pt x="55737" y="124955"/>
                    <a:pt x="64063" y="124955"/>
                  </a:cubicBezTo>
                  <a:cubicBezTo>
                    <a:pt x="80714" y="124955"/>
                    <a:pt x="87268" y="99094"/>
                    <a:pt x="87268" y="97677"/>
                  </a:cubicBezTo>
                  <a:cubicBezTo>
                    <a:pt x="87268" y="95905"/>
                    <a:pt x="85673" y="95905"/>
                    <a:pt x="85142" y="95905"/>
                  </a:cubicBezTo>
                  <a:cubicBezTo>
                    <a:pt x="83371" y="95905"/>
                    <a:pt x="83371" y="96437"/>
                    <a:pt x="82485" y="99094"/>
                  </a:cubicBezTo>
                  <a:cubicBezTo>
                    <a:pt x="79828" y="108482"/>
                    <a:pt x="74160" y="121058"/>
                    <a:pt x="64417" y="121058"/>
                  </a:cubicBezTo>
                  <a:cubicBezTo>
                    <a:pt x="61406" y="121058"/>
                    <a:pt x="60166" y="119287"/>
                    <a:pt x="60166" y="115213"/>
                  </a:cubicBezTo>
                  <a:cubicBezTo>
                    <a:pt x="60166" y="110785"/>
                    <a:pt x="61760" y="106533"/>
                    <a:pt x="63354" y="102636"/>
                  </a:cubicBezTo>
                  <a:cubicBezTo>
                    <a:pt x="66188" y="95019"/>
                    <a:pt x="74160" y="73940"/>
                    <a:pt x="74160" y="63666"/>
                  </a:cubicBezTo>
                  <a:cubicBezTo>
                    <a:pt x="74160" y="52153"/>
                    <a:pt x="67074" y="44713"/>
                    <a:pt x="53789" y="44713"/>
                  </a:cubicBezTo>
                  <a:cubicBezTo>
                    <a:pt x="42629" y="44713"/>
                    <a:pt x="34127" y="50204"/>
                    <a:pt x="27573" y="58352"/>
                  </a:cubicBezTo>
                  <a:lnTo>
                    <a:pt x="41389" y="2023"/>
                  </a:lnTo>
                  <a:close/>
                </a:path>
              </a:pathLst>
            </a:custGeom>
            <a:solidFill>
              <a:srgbClr val="000000"/>
            </a:solidFill>
            <a:ln w="1775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74" name="任意形状 273">
              <a:extLst>
                <a:ext uri="{FF2B5EF4-FFF2-40B4-BE49-F238E27FC236}">
                  <a16:creationId xmlns:a16="http://schemas.microsoft.com/office/drawing/2014/main" id="{E478BE04-636D-B44F-C75C-EDE52D9DF62E}"/>
                </a:ext>
              </a:extLst>
            </p:cNvPr>
            <p:cNvSpPr/>
            <p:nvPr>
              <p:custDataLst>
                <p:tags r:id="rId99"/>
              </p:custDataLst>
            </p:nvPr>
          </p:nvSpPr>
          <p:spPr>
            <a:xfrm>
              <a:off x="7878265" y="3735666"/>
              <a:ext cx="41095" cy="177135"/>
            </a:xfrm>
            <a:custGeom>
              <a:avLst/>
              <a:gdLst>
                <a:gd name="connsiteX0" fmla="*/ 41395 w 41095"/>
                <a:gd name="connsiteY0" fmla="*/ 88643 h 177135"/>
                <a:gd name="connsiteX1" fmla="*/ 29704 w 41095"/>
                <a:gd name="connsiteY1" fmla="*/ 33376 h 177135"/>
                <a:gd name="connsiteX2" fmla="*/ 2071 w 41095"/>
                <a:gd name="connsiteY2" fmla="*/ 75 h 177135"/>
                <a:gd name="connsiteX3" fmla="*/ 300 w 41095"/>
                <a:gd name="connsiteY3" fmla="*/ 1846 h 177135"/>
                <a:gd name="connsiteX4" fmla="*/ 3665 w 41095"/>
                <a:gd name="connsiteY4" fmla="*/ 5920 h 177135"/>
                <a:gd name="connsiteX5" fmla="*/ 31121 w 41095"/>
                <a:gd name="connsiteY5" fmla="*/ 88643 h 177135"/>
                <a:gd name="connsiteX6" fmla="*/ 2602 w 41095"/>
                <a:gd name="connsiteY6" fmla="*/ 172428 h 177135"/>
                <a:gd name="connsiteX7" fmla="*/ 300 w 41095"/>
                <a:gd name="connsiteY7" fmla="*/ 175439 h 177135"/>
                <a:gd name="connsiteX8" fmla="*/ 2071 w 41095"/>
                <a:gd name="connsiteY8" fmla="*/ 177210 h 177135"/>
                <a:gd name="connsiteX9" fmla="*/ 30236 w 41095"/>
                <a:gd name="connsiteY9" fmla="*/ 142669 h 177135"/>
                <a:gd name="connsiteX10" fmla="*/ 41395 w 41095"/>
                <a:gd name="connsiteY10" fmla="*/ 88643 h 1771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41095" h="177135">
                  <a:moveTo>
                    <a:pt x="41395" y="88643"/>
                  </a:moveTo>
                  <a:cubicBezTo>
                    <a:pt x="41395" y="74826"/>
                    <a:pt x="39447" y="53393"/>
                    <a:pt x="29704" y="33376"/>
                  </a:cubicBezTo>
                  <a:cubicBezTo>
                    <a:pt x="19076" y="11589"/>
                    <a:pt x="3842" y="75"/>
                    <a:pt x="2071" y="75"/>
                  </a:cubicBezTo>
                  <a:cubicBezTo>
                    <a:pt x="1008" y="75"/>
                    <a:pt x="300" y="783"/>
                    <a:pt x="300" y="1846"/>
                  </a:cubicBezTo>
                  <a:cubicBezTo>
                    <a:pt x="300" y="2377"/>
                    <a:pt x="300" y="2732"/>
                    <a:pt x="3665" y="5920"/>
                  </a:cubicBezTo>
                  <a:cubicBezTo>
                    <a:pt x="21025" y="23457"/>
                    <a:pt x="31121" y="51621"/>
                    <a:pt x="31121" y="88643"/>
                  </a:cubicBezTo>
                  <a:cubicBezTo>
                    <a:pt x="31121" y="118933"/>
                    <a:pt x="24567" y="150109"/>
                    <a:pt x="2602" y="172428"/>
                  </a:cubicBezTo>
                  <a:cubicBezTo>
                    <a:pt x="300" y="174553"/>
                    <a:pt x="300" y="174908"/>
                    <a:pt x="300" y="175439"/>
                  </a:cubicBezTo>
                  <a:cubicBezTo>
                    <a:pt x="300" y="176502"/>
                    <a:pt x="1008" y="177210"/>
                    <a:pt x="2071" y="177210"/>
                  </a:cubicBezTo>
                  <a:cubicBezTo>
                    <a:pt x="3842" y="177210"/>
                    <a:pt x="19785" y="165165"/>
                    <a:pt x="30236" y="142669"/>
                  </a:cubicBezTo>
                  <a:cubicBezTo>
                    <a:pt x="39270" y="123184"/>
                    <a:pt x="41395" y="103522"/>
                    <a:pt x="41395" y="88643"/>
                  </a:cubicBezTo>
                  <a:close/>
                </a:path>
              </a:pathLst>
            </a:custGeom>
            <a:solidFill>
              <a:srgbClr val="000000"/>
            </a:solidFill>
            <a:ln w="1775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75" name="任意形状 274">
              <a:extLst>
                <a:ext uri="{FF2B5EF4-FFF2-40B4-BE49-F238E27FC236}">
                  <a16:creationId xmlns:a16="http://schemas.microsoft.com/office/drawing/2014/main" id="{9047F430-2530-46FD-9851-5221267DB4F5}"/>
                </a:ext>
              </a:extLst>
            </p:cNvPr>
            <p:cNvSpPr/>
            <p:nvPr>
              <p:custDataLst>
                <p:tags r:id="rId100"/>
              </p:custDataLst>
            </p:nvPr>
          </p:nvSpPr>
          <p:spPr>
            <a:xfrm>
              <a:off x="8000960" y="3772864"/>
              <a:ext cx="88567" cy="102738"/>
            </a:xfrm>
            <a:custGeom>
              <a:avLst/>
              <a:gdLst>
                <a:gd name="connsiteX0" fmla="*/ 82674 w 88567"/>
                <a:gd name="connsiteY0" fmla="*/ 54987 h 102738"/>
                <a:gd name="connsiteX1" fmla="*/ 88874 w 88567"/>
                <a:gd name="connsiteY1" fmla="*/ 51444 h 102738"/>
                <a:gd name="connsiteX2" fmla="*/ 82674 w 88567"/>
                <a:gd name="connsiteY2" fmla="*/ 47901 h 102738"/>
                <a:gd name="connsiteX3" fmla="*/ 7569 w 88567"/>
                <a:gd name="connsiteY3" fmla="*/ 47901 h 102738"/>
                <a:gd name="connsiteX4" fmla="*/ 55041 w 88567"/>
                <a:gd name="connsiteY4" fmla="*/ 7160 h 102738"/>
                <a:gd name="connsiteX5" fmla="*/ 82674 w 88567"/>
                <a:gd name="connsiteY5" fmla="*/ 7160 h 102738"/>
                <a:gd name="connsiteX6" fmla="*/ 88874 w 88567"/>
                <a:gd name="connsiteY6" fmla="*/ 3617 h 102738"/>
                <a:gd name="connsiteX7" fmla="*/ 82674 w 88567"/>
                <a:gd name="connsiteY7" fmla="*/ 75 h 102738"/>
                <a:gd name="connsiteX8" fmla="*/ 54687 w 88567"/>
                <a:gd name="connsiteY8" fmla="*/ 75 h 102738"/>
                <a:gd name="connsiteX9" fmla="*/ 306 w 88567"/>
                <a:gd name="connsiteY9" fmla="*/ 51444 h 102738"/>
                <a:gd name="connsiteX10" fmla="*/ 54687 w 88567"/>
                <a:gd name="connsiteY10" fmla="*/ 102813 h 102738"/>
                <a:gd name="connsiteX11" fmla="*/ 82674 w 88567"/>
                <a:gd name="connsiteY11" fmla="*/ 102813 h 102738"/>
                <a:gd name="connsiteX12" fmla="*/ 88874 w 88567"/>
                <a:gd name="connsiteY12" fmla="*/ 99271 h 102738"/>
                <a:gd name="connsiteX13" fmla="*/ 82674 w 88567"/>
                <a:gd name="connsiteY13" fmla="*/ 95728 h 102738"/>
                <a:gd name="connsiteX14" fmla="*/ 55041 w 88567"/>
                <a:gd name="connsiteY14" fmla="*/ 95728 h 102738"/>
                <a:gd name="connsiteX15" fmla="*/ 7569 w 88567"/>
                <a:gd name="connsiteY15" fmla="*/ 54987 h 102738"/>
                <a:gd name="connsiteX16" fmla="*/ 82674 w 88567"/>
                <a:gd name="connsiteY16" fmla="*/ 54987 h 1027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88567" h="102738">
                  <a:moveTo>
                    <a:pt x="82674" y="54987"/>
                  </a:moveTo>
                  <a:cubicBezTo>
                    <a:pt x="85686" y="54987"/>
                    <a:pt x="88874" y="54987"/>
                    <a:pt x="88874" y="51444"/>
                  </a:cubicBezTo>
                  <a:cubicBezTo>
                    <a:pt x="88874" y="47901"/>
                    <a:pt x="85686" y="47901"/>
                    <a:pt x="82674" y="47901"/>
                  </a:cubicBezTo>
                  <a:lnTo>
                    <a:pt x="7569" y="47901"/>
                  </a:lnTo>
                  <a:cubicBezTo>
                    <a:pt x="9695" y="24165"/>
                    <a:pt x="30065" y="7160"/>
                    <a:pt x="55041" y="7160"/>
                  </a:cubicBezTo>
                  <a:lnTo>
                    <a:pt x="82674" y="7160"/>
                  </a:lnTo>
                  <a:cubicBezTo>
                    <a:pt x="85686" y="7160"/>
                    <a:pt x="88874" y="7160"/>
                    <a:pt x="88874" y="3617"/>
                  </a:cubicBezTo>
                  <a:cubicBezTo>
                    <a:pt x="88874" y="75"/>
                    <a:pt x="85686" y="75"/>
                    <a:pt x="82674" y="75"/>
                  </a:cubicBezTo>
                  <a:lnTo>
                    <a:pt x="54687" y="75"/>
                  </a:lnTo>
                  <a:cubicBezTo>
                    <a:pt x="24397" y="75"/>
                    <a:pt x="306" y="23102"/>
                    <a:pt x="306" y="51444"/>
                  </a:cubicBezTo>
                  <a:cubicBezTo>
                    <a:pt x="306" y="79786"/>
                    <a:pt x="24397" y="102813"/>
                    <a:pt x="54687" y="102813"/>
                  </a:cubicBezTo>
                  <a:lnTo>
                    <a:pt x="82674" y="102813"/>
                  </a:lnTo>
                  <a:cubicBezTo>
                    <a:pt x="85686" y="102813"/>
                    <a:pt x="88874" y="102813"/>
                    <a:pt x="88874" y="99271"/>
                  </a:cubicBezTo>
                  <a:cubicBezTo>
                    <a:pt x="88874" y="95728"/>
                    <a:pt x="85686" y="95728"/>
                    <a:pt x="82674" y="95728"/>
                  </a:cubicBezTo>
                  <a:lnTo>
                    <a:pt x="55041" y="95728"/>
                  </a:lnTo>
                  <a:cubicBezTo>
                    <a:pt x="30065" y="95728"/>
                    <a:pt x="9695" y="78723"/>
                    <a:pt x="7569" y="54987"/>
                  </a:cubicBezTo>
                  <a:lnTo>
                    <a:pt x="82674" y="54987"/>
                  </a:lnTo>
                  <a:close/>
                </a:path>
              </a:pathLst>
            </a:custGeom>
            <a:solidFill>
              <a:srgbClr val="000000"/>
            </a:solidFill>
            <a:ln w="1775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76" name="任意形状 275">
              <a:extLst>
                <a:ext uri="{FF2B5EF4-FFF2-40B4-BE49-F238E27FC236}">
                  <a16:creationId xmlns:a16="http://schemas.microsoft.com/office/drawing/2014/main" id="{5213E6EB-5858-8EEF-22C7-C6D5E0B47A8E}"/>
                </a:ext>
              </a:extLst>
            </p:cNvPr>
            <p:cNvSpPr/>
            <p:nvPr>
              <p:custDataLst>
                <p:tags r:id="rId101"/>
              </p:custDataLst>
            </p:nvPr>
          </p:nvSpPr>
          <p:spPr>
            <a:xfrm>
              <a:off x="8160283" y="3748065"/>
              <a:ext cx="128561" cy="120452"/>
            </a:xfrm>
            <a:custGeom>
              <a:avLst/>
              <a:gdLst>
                <a:gd name="connsiteX0" fmla="*/ 118997 w 128561"/>
                <a:gd name="connsiteY0" fmla="*/ 79254 h 120452"/>
                <a:gd name="connsiteX1" fmla="*/ 119882 w 128561"/>
                <a:gd name="connsiteY1" fmla="*/ 76774 h 120452"/>
                <a:gd name="connsiteX2" fmla="*/ 117757 w 128561"/>
                <a:gd name="connsiteY2" fmla="*/ 74826 h 120452"/>
                <a:gd name="connsiteX3" fmla="*/ 115454 w 128561"/>
                <a:gd name="connsiteY3" fmla="*/ 76952 h 120452"/>
                <a:gd name="connsiteX4" fmla="*/ 67096 w 128561"/>
                <a:gd name="connsiteY4" fmla="*/ 115036 h 120452"/>
                <a:gd name="connsiteX5" fmla="*/ 41234 w 128561"/>
                <a:gd name="connsiteY5" fmla="*/ 115036 h 120452"/>
                <a:gd name="connsiteX6" fmla="*/ 37337 w 128561"/>
                <a:gd name="connsiteY6" fmla="*/ 114859 h 120452"/>
                <a:gd name="connsiteX7" fmla="*/ 35034 w 128561"/>
                <a:gd name="connsiteY7" fmla="*/ 113087 h 120452"/>
                <a:gd name="connsiteX8" fmla="*/ 35920 w 128561"/>
                <a:gd name="connsiteY8" fmla="*/ 109013 h 120452"/>
                <a:gd name="connsiteX9" fmla="*/ 47965 w 128561"/>
                <a:gd name="connsiteY9" fmla="*/ 60655 h 120452"/>
                <a:gd name="connsiteX10" fmla="*/ 65502 w 128561"/>
                <a:gd name="connsiteY10" fmla="*/ 60655 h 120452"/>
                <a:gd name="connsiteX11" fmla="*/ 80558 w 128561"/>
                <a:gd name="connsiteY11" fmla="*/ 68803 h 120452"/>
                <a:gd name="connsiteX12" fmla="*/ 79318 w 128561"/>
                <a:gd name="connsiteY12" fmla="*/ 77483 h 120452"/>
                <a:gd name="connsiteX13" fmla="*/ 78787 w 128561"/>
                <a:gd name="connsiteY13" fmla="*/ 79432 h 120452"/>
                <a:gd name="connsiteX14" fmla="*/ 81090 w 128561"/>
                <a:gd name="connsiteY14" fmla="*/ 81380 h 120452"/>
                <a:gd name="connsiteX15" fmla="*/ 83747 w 128561"/>
                <a:gd name="connsiteY15" fmla="*/ 77837 h 120452"/>
                <a:gd name="connsiteX16" fmla="*/ 93843 w 128561"/>
                <a:gd name="connsiteY16" fmla="*/ 36388 h 120452"/>
                <a:gd name="connsiteX17" fmla="*/ 91718 w 128561"/>
                <a:gd name="connsiteY17" fmla="*/ 34439 h 120452"/>
                <a:gd name="connsiteX18" fmla="*/ 89238 w 128561"/>
                <a:gd name="connsiteY18" fmla="*/ 37627 h 120452"/>
                <a:gd name="connsiteX19" fmla="*/ 66033 w 128561"/>
                <a:gd name="connsiteY19" fmla="*/ 55164 h 120452"/>
                <a:gd name="connsiteX20" fmla="*/ 49382 w 128561"/>
                <a:gd name="connsiteY20" fmla="*/ 55164 h 120452"/>
                <a:gd name="connsiteX21" fmla="*/ 60010 w 128561"/>
                <a:gd name="connsiteY21" fmla="*/ 12474 h 120452"/>
                <a:gd name="connsiteX22" fmla="*/ 69576 w 128561"/>
                <a:gd name="connsiteY22" fmla="*/ 5566 h 120452"/>
                <a:gd name="connsiteX23" fmla="*/ 94552 w 128561"/>
                <a:gd name="connsiteY23" fmla="*/ 5566 h 120452"/>
                <a:gd name="connsiteX24" fmla="*/ 121477 w 128561"/>
                <a:gd name="connsiteY24" fmla="*/ 25228 h 120452"/>
                <a:gd name="connsiteX25" fmla="*/ 120768 w 128561"/>
                <a:gd name="connsiteY25" fmla="*/ 34616 h 120452"/>
                <a:gd name="connsiteX26" fmla="*/ 120591 w 128561"/>
                <a:gd name="connsiteY26" fmla="*/ 37805 h 120452"/>
                <a:gd name="connsiteX27" fmla="*/ 122717 w 128561"/>
                <a:gd name="connsiteY27" fmla="*/ 39930 h 120452"/>
                <a:gd name="connsiteX28" fmla="*/ 125196 w 128561"/>
                <a:gd name="connsiteY28" fmla="*/ 35502 h 120452"/>
                <a:gd name="connsiteX29" fmla="*/ 128739 w 128561"/>
                <a:gd name="connsiteY29" fmla="*/ 4857 h 120452"/>
                <a:gd name="connsiteX30" fmla="*/ 123956 w 128561"/>
                <a:gd name="connsiteY30" fmla="*/ 75 h 120452"/>
                <a:gd name="connsiteX31" fmla="*/ 34503 w 128561"/>
                <a:gd name="connsiteY31" fmla="*/ 75 h 120452"/>
                <a:gd name="connsiteX32" fmla="*/ 29189 w 128561"/>
                <a:gd name="connsiteY32" fmla="*/ 3617 h 120452"/>
                <a:gd name="connsiteX33" fmla="*/ 34149 w 128561"/>
                <a:gd name="connsiteY33" fmla="*/ 5566 h 120452"/>
                <a:gd name="connsiteX34" fmla="*/ 45662 w 128561"/>
                <a:gd name="connsiteY34" fmla="*/ 8754 h 120452"/>
                <a:gd name="connsiteX35" fmla="*/ 44777 w 128561"/>
                <a:gd name="connsiteY35" fmla="*/ 13006 h 120452"/>
                <a:gd name="connsiteX36" fmla="*/ 21395 w 128561"/>
                <a:gd name="connsiteY36" fmla="*/ 106710 h 120452"/>
                <a:gd name="connsiteX37" fmla="*/ 5276 w 128561"/>
                <a:gd name="connsiteY37" fmla="*/ 115036 h 120452"/>
                <a:gd name="connsiteX38" fmla="*/ 316 w 128561"/>
                <a:gd name="connsiteY38" fmla="*/ 118401 h 120452"/>
                <a:gd name="connsiteX39" fmla="*/ 5276 w 128561"/>
                <a:gd name="connsiteY39" fmla="*/ 120527 h 120452"/>
                <a:gd name="connsiteX40" fmla="*/ 97209 w 128561"/>
                <a:gd name="connsiteY40" fmla="*/ 120527 h 120452"/>
                <a:gd name="connsiteX41" fmla="*/ 102700 w 128561"/>
                <a:gd name="connsiteY41" fmla="*/ 117516 h 120452"/>
                <a:gd name="connsiteX42" fmla="*/ 118997 w 128561"/>
                <a:gd name="connsiteY42" fmla="*/ 79254 h 1204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</a:cxnLst>
              <a:rect l="l" t="t" r="r" b="b"/>
              <a:pathLst>
                <a:path w="128561" h="120452">
                  <a:moveTo>
                    <a:pt x="118997" y="79254"/>
                  </a:moveTo>
                  <a:cubicBezTo>
                    <a:pt x="119351" y="78369"/>
                    <a:pt x="119882" y="77129"/>
                    <a:pt x="119882" y="76774"/>
                  </a:cubicBezTo>
                  <a:cubicBezTo>
                    <a:pt x="119882" y="76597"/>
                    <a:pt x="119882" y="74826"/>
                    <a:pt x="117757" y="74826"/>
                  </a:cubicBezTo>
                  <a:cubicBezTo>
                    <a:pt x="116163" y="74826"/>
                    <a:pt x="115808" y="75889"/>
                    <a:pt x="115454" y="76952"/>
                  </a:cubicBezTo>
                  <a:cubicBezTo>
                    <a:pt x="103940" y="103168"/>
                    <a:pt x="97386" y="115036"/>
                    <a:pt x="67096" y="115036"/>
                  </a:cubicBezTo>
                  <a:lnTo>
                    <a:pt x="41234" y="115036"/>
                  </a:lnTo>
                  <a:cubicBezTo>
                    <a:pt x="38754" y="115036"/>
                    <a:pt x="38400" y="115036"/>
                    <a:pt x="37337" y="114859"/>
                  </a:cubicBezTo>
                  <a:cubicBezTo>
                    <a:pt x="35566" y="114682"/>
                    <a:pt x="35034" y="114504"/>
                    <a:pt x="35034" y="113087"/>
                  </a:cubicBezTo>
                  <a:cubicBezTo>
                    <a:pt x="35034" y="112556"/>
                    <a:pt x="35034" y="112202"/>
                    <a:pt x="35920" y="109013"/>
                  </a:cubicBezTo>
                  <a:lnTo>
                    <a:pt x="47965" y="60655"/>
                  </a:lnTo>
                  <a:lnTo>
                    <a:pt x="65502" y="60655"/>
                  </a:lnTo>
                  <a:cubicBezTo>
                    <a:pt x="80558" y="60655"/>
                    <a:pt x="80558" y="64375"/>
                    <a:pt x="80558" y="68803"/>
                  </a:cubicBezTo>
                  <a:cubicBezTo>
                    <a:pt x="80558" y="70043"/>
                    <a:pt x="80558" y="72169"/>
                    <a:pt x="79318" y="77483"/>
                  </a:cubicBezTo>
                  <a:cubicBezTo>
                    <a:pt x="78964" y="78369"/>
                    <a:pt x="78787" y="78900"/>
                    <a:pt x="78787" y="79432"/>
                  </a:cubicBezTo>
                  <a:cubicBezTo>
                    <a:pt x="78787" y="80317"/>
                    <a:pt x="79495" y="81380"/>
                    <a:pt x="81090" y="81380"/>
                  </a:cubicBezTo>
                  <a:cubicBezTo>
                    <a:pt x="82507" y="81380"/>
                    <a:pt x="83038" y="80494"/>
                    <a:pt x="83747" y="77837"/>
                  </a:cubicBezTo>
                  <a:lnTo>
                    <a:pt x="93843" y="36388"/>
                  </a:lnTo>
                  <a:cubicBezTo>
                    <a:pt x="93843" y="35325"/>
                    <a:pt x="92958" y="34439"/>
                    <a:pt x="91718" y="34439"/>
                  </a:cubicBezTo>
                  <a:cubicBezTo>
                    <a:pt x="90124" y="34439"/>
                    <a:pt x="89769" y="35502"/>
                    <a:pt x="89238" y="37627"/>
                  </a:cubicBezTo>
                  <a:cubicBezTo>
                    <a:pt x="85518" y="51090"/>
                    <a:pt x="82330" y="55164"/>
                    <a:pt x="66033" y="55164"/>
                  </a:cubicBezTo>
                  <a:lnTo>
                    <a:pt x="49382" y="55164"/>
                  </a:lnTo>
                  <a:lnTo>
                    <a:pt x="60010" y="12474"/>
                  </a:lnTo>
                  <a:cubicBezTo>
                    <a:pt x="61605" y="6274"/>
                    <a:pt x="61782" y="5566"/>
                    <a:pt x="69576" y="5566"/>
                  </a:cubicBezTo>
                  <a:lnTo>
                    <a:pt x="94552" y="5566"/>
                  </a:lnTo>
                  <a:cubicBezTo>
                    <a:pt x="116163" y="5566"/>
                    <a:pt x="121477" y="10703"/>
                    <a:pt x="121477" y="25228"/>
                  </a:cubicBezTo>
                  <a:cubicBezTo>
                    <a:pt x="121477" y="29479"/>
                    <a:pt x="121477" y="29834"/>
                    <a:pt x="120768" y="34616"/>
                  </a:cubicBezTo>
                  <a:cubicBezTo>
                    <a:pt x="120768" y="35679"/>
                    <a:pt x="120591" y="36919"/>
                    <a:pt x="120591" y="37805"/>
                  </a:cubicBezTo>
                  <a:cubicBezTo>
                    <a:pt x="120591" y="38690"/>
                    <a:pt x="121122" y="39930"/>
                    <a:pt x="122717" y="39930"/>
                  </a:cubicBezTo>
                  <a:cubicBezTo>
                    <a:pt x="124665" y="39930"/>
                    <a:pt x="124842" y="38867"/>
                    <a:pt x="125196" y="35502"/>
                  </a:cubicBezTo>
                  <a:lnTo>
                    <a:pt x="128739" y="4857"/>
                  </a:lnTo>
                  <a:cubicBezTo>
                    <a:pt x="129271" y="75"/>
                    <a:pt x="128385" y="75"/>
                    <a:pt x="123956" y="75"/>
                  </a:cubicBezTo>
                  <a:lnTo>
                    <a:pt x="34503" y="75"/>
                  </a:lnTo>
                  <a:cubicBezTo>
                    <a:pt x="30960" y="75"/>
                    <a:pt x="29189" y="75"/>
                    <a:pt x="29189" y="3617"/>
                  </a:cubicBezTo>
                  <a:cubicBezTo>
                    <a:pt x="29189" y="5566"/>
                    <a:pt x="30783" y="5566"/>
                    <a:pt x="34149" y="5566"/>
                  </a:cubicBezTo>
                  <a:cubicBezTo>
                    <a:pt x="40703" y="5566"/>
                    <a:pt x="45662" y="5566"/>
                    <a:pt x="45662" y="8754"/>
                  </a:cubicBezTo>
                  <a:cubicBezTo>
                    <a:pt x="45662" y="9463"/>
                    <a:pt x="45662" y="9817"/>
                    <a:pt x="44777" y="13006"/>
                  </a:cubicBezTo>
                  <a:lnTo>
                    <a:pt x="21395" y="106710"/>
                  </a:lnTo>
                  <a:cubicBezTo>
                    <a:pt x="19624" y="113619"/>
                    <a:pt x="19269" y="115036"/>
                    <a:pt x="5276" y="115036"/>
                  </a:cubicBezTo>
                  <a:cubicBezTo>
                    <a:pt x="2264" y="115036"/>
                    <a:pt x="316" y="115036"/>
                    <a:pt x="316" y="118401"/>
                  </a:cubicBezTo>
                  <a:cubicBezTo>
                    <a:pt x="316" y="120527"/>
                    <a:pt x="1910" y="120527"/>
                    <a:pt x="5276" y="120527"/>
                  </a:cubicBezTo>
                  <a:lnTo>
                    <a:pt x="97209" y="120527"/>
                  </a:lnTo>
                  <a:cubicBezTo>
                    <a:pt x="101283" y="120527"/>
                    <a:pt x="101460" y="120350"/>
                    <a:pt x="102700" y="117516"/>
                  </a:cubicBezTo>
                  <a:lnTo>
                    <a:pt x="118997" y="79254"/>
                  </a:lnTo>
                  <a:close/>
                </a:path>
              </a:pathLst>
            </a:custGeom>
            <a:solidFill>
              <a:srgbClr val="000000"/>
            </a:solidFill>
            <a:ln w="1775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77" name="任意形状 276">
              <a:extLst>
                <a:ext uri="{FF2B5EF4-FFF2-40B4-BE49-F238E27FC236}">
                  <a16:creationId xmlns:a16="http://schemas.microsoft.com/office/drawing/2014/main" id="{974CF0B7-894C-038B-C3FB-3F26C2A300A3}"/>
                </a:ext>
              </a:extLst>
            </p:cNvPr>
            <p:cNvSpPr/>
            <p:nvPr>
              <p:custDataLst>
                <p:tags r:id="rId102"/>
              </p:custDataLst>
            </p:nvPr>
          </p:nvSpPr>
          <p:spPr>
            <a:xfrm>
              <a:off x="8290141" y="3840406"/>
              <a:ext cx="57657" cy="55921"/>
            </a:xfrm>
            <a:custGeom>
              <a:avLst/>
              <a:gdLst>
                <a:gd name="connsiteX0" fmla="*/ 23634 w 57657"/>
                <a:gd name="connsiteY0" fmla="*/ 29711 h 55921"/>
                <a:gd name="connsiteX1" fmla="*/ 26858 w 57657"/>
                <a:gd name="connsiteY1" fmla="*/ 17188 h 55921"/>
                <a:gd name="connsiteX2" fmla="*/ 34670 w 57657"/>
                <a:gd name="connsiteY2" fmla="*/ 7020 h 55921"/>
                <a:gd name="connsiteX3" fmla="*/ 44713 w 57657"/>
                <a:gd name="connsiteY3" fmla="*/ 3548 h 55921"/>
                <a:gd name="connsiteX4" fmla="*/ 51533 w 57657"/>
                <a:gd name="connsiteY4" fmla="*/ 5284 h 55921"/>
                <a:gd name="connsiteX5" fmla="*/ 46077 w 57657"/>
                <a:gd name="connsiteY5" fmla="*/ 12104 h 55921"/>
                <a:gd name="connsiteX6" fmla="*/ 51037 w 57657"/>
                <a:gd name="connsiteY6" fmla="*/ 16692 h 55921"/>
                <a:gd name="connsiteX7" fmla="*/ 57981 w 57657"/>
                <a:gd name="connsiteY7" fmla="*/ 9128 h 55921"/>
                <a:gd name="connsiteX8" fmla="*/ 44837 w 57657"/>
                <a:gd name="connsiteY8" fmla="*/ 76 h 55921"/>
                <a:gd name="connsiteX9" fmla="*/ 27354 w 57657"/>
                <a:gd name="connsiteY9" fmla="*/ 8880 h 55921"/>
                <a:gd name="connsiteX10" fmla="*/ 14582 w 57657"/>
                <a:gd name="connsiteY10" fmla="*/ 76 h 55921"/>
                <a:gd name="connsiteX11" fmla="*/ 4911 w 57657"/>
                <a:gd name="connsiteY11" fmla="*/ 6400 h 55921"/>
                <a:gd name="connsiteX12" fmla="*/ 323 w 57657"/>
                <a:gd name="connsiteY12" fmla="*/ 19047 h 55921"/>
                <a:gd name="connsiteX13" fmla="*/ 2431 w 57657"/>
                <a:gd name="connsiteY13" fmla="*/ 20659 h 55921"/>
                <a:gd name="connsiteX14" fmla="*/ 5159 w 57657"/>
                <a:gd name="connsiteY14" fmla="*/ 16940 h 55921"/>
                <a:gd name="connsiteX15" fmla="*/ 14211 w 57657"/>
                <a:gd name="connsiteY15" fmla="*/ 3548 h 55921"/>
                <a:gd name="connsiteX16" fmla="*/ 18302 w 57657"/>
                <a:gd name="connsiteY16" fmla="*/ 9624 h 55921"/>
                <a:gd name="connsiteX17" fmla="*/ 16318 w 57657"/>
                <a:gd name="connsiteY17" fmla="*/ 19915 h 55921"/>
                <a:gd name="connsiteX18" fmla="*/ 13591 w 57657"/>
                <a:gd name="connsiteY18" fmla="*/ 31075 h 55921"/>
                <a:gd name="connsiteX19" fmla="*/ 9623 w 57657"/>
                <a:gd name="connsiteY19" fmla="*/ 46946 h 55921"/>
                <a:gd name="connsiteX20" fmla="*/ 8383 w 57657"/>
                <a:gd name="connsiteY20" fmla="*/ 52030 h 55921"/>
                <a:gd name="connsiteX21" fmla="*/ 12599 w 57657"/>
                <a:gd name="connsiteY21" fmla="*/ 55998 h 55921"/>
                <a:gd name="connsiteX22" fmla="*/ 17930 w 57657"/>
                <a:gd name="connsiteY22" fmla="*/ 52402 h 55921"/>
                <a:gd name="connsiteX23" fmla="*/ 20286 w 57657"/>
                <a:gd name="connsiteY23" fmla="*/ 43102 h 55921"/>
                <a:gd name="connsiteX24" fmla="*/ 23634 w 57657"/>
                <a:gd name="connsiteY24" fmla="*/ 29711 h 559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57657" h="55921">
                  <a:moveTo>
                    <a:pt x="23634" y="29711"/>
                  </a:moveTo>
                  <a:cubicBezTo>
                    <a:pt x="23758" y="28967"/>
                    <a:pt x="26610" y="17807"/>
                    <a:pt x="26858" y="17188"/>
                  </a:cubicBezTo>
                  <a:cubicBezTo>
                    <a:pt x="27106" y="16196"/>
                    <a:pt x="30702" y="9996"/>
                    <a:pt x="34670" y="7020"/>
                  </a:cubicBezTo>
                  <a:cubicBezTo>
                    <a:pt x="36034" y="6028"/>
                    <a:pt x="39382" y="3548"/>
                    <a:pt x="44713" y="3548"/>
                  </a:cubicBezTo>
                  <a:cubicBezTo>
                    <a:pt x="45953" y="3548"/>
                    <a:pt x="49053" y="3672"/>
                    <a:pt x="51533" y="5284"/>
                  </a:cubicBezTo>
                  <a:cubicBezTo>
                    <a:pt x="47565" y="6400"/>
                    <a:pt x="46077" y="9872"/>
                    <a:pt x="46077" y="12104"/>
                  </a:cubicBezTo>
                  <a:cubicBezTo>
                    <a:pt x="46077" y="14832"/>
                    <a:pt x="48185" y="16692"/>
                    <a:pt x="51037" y="16692"/>
                  </a:cubicBezTo>
                  <a:cubicBezTo>
                    <a:pt x="53889" y="16692"/>
                    <a:pt x="57981" y="14336"/>
                    <a:pt x="57981" y="9128"/>
                  </a:cubicBezTo>
                  <a:cubicBezTo>
                    <a:pt x="57981" y="2680"/>
                    <a:pt x="51161" y="76"/>
                    <a:pt x="44837" y="76"/>
                  </a:cubicBezTo>
                  <a:cubicBezTo>
                    <a:pt x="38390" y="76"/>
                    <a:pt x="32810" y="2680"/>
                    <a:pt x="27354" y="8880"/>
                  </a:cubicBezTo>
                  <a:cubicBezTo>
                    <a:pt x="25122" y="1316"/>
                    <a:pt x="17558" y="76"/>
                    <a:pt x="14582" y="76"/>
                  </a:cubicBezTo>
                  <a:cubicBezTo>
                    <a:pt x="9995" y="76"/>
                    <a:pt x="6895" y="2928"/>
                    <a:pt x="4911" y="6400"/>
                  </a:cubicBezTo>
                  <a:cubicBezTo>
                    <a:pt x="2059" y="11236"/>
                    <a:pt x="323" y="18427"/>
                    <a:pt x="323" y="19047"/>
                  </a:cubicBezTo>
                  <a:cubicBezTo>
                    <a:pt x="323" y="20659"/>
                    <a:pt x="2059" y="20659"/>
                    <a:pt x="2431" y="20659"/>
                  </a:cubicBezTo>
                  <a:cubicBezTo>
                    <a:pt x="4167" y="20659"/>
                    <a:pt x="4291" y="20287"/>
                    <a:pt x="5159" y="16940"/>
                  </a:cubicBezTo>
                  <a:cubicBezTo>
                    <a:pt x="7019" y="9376"/>
                    <a:pt x="9375" y="3548"/>
                    <a:pt x="14211" y="3548"/>
                  </a:cubicBezTo>
                  <a:cubicBezTo>
                    <a:pt x="17434" y="3548"/>
                    <a:pt x="18302" y="6276"/>
                    <a:pt x="18302" y="9624"/>
                  </a:cubicBezTo>
                  <a:cubicBezTo>
                    <a:pt x="18302" y="11980"/>
                    <a:pt x="17186" y="16568"/>
                    <a:pt x="16318" y="19915"/>
                  </a:cubicBezTo>
                  <a:cubicBezTo>
                    <a:pt x="15450" y="23263"/>
                    <a:pt x="14211" y="28347"/>
                    <a:pt x="13591" y="31075"/>
                  </a:cubicBezTo>
                  <a:lnTo>
                    <a:pt x="9623" y="46946"/>
                  </a:lnTo>
                  <a:cubicBezTo>
                    <a:pt x="9127" y="48558"/>
                    <a:pt x="8383" y="51658"/>
                    <a:pt x="8383" y="52030"/>
                  </a:cubicBezTo>
                  <a:cubicBezTo>
                    <a:pt x="8383" y="54758"/>
                    <a:pt x="10615" y="55998"/>
                    <a:pt x="12599" y="55998"/>
                  </a:cubicBezTo>
                  <a:cubicBezTo>
                    <a:pt x="14459" y="55998"/>
                    <a:pt x="16938" y="54882"/>
                    <a:pt x="17930" y="52402"/>
                  </a:cubicBezTo>
                  <a:cubicBezTo>
                    <a:pt x="18178" y="51658"/>
                    <a:pt x="19542" y="46202"/>
                    <a:pt x="20286" y="43102"/>
                  </a:cubicBezTo>
                  <a:lnTo>
                    <a:pt x="23634" y="29711"/>
                  </a:lnTo>
                  <a:close/>
                </a:path>
              </a:pathLst>
            </a:custGeom>
            <a:solidFill>
              <a:srgbClr val="000000"/>
            </a:solidFill>
            <a:ln w="1775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78" name="任意形状 277">
              <a:extLst>
                <a:ext uri="{FF2B5EF4-FFF2-40B4-BE49-F238E27FC236}">
                  <a16:creationId xmlns:a16="http://schemas.microsoft.com/office/drawing/2014/main" id="{9B19CEA2-9776-0BE5-B769-1276D44D6A80}"/>
                </a:ext>
              </a:extLst>
            </p:cNvPr>
            <p:cNvSpPr/>
            <p:nvPr>
              <p:custDataLst>
                <p:tags r:id="rId103"/>
              </p:custDataLst>
            </p:nvPr>
          </p:nvSpPr>
          <p:spPr>
            <a:xfrm>
              <a:off x="8375507" y="3735666"/>
              <a:ext cx="62883" cy="177135"/>
            </a:xfrm>
            <a:custGeom>
              <a:avLst/>
              <a:gdLst>
                <a:gd name="connsiteX0" fmla="*/ 25835 w 62883"/>
                <a:gd name="connsiteY0" fmla="*/ 153651 h 177135"/>
                <a:gd name="connsiteX1" fmla="*/ 1922 w 62883"/>
                <a:gd name="connsiteY1" fmla="*/ 173313 h 177135"/>
                <a:gd name="connsiteX2" fmla="*/ 327 w 62883"/>
                <a:gd name="connsiteY2" fmla="*/ 175262 h 177135"/>
                <a:gd name="connsiteX3" fmla="*/ 3870 w 62883"/>
                <a:gd name="connsiteY3" fmla="*/ 177210 h 177135"/>
                <a:gd name="connsiteX4" fmla="*/ 37703 w 62883"/>
                <a:gd name="connsiteY4" fmla="*/ 155069 h 177135"/>
                <a:gd name="connsiteX5" fmla="*/ 37703 w 62883"/>
                <a:gd name="connsiteY5" fmla="*/ 114682 h 177135"/>
                <a:gd name="connsiteX6" fmla="*/ 44789 w 62883"/>
                <a:gd name="connsiteY6" fmla="*/ 96259 h 177135"/>
                <a:gd name="connsiteX7" fmla="*/ 61616 w 62883"/>
                <a:gd name="connsiteY7" fmla="*/ 90591 h 177135"/>
                <a:gd name="connsiteX8" fmla="*/ 63211 w 62883"/>
                <a:gd name="connsiteY8" fmla="*/ 88643 h 177135"/>
                <a:gd name="connsiteX9" fmla="*/ 60377 w 62883"/>
                <a:gd name="connsiteY9" fmla="*/ 86694 h 177135"/>
                <a:gd name="connsiteX10" fmla="*/ 38235 w 62883"/>
                <a:gd name="connsiteY10" fmla="*/ 70929 h 177135"/>
                <a:gd name="connsiteX11" fmla="*/ 37703 w 62883"/>
                <a:gd name="connsiteY11" fmla="*/ 62249 h 177135"/>
                <a:gd name="connsiteX12" fmla="*/ 37703 w 62883"/>
                <a:gd name="connsiteY12" fmla="*/ 27176 h 177135"/>
                <a:gd name="connsiteX13" fmla="*/ 29201 w 62883"/>
                <a:gd name="connsiteY13" fmla="*/ 7337 h 177135"/>
                <a:gd name="connsiteX14" fmla="*/ 3870 w 62883"/>
                <a:gd name="connsiteY14" fmla="*/ 75 h 177135"/>
                <a:gd name="connsiteX15" fmla="*/ 327 w 62883"/>
                <a:gd name="connsiteY15" fmla="*/ 2023 h 177135"/>
                <a:gd name="connsiteX16" fmla="*/ 3162 w 62883"/>
                <a:gd name="connsiteY16" fmla="*/ 3972 h 177135"/>
                <a:gd name="connsiteX17" fmla="*/ 25304 w 62883"/>
                <a:gd name="connsiteY17" fmla="*/ 19383 h 177135"/>
                <a:gd name="connsiteX18" fmla="*/ 25835 w 62883"/>
                <a:gd name="connsiteY18" fmla="*/ 27708 h 177135"/>
                <a:gd name="connsiteX19" fmla="*/ 25835 w 62883"/>
                <a:gd name="connsiteY19" fmla="*/ 64906 h 177135"/>
                <a:gd name="connsiteX20" fmla="*/ 32920 w 62883"/>
                <a:gd name="connsiteY20" fmla="*/ 81734 h 177135"/>
                <a:gd name="connsiteX21" fmla="*/ 46737 w 62883"/>
                <a:gd name="connsiteY21" fmla="*/ 88643 h 177135"/>
                <a:gd name="connsiteX22" fmla="*/ 25835 w 62883"/>
                <a:gd name="connsiteY22" fmla="*/ 111139 h 177135"/>
                <a:gd name="connsiteX23" fmla="*/ 25835 w 62883"/>
                <a:gd name="connsiteY23" fmla="*/ 153651 h 1771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62883" h="177135">
                  <a:moveTo>
                    <a:pt x="25835" y="153651"/>
                  </a:moveTo>
                  <a:cubicBezTo>
                    <a:pt x="25835" y="160737"/>
                    <a:pt x="21230" y="172074"/>
                    <a:pt x="1922" y="173313"/>
                  </a:cubicBezTo>
                  <a:cubicBezTo>
                    <a:pt x="1036" y="173491"/>
                    <a:pt x="327" y="174199"/>
                    <a:pt x="327" y="175262"/>
                  </a:cubicBezTo>
                  <a:cubicBezTo>
                    <a:pt x="327" y="177210"/>
                    <a:pt x="2276" y="177210"/>
                    <a:pt x="3870" y="177210"/>
                  </a:cubicBezTo>
                  <a:cubicBezTo>
                    <a:pt x="21052" y="177210"/>
                    <a:pt x="37526" y="168531"/>
                    <a:pt x="37703" y="155069"/>
                  </a:cubicBezTo>
                  <a:lnTo>
                    <a:pt x="37703" y="114682"/>
                  </a:lnTo>
                  <a:cubicBezTo>
                    <a:pt x="37703" y="107773"/>
                    <a:pt x="37703" y="102105"/>
                    <a:pt x="44789" y="96259"/>
                  </a:cubicBezTo>
                  <a:cubicBezTo>
                    <a:pt x="50988" y="91122"/>
                    <a:pt x="57719" y="90768"/>
                    <a:pt x="61616" y="90591"/>
                  </a:cubicBezTo>
                  <a:cubicBezTo>
                    <a:pt x="62502" y="90414"/>
                    <a:pt x="63211" y="89705"/>
                    <a:pt x="63211" y="88643"/>
                  </a:cubicBezTo>
                  <a:cubicBezTo>
                    <a:pt x="63211" y="86871"/>
                    <a:pt x="62148" y="86871"/>
                    <a:pt x="60377" y="86694"/>
                  </a:cubicBezTo>
                  <a:cubicBezTo>
                    <a:pt x="48686" y="85986"/>
                    <a:pt x="40183" y="79609"/>
                    <a:pt x="38235" y="70929"/>
                  </a:cubicBezTo>
                  <a:cubicBezTo>
                    <a:pt x="37703" y="68981"/>
                    <a:pt x="37703" y="68626"/>
                    <a:pt x="37703" y="62249"/>
                  </a:cubicBezTo>
                  <a:lnTo>
                    <a:pt x="37703" y="27176"/>
                  </a:lnTo>
                  <a:cubicBezTo>
                    <a:pt x="37703" y="19737"/>
                    <a:pt x="37703" y="14068"/>
                    <a:pt x="29201" y="7337"/>
                  </a:cubicBezTo>
                  <a:cubicBezTo>
                    <a:pt x="22115" y="1846"/>
                    <a:pt x="9893" y="75"/>
                    <a:pt x="3870" y="75"/>
                  </a:cubicBezTo>
                  <a:cubicBezTo>
                    <a:pt x="2276" y="75"/>
                    <a:pt x="327" y="75"/>
                    <a:pt x="327" y="2023"/>
                  </a:cubicBezTo>
                  <a:cubicBezTo>
                    <a:pt x="327" y="3795"/>
                    <a:pt x="1390" y="3795"/>
                    <a:pt x="3162" y="3972"/>
                  </a:cubicBezTo>
                  <a:cubicBezTo>
                    <a:pt x="14321" y="4680"/>
                    <a:pt x="23001" y="10349"/>
                    <a:pt x="25304" y="19383"/>
                  </a:cubicBezTo>
                  <a:cubicBezTo>
                    <a:pt x="25835" y="20977"/>
                    <a:pt x="25835" y="21331"/>
                    <a:pt x="25835" y="27708"/>
                  </a:cubicBezTo>
                  <a:lnTo>
                    <a:pt x="25835" y="64906"/>
                  </a:lnTo>
                  <a:cubicBezTo>
                    <a:pt x="25835" y="73055"/>
                    <a:pt x="27252" y="76066"/>
                    <a:pt x="32920" y="81734"/>
                  </a:cubicBezTo>
                  <a:cubicBezTo>
                    <a:pt x="36640" y="85454"/>
                    <a:pt x="41777" y="87226"/>
                    <a:pt x="46737" y="88643"/>
                  </a:cubicBezTo>
                  <a:cubicBezTo>
                    <a:pt x="32212" y="92717"/>
                    <a:pt x="25835" y="100865"/>
                    <a:pt x="25835" y="111139"/>
                  </a:cubicBezTo>
                  <a:lnTo>
                    <a:pt x="25835" y="153651"/>
                  </a:lnTo>
                  <a:close/>
                </a:path>
              </a:pathLst>
            </a:custGeom>
            <a:solidFill>
              <a:srgbClr val="000000"/>
            </a:solidFill>
            <a:ln w="1775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</p:grpSp>
      <p:sp>
        <p:nvSpPr>
          <p:cNvPr id="280" name="文本框 279">
            <a:extLst>
              <a:ext uri="{FF2B5EF4-FFF2-40B4-BE49-F238E27FC236}">
                <a16:creationId xmlns:a16="http://schemas.microsoft.com/office/drawing/2014/main" id="{07BA3E79-2404-C439-9A1A-0E95848B0B0C}"/>
              </a:ext>
            </a:extLst>
          </p:cNvPr>
          <p:cNvSpPr txBox="1"/>
          <p:nvPr/>
        </p:nvSpPr>
        <p:spPr>
          <a:xfrm>
            <a:off x="6312939" y="4784565"/>
            <a:ext cx="202331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dirty="0"/>
              <a:t>Excluding-self edge set:</a:t>
            </a:r>
            <a:endParaRPr kumimoji="1" lang="zh-CN" altLang="en-US" sz="1400" dirty="0"/>
          </a:p>
        </p:txBody>
      </p:sp>
      <p:grpSp>
        <p:nvGrpSpPr>
          <p:cNvPr id="307" name="组合 306">
            <a:extLst>
              <a:ext uri="{FF2B5EF4-FFF2-40B4-BE49-F238E27FC236}">
                <a16:creationId xmlns:a16="http://schemas.microsoft.com/office/drawing/2014/main" id="{2F223F61-70A6-134E-CF3F-FA13C60E807D}"/>
              </a:ext>
            </a:extLst>
          </p:cNvPr>
          <p:cNvGrpSpPr>
            <a:grpSpLocks noChangeAspect="1"/>
          </p:cNvGrpSpPr>
          <p:nvPr>
            <p:custDataLst>
              <p:tags r:id="rId8"/>
            </p:custDataLst>
          </p:nvPr>
        </p:nvGrpSpPr>
        <p:grpSpPr>
          <a:xfrm>
            <a:off x="6429014" y="5158080"/>
            <a:ext cx="2260341" cy="204221"/>
            <a:chOff x="5560563" y="3709327"/>
            <a:chExt cx="2260341" cy="204221"/>
          </a:xfrm>
        </p:grpSpPr>
        <p:sp>
          <p:nvSpPr>
            <p:cNvPr id="284" name="任意形状 283">
              <a:extLst>
                <a:ext uri="{FF2B5EF4-FFF2-40B4-BE49-F238E27FC236}">
                  <a16:creationId xmlns:a16="http://schemas.microsoft.com/office/drawing/2014/main" id="{46C87C7E-7EA9-BF04-0EA4-793DA6D9EFF8}"/>
                </a:ext>
              </a:extLst>
            </p:cNvPr>
            <p:cNvSpPr/>
            <p:nvPr>
              <p:custDataLst>
                <p:tags r:id="rId45"/>
              </p:custDataLst>
            </p:nvPr>
          </p:nvSpPr>
          <p:spPr>
            <a:xfrm>
              <a:off x="5560563" y="3748065"/>
              <a:ext cx="128561" cy="120452"/>
            </a:xfrm>
            <a:custGeom>
              <a:avLst/>
              <a:gdLst>
                <a:gd name="connsiteX0" fmla="*/ 118850 w 128561"/>
                <a:gd name="connsiteY0" fmla="*/ 79254 h 120452"/>
                <a:gd name="connsiteX1" fmla="*/ 119736 w 128561"/>
                <a:gd name="connsiteY1" fmla="*/ 76774 h 120452"/>
                <a:gd name="connsiteX2" fmla="*/ 117611 w 128561"/>
                <a:gd name="connsiteY2" fmla="*/ 74826 h 120452"/>
                <a:gd name="connsiteX3" fmla="*/ 115308 w 128561"/>
                <a:gd name="connsiteY3" fmla="*/ 76952 h 120452"/>
                <a:gd name="connsiteX4" fmla="*/ 66950 w 128561"/>
                <a:gd name="connsiteY4" fmla="*/ 115036 h 120452"/>
                <a:gd name="connsiteX5" fmla="*/ 41088 w 128561"/>
                <a:gd name="connsiteY5" fmla="*/ 115036 h 120452"/>
                <a:gd name="connsiteX6" fmla="*/ 37191 w 128561"/>
                <a:gd name="connsiteY6" fmla="*/ 114859 h 120452"/>
                <a:gd name="connsiteX7" fmla="*/ 34888 w 128561"/>
                <a:gd name="connsiteY7" fmla="*/ 113087 h 120452"/>
                <a:gd name="connsiteX8" fmla="*/ 35774 w 128561"/>
                <a:gd name="connsiteY8" fmla="*/ 109013 h 120452"/>
                <a:gd name="connsiteX9" fmla="*/ 47819 w 128561"/>
                <a:gd name="connsiteY9" fmla="*/ 60655 h 120452"/>
                <a:gd name="connsiteX10" fmla="*/ 65355 w 128561"/>
                <a:gd name="connsiteY10" fmla="*/ 60655 h 120452"/>
                <a:gd name="connsiteX11" fmla="*/ 80412 w 128561"/>
                <a:gd name="connsiteY11" fmla="*/ 68803 h 120452"/>
                <a:gd name="connsiteX12" fmla="*/ 79172 w 128561"/>
                <a:gd name="connsiteY12" fmla="*/ 77483 h 120452"/>
                <a:gd name="connsiteX13" fmla="*/ 78641 w 128561"/>
                <a:gd name="connsiteY13" fmla="*/ 79432 h 120452"/>
                <a:gd name="connsiteX14" fmla="*/ 80943 w 128561"/>
                <a:gd name="connsiteY14" fmla="*/ 81380 h 120452"/>
                <a:gd name="connsiteX15" fmla="*/ 83600 w 128561"/>
                <a:gd name="connsiteY15" fmla="*/ 77837 h 120452"/>
                <a:gd name="connsiteX16" fmla="*/ 93697 w 128561"/>
                <a:gd name="connsiteY16" fmla="*/ 36388 h 120452"/>
                <a:gd name="connsiteX17" fmla="*/ 91572 w 128561"/>
                <a:gd name="connsiteY17" fmla="*/ 34439 h 120452"/>
                <a:gd name="connsiteX18" fmla="*/ 89092 w 128561"/>
                <a:gd name="connsiteY18" fmla="*/ 37627 h 120452"/>
                <a:gd name="connsiteX19" fmla="*/ 65887 w 128561"/>
                <a:gd name="connsiteY19" fmla="*/ 55164 h 120452"/>
                <a:gd name="connsiteX20" fmla="*/ 49236 w 128561"/>
                <a:gd name="connsiteY20" fmla="*/ 55164 h 120452"/>
                <a:gd name="connsiteX21" fmla="*/ 59864 w 128561"/>
                <a:gd name="connsiteY21" fmla="*/ 12474 h 120452"/>
                <a:gd name="connsiteX22" fmla="*/ 69430 w 128561"/>
                <a:gd name="connsiteY22" fmla="*/ 5566 h 120452"/>
                <a:gd name="connsiteX23" fmla="*/ 94406 w 128561"/>
                <a:gd name="connsiteY23" fmla="*/ 5566 h 120452"/>
                <a:gd name="connsiteX24" fmla="*/ 121330 w 128561"/>
                <a:gd name="connsiteY24" fmla="*/ 25228 h 120452"/>
                <a:gd name="connsiteX25" fmla="*/ 120622 w 128561"/>
                <a:gd name="connsiteY25" fmla="*/ 34616 h 120452"/>
                <a:gd name="connsiteX26" fmla="*/ 120445 w 128561"/>
                <a:gd name="connsiteY26" fmla="*/ 37805 h 120452"/>
                <a:gd name="connsiteX27" fmla="*/ 122570 w 128561"/>
                <a:gd name="connsiteY27" fmla="*/ 39930 h 120452"/>
                <a:gd name="connsiteX28" fmla="*/ 125050 w 128561"/>
                <a:gd name="connsiteY28" fmla="*/ 35502 h 120452"/>
                <a:gd name="connsiteX29" fmla="*/ 128593 w 128561"/>
                <a:gd name="connsiteY29" fmla="*/ 4857 h 120452"/>
                <a:gd name="connsiteX30" fmla="*/ 123810 w 128561"/>
                <a:gd name="connsiteY30" fmla="*/ 75 h 120452"/>
                <a:gd name="connsiteX31" fmla="*/ 34357 w 128561"/>
                <a:gd name="connsiteY31" fmla="*/ 75 h 120452"/>
                <a:gd name="connsiteX32" fmla="*/ 29043 w 128561"/>
                <a:gd name="connsiteY32" fmla="*/ 3617 h 120452"/>
                <a:gd name="connsiteX33" fmla="*/ 34002 w 128561"/>
                <a:gd name="connsiteY33" fmla="*/ 5566 h 120452"/>
                <a:gd name="connsiteX34" fmla="*/ 45516 w 128561"/>
                <a:gd name="connsiteY34" fmla="*/ 8754 h 120452"/>
                <a:gd name="connsiteX35" fmla="*/ 44631 w 128561"/>
                <a:gd name="connsiteY35" fmla="*/ 13006 h 120452"/>
                <a:gd name="connsiteX36" fmla="*/ 21249 w 128561"/>
                <a:gd name="connsiteY36" fmla="*/ 106710 h 120452"/>
                <a:gd name="connsiteX37" fmla="*/ 5129 w 128561"/>
                <a:gd name="connsiteY37" fmla="*/ 115036 h 120452"/>
                <a:gd name="connsiteX38" fmla="*/ 170 w 128561"/>
                <a:gd name="connsiteY38" fmla="*/ 118401 h 120452"/>
                <a:gd name="connsiteX39" fmla="*/ 5129 w 128561"/>
                <a:gd name="connsiteY39" fmla="*/ 120527 h 120452"/>
                <a:gd name="connsiteX40" fmla="*/ 97063 w 128561"/>
                <a:gd name="connsiteY40" fmla="*/ 120527 h 120452"/>
                <a:gd name="connsiteX41" fmla="*/ 102554 w 128561"/>
                <a:gd name="connsiteY41" fmla="*/ 117516 h 120452"/>
                <a:gd name="connsiteX42" fmla="*/ 118850 w 128561"/>
                <a:gd name="connsiteY42" fmla="*/ 79254 h 1204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</a:cxnLst>
              <a:rect l="l" t="t" r="r" b="b"/>
              <a:pathLst>
                <a:path w="128561" h="120452">
                  <a:moveTo>
                    <a:pt x="118850" y="79254"/>
                  </a:moveTo>
                  <a:cubicBezTo>
                    <a:pt x="119205" y="78369"/>
                    <a:pt x="119736" y="77129"/>
                    <a:pt x="119736" y="76774"/>
                  </a:cubicBezTo>
                  <a:cubicBezTo>
                    <a:pt x="119736" y="76597"/>
                    <a:pt x="119736" y="74826"/>
                    <a:pt x="117611" y="74826"/>
                  </a:cubicBezTo>
                  <a:cubicBezTo>
                    <a:pt x="116016" y="74826"/>
                    <a:pt x="115662" y="75889"/>
                    <a:pt x="115308" y="76952"/>
                  </a:cubicBezTo>
                  <a:cubicBezTo>
                    <a:pt x="103794" y="103168"/>
                    <a:pt x="97240" y="115036"/>
                    <a:pt x="66950" y="115036"/>
                  </a:cubicBezTo>
                  <a:lnTo>
                    <a:pt x="41088" y="115036"/>
                  </a:lnTo>
                  <a:cubicBezTo>
                    <a:pt x="38608" y="115036"/>
                    <a:pt x="38254" y="115036"/>
                    <a:pt x="37191" y="114859"/>
                  </a:cubicBezTo>
                  <a:cubicBezTo>
                    <a:pt x="35420" y="114682"/>
                    <a:pt x="34888" y="114504"/>
                    <a:pt x="34888" y="113087"/>
                  </a:cubicBezTo>
                  <a:cubicBezTo>
                    <a:pt x="34888" y="112556"/>
                    <a:pt x="34888" y="112202"/>
                    <a:pt x="35774" y="109013"/>
                  </a:cubicBezTo>
                  <a:lnTo>
                    <a:pt x="47819" y="60655"/>
                  </a:lnTo>
                  <a:lnTo>
                    <a:pt x="65355" y="60655"/>
                  </a:lnTo>
                  <a:cubicBezTo>
                    <a:pt x="80412" y="60655"/>
                    <a:pt x="80412" y="64375"/>
                    <a:pt x="80412" y="68803"/>
                  </a:cubicBezTo>
                  <a:cubicBezTo>
                    <a:pt x="80412" y="70043"/>
                    <a:pt x="80412" y="72169"/>
                    <a:pt x="79172" y="77483"/>
                  </a:cubicBezTo>
                  <a:cubicBezTo>
                    <a:pt x="78818" y="78369"/>
                    <a:pt x="78641" y="78900"/>
                    <a:pt x="78641" y="79432"/>
                  </a:cubicBezTo>
                  <a:cubicBezTo>
                    <a:pt x="78641" y="80317"/>
                    <a:pt x="79349" y="81380"/>
                    <a:pt x="80943" y="81380"/>
                  </a:cubicBezTo>
                  <a:cubicBezTo>
                    <a:pt x="82360" y="81380"/>
                    <a:pt x="82892" y="80494"/>
                    <a:pt x="83600" y="77837"/>
                  </a:cubicBezTo>
                  <a:lnTo>
                    <a:pt x="93697" y="36388"/>
                  </a:lnTo>
                  <a:cubicBezTo>
                    <a:pt x="93697" y="35325"/>
                    <a:pt x="92812" y="34439"/>
                    <a:pt x="91572" y="34439"/>
                  </a:cubicBezTo>
                  <a:cubicBezTo>
                    <a:pt x="89977" y="34439"/>
                    <a:pt x="89623" y="35502"/>
                    <a:pt x="89092" y="37627"/>
                  </a:cubicBezTo>
                  <a:cubicBezTo>
                    <a:pt x="85372" y="51090"/>
                    <a:pt x="82183" y="55164"/>
                    <a:pt x="65887" y="55164"/>
                  </a:cubicBezTo>
                  <a:lnTo>
                    <a:pt x="49236" y="55164"/>
                  </a:lnTo>
                  <a:lnTo>
                    <a:pt x="59864" y="12474"/>
                  </a:lnTo>
                  <a:cubicBezTo>
                    <a:pt x="61458" y="6274"/>
                    <a:pt x="61636" y="5566"/>
                    <a:pt x="69430" y="5566"/>
                  </a:cubicBezTo>
                  <a:lnTo>
                    <a:pt x="94406" y="5566"/>
                  </a:lnTo>
                  <a:cubicBezTo>
                    <a:pt x="116016" y="5566"/>
                    <a:pt x="121330" y="10703"/>
                    <a:pt x="121330" y="25228"/>
                  </a:cubicBezTo>
                  <a:cubicBezTo>
                    <a:pt x="121330" y="29479"/>
                    <a:pt x="121330" y="29834"/>
                    <a:pt x="120622" y="34616"/>
                  </a:cubicBezTo>
                  <a:cubicBezTo>
                    <a:pt x="120622" y="35679"/>
                    <a:pt x="120445" y="36919"/>
                    <a:pt x="120445" y="37805"/>
                  </a:cubicBezTo>
                  <a:cubicBezTo>
                    <a:pt x="120445" y="38690"/>
                    <a:pt x="120976" y="39930"/>
                    <a:pt x="122570" y="39930"/>
                  </a:cubicBezTo>
                  <a:cubicBezTo>
                    <a:pt x="124519" y="39930"/>
                    <a:pt x="124696" y="38867"/>
                    <a:pt x="125050" y="35502"/>
                  </a:cubicBezTo>
                  <a:lnTo>
                    <a:pt x="128593" y="4857"/>
                  </a:lnTo>
                  <a:cubicBezTo>
                    <a:pt x="129124" y="75"/>
                    <a:pt x="128239" y="75"/>
                    <a:pt x="123810" y="75"/>
                  </a:cubicBezTo>
                  <a:lnTo>
                    <a:pt x="34357" y="75"/>
                  </a:lnTo>
                  <a:cubicBezTo>
                    <a:pt x="30814" y="75"/>
                    <a:pt x="29043" y="75"/>
                    <a:pt x="29043" y="3617"/>
                  </a:cubicBezTo>
                  <a:cubicBezTo>
                    <a:pt x="29043" y="5566"/>
                    <a:pt x="30637" y="5566"/>
                    <a:pt x="34002" y="5566"/>
                  </a:cubicBezTo>
                  <a:cubicBezTo>
                    <a:pt x="40556" y="5566"/>
                    <a:pt x="45516" y="5566"/>
                    <a:pt x="45516" y="8754"/>
                  </a:cubicBezTo>
                  <a:cubicBezTo>
                    <a:pt x="45516" y="9463"/>
                    <a:pt x="45516" y="9817"/>
                    <a:pt x="44631" y="13006"/>
                  </a:cubicBezTo>
                  <a:lnTo>
                    <a:pt x="21249" y="106710"/>
                  </a:lnTo>
                  <a:cubicBezTo>
                    <a:pt x="19477" y="113619"/>
                    <a:pt x="19123" y="115036"/>
                    <a:pt x="5129" y="115036"/>
                  </a:cubicBezTo>
                  <a:cubicBezTo>
                    <a:pt x="2118" y="115036"/>
                    <a:pt x="170" y="115036"/>
                    <a:pt x="170" y="118401"/>
                  </a:cubicBezTo>
                  <a:cubicBezTo>
                    <a:pt x="170" y="120527"/>
                    <a:pt x="1764" y="120527"/>
                    <a:pt x="5129" y="120527"/>
                  </a:cubicBezTo>
                  <a:lnTo>
                    <a:pt x="97063" y="120527"/>
                  </a:lnTo>
                  <a:cubicBezTo>
                    <a:pt x="101137" y="120527"/>
                    <a:pt x="101314" y="120350"/>
                    <a:pt x="102554" y="117516"/>
                  </a:cubicBezTo>
                  <a:lnTo>
                    <a:pt x="118850" y="79254"/>
                  </a:lnTo>
                  <a:close/>
                </a:path>
              </a:pathLst>
            </a:custGeom>
            <a:solidFill>
              <a:srgbClr val="000000"/>
            </a:solidFill>
            <a:ln w="1771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85" name="任意形状 284">
              <a:extLst>
                <a:ext uri="{FF2B5EF4-FFF2-40B4-BE49-F238E27FC236}">
                  <a16:creationId xmlns:a16="http://schemas.microsoft.com/office/drawing/2014/main" id="{50673268-C10F-C59F-F308-9D2651596B00}"/>
                </a:ext>
              </a:extLst>
            </p:cNvPr>
            <p:cNvSpPr/>
            <p:nvPr>
              <p:custDataLst>
                <p:tags r:id="rId46"/>
              </p:custDataLst>
            </p:nvPr>
          </p:nvSpPr>
          <p:spPr>
            <a:xfrm>
              <a:off x="5704350" y="3750617"/>
              <a:ext cx="76256" cy="34222"/>
            </a:xfrm>
            <a:custGeom>
              <a:avLst/>
              <a:gdLst>
                <a:gd name="connsiteX0" fmla="*/ 76434 w 76256"/>
                <a:gd name="connsiteY0" fmla="*/ 4906 h 34222"/>
                <a:gd name="connsiteX1" fmla="*/ 71475 w 76256"/>
                <a:gd name="connsiteY1" fmla="*/ 71 h 34222"/>
                <a:gd name="connsiteX2" fmla="*/ 5137 w 76256"/>
                <a:gd name="connsiteY2" fmla="*/ 71 h 34222"/>
                <a:gd name="connsiteX3" fmla="*/ 177 w 76256"/>
                <a:gd name="connsiteY3" fmla="*/ 3170 h 34222"/>
                <a:gd name="connsiteX4" fmla="*/ 5137 w 76256"/>
                <a:gd name="connsiteY4" fmla="*/ 6146 h 34222"/>
                <a:gd name="connsiteX5" fmla="*/ 70359 w 76256"/>
                <a:gd name="connsiteY5" fmla="*/ 6146 h 34222"/>
                <a:gd name="connsiteX6" fmla="*/ 70359 w 76256"/>
                <a:gd name="connsiteY6" fmla="*/ 29457 h 34222"/>
                <a:gd name="connsiteX7" fmla="*/ 73335 w 76256"/>
                <a:gd name="connsiteY7" fmla="*/ 34293 h 34222"/>
                <a:gd name="connsiteX8" fmla="*/ 76434 w 76256"/>
                <a:gd name="connsiteY8" fmla="*/ 29457 h 34222"/>
                <a:gd name="connsiteX9" fmla="*/ 76434 w 76256"/>
                <a:gd name="connsiteY9" fmla="*/ 4906 h 34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6256" h="34222">
                  <a:moveTo>
                    <a:pt x="76434" y="4906"/>
                  </a:moveTo>
                  <a:cubicBezTo>
                    <a:pt x="76434" y="691"/>
                    <a:pt x="75690" y="71"/>
                    <a:pt x="71475" y="71"/>
                  </a:cubicBezTo>
                  <a:lnTo>
                    <a:pt x="5137" y="71"/>
                  </a:lnTo>
                  <a:cubicBezTo>
                    <a:pt x="3029" y="71"/>
                    <a:pt x="177" y="71"/>
                    <a:pt x="177" y="3170"/>
                  </a:cubicBezTo>
                  <a:cubicBezTo>
                    <a:pt x="177" y="6146"/>
                    <a:pt x="3153" y="6146"/>
                    <a:pt x="5137" y="6146"/>
                  </a:cubicBezTo>
                  <a:lnTo>
                    <a:pt x="70359" y="6146"/>
                  </a:lnTo>
                  <a:lnTo>
                    <a:pt x="70359" y="29457"/>
                  </a:lnTo>
                  <a:cubicBezTo>
                    <a:pt x="70359" y="31317"/>
                    <a:pt x="70359" y="34293"/>
                    <a:pt x="73335" y="34293"/>
                  </a:cubicBezTo>
                  <a:cubicBezTo>
                    <a:pt x="76434" y="34293"/>
                    <a:pt x="76434" y="31441"/>
                    <a:pt x="76434" y="29457"/>
                  </a:cubicBezTo>
                  <a:lnTo>
                    <a:pt x="76434" y="4906"/>
                  </a:lnTo>
                  <a:close/>
                </a:path>
              </a:pathLst>
            </a:custGeom>
            <a:solidFill>
              <a:srgbClr val="000000"/>
            </a:solidFill>
            <a:ln w="1771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86" name="任意形状 285">
              <a:extLst>
                <a:ext uri="{FF2B5EF4-FFF2-40B4-BE49-F238E27FC236}">
                  <a16:creationId xmlns:a16="http://schemas.microsoft.com/office/drawing/2014/main" id="{3B087E41-7523-C000-27A8-DA087F615BDE}"/>
                </a:ext>
              </a:extLst>
            </p:cNvPr>
            <p:cNvSpPr/>
            <p:nvPr>
              <p:custDataLst>
                <p:tags r:id="rId47"/>
              </p:custDataLst>
            </p:nvPr>
          </p:nvSpPr>
          <p:spPr>
            <a:xfrm>
              <a:off x="5797203" y="3709327"/>
              <a:ext cx="27898" cy="86052"/>
            </a:xfrm>
            <a:custGeom>
              <a:avLst/>
              <a:gdLst>
                <a:gd name="connsiteX0" fmla="*/ 18782 w 27898"/>
                <a:gd name="connsiteY0" fmla="*/ 71 h 86052"/>
                <a:gd name="connsiteX1" fmla="*/ 183 w 27898"/>
                <a:gd name="connsiteY1" fmla="*/ 1435 h 86052"/>
                <a:gd name="connsiteX2" fmla="*/ 183 w 27898"/>
                <a:gd name="connsiteY2" fmla="*/ 5898 h 86052"/>
                <a:gd name="connsiteX3" fmla="*/ 9482 w 27898"/>
                <a:gd name="connsiteY3" fmla="*/ 12842 h 86052"/>
                <a:gd name="connsiteX4" fmla="*/ 9482 w 27898"/>
                <a:gd name="connsiteY4" fmla="*/ 76328 h 86052"/>
                <a:gd name="connsiteX5" fmla="*/ 183 w 27898"/>
                <a:gd name="connsiteY5" fmla="*/ 81659 h 86052"/>
                <a:gd name="connsiteX6" fmla="*/ 183 w 27898"/>
                <a:gd name="connsiteY6" fmla="*/ 86123 h 86052"/>
                <a:gd name="connsiteX7" fmla="*/ 14070 w 27898"/>
                <a:gd name="connsiteY7" fmla="*/ 85627 h 86052"/>
                <a:gd name="connsiteX8" fmla="*/ 28082 w 27898"/>
                <a:gd name="connsiteY8" fmla="*/ 86123 h 86052"/>
                <a:gd name="connsiteX9" fmla="*/ 28082 w 27898"/>
                <a:gd name="connsiteY9" fmla="*/ 81659 h 86052"/>
                <a:gd name="connsiteX10" fmla="*/ 18782 w 27898"/>
                <a:gd name="connsiteY10" fmla="*/ 76328 h 86052"/>
                <a:gd name="connsiteX11" fmla="*/ 18782 w 27898"/>
                <a:gd name="connsiteY11" fmla="*/ 71 h 86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7898" h="86052">
                  <a:moveTo>
                    <a:pt x="18782" y="71"/>
                  </a:moveTo>
                  <a:lnTo>
                    <a:pt x="183" y="1435"/>
                  </a:lnTo>
                  <a:lnTo>
                    <a:pt x="183" y="5898"/>
                  </a:lnTo>
                  <a:cubicBezTo>
                    <a:pt x="8490" y="5898"/>
                    <a:pt x="9482" y="6766"/>
                    <a:pt x="9482" y="12842"/>
                  </a:cubicBezTo>
                  <a:lnTo>
                    <a:pt x="9482" y="76328"/>
                  </a:lnTo>
                  <a:cubicBezTo>
                    <a:pt x="9482" y="81659"/>
                    <a:pt x="8242" y="81659"/>
                    <a:pt x="183" y="81659"/>
                  </a:cubicBezTo>
                  <a:lnTo>
                    <a:pt x="183" y="86123"/>
                  </a:lnTo>
                  <a:cubicBezTo>
                    <a:pt x="431" y="86123"/>
                    <a:pt x="9110" y="85627"/>
                    <a:pt x="14070" y="85627"/>
                  </a:cubicBezTo>
                  <a:cubicBezTo>
                    <a:pt x="18782" y="85627"/>
                    <a:pt x="23370" y="85751"/>
                    <a:pt x="28082" y="86123"/>
                  </a:cubicBezTo>
                  <a:lnTo>
                    <a:pt x="28082" y="81659"/>
                  </a:lnTo>
                  <a:cubicBezTo>
                    <a:pt x="20022" y="81659"/>
                    <a:pt x="18782" y="81659"/>
                    <a:pt x="18782" y="76328"/>
                  </a:cubicBezTo>
                  <a:lnTo>
                    <a:pt x="18782" y="71"/>
                  </a:lnTo>
                  <a:close/>
                </a:path>
              </a:pathLst>
            </a:custGeom>
            <a:solidFill>
              <a:srgbClr val="000000"/>
            </a:solidFill>
            <a:ln w="1771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87" name="任意形状 286">
              <a:extLst>
                <a:ext uri="{FF2B5EF4-FFF2-40B4-BE49-F238E27FC236}">
                  <a16:creationId xmlns:a16="http://schemas.microsoft.com/office/drawing/2014/main" id="{9745B12A-59FC-2A01-FCAE-9C2CDA60E071}"/>
                </a:ext>
              </a:extLst>
            </p:cNvPr>
            <p:cNvSpPr/>
            <p:nvPr>
              <p:custDataLst>
                <p:tags r:id="rId48"/>
              </p:custDataLst>
            </p:nvPr>
          </p:nvSpPr>
          <p:spPr>
            <a:xfrm>
              <a:off x="5835197" y="3740078"/>
              <a:ext cx="60757" cy="56541"/>
            </a:xfrm>
            <a:custGeom>
              <a:avLst/>
              <a:gdLst>
                <a:gd name="connsiteX0" fmla="*/ 60943 w 60757"/>
                <a:gd name="connsiteY0" fmla="*/ 28961 h 56541"/>
                <a:gd name="connsiteX1" fmla="*/ 30564 w 60757"/>
                <a:gd name="connsiteY1" fmla="*/ 71 h 56541"/>
                <a:gd name="connsiteX2" fmla="*/ 185 w 60757"/>
                <a:gd name="connsiteY2" fmla="*/ 28961 h 56541"/>
                <a:gd name="connsiteX3" fmla="*/ 30564 w 60757"/>
                <a:gd name="connsiteY3" fmla="*/ 56612 h 56541"/>
                <a:gd name="connsiteX4" fmla="*/ 60943 w 60757"/>
                <a:gd name="connsiteY4" fmla="*/ 28961 h 56541"/>
                <a:gd name="connsiteX5" fmla="*/ 30564 w 60757"/>
                <a:gd name="connsiteY5" fmla="*/ 52644 h 56541"/>
                <a:gd name="connsiteX6" fmla="*/ 15188 w 60757"/>
                <a:gd name="connsiteY6" fmla="*/ 45081 h 56541"/>
                <a:gd name="connsiteX7" fmla="*/ 11469 w 60757"/>
                <a:gd name="connsiteY7" fmla="*/ 27845 h 56541"/>
                <a:gd name="connsiteX8" fmla="*/ 15932 w 60757"/>
                <a:gd name="connsiteY8" fmla="*/ 9866 h 56541"/>
                <a:gd name="connsiteX9" fmla="*/ 30564 w 60757"/>
                <a:gd name="connsiteY9" fmla="*/ 3542 h 56541"/>
                <a:gd name="connsiteX10" fmla="*/ 45815 w 60757"/>
                <a:gd name="connsiteY10" fmla="*/ 10858 h 56541"/>
                <a:gd name="connsiteX11" fmla="*/ 49659 w 60757"/>
                <a:gd name="connsiteY11" fmla="*/ 27845 h 56541"/>
                <a:gd name="connsiteX12" fmla="*/ 45691 w 60757"/>
                <a:gd name="connsiteY12" fmla="*/ 45453 h 56541"/>
                <a:gd name="connsiteX13" fmla="*/ 30564 w 60757"/>
                <a:gd name="connsiteY13" fmla="*/ 52644 h 565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0757" h="56541">
                  <a:moveTo>
                    <a:pt x="60943" y="28961"/>
                  </a:moveTo>
                  <a:cubicBezTo>
                    <a:pt x="60943" y="13462"/>
                    <a:pt x="47675" y="71"/>
                    <a:pt x="30564" y="71"/>
                  </a:cubicBezTo>
                  <a:cubicBezTo>
                    <a:pt x="13453" y="71"/>
                    <a:pt x="185" y="13462"/>
                    <a:pt x="185" y="28961"/>
                  </a:cubicBezTo>
                  <a:cubicBezTo>
                    <a:pt x="185" y="44337"/>
                    <a:pt x="13825" y="56612"/>
                    <a:pt x="30564" y="56612"/>
                  </a:cubicBezTo>
                  <a:cubicBezTo>
                    <a:pt x="47303" y="56612"/>
                    <a:pt x="60943" y="44337"/>
                    <a:pt x="60943" y="28961"/>
                  </a:cubicBezTo>
                  <a:close/>
                  <a:moveTo>
                    <a:pt x="30564" y="52644"/>
                  </a:moveTo>
                  <a:cubicBezTo>
                    <a:pt x="25976" y="52644"/>
                    <a:pt x="19280" y="51157"/>
                    <a:pt x="15188" y="45081"/>
                  </a:cubicBezTo>
                  <a:cubicBezTo>
                    <a:pt x="11841" y="39997"/>
                    <a:pt x="11469" y="33549"/>
                    <a:pt x="11469" y="27845"/>
                  </a:cubicBezTo>
                  <a:cubicBezTo>
                    <a:pt x="11469" y="22514"/>
                    <a:pt x="11593" y="15198"/>
                    <a:pt x="15932" y="9866"/>
                  </a:cubicBezTo>
                  <a:cubicBezTo>
                    <a:pt x="19032" y="6270"/>
                    <a:pt x="24240" y="3542"/>
                    <a:pt x="30564" y="3542"/>
                  </a:cubicBezTo>
                  <a:cubicBezTo>
                    <a:pt x="37880" y="3542"/>
                    <a:pt x="43087" y="7014"/>
                    <a:pt x="45815" y="10858"/>
                  </a:cubicBezTo>
                  <a:cubicBezTo>
                    <a:pt x="49287" y="15694"/>
                    <a:pt x="49659" y="21894"/>
                    <a:pt x="49659" y="27845"/>
                  </a:cubicBezTo>
                  <a:cubicBezTo>
                    <a:pt x="49659" y="33797"/>
                    <a:pt x="49287" y="40369"/>
                    <a:pt x="45691" y="45453"/>
                  </a:cubicBezTo>
                  <a:cubicBezTo>
                    <a:pt x="42343" y="50165"/>
                    <a:pt x="36640" y="52644"/>
                    <a:pt x="30564" y="52644"/>
                  </a:cubicBezTo>
                  <a:close/>
                </a:path>
              </a:pathLst>
            </a:custGeom>
            <a:solidFill>
              <a:srgbClr val="000000"/>
            </a:solidFill>
            <a:ln w="1771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88" name="任意形状 287">
              <a:extLst>
                <a:ext uri="{FF2B5EF4-FFF2-40B4-BE49-F238E27FC236}">
                  <a16:creationId xmlns:a16="http://schemas.microsoft.com/office/drawing/2014/main" id="{95661075-91F2-BE64-4900-2CA0FDC279F8}"/>
                </a:ext>
              </a:extLst>
            </p:cNvPr>
            <p:cNvSpPr/>
            <p:nvPr>
              <p:custDataLst>
                <p:tags r:id="rId49"/>
              </p:custDataLst>
            </p:nvPr>
          </p:nvSpPr>
          <p:spPr>
            <a:xfrm>
              <a:off x="5909619" y="3740078"/>
              <a:ext cx="60757" cy="56541"/>
            </a:xfrm>
            <a:custGeom>
              <a:avLst/>
              <a:gdLst>
                <a:gd name="connsiteX0" fmla="*/ 60947 w 60757"/>
                <a:gd name="connsiteY0" fmla="*/ 28961 h 56541"/>
                <a:gd name="connsiteX1" fmla="*/ 30568 w 60757"/>
                <a:gd name="connsiteY1" fmla="*/ 71 h 56541"/>
                <a:gd name="connsiteX2" fmla="*/ 189 w 60757"/>
                <a:gd name="connsiteY2" fmla="*/ 28961 h 56541"/>
                <a:gd name="connsiteX3" fmla="*/ 30568 w 60757"/>
                <a:gd name="connsiteY3" fmla="*/ 56612 h 56541"/>
                <a:gd name="connsiteX4" fmla="*/ 60947 w 60757"/>
                <a:gd name="connsiteY4" fmla="*/ 28961 h 56541"/>
                <a:gd name="connsiteX5" fmla="*/ 30568 w 60757"/>
                <a:gd name="connsiteY5" fmla="*/ 52644 h 56541"/>
                <a:gd name="connsiteX6" fmla="*/ 15193 w 60757"/>
                <a:gd name="connsiteY6" fmla="*/ 45081 h 56541"/>
                <a:gd name="connsiteX7" fmla="*/ 11473 w 60757"/>
                <a:gd name="connsiteY7" fmla="*/ 27845 h 56541"/>
                <a:gd name="connsiteX8" fmla="*/ 15937 w 60757"/>
                <a:gd name="connsiteY8" fmla="*/ 9866 h 56541"/>
                <a:gd name="connsiteX9" fmla="*/ 30568 w 60757"/>
                <a:gd name="connsiteY9" fmla="*/ 3542 h 56541"/>
                <a:gd name="connsiteX10" fmla="*/ 45819 w 60757"/>
                <a:gd name="connsiteY10" fmla="*/ 10858 h 56541"/>
                <a:gd name="connsiteX11" fmla="*/ 49663 w 60757"/>
                <a:gd name="connsiteY11" fmla="*/ 27845 h 56541"/>
                <a:gd name="connsiteX12" fmla="*/ 45695 w 60757"/>
                <a:gd name="connsiteY12" fmla="*/ 45453 h 56541"/>
                <a:gd name="connsiteX13" fmla="*/ 30568 w 60757"/>
                <a:gd name="connsiteY13" fmla="*/ 52644 h 565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0757" h="56541">
                  <a:moveTo>
                    <a:pt x="60947" y="28961"/>
                  </a:moveTo>
                  <a:cubicBezTo>
                    <a:pt x="60947" y="13462"/>
                    <a:pt x="47679" y="71"/>
                    <a:pt x="30568" y="71"/>
                  </a:cubicBezTo>
                  <a:cubicBezTo>
                    <a:pt x="13457" y="71"/>
                    <a:pt x="189" y="13462"/>
                    <a:pt x="189" y="28961"/>
                  </a:cubicBezTo>
                  <a:cubicBezTo>
                    <a:pt x="189" y="44337"/>
                    <a:pt x="13829" y="56612"/>
                    <a:pt x="30568" y="56612"/>
                  </a:cubicBezTo>
                  <a:cubicBezTo>
                    <a:pt x="47307" y="56612"/>
                    <a:pt x="60947" y="44337"/>
                    <a:pt x="60947" y="28961"/>
                  </a:cubicBezTo>
                  <a:close/>
                  <a:moveTo>
                    <a:pt x="30568" y="52644"/>
                  </a:moveTo>
                  <a:cubicBezTo>
                    <a:pt x="25980" y="52644"/>
                    <a:pt x="19284" y="51157"/>
                    <a:pt x="15193" y="45081"/>
                  </a:cubicBezTo>
                  <a:cubicBezTo>
                    <a:pt x="11845" y="39997"/>
                    <a:pt x="11473" y="33549"/>
                    <a:pt x="11473" y="27845"/>
                  </a:cubicBezTo>
                  <a:cubicBezTo>
                    <a:pt x="11473" y="22514"/>
                    <a:pt x="11597" y="15198"/>
                    <a:pt x="15937" y="9866"/>
                  </a:cubicBezTo>
                  <a:cubicBezTo>
                    <a:pt x="19036" y="6270"/>
                    <a:pt x="24244" y="3542"/>
                    <a:pt x="30568" y="3542"/>
                  </a:cubicBezTo>
                  <a:cubicBezTo>
                    <a:pt x="37884" y="3542"/>
                    <a:pt x="43092" y="7014"/>
                    <a:pt x="45819" y="10858"/>
                  </a:cubicBezTo>
                  <a:cubicBezTo>
                    <a:pt x="49291" y="15694"/>
                    <a:pt x="49663" y="21894"/>
                    <a:pt x="49663" y="27845"/>
                  </a:cubicBezTo>
                  <a:cubicBezTo>
                    <a:pt x="49663" y="33797"/>
                    <a:pt x="49291" y="40369"/>
                    <a:pt x="45695" y="45453"/>
                  </a:cubicBezTo>
                  <a:cubicBezTo>
                    <a:pt x="42348" y="50165"/>
                    <a:pt x="36644" y="52644"/>
                    <a:pt x="30568" y="52644"/>
                  </a:cubicBezTo>
                  <a:close/>
                </a:path>
              </a:pathLst>
            </a:custGeom>
            <a:solidFill>
              <a:srgbClr val="000000"/>
            </a:solidFill>
            <a:ln w="1771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89" name="任意形状 288">
              <a:extLst>
                <a:ext uri="{FF2B5EF4-FFF2-40B4-BE49-F238E27FC236}">
                  <a16:creationId xmlns:a16="http://schemas.microsoft.com/office/drawing/2014/main" id="{DA4E322C-234C-FF83-5C86-8C87AAAAFC15}"/>
                </a:ext>
              </a:extLst>
            </p:cNvPr>
            <p:cNvSpPr/>
            <p:nvPr>
              <p:custDataLst>
                <p:tags r:id="rId50"/>
              </p:custDataLst>
            </p:nvPr>
          </p:nvSpPr>
          <p:spPr>
            <a:xfrm>
              <a:off x="5981468" y="3740698"/>
              <a:ext cx="66337" cy="78736"/>
            </a:xfrm>
            <a:custGeom>
              <a:avLst/>
              <a:gdLst>
                <a:gd name="connsiteX0" fmla="*/ 28588 w 66337"/>
                <a:gd name="connsiteY0" fmla="*/ 74344 h 78736"/>
                <a:gd name="connsiteX1" fmla="*/ 19288 w 66337"/>
                <a:gd name="connsiteY1" fmla="*/ 69012 h 78736"/>
                <a:gd name="connsiteX2" fmla="*/ 19288 w 66337"/>
                <a:gd name="connsiteY2" fmla="*/ 48801 h 78736"/>
                <a:gd name="connsiteX3" fmla="*/ 36152 w 66337"/>
                <a:gd name="connsiteY3" fmla="*/ 55992 h 78736"/>
                <a:gd name="connsiteX4" fmla="*/ 66531 w 66337"/>
                <a:gd name="connsiteY4" fmla="*/ 27969 h 78736"/>
                <a:gd name="connsiteX5" fmla="*/ 38136 w 66337"/>
                <a:gd name="connsiteY5" fmla="*/ 71 h 78736"/>
                <a:gd name="connsiteX6" fmla="*/ 18792 w 66337"/>
                <a:gd name="connsiteY6" fmla="*/ 7634 h 78736"/>
                <a:gd name="connsiteX7" fmla="*/ 18792 w 66337"/>
                <a:gd name="connsiteY7" fmla="*/ 71 h 78736"/>
                <a:gd name="connsiteX8" fmla="*/ 193 w 66337"/>
                <a:gd name="connsiteY8" fmla="*/ 1435 h 78736"/>
                <a:gd name="connsiteX9" fmla="*/ 193 w 66337"/>
                <a:gd name="connsiteY9" fmla="*/ 5898 h 78736"/>
                <a:gd name="connsiteX10" fmla="*/ 9493 w 66337"/>
                <a:gd name="connsiteY10" fmla="*/ 11726 h 78736"/>
                <a:gd name="connsiteX11" fmla="*/ 9493 w 66337"/>
                <a:gd name="connsiteY11" fmla="*/ 69012 h 78736"/>
                <a:gd name="connsiteX12" fmla="*/ 193 w 66337"/>
                <a:gd name="connsiteY12" fmla="*/ 74344 h 78736"/>
                <a:gd name="connsiteX13" fmla="*/ 193 w 66337"/>
                <a:gd name="connsiteY13" fmla="*/ 78807 h 78736"/>
                <a:gd name="connsiteX14" fmla="*/ 14329 w 66337"/>
                <a:gd name="connsiteY14" fmla="*/ 78311 h 78736"/>
                <a:gd name="connsiteX15" fmla="*/ 28588 w 66337"/>
                <a:gd name="connsiteY15" fmla="*/ 78807 h 78736"/>
                <a:gd name="connsiteX16" fmla="*/ 28588 w 66337"/>
                <a:gd name="connsiteY16" fmla="*/ 74344 h 78736"/>
                <a:gd name="connsiteX17" fmla="*/ 19288 w 66337"/>
                <a:gd name="connsiteY17" fmla="*/ 13462 h 78736"/>
                <a:gd name="connsiteX18" fmla="*/ 36772 w 66337"/>
                <a:gd name="connsiteY18" fmla="*/ 4038 h 78736"/>
                <a:gd name="connsiteX19" fmla="*/ 55247 w 66337"/>
                <a:gd name="connsiteY19" fmla="*/ 27969 h 78736"/>
                <a:gd name="connsiteX20" fmla="*/ 35408 w 66337"/>
                <a:gd name="connsiteY20" fmla="*/ 52521 h 78736"/>
                <a:gd name="connsiteX21" fmla="*/ 19288 w 66337"/>
                <a:gd name="connsiteY21" fmla="*/ 42229 h 78736"/>
                <a:gd name="connsiteX22" fmla="*/ 19288 w 66337"/>
                <a:gd name="connsiteY22" fmla="*/ 13462 h 787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66337" h="78736">
                  <a:moveTo>
                    <a:pt x="28588" y="74344"/>
                  </a:moveTo>
                  <a:cubicBezTo>
                    <a:pt x="20528" y="74344"/>
                    <a:pt x="19288" y="74344"/>
                    <a:pt x="19288" y="69012"/>
                  </a:cubicBezTo>
                  <a:lnTo>
                    <a:pt x="19288" y="48801"/>
                  </a:lnTo>
                  <a:cubicBezTo>
                    <a:pt x="19908" y="49421"/>
                    <a:pt x="25736" y="55992"/>
                    <a:pt x="36152" y="55992"/>
                  </a:cubicBezTo>
                  <a:cubicBezTo>
                    <a:pt x="52519" y="55992"/>
                    <a:pt x="66531" y="43717"/>
                    <a:pt x="66531" y="27969"/>
                  </a:cubicBezTo>
                  <a:cubicBezTo>
                    <a:pt x="66531" y="12718"/>
                    <a:pt x="53883" y="71"/>
                    <a:pt x="38136" y="71"/>
                  </a:cubicBezTo>
                  <a:cubicBezTo>
                    <a:pt x="31068" y="71"/>
                    <a:pt x="23876" y="2675"/>
                    <a:pt x="18792" y="7634"/>
                  </a:cubicBezTo>
                  <a:lnTo>
                    <a:pt x="18792" y="71"/>
                  </a:lnTo>
                  <a:lnTo>
                    <a:pt x="193" y="1435"/>
                  </a:lnTo>
                  <a:lnTo>
                    <a:pt x="193" y="5898"/>
                  </a:lnTo>
                  <a:cubicBezTo>
                    <a:pt x="8873" y="5898"/>
                    <a:pt x="9493" y="6518"/>
                    <a:pt x="9493" y="11726"/>
                  </a:cubicBezTo>
                  <a:lnTo>
                    <a:pt x="9493" y="69012"/>
                  </a:lnTo>
                  <a:cubicBezTo>
                    <a:pt x="9493" y="74344"/>
                    <a:pt x="8253" y="74344"/>
                    <a:pt x="193" y="74344"/>
                  </a:cubicBezTo>
                  <a:lnTo>
                    <a:pt x="193" y="78807"/>
                  </a:lnTo>
                  <a:cubicBezTo>
                    <a:pt x="441" y="78807"/>
                    <a:pt x="9121" y="78311"/>
                    <a:pt x="14329" y="78311"/>
                  </a:cubicBezTo>
                  <a:cubicBezTo>
                    <a:pt x="18916" y="78311"/>
                    <a:pt x="27472" y="78683"/>
                    <a:pt x="28588" y="78807"/>
                  </a:cubicBezTo>
                  <a:lnTo>
                    <a:pt x="28588" y="74344"/>
                  </a:lnTo>
                  <a:close/>
                  <a:moveTo>
                    <a:pt x="19288" y="13462"/>
                  </a:moveTo>
                  <a:cubicBezTo>
                    <a:pt x="23008" y="7262"/>
                    <a:pt x="30200" y="4038"/>
                    <a:pt x="36772" y="4038"/>
                  </a:cubicBezTo>
                  <a:cubicBezTo>
                    <a:pt x="47187" y="4038"/>
                    <a:pt x="55247" y="14950"/>
                    <a:pt x="55247" y="27969"/>
                  </a:cubicBezTo>
                  <a:cubicBezTo>
                    <a:pt x="55247" y="42105"/>
                    <a:pt x="45947" y="52521"/>
                    <a:pt x="35408" y="52521"/>
                  </a:cubicBezTo>
                  <a:cubicBezTo>
                    <a:pt x="24496" y="52521"/>
                    <a:pt x="19660" y="42973"/>
                    <a:pt x="19288" y="42229"/>
                  </a:cubicBezTo>
                  <a:lnTo>
                    <a:pt x="19288" y="13462"/>
                  </a:lnTo>
                  <a:close/>
                </a:path>
              </a:pathLst>
            </a:custGeom>
            <a:solidFill>
              <a:srgbClr val="000000"/>
            </a:solidFill>
            <a:ln w="1771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90" name="任意形状 289">
              <a:extLst>
                <a:ext uri="{FF2B5EF4-FFF2-40B4-BE49-F238E27FC236}">
                  <a16:creationId xmlns:a16="http://schemas.microsoft.com/office/drawing/2014/main" id="{3DB6A63A-9D39-8BEF-9E98-026A1E85D71B}"/>
                </a:ext>
              </a:extLst>
            </p:cNvPr>
            <p:cNvSpPr/>
            <p:nvPr>
              <p:custDataLst>
                <p:tags r:id="rId51"/>
              </p:custDataLst>
            </p:nvPr>
          </p:nvSpPr>
          <p:spPr>
            <a:xfrm>
              <a:off x="5690421" y="3857627"/>
              <a:ext cx="57657" cy="55921"/>
            </a:xfrm>
            <a:custGeom>
              <a:avLst/>
              <a:gdLst>
                <a:gd name="connsiteX0" fmla="*/ 23488 w 57657"/>
                <a:gd name="connsiteY0" fmla="*/ 29712 h 55921"/>
                <a:gd name="connsiteX1" fmla="*/ 26712 w 57657"/>
                <a:gd name="connsiteY1" fmla="*/ 17188 h 55921"/>
                <a:gd name="connsiteX2" fmla="*/ 34523 w 57657"/>
                <a:gd name="connsiteY2" fmla="*/ 7021 h 55921"/>
                <a:gd name="connsiteX3" fmla="*/ 44567 w 57657"/>
                <a:gd name="connsiteY3" fmla="*/ 3549 h 55921"/>
                <a:gd name="connsiteX4" fmla="*/ 51387 w 57657"/>
                <a:gd name="connsiteY4" fmla="*/ 5285 h 55921"/>
                <a:gd name="connsiteX5" fmla="*/ 45931 w 57657"/>
                <a:gd name="connsiteY5" fmla="*/ 12105 h 55921"/>
                <a:gd name="connsiteX6" fmla="*/ 50891 w 57657"/>
                <a:gd name="connsiteY6" fmla="*/ 16693 h 55921"/>
                <a:gd name="connsiteX7" fmla="*/ 57835 w 57657"/>
                <a:gd name="connsiteY7" fmla="*/ 9129 h 55921"/>
                <a:gd name="connsiteX8" fmla="*/ 44691 w 57657"/>
                <a:gd name="connsiteY8" fmla="*/ 77 h 55921"/>
                <a:gd name="connsiteX9" fmla="*/ 27208 w 57657"/>
                <a:gd name="connsiteY9" fmla="*/ 8881 h 55921"/>
                <a:gd name="connsiteX10" fmla="*/ 14436 w 57657"/>
                <a:gd name="connsiteY10" fmla="*/ 77 h 55921"/>
                <a:gd name="connsiteX11" fmla="*/ 4765 w 57657"/>
                <a:gd name="connsiteY11" fmla="*/ 6401 h 55921"/>
                <a:gd name="connsiteX12" fmla="*/ 177 w 57657"/>
                <a:gd name="connsiteY12" fmla="*/ 19048 h 55921"/>
                <a:gd name="connsiteX13" fmla="*/ 2285 w 57657"/>
                <a:gd name="connsiteY13" fmla="*/ 20660 h 55921"/>
                <a:gd name="connsiteX14" fmla="*/ 5013 w 57657"/>
                <a:gd name="connsiteY14" fmla="*/ 16941 h 55921"/>
                <a:gd name="connsiteX15" fmla="*/ 14064 w 57657"/>
                <a:gd name="connsiteY15" fmla="*/ 3549 h 55921"/>
                <a:gd name="connsiteX16" fmla="*/ 18156 w 57657"/>
                <a:gd name="connsiteY16" fmla="*/ 9625 h 55921"/>
                <a:gd name="connsiteX17" fmla="*/ 16172 w 57657"/>
                <a:gd name="connsiteY17" fmla="*/ 19916 h 55921"/>
                <a:gd name="connsiteX18" fmla="*/ 13444 w 57657"/>
                <a:gd name="connsiteY18" fmla="*/ 31076 h 55921"/>
                <a:gd name="connsiteX19" fmla="*/ 9476 w 57657"/>
                <a:gd name="connsiteY19" fmla="*/ 46947 h 55921"/>
                <a:gd name="connsiteX20" fmla="*/ 8237 w 57657"/>
                <a:gd name="connsiteY20" fmla="*/ 52031 h 55921"/>
                <a:gd name="connsiteX21" fmla="*/ 12452 w 57657"/>
                <a:gd name="connsiteY21" fmla="*/ 55999 h 55921"/>
                <a:gd name="connsiteX22" fmla="*/ 17784 w 57657"/>
                <a:gd name="connsiteY22" fmla="*/ 52403 h 55921"/>
                <a:gd name="connsiteX23" fmla="*/ 20140 w 57657"/>
                <a:gd name="connsiteY23" fmla="*/ 43103 h 55921"/>
                <a:gd name="connsiteX24" fmla="*/ 23488 w 57657"/>
                <a:gd name="connsiteY24" fmla="*/ 29712 h 559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57657" h="55921">
                  <a:moveTo>
                    <a:pt x="23488" y="29712"/>
                  </a:moveTo>
                  <a:cubicBezTo>
                    <a:pt x="23612" y="28968"/>
                    <a:pt x="26464" y="17808"/>
                    <a:pt x="26712" y="17188"/>
                  </a:cubicBezTo>
                  <a:cubicBezTo>
                    <a:pt x="26960" y="16197"/>
                    <a:pt x="30556" y="9997"/>
                    <a:pt x="34523" y="7021"/>
                  </a:cubicBezTo>
                  <a:cubicBezTo>
                    <a:pt x="35887" y="6029"/>
                    <a:pt x="39235" y="3549"/>
                    <a:pt x="44567" y="3549"/>
                  </a:cubicBezTo>
                  <a:cubicBezTo>
                    <a:pt x="45807" y="3549"/>
                    <a:pt x="48907" y="3673"/>
                    <a:pt x="51387" y="5285"/>
                  </a:cubicBezTo>
                  <a:cubicBezTo>
                    <a:pt x="47419" y="6401"/>
                    <a:pt x="45931" y="9873"/>
                    <a:pt x="45931" y="12105"/>
                  </a:cubicBezTo>
                  <a:cubicBezTo>
                    <a:pt x="45931" y="14833"/>
                    <a:pt x="48039" y="16693"/>
                    <a:pt x="50891" y="16693"/>
                  </a:cubicBezTo>
                  <a:cubicBezTo>
                    <a:pt x="53743" y="16693"/>
                    <a:pt x="57835" y="14337"/>
                    <a:pt x="57835" y="9129"/>
                  </a:cubicBezTo>
                  <a:cubicBezTo>
                    <a:pt x="57835" y="2681"/>
                    <a:pt x="51015" y="77"/>
                    <a:pt x="44691" y="77"/>
                  </a:cubicBezTo>
                  <a:cubicBezTo>
                    <a:pt x="38243" y="77"/>
                    <a:pt x="32664" y="2681"/>
                    <a:pt x="27208" y="8881"/>
                  </a:cubicBezTo>
                  <a:cubicBezTo>
                    <a:pt x="24976" y="1317"/>
                    <a:pt x="17412" y="77"/>
                    <a:pt x="14436" y="77"/>
                  </a:cubicBezTo>
                  <a:cubicBezTo>
                    <a:pt x="9848" y="77"/>
                    <a:pt x="6749" y="2929"/>
                    <a:pt x="4765" y="6401"/>
                  </a:cubicBezTo>
                  <a:cubicBezTo>
                    <a:pt x="1913" y="11237"/>
                    <a:pt x="177" y="18428"/>
                    <a:pt x="177" y="19048"/>
                  </a:cubicBezTo>
                  <a:cubicBezTo>
                    <a:pt x="177" y="20660"/>
                    <a:pt x="1913" y="20660"/>
                    <a:pt x="2285" y="20660"/>
                  </a:cubicBezTo>
                  <a:cubicBezTo>
                    <a:pt x="4021" y="20660"/>
                    <a:pt x="4145" y="20288"/>
                    <a:pt x="5013" y="16941"/>
                  </a:cubicBezTo>
                  <a:cubicBezTo>
                    <a:pt x="6873" y="9377"/>
                    <a:pt x="9229" y="3549"/>
                    <a:pt x="14064" y="3549"/>
                  </a:cubicBezTo>
                  <a:cubicBezTo>
                    <a:pt x="17288" y="3549"/>
                    <a:pt x="18156" y="6277"/>
                    <a:pt x="18156" y="9625"/>
                  </a:cubicBezTo>
                  <a:cubicBezTo>
                    <a:pt x="18156" y="11981"/>
                    <a:pt x="17040" y="16569"/>
                    <a:pt x="16172" y="19916"/>
                  </a:cubicBezTo>
                  <a:cubicBezTo>
                    <a:pt x="15304" y="23264"/>
                    <a:pt x="14064" y="28348"/>
                    <a:pt x="13444" y="31076"/>
                  </a:cubicBezTo>
                  <a:lnTo>
                    <a:pt x="9476" y="46947"/>
                  </a:lnTo>
                  <a:cubicBezTo>
                    <a:pt x="8981" y="48559"/>
                    <a:pt x="8237" y="51659"/>
                    <a:pt x="8237" y="52031"/>
                  </a:cubicBezTo>
                  <a:cubicBezTo>
                    <a:pt x="8237" y="54759"/>
                    <a:pt x="10468" y="55999"/>
                    <a:pt x="12452" y="55999"/>
                  </a:cubicBezTo>
                  <a:cubicBezTo>
                    <a:pt x="14312" y="55999"/>
                    <a:pt x="16792" y="54883"/>
                    <a:pt x="17784" y="52403"/>
                  </a:cubicBezTo>
                  <a:cubicBezTo>
                    <a:pt x="18032" y="51659"/>
                    <a:pt x="19396" y="46203"/>
                    <a:pt x="20140" y="43103"/>
                  </a:cubicBezTo>
                  <a:lnTo>
                    <a:pt x="23488" y="29712"/>
                  </a:lnTo>
                  <a:close/>
                </a:path>
              </a:pathLst>
            </a:custGeom>
            <a:solidFill>
              <a:srgbClr val="000000"/>
            </a:solidFill>
            <a:ln w="1771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91" name="任意形状 290">
              <a:extLst>
                <a:ext uri="{FF2B5EF4-FFF2-40B4-BE49-F238E27FC236}">
                  <a16:creationId xmlns:a16="http://schemas.microsoft.com/office/drawing/2014/main" id="{5D532BAE-0D18-21F8-ECBE-9C77A6F6AB78}"/>
                </a:ext>
              </a:extLst>
            </p:cNvPr>
            <p:cNvSpPr/>
            <p:nvPr>
              <p:custDataLst>
                <p:tags r:id="rId52"/>
              </p:custDataLst>
            </p:nvPr>
          </p:nvSpPr>
          <p:spPr>
            <a:xfrm>
              <a:off x="6121606" y="3803509"/>
              <a:ext cx="117795" cy="41449"/>
            </a:xfrm>
            <a:custGeom>
              <a:avLst/>
              <a:gdLst>
                <a:gd name="connsiteX0" fmla="*/ 111974 w 117795"/>
                <a:gd name="connsiteY0" fmla="*/ 7160 h 41449"/>
                <a:gd name="connsiteX1" fmla="*/ 117996 w 117795"/>
                <a:gd name="connsiteY1" fmla="*/ 3617 h 41449"/>
                <a:gd name="connsiteX2" fmla="*/ 112151 w 117795"/>
                <a:gd name="connsiteY2" fmla="*/ 75 h 41449"/>
                <a:gd name="connsiteX3" fmla="*/ 6046 w 117795"/>
                <a:gd name="connsiteY3" fmla="*/ 75 h 41449"/>
                <a:gd name="connsiteX4" fmla="*/ 201 w 117795"/>
                <a:gd name="connsiteY4" fmla="*/ 3617 h 41449"/>
                <a:gd name="connsiteX5" fmla="*/ 6224 w 117795"/>
                <a:gd name="connsiteY5" fmla="*/ 7160 h 41449"/>
                <a:gd name="connsiteX6" fmla="*/ 111974 w 117795"/>
                <a:gd name="connsiteY6" fmla="*/ 7160 h 41449"/>
                <a:gd name="connsiteX7" fmla="*/ 112151 w 117795"/>
                <a:gd name="connsiteY7" fmla="*/ 41524 h 41449"/>
                <a:gd name="connsiteX8" fmla="*/ 117996 w 117795"/>
                <a:gd name="connsiteY8" fmla="*/ 37982 h 41449"/>
                <a:gd name="connsiteX9" fmla="*/ 111974 w 117795"/>
                <a:gd name="connsiteY9" fmla="*/ 34439 h 41449"/>
                <a:gd name="connsiteX10" fmla="*/ 6224 w 117795"/>
                <a:gd name="connsiteY10" fmla="*/ 34439 h 41449"/>
                <a:gd name="connsiteX11" fmla="*/ 201 w 117795"/>
                <a:gd name="connsiteY11" fmla="*/ 37982 h 41449"/>
                <a:gd name="connsiteX12" fmla="*/ 6046 w 117795"/>
                <a:gd name="connsiteY12" fmla="*/ 41524 h 41449"/>
                <a:gd name="connsiteX13" fmla="*/ 112151 w 117795"/>
                <a:gd name="connsiteY13" fmla="*/ 41524 h 414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17795" h="41449">
                  <a:moveTo>
                    <a:pt x="111974" y="7160"/>
                  </a:moveTo>
                  <a:cubicBezTo>
                    <a:pt x="114631" y="7160"/>
                    <a:pt x="117996" y="7160"/>
                    <a:pt x="117996" y="3617"/>
                  </a:cubicBezTo>
                  <a:cubicBezTo>
                    <a:pt x="117996" y="75"/>
                    <a:pt x="114631" y="75"/>
                    <a:pt x="112151" y="75"/>
                  </a:cubicBezTo>
                  <a:lnTo>
                    <a:pt x="6046" y="75"/>
                  </a:lnTo>
                  <a:cubicBezTo>
                    <a:pt x="3566" y="75"/>
                    <a:pt x="201" y="75"/>
                    <a:pt x="201" y="3617"/>
                  </a:cubicBezTo>
                  <a:cubicBezTo>
                    <a:pt x="201" y="7160"/>
                    <a:pt x="3566" y="7160"/>
                    <a:pt x="6224" y="7160"/>
                  </a:cubicBezTo>
                  <a:lnTo>
                    <a:pt x="111974" y="7160"/>
                  </a:lnTo>
                  <a:close/>
                  <a:moveTo>
                    <a:pt x="112151" y="41524"/>
                  </a:moveTo>
                  <a:cubicBezTo>
                    <a:pt x="114631" y="41524"/>
                    <a:pt x="117996" y="41524"/>
                    <a:pt x="117996" y="37982"/>
                  </a:cubicBezTo>
                  <a:cubicBezTo>
                    <a:pt x="117996" y="34439"/>
                    <a:pt x="114631" y="34439"/>
                    <a:pt x="111974" y="34439"/>
                  </a:cubicBezTo>
                  <a:lnTo>
                    <a:pt x="6224" y="34439"/>
                  </a:lnTo>
                  <a:cubicBezTo>
                    <a:pt x="3566" y="34439"/>
                    <a:pt x="201" y="34439"/>
                    <a:pt x="201" y="37982"/>
                  </a:cubicBezTo>
                  <a:cubicBezTo>
                    <a:pt x="201" y="41524"/>
                    <a:pt x="3566" y="41524"/>
                    <a:pt x="6046" y="41524"/>
                  </a:cubicBezTo>
                  <a:lnTo>
                    <a:pt x="112151" y="41524"/>
                  </a:lnTo>
                  <a:close/>
                </a:path>
              </a:pathLst>
            </a:custGeom>
            <a:solidFill>
              <a:srgbClr val="000000"/>
            </a:solidFill>
            <a:ln w="1771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92" name="任意形状 291">
              <a:extLst>
                <a:ext uri="{FF2B5EF4-FFF2-40B4-BE49-F238E27FC236}">
                  <a16:creationId xmlns:a16="http://schemas.microsoft.com/office/drawing/2014/main" id="{AD3FD9ED-59E9-350C-7AE1-669917AD8FBA}"/>
                </a:ext>
              </a:extLst>
            </p:cNvPr>
            <p:cNvSpPr/>
            <p:nvPr>
              <p:custDataLst>
                <p:tags r:id="rId53"/>
              </p:custDataLst>
            </p:nvPr>
          </p:nvSpPr>
          <p:spPr>
            <a:xfrm>
              <a:off x="6311416" y="3735666"/>
              <a:ext cx="62883" cy="177135"/>
            </a:xfrm>
            <a:custGeom>
              <a:avLst/>
              <a:gdLst>
                <a:gd name="connsiteX0" fmla="*/ 37587 w 62883"/>
                <a:gd name="connsiteY0" fmla="*/ 23634 h 177135"/>
                <a:gd name="connsiteX1" fmla="*/ 61500 w 62883"/>
                <a:gd name="connsiteY1" fmla="*/ 3972 h 177135"/>
                <a:gd name="connsiteX2" fmla="*/ 63095 w 62883"/>
                <a:gd name="connsiteY2" fmla="*/ 2023 h 177135"/>
                <a:gd name="connsiteX3" fmla="*/ 59729 w 62883"/>
                <a:gd name="connsiteY3" fmla="*/ 75 h 177135"/>
                <a:gd name="connsiteX4" fmla="*/ 25719 w 62883"/>
                <a:gd name="connsiteY4" fmla="*/ 22217 h 177135"/>
                <a:gd name="connsiteX5" fmla="*/ 25719 w 62883"/>
                <a:gd name="connsiteY5" fmla="*/ 62604 h 177135"/>
                <a:gd name="connsiteX6" fmla="*/ 18634 w 62883"/>
                <a:gd name="connsiteY6" fmla="*/ 81026 h 177135"/>
                <a:gd name="connsiteX7" fmla="*/ 1806 w 62883"/>
                <a:gd name="connsiteY7" fmla="*/ 86694 h 177135"/>
                <a:gd name="connsiteX8" fmla="*/ 211 w 62883"/>
                <a:gd name="connsiteY8" fmla="*/ 88643 h 177135"/>
                <a:gd name="connsiteX9" fmla="*/ 3046 w 62883"/>
                <a:gd name="connsiteY9" fmla="*/ 90591 h 177135"/>
                <a:gd name="connsiteX10" fmla="*/ 25188 w 62883"/>
                <a:gd name="connsiteY10" fmla="*/ 106356 h 177135"/>
                <a:gd name="connsiteX11" fmla="*/ 25719 w 62883"/>
                <a:gd name="connsiteY11" fmla="*/ 115036 h 177135"/>
                <a:gd name="connsiteX12" fmla="*/ 25719 w 62883"/>
                <a:gd name="connsiteY12" fmla="*/ 150109 h 177135"/>
                <a:gd name="connsiteX13" fmla="*/ 34221 w 62883"/>
                <a:gd name="connsiteY13" fmla="*/ 169948 h 177135"/>
                <a:gd name="connsiteX14" fmla="*/ 59729 w 62883"/>
                <a:gd name="connsiteY14" fmla="*/ 177210 h 177135"/>
                <a:gd name="connsiteX15" fmla="*/ 63095 w 62883"/>
                <a:gd name="connsiteY15" fmla="*/ 175262 h 177135"/>
                <a:gd name="connsiteX16" fmla="*/ 60260 w 62883"/>
                <a:gd name="connsiteY16" fmla="*/ 173313 h 177135"/>
                <a:gd name="connsiteX17" fmla="*/ 38118 w 62883"/>
                <a:gd name="connsiteY17" fmla="*/ 157903 h 177135"/>
                <a:gd name="connsiteX18" fmla="*/ 37587 w 62883"/>
                <a:gd name="connsiteY18" fmla="*/ 149577 h 177135"/>
                <a:gd name="connsiteX19" fmla="*/ 37587 w 62883"/>
                <a:gd name="connsiteY19" fmla="*/ 112379 h 177135"/>
                <a:gd name="connsiteX20" fmla="*/ 30502 w 62883"/>
                <a:gd name="connsiteY20" fmla="*/ 95551 h 177135"/>
                <a:gd name="connsiteX21" fmla="*/ 16685 w 62883"/>
                <a:gd name="connsiteY21" fmla="*/ 88643 h 177135"/>
                <a:gd name="connsiteX22" fmla="*/ 37587 w 62883"/>
                <a:gd name="connsiteY22" fmla="*/ 66146 h 177135"/>
                <a:gd name="connsiteX23" fmla="*/ 37587 w 62883"/>
                <a:gd name="connsiteY23" fmla="*/ 23634 h 1771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62883" h="177135">
                  <a:moveTo>
                    <a:pt x="37587" y="23634"/>
                  </a:moveTo>
                  <a:cubicBezTo>
                    <a:pt x="37587" y="16548"/>
                    <a:pt x="42193" y="5212"/>
                    <a:pt x="61500" y="3972"/>
                  </a:cubicBezTo>
                  <a:cubicBezTo>
                    <a:pt x="62386" y="3795"/>
                    <a:pt x="63095" y="3086"/>
                    <a:pt x="63095" y="2023"/>
                  </a:cubicBezTo>
                  <a:cubicBezTo>
                    <a:pt x="63095" y="75"/>
                    <a:pt x="61677" y="75"/>
                    <a:pt x="59729" y="75"/>
                  </a:cubicBezTo>
                  <a:cubicBezTo>
                    <a:pt x="42015" y="75"/>
                    <a:pt x="25896" y="9109"/>
                    <a:pt x="25719" y="22217"/>
                  </a:cubicBezTo>
                  <a:lnTo>
                    <a:pt x="25719" y="62604"/>
                  </a:lnTo>
                  <a:cubicBezTo>
                    <a:pt x="25719" y="69512"/>
                    <a:pt x="25719" y="75180"/>
                    <a:pt x="18634" y="81026"/>
                  </a:cubicBezTo>
                  <a:cubicBezTo>
                    <a:pt x="12434" y="86163"/>
                    <a:pt x="5703" y="86517"/>
                    <a:pt x="1806" y="86694"/>
                  </a:cubicBezTo>
                  <a:cubicBezTo>
                    <a:pt x="920" y="86871"/>
                    <a:pt x="211" y="87580"/>
                    <a:pt x="211" y="88643"/>
                  </a:cubicBezTo>
                  <a:cubicBezTo>
                    <a:pt x="211" y="90414"/>
                    <a:pt x="1274" y="90414"/>
                    <a:pt x="3046" y="90591"/>
                  </a:cubicBezTo>
                  <a:cubicBezTo>
                    <a:pt x="14737" y="91300"/>
                    <a:pt x="23239" y="97677"/>
                    <a:pt x="25188" y="106356"/>
                  </a:cubicBezTo>
                  <a:cubicBezTo>
                    <a:pt x="25719" y="108305"/>
                    <a:pt x="25719" y="108659"/>
                    <a:pt x="25719" y="115036"/>
                  </a:cubicBezTo>
                  <a:lnTo>
                    <a:pt x="25719" y="150109"/>
                  </a:lnTo>
                  <a:cubicBezTo>
                    <a:pt x="25719" y="157548"/>
                    <a:pt x="25719" y="163217"/>
                    <a:pt x="34221" y="169948"/>
                  </a:cubicBezTo>
                  <a:cubicBezTo>
                    <a:pt x="41130" y="175262"/>
                    <a:pt x="52821" y="177210"/>
                    <a:pt x="59729" y="177210"/>
                  </a:cubicBezTo>
                  <a:cubicBezTo>
                    <a:pt x="61677" y="177210"/>
                    <a:pt x="63095" y="177210"/>
                    <a:pt x="63095" y="175262"/>
                  </a:cubicBezTo>
                  <a:cubicBezTo>
                    <a:pt x="63095" y="173491"/>
                    <a:pt x="62032" y="173491"/>
                    <a:pt x="60260" y="173313"/>
                  </a:cubicBezTo>
                  <a:cubicBezTo>
                    <a:pt x="49101" y="172605"/>
                    <a:pt x="40421" y="166937"/>
                    <a:pt x="38118" y="157903"/>
                  </a:cubicBezTo>
                  <a:cubicBezTo>
                    <a:pt x="37587" y="156308"/>
                    <a:pt x="37587" y="155954"/>
                    <a:pt x="37587" y="149577"/>
                  </a:cubicBezTo>
                  <a:lnTo>
                    <a:pt x="37587" y="112379"/>
                  </a:lnTo>
                  <a:cubicBezTo>
                    <a:pt x="37587" y="104231"/>
                    <a:pt x="36170" y="101219"/>
                    <a:pt x="30502" y="95551"/>
                  </a:cubicBezTo>
                  <a:cubicBezTo>
                    <a:pt x="26782" y="91831"/>
                    <a:pt x="21645" y="90060"/>
                    <a:pt x="16685" y="88643"/>
                  </a:cubicBezTo>
                  <a:cubicBezTo>
                    <a:pt x="31210" y="84568"/>
                    <a:pt x="37587" y="76420"/>
                    <a:pt x="37587" y="66146"/>
                  </a:cubicBezTo>
                  <a:lnTo>
                    <a:pt x="37587" y="23634"/>
                  </a:lnTo>
                  <a:close/>
                </a:path>
              </a:pathLst>
            </a:custGeom>
            <a:solidFill>
              <a:srgbClr val="000000"/>
            </a:solidFill>
            <a:ln w="1771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93" name="任意形状 292">
              <a:extLst>
                <a:ext uri="{FF2B5EF4-FFF2-40B4-BE49-F238E27FC236}">
                  <a16:creationId xmlns:a16="http://schemas.microsoft.com/office/drawing/2014/main" id="{47FB5E91-4766-5F28-27EF-C5A4C78779CA}"/>
                </a:ext>
              </a:extLst>
            </p:cNvPr>
            <p:cNvSpPr/>
            <p:nvPr>
              <p:custDataLst>
                <p:tags r:id="rId54"/>
              </p:custDataLst>
            </p:nvPr>
          </p:nvSpPr>
          <p:spPr>
            <a:xfrm>
              <a:off x="6404767" y="3735666"/>
              <a:ext cx="41095" cy="177135"/>
            </a:xfrm>
            <a:custGeom>
              <a:avLst/>
              <a:gdLst>
                <a:gd name="connsiteX0" fmla="*/ 41312 w 41095"/>
                <a:gd name="connsiteY0" fmla="*/ 175439 h 177135"/>
                <a:gd name="connsiteX1" fmla="*/ 38301 w 41095"/>
                <a:gd name="connsiteY1" fmla="*/ 171542 h 177135"/>
                <a:gd name="connsiteX2" fmla="*/ 10490 w 41095"/>
                <a:gd name="connsiteY2" fmla="*/ 88643 h 177135"/>
                <a:gd name="connsiteX3" fmla="*/ 39009 w 41095"/>
                <a:gd name="connsiteY3" fmla="*/ 4857 h 177135"/>
                <a:gd name="connsiteX4" fmla="*/ 41312 w 41095"/>
                <a:gd name="connsiteY4" fmla="*/ 1846 h 177135"/>
                <a:gd name="connsiteX5" fmla="*/ 39541 w 41095"/>
                <a:gd name="connsiteY5" fmla="*/ 75 h 177135"/>
                <a:gd name="connsiteX6" fmla="*/ 11376 w 41095"/>
                <a:gd name="connsiteY6" fmla="*/ 34616 h 177135"/>
                <a:gd name="connsiteX7" fmla="*/ 216 w 41095"/>
                <a:gd name="connsiteY7" fmla="*/ 88643 h 177135"/>
                <a:gd name="connsiteX8" fmla="*/ 11907 w 41095"/>
                <a:gd name="connsiteY8" fmla="*/ 143909 h 177135"/>
                <a:gd name="connsiteX9" fmla="*/ 39541 w 41095"/>
                <a:gd name="connsiteY9" fmla="*/ 177210 h 177135"/>
                <a:gd name="connsiteX10" fmla="*/ 41312 w 41095"/>
                <a:gd name="connsiteY10" fmla="*/ 175439 h 1771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41095" h="177135">
                  <a:moveTo>
                    <a:pt x="41312" y="175439"/>
                  </a:moveTo>
                  <a:cubicBezTo>
                    <a:pt x="41312" y="174908"/>
                    <a:pt x="41312" y="174553"/>
                    <a:pt x="38301" y="171542"/>
                  </a:cubicBezTo>
                  <a:cubicBezTo>
                    <a:pt x="16159" y="149223"/>
                    <a:pt x="10490" y="115744"/>
                    <a:pt x="10490" y="88643"/>
                  </a:cubicBezTo>
                  <a:cubicBezTo>
                    <a:pt x="10490" y="57821"/>
                    <a:pt x="17221" y="26999"/>
                    <a:pt x="39009" y="4857"/>
                  </a:cubicBezTo>
                  <a:cubicBezTo>
                    <a:pt x="41312" y="2732"/>
                    <a:pt x="41312" y="2377"/>
                    <a:pt x="41312" y="1846"/>
                  </a:cubicBezTo>
                  <a:cubicBezTo>
                    <a:pt x="41312" y="606"/>
                    <a:pt x="40603" y="75"/>
                    <a:pt x="39541" y="75"/>
                  </a:cubicBezTo>
                  <a:cubicBezTo>
                    <a:pt x="37769" y="75"/>
                    <a:pt x="21827" y="12120"/>
                    <a:pt x="11376" y="34616"/>
                  </a:cubicBezTo>
                  <a:cubicBezTo>
                    <a:pt x="2342" y="54101"/>
                    <a:pt x="216" y="73763"/>
                    <a:pt x="216" y="88643"/>
                  </a:cubicBezTo>
                  <a:cubicBezTo>
                    <a:pt x="216" y="102459"/>
                    <a:pt x="2165" y="123893"/>
                    <a:pt x="11907" y="143909"/>
                  </a:cubicBezTo>
                  <a:cubicBezTo>
                    <a:pt x="22535" y="165697"/>
                    <a:pt x="37769" y="177210"/>
                    <a:pt x="39541" y="177210"/>
                  </a:cubicBezTo>
                  <a:cubicBezTo>
                    <a:pt x="40603" y="177210"/>
                    <a:pt x="41312" y="176679"/>
                    <a:pt x="41312" y="175439"/>
                  </a:cubicBezTo>
                  <a:close/>
                </a:path>
              </a:pathLst>
            </a:custGeom>
            <a:solidFill>
              <a:srgbClr val="000000"/>
            </a:solidFill>
            <a:ln w="1771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94" name="任意形状 293">
              <a:extLst>
                <a:ext uri="{FF2B5EF4-FFF2-40B4-BE49-F238E27FC236}">
                  <a16:creationId xmlns:a16="http://schemas.microsoft.com/office/drawing/2014/main" id="{68079600-FF9A-EF97-974D-C990F85F16F9}"/>
                </a:ext>
              </a:extLst>
            </p:cNvPr>
            <p:cNvSpPr/>
            <p:nvPr>
              <p:custDataLst>
                <p:tags r:id="rId55"/>
              </p:custDataLst>
            </p:nvPr>
          </p:nvSpPr>
          <p:spPr>
            <a:xfrm>
              <a:off x="6465860" y="3745585"/>
              <a:ext cx="86973" cy="124880"/>
            </a:xfrm>
            <a:custGeom>
              <a:avLst/>
              <a:gdLst>
                <a:gd name="connsiteX0" fmla="*/ 41316 w 86973"/>
                <a:gd name="connsiteY0" fmla="*/ 2023 h 124880"/>
                <a:gd name="connsiteX1" fmla="*/ 39013 w 86973"/>
                <a:gd name="connsiteY1" fmla="*/ 75 h 124880"/>
                <a:gd name="connsiteX2" fmla="*/ 17402 w 86973"/>
                <a:gd name="connsiteY2" fmla="*/ 1846 h 124880"/>
                <a:gd name="connsiteX3" fmla="*/ 14037 w 86973"/>
                <a:gd name="connsiteY3" fmla="*/ 5389 h 124880"/>
                <a:gd name="connsiteX4" fmla="*/ 18288 w 86973"/>
                <a:gd name="connsiteY4" fmla="*/ 7514 h 124880"/>
                <a:gd name="connsiteX5" fmla="*/ 27145 w 86973"/>
                <a:gd name="connsiteY5" fmla="*/ 10526 h 124880"/>
                <a:gd name="connsiteX6" fmla="*/ 26613 w 86973"/>
                <a:gd name="connsiteY6" fmla="*/ 14068 h 124880"/>
                <a:gd name="connsiteX7" fmla="*/ 929 w 86973"/>
                <a:gd name="connsiteY7" fmla="*/ 116099 h 124880"/>
                <a:gd name="connsiteX8" fmla="*/ 220 w 86973"/>
                <a:gd name="connsiteY8" fmla="*/ 119996 h 124880"/>
                <a:gd name="connsiteX9" fmla="*/ 5357 w 86973"/>
                <a:gd name="connsiteY9" fmla="*/ 124955 h 124880"/>
                <a:gd name="connsiteX10" fmla="*/ 11911 w 86973"/>
                <a:gd name="connsiteY10" fmla="*/ 120350 h 124880"/>
                <a:gd name="connsiteX11" fmla="*/ 15277 w 86973"/>
                <a:gd name="connsiteY11" fmla="*/ 106888 h 124880"/>
                <a:gd name="connsiteX12" fmla="*/ 19174 w 86973"/>
                <a:gd name="connsiteY12" fmla="*/ 90945 h 124880"/>
                <a:gd name="connsiteX13" fmla="*/ 22185 w 86973"/>
                <a:gd name="connsiteY13" fmla="*/ 79077 h 124880"/>
                <a:gd name="connsiteX14" fmla="*/ 24134 w 86973"/>
                <a:gd name="connsiteY14" fmla="*/ 71106 h 124880"/>
                <a:gd name="connsiteX15" fmla="*/ 36179 w 86973"/>
                <a:gd name="connsiteY15" fmla="*/ 54810 h 124880"/>
                <a:gd name="connsiteX16" fmla="*/ 53184 w 86973"/>
                <a:gd name="connsiteY16" fmla="*/ 48610 h 124880"/>
                <a:gd name="connsiteX17" fmla="*/ 62749 w 86973"/>
                <a:gd name="connsiteY17" fmla="*/ 61009 h 124880"/>
                <a:gd name="connsiteX18" fmla="*/ 51767 w 86973"/>
                <a:gd name="connsiteY18" fmla="*/ 100688 h 124880"/>
                <a:gd name="connsiteX19" fmla="*/ 49464 w 86973"/>
                <a:gd name="connsiteY19" fmla="*/ 110430 h 124880"/>
                <a:gd name="connsiteX20" fmla="*/ 63989 w 86973"/>
                <a:gd name="connsiteY20" fmla="*/ 124955 h 124880"/>
                <a:gd name="connsiteX21" fmla="*/ 87194 w 86973"/>
                <a:gd name="connsiteY21" fmla="*/ 97677 h 124880"/>
                <a:gd name="connsiteX22" fmla="*/ 85068 w 86973"/>
                <a:gd name="connsiteY22" fmla="*/ 95905 h 124880"/>
                <a:gd name="connsiteX23" fmla="*/ 82411 w 86973"/>
                <a:gd name="connsiteY23" fmla="*/ 99094 h 124880"/>
                <a:gd name="connsiteX24" fmla="*/ 64343 w 86973"/>
                <a:gd name="connsiteY24" fmla="*/ 121058 h 124880"/>
                <a:gd name="connsiteX25" fmla="*/ 60092 w 86973"/>
                <a:gd name="connsiteY25" fmla="*/ 115213 h 124880"/>
                <a:gd name="connsiteX26" fmla="*/ 63281 w 86973"/>
                <a:gd name="connsiteY26" fmla="*/ 102636 h 124880"/>
                <a:gd name="connsiteX27" fmla="*/ 74086 w 86973"/>
                <a:gd name="connsiteY27" fmla="*/ 63666 h 124880"/>
                <a:gd name="connsiteX28" fmla="*/ 53715 w 86973"/>
                <a:gd name="connsiteY28" fmla="*/ 44713 h 124880"/>
                <a:gd name="connsiteX29" fmla="*/ 27499 w 86973"/>
                <a:gd name="connsiteY29" fmla="*/ 58352 h 124880"/>
                <a:gd name="connsiteX30" fmla="*/ 41316 w 86973"/>
                <a:gd name="connsiteY30" fmla="*/ 2023 h 1248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86973" h="124880">
                  <a:moveTo>
                    <a:pt x="41316" y="2023"/>
                  </a:moveTo>
                  <a:cubicBezTo>
                    <a:pt x="41316" y="1846"/>
                    <a:pt x="41316" y="75"/>
                    <a:pt x="39013" y="75"/>
                  </a:cubicBezTo>
                  <a:cubicBezTo>
                    <a:pt x="34939" y="75"/>
                    <a:pt x="22008" y="1492"/>
                    <a:pt x="17402" y="1846"/>
                  </a:cubicBezTo>
                  <a:cubicBezTo>
                    <a:pt x="15985" y="2023"/>
                    <a:pt x="14037" y="2200"/>
                    <a:pt x="14037" y="5389"/>
                  </a:cubicBezTo>
                  <a:cubicBezTo>
                    <a:pt x="14037" y="7514"/>
                    <a:pt x="15631" y="7514"/>
                    <a:pt x="18288" y="7514"/>
                  </a:cubicBezTo>
                  <a:cubicBezTo>
                    <a:pt x="26791" y="7514"/>
                    <a:pt x="27145" y="8754"/>
                    <a:pt x="27145" y="10526"/>
                  </a:cubicBezTo>
                  <a:lnTo>
                    <a:pt x="26613" y="14068"/>
                  </a:lnTo>
                  <a:lnTo>
                    <a:pt x="929" y="116099"/>
                  </a:lnTo>
                  <a:cubicBezTo>
                    <a:pt x="220" y="118579"/>
                    <a:pt x="220" y="118933"/>
                    <a:pt x="220" y="119996"/>
                  </a:cubicBezTo>
                  <a:cubicBezTo>
                    <a:pt x="220" y="124070"/>
                    <a:pt x="3763" y="124955"/>
                    <a:pt x="5357" y="124955"/>
                  </a:cubicBezTo>
                  <a:cubicBezTo>
                    <a:pt x="8191" y="124955"/>
                    <a:pt x="11026" y="122830"/>
                    <a:pt x="11911" y="120350"/>
                  </a:cubicBezTo>
                  <a:lnTo>
                    <a:pt x="15277" y="106888"/>
                  </a:lnTo>
                  <a:lnTo>
                    <a:pt x="19174" y="90945"/>
                  </a:lnTo>
                  <a:cubicBezTo>
                    <a:pt x="20237" y="87048"/>
                    <a:pt x="21299" y="83151"/>
                    <a:pt x="22185" y="79077"/>
                  </a:cubicBezTo>
                  <a:cubicBezTo>
                    <a:pt x="22539" y="78014"/>
                    <a:pt x="23956" y="72169"/>
                    <a:pt x="24134" y="71106"/>
                  </a:cubicBezTo>
                  <a:cubicBezTo>
                    <a:pt x="24665" y="69512"/>
                    <a:pt x="30156" y="59592"/>
                    <a:pt x="36179" y="54810"/>
                  </a:cubicBezTo>
                  <a:cubicBezTo>
                    <a:pt x="40076" y="51975"/>
                    <a:pt x="45567" y="48610"/>
                    <a:pt x="53184" y="48610"/>
                  </a:cubicBezTo>
                  <a:cubicBezTo>
                    <a:pt x="60801" y="48610"/>
                    <a:pt x="62749" y="54633"/>
                    <a:pt x="62749" y="61009"/>
                  </a:cubicBezTo>
                  <a:cubicBezTo>
                    <a:pt x="62749" y="70575"/>
                    <a:pt x="56018" y="89883"/>
                    <a:pt x="51767" y="100688"/>
                  </a:cubicBezTo>
                  <a:cubicBezTo>
                    <a:pt x="50350" y="104762"/>
                    <a:pt x="49464" y="106888"/>
                    <a:pt x="49464" y="110430"/>
                  </a:cubicBezTo>
                  <a:cubicBezTo>
                    <a:pt x="49464" y="118756"/>
                    <a:pt x="55664" y="124955"/>
                    <a:pt x="63989" y="124955"/>
                  </a:cubicBezTo>
                  <a:cubicBezTo>
                    <a:pt x="80640" y="124955"/>
                    <a:pt x="87194" y="99094"/>
                    <a:pt x="87194" y="97677"/>
                  </a:cubicBezTo>
                  <a:cubicBezTo>
                    <a:pt x="87194" y="95905"/>
                    <a:pt x="85600" y="95905"/>
                    <a:pt x="85068" y="95905"/>
                  </a:cubicBezTo>
                  <a:cubicBezTo>
                    <a:pt x="83297" y="95905"/>
                    <a:pt x="83297" y="96437"/>
                    <a:pt x="82411" y="99094"/>
                  </a:cubicBezTo>
                  <a:cubicBezTo>
                    <a:pt x="79754" y="108482"/>
                    <a:pt x="74086" y="121058"/>
                    <a:pt x="64343" y="121058"/>
                  </a:cubicBezTo>
                  <a:cubicBezTo>
                    <a:pt x="61332" y="121058"/>
                    <a:pt x="60092" y="119287"/>
                    <a:pt x="60092" y="115213"/>
                  </a:cubicBezTo>
                  <a:cubicBezTo>
                    <a:pt x="60092" y="110785"/>
                    <a:pt x="61686" y="106533"/>
                    <a:pt x="63281" y="102636"/>
                  </a:cubicBezTo>
                  <a:cubicBezTo>
                    <a:pt x="66115" y="95019"/>
                    <a:pt x="74086" y="73940"/>
                    <a:pt x="74086" y="63666"/>
                  </a:cubicBezTo>
                  <a:cubicBezTo>
                    <a:pt x="74086" y="52153"/>
                    <a:pt x="67000" y="44713"/>
                    <a:pt x="53715" y="44713"/>
                  </a:cubicBezTo>
                  <a:cubicBezTo>
                    <a:pt x="42556" y="44713"/>
                    <a:pt x="34053" y="50204"/>
                    <a:pt x="27499" y="58352"/>
                  </a:cubicBezTo>
                  <a:lnTo>
                    <a:pt x="41316" y="2023"/>
                  </a:lnTo>
                  <a:close/>
                </a:path>
              </a:pathLst>
            </a:custGeom>
            <a:solidFill>
              <a:srgbClr val="000000"/>
            </a:solidFill>
            <a:ln w="1771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95" name="任意形状 294">
              <a:extLst>
                <a:ext uri="{FF2B5EF4-FFF2-40B4-BE49-F238E27FC236}">
                  <a16:creationId xmlns:a16="http://schemas.microsoft.com/office/drawing/2014/main" id="{241FDF2F-B6A7-9853-B046-8548910A9C1A}"/>
                </a:ext>
              </a:extLst>
            </p:cNvPr>
            <p:cNvSpPr/>
            <p:nvPr>
              <p:custDataLst>
                <p:tags r:id="rId56"/>
              </p:custDataLst>
            </p:nvPr>
          </p:nvSpPr>
          <p:spPr>
            <a:xfrm>
              <a:off x="6573409" y="3849741"/>
              <a:ext cx="20724" cy="52963"/>
            </a:xfrm>
            <a:custGeom>
              <a:avLst/>
              <a:gdLst>
                <a:gd name="connsiteX0" fmla="*/ 20951 w 20724"/>
                <a:gd name="connsiteY0" fmla="*/ 18674 h 52963"/>
                <a:gd name="connsiteX1" fmla="*/ 9614 w 20724"/>
                <a:gd name="connsiteY1" fmla="*/ 75 h 52963"/>
                <a:gd name="connsiteX2" fmla="*/ 226 w 20724"/>
                <a:gd name="connsiteY2" fmla="*/ 9463 h 52963"/>
                <a:gd name="connsiteX3" fmla="*/ 9614 w 20724"/>
                <a:gd name="connsiteY3" fmla="*/ 18851 h 52963"/>
                <a:gd name="connsiteX4" fmla="*/ 15814 w 20724"/>
                <a:gd name="connsiteY4" fmla="*/ 16548 h 52963"/>
                <a:gd name="connsiteX5" fmla="*/ 16700 w 20724"/>
                <a:gd name="connsiteY5" fmla="*/ 16017 h 52963"/>
                <a:gd name="connsiteX6" fmla="*/ 17054 w 20724"/>
                <a:gd name="connsiteY6" fmla="*/ 18674 h 52963"/>
                <a:gd name="connsiteX7" fmla="*/ 5009 w 20724"/>
                <a:gd name="connsiteY7" fmla="*/ 48256 h 52963"/>
                <a:gd name="connsiteX8" fmla="*/ 3060 w 20724"/>
                <a:gd name="connsiteY8" fmla="*/ 51090 h 52963"/>
                <a:gd name="connsiteX9" fmla="*/ 4832 w 20724"/>
                <a:gd name="connsiteY9" fmla="*/ 53038 h 52963"/>
                <a:gd name="connsiteX10" fmla="*/ 20951 w 20724"/>
                <a:gd name="connsiteY10" fmla="*/ 18674 h 52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0724" h="52963">
                  <a:moveTo>
                    <a:pt x="20951" y="18674"/>
                  </a:moveTo>
                  <a:cubicBezTo>
                    <a:pt x="20951" y="6983"/>
                    <a:pt x="16522" y="75"/>
                    <a:pt x="9614" y="75"/>
                  </a:cubicBezTo>
                  <a:cubicBezTo>
                    <a:pt x="3769" y="75"/>
                    <a:pt x="226" y="4503"/>
                    <a:pt x="226" y="9463"/>
                  </a:cubicBezTo>
                  <a:cubicBezTo>
                    <a:pt x="226" y="14246"/>
                    <a:pt x="3769" y="18851"/>
                    <a:pt x="9614" y="18851"/>
                  </a:cubicBezTo>
                  <a:cubicBezTo>
                    <a:pt x="11740" y="18851"/>
                    <a:pt x="14043" y="18143"/>
                    <a:pt x="15814" y="16548"/>
                  </a:cubicBezTo>
                  <a:cubicBezTo>
                    <a:pt x="16345" y="16194"/>
                    <a:pt x="16522" y="16017"/>
                    <a:pt x="16700" y="16017"/>
                  </a:cubicBezTo>
                  <a:cubicBezTo>
                    <a:pt x="16877" y="16017"/>
                    <a:pt x="17054" y="16194"/>
                    <a:pt x="17054" y="18674"/>
                  </a:cubicBezTo>
                  <a:cubicBezTo>
                    <a:pt x="17054" y="31782"/>
                    <a:pt x="10854" y="42410"/>
                    <a:pt x="5009" y="48256"/>
                  </a:cubicBezTo>
                  <a:cubicBezTo>
                    <a:pt x="3060" y="50204"/>
                    <a:pt x="3060" y="50558"/>
                    <a:pt x="3060" y="51090"/>
                  </a:cubicBezTo>
                  <a:cubicBezTo>
                    <a:pt x="3060" y="52330"/>
                    <a:pt x="3946" y="53038"/>
                    <a:pt x="4832" y="53038"/>
                  </a:cubicBezTo>
                  <a:cubicBezTo>
                    <a:pt x="6780" y="53038"/>
                    <a:pt x="20951" y="39399"/>
                    <a:pt x="20951" y="18674"/>
                  </a:cubicBezTo>
                  <a:close/>
                </a:path>
              </a:pathLst>
            </a:custGeom>
            <a:solidFill>
              <a:srgbClr val="000000"/>
            </a:solidFill>
            <a:ln w="1771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96" name="任意形状 295">
              <a:extLst>
                <a:ext uri="{FF2B5EF4-FFF2-40B4-BE49-F238E27FC236}">
                  <a16:creationId xmlns:a16="http://schemas.microsoft.com/office/drawing/2014/main" id="{1D277FAC-F0F9-C59E-74EA-958A64E7CCAC}"/>
                </a:ext>
              </a:extLst>
            </p:cNvPr>
            <p:cNvSpPr/>
            <p:nvPr>
              <p:custDataLst>
                <p:tags r:id="rId57"/>
              </p:custDataLst>
            </p:nvPr>
          </p:nvSpPr>
          <p:spPr>
            <a:xfrm>
              <a:off x="6640976" y="3757631"/>
              <a:ext cx="54380" cy="112835"/>
            </a:xfrm>
            <a:custGeom>
              <a:avLst/>
              <a:gdLst>
                <a:gd name="connsiteX0" fmla="*/ 32646 w 54380"/>
                <a:gd name="connsiteY0" fmla="*/ 40107 h 112835"/>
                <a:gd name="connsiteX1" fmla="*/ 49297 w 54380"/>
                <a:gd name="connsiteY1" fmla="*/ 40107 h 112835"/>
                <a:gd name="connsiteX2" fmla="*/ 54611 w 54380"/>
                <a:gd name="connsiteY2" fmla="*/ 36565 h 112835"/>
                <a:gd name="connsiteX3" fmla="*/ 49651 w 54380"/>
                <a:gd name="connsiteY3" fmla="*/ 34616 h 112835"/>
                <a:gd name="connsiteX4" fmla="*/ 34063 w 54380"/>
                <a:gd name="connsiteY4" fmla="*/ 34616 h 112835"/>
                <a:gd name="connsiteX5" fmla="*/ 41326 w 54380"/>
                <a:gd name="connsiteY5" fmla="*/ 4857 h 112835"/>
                <a:gd name="connsiteX6" fmla="*/ 36189 w 54380"/>
                <a:gd name="connsiteY6" fmla="*/ 75 h 112835"/>
                <a:gd name="connsiteX7" fmla="*/ 29104 w 54380"/>
                <a:gd name="connsiteY7" fmla="*/ 6452 h 112835"/>
                <a:gd name="connsiteX8" fmla="*/ 22195 w 54380"/>
                <a:gd name="connsiteY8" fmla="*/ 34616 h 112835"/>
                <a:gd name="connsiteX9" fmla="*/ 5544 w 54380"/>
                <a:gd name="connsiteY9" fmla="*/ 34616 h 112835"/>
                <a:gd name="connsiteX10" fmla="*/ 230 w 54380"/>
                <a:gd name="connsiteY10" fmla="*/ 37982 h 112835"/>
                <a:gd name="connsiteX11" fmla="*/ 5190 w 54380"/>
                <a:gd name="connsiteY11" fmla="*/ 40107 h 112835"/>
                <a:gd name="connsiteX12" fmla="*/ 20778 w 54380"/>
                <a:gd name="connsiteY12" fmla="*/ 40107 h 112835"/>
                <a:gd name="connsiteX13" fmla="*/ 7316 w 54380"/>
                <a:gd name="connsiteY13" fmla="*/ 96614 h 112835"/>
                <a:gd name="connsiteX14" fmla="*/ 23612 w 54380"/>
                <a:gd name="connsiteY14" fmla="*/ 112910 h 112835"/>
                <a:gd name="connsiteX15" fmla="*/ 51777 w 54380"/>
                <a:gd name="connsiteY15" fmla="*/ 85631 h 112835"/>
                <a:gd name="connsiteX16" fmla="*/ 49651 w 54380"/>
                <a:gd name="connsiteY16" fmla="*/ 83860 h 112835"/>
                <a:gd name="connsiteX17" fmla="*/ 46994 w 54380"/>
                <a:gd name="connsiteY17" fmla="*/ 86340 h 112835"/>
                <a:gd name="connsiteX18" fmla="*/ 23967 w 54380"/>
                <a:gd name="connsiteY18" fmla="*/ 109013 h 112835"/>
                <a:gd name="connsiteX19" fmla="*/ 18475 w 54380"/>
                <a:gd name="connsiteY19" fmla="*/ 100865 h 112835"/>
                <a:gd name="connsiteX20" fmla="*/ 19538 w 54380"/>
                <a:gd name="connsiteY20" fmla="*/ 92362 h 112835"/>
                <a:gd name="connsiteX21" fmla="*/ 32646 w 54380"/>
                <a:gd name="connsiteY21" fmla="*/ 40107 h 1128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54380" h="112835">
                  <a:moveTo>
                    <a:pt x="32646" y="40107"/>
                  </a:moveTo>
                  <a:lnTo>
                    <a:pt x="49297" y="40107"/>
                  </a:lnTo>
                  <a:cubicBezTo>
                    <a:pt x="52840" y="40107"/>
                    <a:pt x="54611" y="40107"/>
                    <a:pt x="54611" y="36565"/>
                  </a:cubicBezTo>
                  <a:cubicBezTo>
                    <a:pt x="54611" y="34616"/>
                    <a:pt x="52840" y="34616"/>
                    <a:pt x="49651" y="34616"/>
                  </a:cubicBezTo>
                  <a:lnTo>
                    <a:pt x="34063" y="34616"/>
                  </a:lnTo>
                  <a:cubicBezTo>
                    <a:pt x="40440" y="9463"/>
                    <a:pt x="41326" y="5920"/>
                    <a:pt x="41326" y="4857"/>
                  </a:cubicBezTo>
                  <a:cubicBezTo>
                    <a:pt x="41326" y="1846"/>
                    <a:pt x="39200" y="75"/>
                    <a:pt x="36189" y="75"/>
                  </a:cubicBezTo>
                  <a:cubicBezTo>
                    <a:pt x="35658" y="75"/>
                    <a:pt x="30698" y="252"/>
                    <a:pt x="29104" y="6452"/>
                  </a:cubicBezTo>
                  <a:lnTo>
                    <a:pt x="22195" y="34616"/>
                  </a:lnTo>
                  <a:lnTo>
                    <a:pt x="5544" y="34616"/>
                  </a:lnTo>
                  <a:cubicBezTo>
                    <a:pt x="2002" y="34616"/>
                    <a:pt x="230" y="34616"/>
                    <a:pt x="230" y="37982"/>
                  </a:cubicBezTo>
                  <a:cubicBezTo>
                    <a:pt x="230" y="40107"/>
                    <a:pt x="1648" y="40107"/>
                    <a:pt x="5190" y="40107"/>
                  </a:cubicBezTo>
                  <a:lnTo>
                    <a:pt x="20778" y="40107"/>
                  </a:lnTo>
                  <a:cubicBezTo>
                    <a:pt x="8024" y="90414"/>
                    <a:pt x="7316" y="93425"/>
                    <a:pt x="7316" y="96614"/>
                  </a:cubicBezTo>
                  <a:cubicBezTo>
                    <a:pt x="7316" y="106179"/>
                    <a:pt x="14047" y="112910"/>
                    <a:pt x="23612" y="112910"/>
                  </a:cubicBezTo>
                  <a:cubicBezTo>
                    <a:pt x="41680" y="112910"/>
                    <a:pt x="51777" y="87048"/>
                    <a:pt x="51777" y="85631"/>
                  </a:cubicBezTo>
                  <a:cubicBezTo>
                    <a:pt x="51777" y="83860"/>
                    <a:pt x="50360" y="83860"/>
                    <a:pt x="49651" y="83860"/>
                  </a:cubicBezTo>
                  <a:cubicBezTo>
                    <a:pt x="48057" y="83860"/>
                    <a:pt x="47880" y="84391"/>
                    <a:pt x="46994" y="86340"/>
                  </a:cubicBezTo>
                  <a:cubicBezTo>
                    <a:pt x="39377" y="104762"/>
                    <a:pt x="29989" y="109013"/>
                    <a:pt x="23967" y="109013"/>
                  </a:cubicBezTo>
                  <a:cubicBezTo>
                    <a:pt x="20247" y="109013"/>
                    <a:pt x="18475" y="106710"/>
                    <a:pt x="18475" y="100865"/>
                  </a:cubicBezTo>
                  <a:cubicBezTo>
                    <a:pt x="18475" y="96614"/>
                    <a:pt x="18830" y="95374"/>
                    <a:pt x="19538" y="92362"/>
                  </a:cubicBezTo>
                  <a:lnTo>
                    <a:pt x="32646" y="40107"/>
                  </a:lnTo>
                  <a:close/>
                </a:path>
              </a:pathLst>
            </a:custGeom>
            <a:solidFill>
              <a:srgbClr val="000000"/>
            </a:solidFill>
            <a:ln w="1771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97" name="任意形状 296">
              <a:extLst>
                <a:ext uri="{FF2B5EF4-FFF2-40B4-BE49-F238E27FC236}">
                  <a16:creationId xmlns:a16="http://schemas.microsoft.com/office/drawing/2014/main" id="{F3CECFEB-40AF-2BA8-67A7-53503E726279}"/>
                </a:ext>
              </a:extLst>
            </p:cNvPr>
            <p:cNvSpPr/>
            <p:nvPr>
              <p:custDataLst>
                <p:tags r:id="rId58"/>
              </p:custDataLst>
            </p:nvPr>
          </p:nvSpPr>
          <p:spPr>
            <a:xfrm>
              <a:off x="6710965" y="3735666"/>
              <a:ext cx="41095" cy="177135"/>
            </a:xfrm>
            <a:custGeom>
              <a:avLst/>
              <a:gdLst>
                <a:gd name="connsiteX0" fmla="*/ 41330 w 41095"/>
                <a:gd name="connsiteY0" fmla="*/ 88643 h 177135"/>
                <a:gd name="connsiteX1" fmla="*/ 29639 w 41095"/>
                <a:gd name="connsiteY1" fmla="*/ 33376 h 177135"/>
                <a:gd name="connsiteX2" fmla="*/ 2005 w 41095"/>
                <a:gd name="connsiteY2" fmla="*/ 75 h 177135"/>
                <a:gd name="connsiteX3" fmla="*/ 234 w 41095"/>
                <a:gd name="connsiteY3" fmla="*/ 1846 h 177135"/>
                <a:gd name="connsiteX4" fmla="*/ 3600 w 41095"/>
                <a:gd name="connsiteY4" fmla="*/ 5920 h 177135"/>
                <a:gd name="connsiteX5" fmla="*/ 31056 w 41095"/>
                <a:gd name="connsiteY5" fmla="*/ 88643 h 177135"/>
                <a:gd name="connsiteX6" fmla="*/ 2537 w 41095"/>
                <a:gd name="connsiteY6" fmla="*/ 172428 h 177135"/>
                <a:gd name="connsiteX7" fmla="*/ 234 w 41095"/>
                <a:gd name="connsiteY7" fmla="*/ 175439 h 177135"/>
                <a:gd name="connsiteX8" fmla="*/ 2005 w 41095"/>
                <a:gd name="connsiteY8" fmla="*/ 177210 h 177135"/>
                <a:gd name="connsiteX9" fmla="*/ 30170 w 41095"/>
                <a:gd name="connsiteY9" fmla="*/ 142669 h 177135"/>
                <a:gd name="connsiteX10" fmla="*/ 41330 w 41095"/>
                <a:gd name="connsiteY10" fmla="*/ 88643 h 1771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41095" h="177135">
                  <a:moveTo>
                    <a:pt x="41330" y="88643"/>
                  </a:moveTo>
                  <a:cubicBezTo>
                    <a:pt x="41330" y="74826"/>
                    <a:pt x="39381" y="53393"/>
                    <a:pt x="29639" y="33376"/>
                  </a:cubicBezTo>
                  <a:cubicBezTo>
                    <a:pt x="19010" y="11589"/>
                    <a:pt x="3777" y="75"/>
                    <a:pt x="2005" y="75"/>
                  </a:cubicBezTo>
                  <a:cubicBezTo>
                    <a:pt x="943" y="75"/>
                    <a:pt x="234" y="783"/>
                    <a:pt x="234" y="1846"/>
                  </a:cubicBezTo>
                  <a:cubicBezTo>
                    <a:pt x="234" y="2377"/>
                    <a:pt x="234" y="2732"/>
                    <a:pt x="3600" y="5920"/>
                  </a:cubicBezTo>
                  <a:cubicBezTo>
                    <a:pt x="20959" y="23457"/>
                    <a:pt x="31056" y="51621"/>
                    <a:pt x="31056" y="88643"/>
                  </a:cubicBezTo>
                  <a:cubicBezTo>
                    <a:pt x="31056" y="118933"/>
                    <a:pt x="24502" y="150109"/>
                    <a:pt x="2537" y="172428"/>
                  </a:cubicBezTo>
                  <a:cubicBezTo>
                    <a:pt x="234" y="174553"/>
                    <a:pt x="234" y="174908"/>
                    <a:pt x="234" y="175439"/>
                  </a:cubicBezTo>
                  <a:cubicBezTo>
                    <a:pt x="234" y="176502"/>
                    <a:pt x="943" y="177210"/>
                    <a:pt x="2005" y="177210"/>
                  </a:cubicBezTo>
                  <a:cubicBezTo>
                    <a:pt x="3777" y="177210"/>
                    <a:pt x="19719" y="165165"/>
                    <a:pt x="30170" y="142669"/>
                  </a:cubicBezTo>
                  <a:cubicBezTo>
                    <a:pt x="39204" y="123184"/>
                    <a:pt x="41330" y="103522"/>
                    <a:pt x="41330" y="88643"/>
                  </a:cubicBezTo>
                  <a:close/>
                </a:path>
              </a:pathLst>
            </a:custGeom>
            <a:solidFill>
              <a:srgbClr val="000000"/>
            </a:solidFill>
            <a:ln w="1771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98" name="任意形状 297">
              <a:extLst>
                <a:ext uri="{FF2B5EF4-FFF2-40B4-BE49-F238E27FC236}">
                  <a16:creationId xmlns:a16="http://schemas.microsoft.com/office/drawing/2014/main" id="{4E6577C0-F9DB-E01C-BC4F-623578C54A79}"/>
                </a:ext>
              </a:extLst>
            </p:cNvPr>
            <p:cNvSpPr/>
            <p:nvPr>
              <p:custDataLst>
                <p:tags r:id="rId59"/>
              </p:custDataLst>
            </p:nvPr>
          </p:nvSpPr>
          <p:spPr>
            <a:xfrm>
              <a:off x="6833660" y="3772864"/>
              <a:ext cx="88567" cy="102738"/>
            </a:xfrm>
            <a:custGeom>
              <a:avLst/>
              <a:gdLst>
                <a:gd name="connsiteX0" fmla="*/ 82609 w 88567"/>
                <a:gd name="connsiteY0" fmla="*/ 54987 h 102738"/>
                <a:gd name="connsiteX1" fmla="*/ 88809 w 88567"/>
                <a:gd name="connsiteY1" fmla="*/ 51444 h 102738"/>
                <a:gd name="connsiteX2" fmla="*/ 82609 w 88567"/>
                <a:gd name="connsiteY2" fmla="*/ 47901 h 102738"/>
                <a:gd name="connsiteX3" fmla="*/ 7503 w 88567"/>
                <a:gd name="connsiteY3" fmla="*/ 47901 h 102738"/>
                <a:gd name="connsiteX4" fmla="*/ 54976 w 88567"/>
                <a:gd name="connsiteY4" fmla="*/ 7160 h 102738"/>
                <a:gd name="connsiteX5" fmla="*/ 82609 w 88567"/>
                <a:gd name="connsiteY5" fmla="*/ 7160 h 102738"/>
                <a:gd name="connsiteX6" fmla="*/ 88809 w 88567"/>
                <a:gd name="connsiteY6" fmla="*/ 3617 h 102738"/>
                <a:gd name="connsiteX7" fmla="*/ 82609 w 88567"/>
                <a:gd name="connsiteY7" fmla="*/ 75 h 102738"/>
                <a:gd name="connsiteX8" fmla="*/ 54621 w 88567"/>
                <a:gd name="connsiteY8" fmla="*/ 75 h 102738"/>
                <a:gd name="connsiteX9" fmla="*/ 241 w 88567"/>
                <a:gd name="connsiteY9" fmla="*/ 51444 h 102738"/>
                <a:gd name="connsiteX10" fmla="*/ 54621 w 88567"/>
                <a:gd name="connsiteY10" fmla="*/ 102813 h 102738"/>
                <a:gd name="connsiteX11" fmla="*/ 82609 w 88567"/>
                <a:gd name="connsiteY11" fmla="*/ 102813 h 102738"/>
                <a:gd name="connsiteX12" fmla="*/ 88809 w 88567"/>
                <a:gd name="connsiteY12" fmla="*/ 99271 h 102738"/>
                <a:gd name="connsiteX13" fmla="*/ 82609 w 88567"/>
                <a:gd name="connsiteY13" fmla="*/ 95728 h 102738"/>
                <a:gd name="connsiteX14" fmla="*/ 54976 w 88567"/>
                <a:gd name="connsiteY14" fmla="*/ 95728 h 102738"/>
                <a:gd name="connsiteX15" fmla="*/ 7503 w 88567"/>
                <a:gd name="connsiteY15" fmla="*/ 54987 h 102738"/>
                <a:gd name="connsiteX16" fmla="*/ 82609 w 88567"/>
                <a:gd name="connsiteY16" fmla="*/ 54987 h 1027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88567" h="102738">
                  <a:moveTo>
                    <a:pt x="82609" y="54987"/>
                  </a:moveTo>
                  <a:cubicBezTo>
                    <a:pt x="85620" y="54987"/>
                    <a:pt x="88809" y="54987"/>
                    <a:pt x="88809" y="51444"/>
                  </a:cubicBezTo>
                  <a:cubicBezTo>
                    <a:pt x="88809" y="47901"/>
                    <a:pt x="85620" y="47901"/>
                    <a:pt x="82609" y="47901"/>
                  </a:cubicBezTo>
                  <a:lnTo>
                    <a:pt x="7503" y="47901"/>
                  </a:lnTo>
                  <a:cubicBezTo>
                    <a:pt x="9629" y="24165"/>
                    <a:pt x="29999" y="7160"/>
                    <a:pt x="54976" y="7160"/>
                  </a:cubicBezTo>
                  <a:lnTo>
                    <a:pt x="82609" y="7160"/>
                  </a:lnTo>
                  <a:cubicBezTo>
                    <a:pt x="85620" y="7160"/>
                    <a:pt x="88809" y="7160"/>
                    <a:pt x="88809" y="3617"/>
                  </a:cubicBezTo>
                  <a:cubicBezTo>
                    <a:pt x="88809" y="75"/>
                    <a:pt x="85620" y="75"/>
                    <a:pt x="82609" y="75"/>
                  </a:cubicBezTo>
                  <a:lnTo>
                    <a:pt x="54621" y="75"/>
                  </a:lnTo>
                  <a:cubicBezTo>
                    <a:pt x="24331" y="75"/>
                    <a:pt x="241" y="23102"/>
                    <a:pt x="241" y="51444"/>
                  </a:cubicBezTo>
                  <a:cubicBezTo>
                    <a:pt x="241" y="79786"/>
                    <a:pt x="24331" y="102813"/>
                    <a:pt x="54621" y="102813"/>
                  </a:cubicBezTo>
                  <a:lnTo>
                    <a:pt x="82609" y="102813"/>
                  </a:lnTo>
                  <a:cubicBezTo>
                    <a:pt x="85620" y="102813"/>
                    <a:pt x="88809" y="102813"/>
                    <a:pt x="88809" y="99271"/>
                  </a:cubicBezTo>
                  <a:cubicBezTo>
                    <a:pt x="88809" y="95728"/>
                    <a:pt x="85620" y="95728"/>
                    <a:pt x="82609" y="95728"/>
                  </a:cubicBezTo>
                  <a:lnTo>
                    <a:pt x="54976" y="95728"/>
                  </a:lnTo>
                  <a:cubicBezTo>
                    <a:pt x="29999" y="95728"/>
                    <a:pt x="9629" y="78723"/>
                    <a:pt x="7503" y="54987"/>
                  </a:cubicBezTo>
                  <a:lnTo>
                    <a:pt x="82609" y="54987"/>
                  </a:lnTo>
                  <a:close/>
                </a:path>
              </a:pathLst>
            </a:custGeom>
            <a:solidFill>
              <a:srgbClr val="000000"/>
            </a:solidFill>
            <a:ln w="1771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99" name="任意形状 298">
              <a:extLst>
                <a:ext uri="{FF2B5EF4-FFF2-40B4-BE49-F238E27FC236}">
                  <a16:creationId xmlns:a16="http://schemas.microsoft.com/office/drawing/2014/main" id="{8C012D4F-DBDE-A88E-3F88-4EAB070E559F}"/>
                </a:ext>
              </a:extLst>
            </p:cNvPr>
            <p:cNvSpPr/>
            <p:nvPr>
              <p:custDataLst>
                <p:tags r:id="rId60"/>
              </p:custDataLst>
            </p:nvPr>
          </p:nvSpPr>
          <p:spPr>
            <a:xfrm>
              <a:off x="6992983" y="3748065"/>
              <a:ext cx="128561" cy="120452"/>
            </a:xfrm>
            <a:custGeom>
              <a:avLst/>
              <a:gdLst>
                <a:gd name="connsiteX0" fmla="*/ 118931 w 128561"/>
                <a:gd name="connsiteY0" fmla="*/ 79254 h 120452"/>
                <a:gd name="connsiteX1" fmla="*/ 119817 w 128561"/>
                <a:gd name="connsiteY1" fmla="*/ 76774 h 120452"/>
                <a:gd name="connsiteX2" fmla="*/ 117691 w 128561"/>
                <a:gd name="connsiteY2" fmla="*/ 74826 h 120452"/>
                <a:gd name="connsiteX3" fmla="*/ 115388 w 128561"/>
                <a:gd name="connsiteY3" fmla="*/ 76952 h 120452"/>
                <a:gd name="connsiteX4" fmla="*/ 67030 w 128561"/>
                <a:gd name="connsiteY4" fmla="*/ 115036 h 120452"/>
                <a:gd name="connsiteX5" fmla="*/ 41168 w 128561"/>
                <a:gd name="connsiteY5" fmla="*/ 115036 h 120452"/>
                <a:gd name="connsiteX6" fmla="*/ 37271 w 128561"/>
                <a:gd name="connsiteY6" fmla="*/ 114859 h 120452"/>
                <a:gd name="connsiteX7" fmla="*/ 34969 w 128561"/>
                <a:gd name="connsiteY7" fmla="*/ 113087 h 120452"/>
                <a:gd name="connsiteX8" fmla="*/ 35854 w 128561"/>
                <a:gd name="connsiteY8" fmla="*/ 109013 h 120452"/>
                <a:gd name="connsiteX9" fmla="*/ 47900 w 128561"/>
                <a:gd name="connsiteY9" fmla="*/ 60655 h 120452"/>
                <a:gd name="connsiteX10" fmla="*/ 65436 w 128561"/>
                <a:gd name="connsiteY10" fmla="*/ 60655 h 120452"/>
                <a:gd name="connsiteX11" fmla="*/ 80493 w 128561"/>
                <a:gd name="connsiteY11" fmla="*/ 68803 h 120452"/>
                <a:gd name="connsiteX12" fmla="*/ 79253 w 128561"/>
                <a:gd name="connsiteY12" fmla="*/ 77483 h 120452"/>
                <a:gd name="connsiteX13" fmla="*/ 78721 w 128561"/>
                <a:gd name="connsiteY13" fmla="*/ 79432 h 120452"/>
                <a:gd name="connsiteX14" fmla="*/ 81024 w 128561"/>
                <a:gd name="connsiteY14" fmla="*/ 81380 h 120452"/>
                <a:gd name="connsiteX15" fmla="*/ 83681 w 128561"/>
                <a:gd name="connsiteY15" fmla="*/ 77837 h 120452"/>
                <a:gd name="connsiteX16" fmla="*/ 93778 w 128561"/>
                <a:gd name="connsiteY16" fmla="*/ 36388 h 120452"/>
                <a:gd name="connsiteX17" fmla="*/ 91652 w 128561"/>
                <a:gd name="connsiteY17" fmla="*/ 34439 h 120452"/>
                <a:gd name="connsiteX18" fmla="*/ 89172 w 128561"/>
                <a:gd name="connsiteY18" fmla="*/ 37627 h 120452"/>
                <a:gd name="connsiteX19" fmla="*/ 65967 w 128561"/>
                <a:gd name="connsiteY19" fmla="*/ 55164 h 120452"/>
                <a:gd name="connsiteX20" fmla="*/ 49317 w 128561"/>
                <a:gd name="connsiteY20" fmla="*/ 55164 h 120452"/>
                <a:gd name="connsiteX21" fmla="*/ 59945 w 128561"/>
                <a:gd name="connsiteY21" fmla="*/ 12474 h 120452"/>
                <a:gd name="connsiteX22" fmla="*/ 69510 w 128561"/>
                <a:gd name="connsiteY22" fmla="*/ 5566 h 120452"/>
                <a:gd name="connsiteX23" fmla="*/ 94486 w 128561"/>
                <a:gd name="connsiteY23" fmla="*/ 5566 h 120452"/>
                <a:gd name="connsiteX24" fmla="*/ 121411 w 128561"/>
                <a:gd name="connsiteY24" fmla="*/ 25228 h 120452"/>
                <a:gd name="connsiteX25" fmla="*/ 120702 w 128561"/>
                <a:gd name="connsiteY25" fmla="*/ 34616 h 120452"/>
                <a:gd name="connsiteX26" fmla="*/ 120525 w 128561"/>
                <a:gd name="connsiteY26" fmla="*/ 37805 h 120452"/>
                <a:gd name="connsiteX27" fmla="*/ 122651 w 128561"/>
                <a:gd name="connsiteY27" fmla="*/ 39930 h 120452"/>
                <a:gd name="connsiteX28" fmla="*/ 125131 w 128561"/>
                <a:gd name="connsiteY28" fmla="*/ 35502 h 120452"/>
                <a:gd name="connsiteX29" fmla="*/ 128673 w 128561"/>
                <a:gd name="connsiteY29" fmla="*/ 4857 h 120452"/>
                <a:gd name="connsiteX30" fmla="*/ 123891 w 128561"/>
                <a:gd name="connsiteY30" fmla="*/ 75 h 120452"/>
                <a:gd name="connsiteX31" fmla="*/ 34437 w 128561"/>
                <a:gd name="connsiteY31" fmla="*/ 75 h 120452"/>
                <a:gd name="connsiteX32" fmla="*/ 29123 w 128561"/>
                <a:gd name="connsiteY32" fmla="*/ 3617 h 120452"/>
                <a:gd name="connsiteX33" fmla="*/ 34083 w 128561"/>
                <a:gd name="connsiteY33" fmla="*/ 5566 h 120452"/>
                <a:gd name="connsiteX34" fmla="*/ 45597 w 128561"/>
                <a:gd name="connsiteY34" fmla="*/ 8754 h 120452"/>
                <a:gd name="connsiteX35" fmla="*/ 44711 w 128561"/>
                <a:gd name="connsiteY35" fmla="*/ 13006 h 120452"/>
                <a:gd name="connsiteX36" fmla="*/ 21329 w 128561"/>
                <a:gd name="connsiteY36" fmla="*/ 106710 h 120452"/>
                <a:gd name="connsiteX37" fmla="*/ 5210 w 128561"/>
                <a:gd name="connsiteY37" fmla="*/ 115036 h 120452"/>
                <a:gd name="connsiteX38" fmla="*/ 250 w 128561"/>
                <a:gd name="connsiteY38" fmla="*/ 118401 h 120452"/>
                <a:gd name="connsiteX39" fmla="*/ 5210 w 128561"/>
                <a:gd name="connsiteY39" fmla="*/ 120527 h 120452"/>
                <a:gd name="connsiteX40" fmla="*/ 97143 w 128561"/>
                <a:gd name="connsiteY40" fmla="*/ 120527 h 120452"/>
                <a:gd name="connsiteX41" fmla="*/ 102635 w 128561"/>
                <a:gd name="connsiteY41" fmla="*/ 117516 h 120452"/>
                <a:gd name="connsiteX42" fmla="*/ 118931 w 128561"/>
                <a:gd name="connsiteY42" fmla="*/ 79254 h 1204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</a:cxnLst>
              <a:rect l="l" t="t" r="r" b="b"/>
              <a:pathLst>
                <a:path w="128561" h="120452">
                  <a:moveTo>
                    <a:pt x="118931" y="79254"/>
                  </a:moveTo>
                  <a:cubicBezTo>
                    <a:pt x="119285" y="78369"/>
                    <a:pt x="119817" y="77129"/>
                    <a:pt x="119817" y="76774"/>
                  </a:cubicBezTo>
                  <a:cubicBezTo>
                    <a:pt x="119817" y="76597"/>
                    <a:pt x="119817" y="74826"/>
                    <a:pt x="117691" y="74826"/>
                  </a:cubicBezTo>
                  <a:cubicBezTo>
                    <a:pt x="116097" y="74826"/>
                    <a:pt x="115743" y="75889"/>
                    <a:pt x="115388" y="76952"/>
                  </a:cubicBezTo>
                  <a:cubicBezTo>
                    <a:pt x="103874" y="103168"/>
                    <a:pt x="97320" y="115036"/>
                    <a:pt x="67030" y="115036"/>
                  </a:cubicBezTo>
                  <a:lnTo>
                    <a:pt x="41168" y="115036"/>
                  </a:lnTo>
                  <a:cubicBezTo>
                    <a:pt x="38689" y="115036"/>
                    <a:pt x="38334" y="115036"/>
                    <a:pt x="37271" y="114859"/>
                  </a:cubicBezTo>
                  <a:cubicBezTo>
                    <a:pt x="35500" y="114682"/>
                    <a:pt x="34969" y="114504"/>
                    <a:pt x="34969" y="113087"/>
                  </a:cubicBezTo>
                  <a:cubicBezTo>
                    <a:pt x="34969" y="112556"/>
                    <a:pt x="34969" y="112202"/>
                    <a:pt x="35854" y="109013"/>
                  </a:cubicBezTo>
                  <a:lnTo>
                    <a:pt x="47900" y="60655"/>
                  </a:lnTo>
                  <a:lnTo>
                    <a:pt x="65436" y="60655"/>
                  </a:lnTo>
                  <a:cubicBezTo>
                    <a:pt x="80493" y="60655"/>
                    <a:pt x="80493" y="64375"/>
                    <a:pt x="80493" y="68803"/>
                  </a:cubicBezTo>
                  <a:cubicBezTo>
                    <a:pt x="80493" y="70043"/>
                    <a:pt x="80493" y="72169"/>
                    <a:pt x="79253" y="77483"/>
                  </a:cubicBezTo>
                  <a:cubicBezTo>
                    <a:pt x="78898" y="78369"/>
                    <a:pt x="78721" y="78900"/>
                    <a:pt x="78721" y="79432"/>
                  </a:cubicBezTo>
                  <a:cubicBezTo>
                    <a:pt x="78721" y="80317"/>
                    <a:pt x="79430" y="81380"/>
                    <a:pt x="81024" y="81380"/>
                  </a:cubicBezTo>
                  <a:cubicBezTo>
                    <a:pt x="82441" y="81380"/>
                    <a:pt x="82972" y="80494"/>
                    <a:pt x="83681" y="77837"/>
                  </a:cubicBezTo>
                  <a:lnTo>
                    <a:pt x="93778" y="36388"/>
                  </a:lnTo>
                  <a:cubicBezTo>
                    <a:pt x="93778" y="35325"/>
                    <a:pt x="92892" y="34439"/>
                    <a:pt x="91652" y="34439"/>
                  </a:cubicBezTo>
                  <a:cubicBezTo>
                    <a:pt x="90058" y="34439"/>
                    <a:pt x="89704" y="35502"/>
                    <a:pt x="89172" y="37627"/>
                  </a:cubicBezTo>
                  <a:cubicBezTo>
                    <a:pt x="85452" y="51090"/>
                    <a:pt x="82264" y="55164"/>
                    <a:pt x="65967" y="55164"/>
                  </a:cubicBezTo>
                  <a:lnTo>
                    <a:pt x="49317" y="55164"/>
                  </a:lnTo>
                  <a:lnTo>
                    <a:pt x="59945" y="12474"/>
                  </a:lnTo>
                  <a:cubicBezTo>
                    <a:pt x="61539" y="6274"/>
                    <a:pt x="61716" y="5566"/>
                    <a:pt x="69510" y="5566"/>
                  </a:cubicBezTo>
                  <a:lnTo>
                    <a:pt x="94486" y="5566"/>
                  </a:lnTo>
                  <a:cubicBezTo>
                    <a:pt x="116097" y="5566"/>
                    <a:pt x="121411" y="10703"/>
                    <a:pt x="121411" y="25228"/>
                  </a:cubicBezTo>
                  <a:cubicBezTo>
                    <a:pt x="121411" y="29479"/>
                    <a:pt x="121411" y="29834"/>
                    <a:pt x="120702" y="34616"/>
                  </a:cubicBezTo>
                  <a:cubicBezTo>
                    <a:pt x="120702" y="35679"/>
                    <a:pt x="120525" y="36919"/>
                    <a:pt x="120525" y="37805"/>
                  </a:cubicBezTo>
                  <a:cubicBezTo>
                    <a:pt x="120525" y="38690"/>
                    <a:pt x="121057" y="39930"/>
                    <a:pt x="122651" y="39930"/>
                  </a:cubicBezTo>
                  <a:cubicBezTo>
                    <a:pt x="124599" y="39930"/>
                    <a:pt x="124777" y="38867"/>
                    <a:pt x="125131" y="35502"/>
                  </a:cubicBezTo>
                  <a:lnTo>
                    <a:pt x="128673" y="4857"/>
                  </a:lnTo>
                  <a:cubicBezTo>
                    <a:pt x="129205" y="75"/>
                    <a:pt x="128319" y="75"/>
                    <a:pt x="123891" y="75"/>
                  </a:cubicBezTo>
                  <a:lnTo>
                    <a:pt x="34437" y="75"/>
                  </a:lnTo>
                  <a:cubicBezTo>
                    <a:pt x="30895" y="75"/>
                    <a:pt x="29123" y="75"/>
                    <a:pt x="29123" y="3617"/>
                  </a:cubicBezTo>
                  <a:cubicBezTo>
                    <a:pt x="29123" y="5566"/>
                    <a:pt x="30717" y="5566"/>
                    <a:pt x="34083" y="5566"/>
                  </a:cubicBezTo>
                  <a:cubicBezTo>
                    <a:pt x="40637" y="5566"/>
                    <a:pt x="45597" y="5566"/>
                    <a:pt x="45597" y="8754"/>
                  </a:cubicBezTo>
                  <a:cubicBezTo>
                    <a:pt x="45597" y="9463"/>
                    <a:pt x="45597" y="9817"/>
                    <a:pt x="44711" y="13006"/>
                  </a:cubicBezTo>
                  <a:lnTo>
                    <a:pt x="21329" y="106710"/>
                  </a:lnTo>
                  <a:cubicBezTo>
                    <a:pt x="19558" y="113619"/>
                    <a:pt x="19204" y="115036"/>
                    <a:pt x="5210" y="115036"/>
                  </a:cubicBezTo>
                  <a:cubicBezTo>
                    <a:pt x="2199" y="115036"/>
                    <a:pt x="250" y="115036"/>
                    <a:pt x="250" y="118401"/>
                  </a:cubicBezTo>
                  <a:cubicBezTo>
                    <a:pt x="250" y="120527"/>
                    <a:pt x="1844" y="120527"/>
                    <a:pt x="5210" y="120527"/>
                  </a:cubicBezTo>
                  <a:lnTo>
                    <a:pt x="97143" y="120527"/>
                  </a:lnTo>
                  <a:cubicBezTo>
                    <a:pt x="101217" y="120527"/>
                    <a:pt x="101395" y="120350"/>
                    <a:pt x="102635" y="117516"/>
                  </a:cubicBezTo>
                  <a:lnTo>
                    <a:pt x="118931" y="79254"/>
                  </a:lnTo>
                  <a:close/>
                </a:path>
              </a:pathLst>
            </a:custGeom>
            <a:solidFill>
              <a:srgbClr val="000000"/>
            </a:solidFill>
            <a:ln w="1771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00" name="任意形状 299">
              <a:extLst>
                <a:ext uri="{FF2B5EF4-FFF2-40B4-BE49-F238E27FC236}">
                  <a16:creationId xmlns:a16="http://schemas.microsoft.com/office/drawing/2014/main" id="{FD3CBB8B-07FD-6597-4F31-34734C78DF34}"/>
                </a:ext>
              </a:extLst>
            </p:cNvPr>
            <p:cNvSpPr/>
            <p:nvPr>
              <p:custDataLst>
                <p:tags r:id="rId61"/>
              </p:custDataLst>
            </p:nvPr>
          </p:nvSpPr>
          <p:spPr>
            <a:xfrm>
              <a:off x="7122840" y="3840406"/>
              <a:ext cx="57657" cy="55921"/>
            </a:xfrm>
            <a:custGeom>
              <a:avLst/>
              <a:gdLst>
                <a:gd name="connsiteX0" fmla="*/ 23568 w 57657"/>
                <a:gd name="connsiteY0" fmla="*/ 29711 h 55921"/>
                <a:gd name="connsiteX1" fmla="*/ 26792 w 57657"/>
                <a:gd name="connsiteY1" fmla="*/ 17188 h 55921"/>
                <a:gd name="connsiteX2" fmla="*/ 34604 w 57657"/>
                <a:gd name="connsiteY2" fmla="*/ 7020 h 55921"/>
                <a:gd name="connsiteX3" fmla="*/ 44648 w 57657"/>
                <a:gd name="connsiteY3" fmla="*/ 3548 h 55921"/>
                <a:gd name="connsiteX4" fmla="*/ 51467 w 57657"/>
                <a:gd name="connsiteY4" fmla="*/ 5284 h 55921"/>
                <a:gd name="connsiteX5" fmla="*/ 46012 w 57657"/>
                <a:gd name="connsiteY5" fmla="*/ 12104 h 55921"/>
                <a:gd name="connsiteX6" fmla="*/ 50971 w 57657"/>
                <a:gd name="connsiteY6" fmla="*/ 16692 h 55921"/>
                <a:gd name="connsiteX7" fmla="*/ 57915 w 57657"/>
                <a:gd name="connsiteY7" fmla="*/ 9128 h 55921"/>
                <a:gd name="connsiteX8" fmla="*/ 44772 w 57657"/>
                <a:gd name="connsiteY8" fmla="*/ 76 h 55921"/>
                <a:gd name="connsiteX9" fmla="*/ 27288 w 57657"/>
                <a:gd name="connsiteY9" fmla="*/ 8880 h 55921"/>
                <a:gd name="connsiteX10" fmla="*/ 14517 w 57657"/>
                <a:gd name="connsiteY10" fmla="*/ 76 h 55921"/>
                <a:gd name="connsiteX11" fmla="*/ 4845 w 57657"/>
                <a:gd name="connsiteY11" fmla="*/ 6400 h 55921"/>
                <a:gd name="connsiteX12" fmla="*/ 257 w 57657"/>
                <a:gd name="connsiteY12" fmla="*/ 19047 h 55921"/>
                <a:gd name="connsiteX13" fmla="*/ 2365 w 57657"/>
                <a:gd name="connsiteY13" fmla="*/ 20659 h 55921"/>
                <a:gd name="connsiteX14" fmla="*/ 5093 w 57657"/>
                <a:gd name="connsiteY14" fmla="*/ 16940 h 55921"/>
                <a:gd name="connsiteX15" fmla="*/ 14145 w 57657"/>
                <a:gd name="connsiteY15" fmla="*/ 3548 h 55921"/>
                <a:gd name="connsiteX16" fmla="*/ 18237 w 57657"/>
                <a:gd name="connsiteY16" fmla="*/ 9624 h 55921"/>
                <a:gd name="connsiteX17" fmla="*/ 16253 w 57657"/>
                <a:gd name="connsiteY17" fmla="*/ 19915 h 55921"/>
                <a:gd name="connsiteX18" fmla="*/ 13525 w 57657"/>
                <a:gd name="connsiteY18" fmla="*/ 31075 h 55921"/>
                <a:gd name="connsiteX19" fmla="*/ 9557 w 57657"/>
                <a:gd name="connsiteY19" fmla="*/ 46946 h 55921"/>
                <a:gd name="connsiteX20" fmla="*/ 8317 w 57657"/>
                <a:gd name="connsiteY20" fmla="*/ 52030 h 55921"/>
                <a:gd name="connsiteX21" fmla="*/ 12533 w 57657"/>
                <a:gd name="connsiteY21" fmla="*/ 55998 h 55921"/>
                <a:gd name="connsiteX22" fmla="*/ 17865 w 57657"/>
                <a:gd name="connsiteY22" fmla="*/ 52402 h 55921"/>
                <a:gd name="connsiteX23" fmla="*/ 20221 w 57657"/>
                <a:gd name="connsiteY23" fmla="*/ 43102 h 55921"/>
                <a:gd name="connsiteX24" fmla="*/ 23568 w 57657"/>
                <a:gd name="connsiteY24" fmla="*/ 29711 h 559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57657" h="55921">
                  <a:moveTo>
                    <a:pt x="23568" y="29711"/>
                  </a:moveTo>
                  <a:cubicBezTo>
                    <a:pt x="23692" y="28967"/>
                    <a:pt x="26544" y="17807"/>
                    <a:pt x="26792" y="17188"/>
                  </a:cubicBezTo>
                  <a:cubicBezTo>
                    <a:pt x="27040" y="16196"/>
                    <a:pt x="30636" y="9996"/>
                    <a:pt x="34604" y="7020"/>
                  </a:cubicBezTo>
                  <a:cubicBezTo>
                    <a:pt x="35968" y="6028"/>
                    <a:pt x="39316" y="3548"/>
                    <a:pt x="44648" y="3548"/>
                  </a:cubicBezTo>
                  <a:cubicBezTo>
                    <a:pt x="45888" y="3548"/>
                    <a:pt x="48987" y="3672"/>
                    <a:pt x="51467" y="5284"/>
                  </a:cubicBezTo>
                  <a:cubicBezTo>
                    <a:pt x="47500" y="6400"/>
                    <a:pt x="46012" y="9872"/>
                    <a:pt x="46012" y="12104"/>
                  </a:cubicBezTo>
                  <a:cubicBezTo>
                    <a:pt x="46012" y="14832"/>
                    <a:pt x="48119" y="16692"/>
                    <a:pt x="50971" y="16692"/>
                  </a:cubicBezTo>
                  <a:cubicBezTo>
                    <a:pt x="53823" y="16692"/>
                    <a:pt x="57915" y="14336"/>
                    <a:pt x="57915" y="9128"/>
                  </a:cubicBezTo>
                  <a:cubicBezTo>
                    <a:pt x="57915" y="2680"/>
                    <a:pt x="51095" y="76"/>
                    <a:pt x="44772" y="76"/>
                  </a:cubicBezTo>
                  <a:cubicBezTo>
                    <a:pt x="38324" y="76"/>
                    <a:pt x="32744" y="2680"/>
                    <a:pt x="27288" y="8880"/>
                  </a:cubicBezTo>
                  <a:cubicBezTo>
                    <a:pt x="25056" y="1316"/>
                    <a:pt x="17493" y="76"/>
                    <a:pt x="14517" y="76"/>
                  </a:cubicBezTo>
                  <a:cubicBezTo>
                    <a:pt x="9929" y="76"/>
                    <a:pt x="6829" y="2928"/>
                    <a:pt x="4845" y="6400"/>
                  </a:cubicBezTo>
                  <a:cubicBezTo>
                    <a:pt x="1993" y="11236"/>
                    <a:pt x="257" y="18427"/>
                    <a:pt x="257" y="19047"/>
                  </a:cubicBezTo>
                  <a:cubicBezTo>
                    <a:pt x="257" y="20659"/>
                    <a:pt x="1993" y="20659"/>
                    <a:pt x="2365" y="20659"/>
                  </a:cubicBezTo>
                  <a:cubicBezTo>
                    <a:pt x="4101" y="20659"/>
                    <a:pt x="4225" y="20287"/>
                    <a:pt x="5093" y="16940"/>
                  </a:cubicBezTo>
                  <a:cubicBezTo>
                    <a:pt x="6953" y="9376"/>
                    <a:pt x="9309" y="3548"/>
                    <a:pt x="14145" y="3548"/>
                  </a:cubicBezTo>
                  <a:cubicBezTo>
                    <a:pt x="17369" y="3548"/>
                    <a:pt x="18237" y="6276"/>
                    <a:pt x="18237" y="9624"/>
                  </a:cubicBezTo>
                  <a:cubicBezTo>
                    <a:pt x="18237" y="11980"/>
                    <a:pt x="17121" y="16568"/>
                    <a:pt x="16253" y="19915"/>
                  </a:cubicBezTo>
                  <a:cubicBezTo>
                    <a:pt x="15385" y="23263"/>
                    <a:pt x="14145" y="28347"/>
                    <a:pt x="13525" y="31075"/>
                  </a:cubicBezTo>
                  <a:lnTo>
                    <a:pt x="9557" y="46946"/>
                  </a:lnTo>
                  <a:cubicBezTo>
                    <a:pt x="9061" y="48558"/>
                    <a:pt x="8317" y="51658"/>
                    <a:pt x="8317" y="52030"/>
                  </a:cubicBezTo>
                  <a:cubicBezTo>
                    <a:pt x="8317" y="54758"/>
                    <a:pt x="10549" y="55998"/>
                    <a:pt x="12533" y="55998"/>
                  </a:cubicBezTo>
                  <a:cubicBezTo>
                    <a:pt x="14393" y="55998"/>
                    <a:pt x="16873" y="54882"/>
                    <a:pt x="17865" y="52402"/>
                  </a:cubicBezTo>
                  <a:cubicBezTo>
                    <a:pt x="18113" y="51658"/>
                    <a:pt x="19477" y="46202"/>
                    <a:pt x="20221" y="43102"/>
                  </a:cubicBezTo>
                  <a:lnTo>
                    <a:pt x="23568" y="29711"/>
                  </a:lnTo>
                  <a:close/>
                </a:path>
              </a:pathLst>
            </a:custGeom>
            <a:solidFill>
              <a:srgbClr val="000000"/>
            </a:solidFill>
            <a:ln w="1771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01" name="任意形状 300">
              <a:extLst>
                <a:ext uri="{FF2B5EF4-FFF2-40B4-BE49-F238E27FC236}">
                  <a16:creationId xmlns:a16="http://schemas.microsoft.com/office/drawing/2014/main" id="{AD116399-1F44-1D02-A215-635141CECC53}"/>
                </a:ext>
              </a:extLst>
            </p:cNvPr>
            <p:cNvSpPr/>
            <p:nvPr>
              <p:custDataLst>
                <p:tags r:id="rId62"/>
              </p:custDataLst>
            </p:nvPr>
          </p:nvSpPr>
          <p:spPr>
            <a:xfrm>
              <a:off x="7265735" y="3735666"/>
              <a:ext cx="7085" cy="177135"/>
            </a:xfrm>
            <a:custGeom>
              <a:avLst/>
              <a:gdLst>
                <a:gd name="connsiteX0" fmla="*/ 7350 w 7085"/>
                <a:gd name="connsiteY0" fmla="*/ 6452 h 177135"/>
                <a:gd name="connsiteX1" fmla="*/ 3807 w 7085"/>
                <a:gd name="connsiteY1" fmla="*/ 75 h 177135"/>
                <a:gd name="connsiteX2" fmla="*/ 265 w 7085"/>
                <a:gd name="connsiteY2" fmla="*/ 6452 h 177135"/>
                <a:gd name="connsiteX3" fmla="*/ 265 w 7085"/>
                <a:gd name="connsiteY3" fmla="*/ 170834 h 177135"/>
                <a:gd name="connsiteX4" fmla="*/ 3807 w 7085"/>
                <a:gd name="connsiteY4" fmla="*/ 177210 h 177135"/>
                <a:gd name="connsiteX5" fmla="*/ 7350 w 7085"/>
                <a:gd name="connsiteY5" fmla="*/ 170834 h 177135"/>
                <a:gd name="connsiteX6" fmla="*/ 7350 w 7085"/>
                <a:gd name="connsiteY6" fmla="*/ 6452 h 1771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085" h="177135">
                  <a:moveTo>
                    <a:pt x="7350" y="6452"/>
                  </a:moveTo>
                  <a:cubicBezTo>
                    <a:pt x="7350" y="3263"/>
                    <a:pt x="7350" y="75"/>
                    <a:pt x="3807" y="75"/>
                  </a:cubicBezTo>
                  <a:cubicBezTo>
                    <a:pt x="265" y="75"/>
                    <a:pt x="265" y="3263"/>
                    <a:pt x="265" y="6452"/>
                  </a:cubicBezTo>
                  <a:lnTo>
                    <a:pt x="265" y="170834"/>
                  </a:lnTo>
                  <a:cubicBezTo>
                    <a:pt x="265" y="174022"/>
                    <a:pt x="265" y="177210"/>
                    <a:pt x="3807" y="177210"/>
                  </a:cubicBezTo>
                  <a:cubicBezTo>
                    <a:pt x="7350" y="177210"/>
                    <a:pt x="7350" y="174022"/>
                    <a:pt x="7350" y="170834"/>
                  </a:cubicBezTo>
                  <a:lnTo>
                    <a:pt x="7350" y="6452"/>
                  </a:lnTo>
                  <a:close/>
                </a:path>
              </a:pathLst>
            </a:custGeom>
            <a:solidFill>
              <a:srgbClr val="000000"/>
            </a:solidFill>
            <a:ln w="1771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02" name="任意形状 301">
              <a:extLst>
                <a:ext uri="{FF2B5EF4-FFF2-40B4-BE49-F238E27FC236}">
                  <a16:creationId xmlns:a16="http://schemas.microsoft.com/office/drawing/2014/main" id="{1D5331D2-4D8C-D7E3-FF7E-37F337452CA9}"/>
                </a:ext>
              </a:extLst>
            </p:cNvPr>
            <p:cNvSpPr/>
            <p:nvPr>
              <p:custDataLst>
                <p:tags r:id="rId63"/>
              </p:custDataLst>
            </p:nvPr>
          </p:nvSpPr>
          <p:spPr>
            <a:xfrm>
              <a:off x="7352806" y="3745585"/>
              <a:ext cx="86973" cy="124880"/>
            </a:xfrm>
            <a:custGeom>
              <a:avLst/>
              <a:gdLst>
                <a:gd name="connsiteX0" fmla="*/ 41366 w 86973"/>
                <a:gd name="connsiteY0" fmla="*/ 2023 h 124880"/>
                <a:gd name="connsiteX1" fmla="*/ 39063 w 86973"/>
                <a:gd name="connsiteY1" fmla="*/ 75 h 124880"/>
                <a:gd name="connsiteX2" fmla="*/ 17452 w 86973"/>
                <a:gd name="connsiteY2" fmla="*/ 1846 h 124880"/>
                <a:gd name="connsiteX3" fmla="*/ 14087 w 86973"/>
                <a:gd name="connsiteY3" fmla="*/ 5389 h 124880"/>
                <a:gd name="connsiteX4" fmla="*/ 18338 w 86973"/>
                <a:gd name="connsiteY4" fmla="*/ 7514 h 124880"/>
                <a:gd name="connsiteX5" fmla="*/ 27195 w 86973"/>
                <a:gd name="connsiteY5" fmla="*/ 10526 h 124880"/>
                <a:gd name="connsiteX6" fmla="*/ 26663 w 86973"/>
                <a:gd name="connsiteY6" fmla="*/ 14068 h 124880"/>
                <a:gd name="connsiteX7" fmla="*/ 979 w 86973"/>
                <a:gd name="connsiteY7" fmla="*/ 116099 h 124880"/>
                <a:gd name="connsiteX8" fmla="*/ 270 w 86973"/>
                <a:gd name="connsiteY8" fmla="*/ 119996 h 124880"/>
                <a:gd name="connsiteX9" fmla="*/ 5407 w 86973"/>
                <a:gd name="connsiteY9" fmla="*/ 124955 h 124880"/>
                <a:gd name="connsiteX10" fmla="*/ 11961 w 86973"/>
                <a:gd name="connsiteY10" fmla="*/ 120350 h 124880"/>
                <a:gd name="connsiteX11" fmla="*/ 15327 w 86973"/>
                <a:gd name="connsiteY11" fmla="*/ 106888 h 124880"/>
                <a:gd name="connsiteX12" fmla="*/ 19224 w 86973"/>
                <a:gd name="connsiteY12" fmla="*/ 90945 h 124880"/>
                <a:gd name="connsiteX13" fmla="*/ 22235 w 86973"/>
                <a:gd name="connsiteY13" fmla="*/ 79077 h 124880"/>
                <a:gd name="connsiteX14" fmla="*/ 24183 w 86973"/>
                <a:gd name="connsiteY14" fmla="*/ 71106 h 124880"/>
                <a:gd name="connsiteX15" fmla="*/ 36229 w 86973"/>
                <a:gd name="connsiteY15" fmla="*/ 54810 h 124880"/>
                <a:gd name="connsiteX16" fmla="*/ 53234 w 86973"/>
                <a:gd name="connsiteY16" fmla="*/ 48610 h 124880"/>
                <a:gd name="connsiteX17" fmla="*/ 62799 w 86973"/>
                <a:gd name="connsiteY17" fmla="*/ 61009 h 124880"/>
                <a:gd name="connsiteX18" fmla="*/ 51817 w 86973"/>
                <a:gd name="connsiteY18" fmla="*/ 100688 h 124880"/>
                <a:gd name="connsiteX19" fmla="*/ 49514 w 86973"/>
                <a:gd name="connsiteY19" fmla="*/ 110430 h 124880"/>
                <a:gd name="connsiteX20" fmla="*/ 64039 w 86973"/>
                <a:gd name="connsiteY20" fmla="*/ 124955 h 124880"/>
                <a:gd name="connsiteX21" fmla="*/ 87244 w 86973"/>
                <a:gd name="connsiteY21" fmla="*/ 97677 h 124880"/>
                <a:gd name="connsiteX22" fmla="*/ 85118 w 86973"/>
                <a:gd name="connsiteY22" fmla="*/ 95905 h 124880"/>
                <a:gd name="connsiteX23" fmla="*/ 82461 w 86973"/>
                <a:gd name="connsiteY23" fmla="*/ 99094 h 124880"/>
                <a:gd name="connsiteX24" fmla="*/ 64393 w 86973"/>
                <a:gd name="connsiteY24" fmla="*/ 121058 h 124880"/>
                <a:gd name="connsiteX25" fmla="*/ 60142 w 86973"/>
                <a:gd name="connsiteY25" fmla="*/ 115213 h 124880"/>
                <a:gd name="connsiteX26" fmla="*/ 63330 w 86973"/>
                <a:gd name="connsiteY26" fmla="*/ 102636 h 124880"/>
                <a:gd name="connsiteX27" fmla="*/ 74136 w 86973"/>
                <a:gd name="connsiteY27" fmla="*/ 63666 h 124880"/>
                <a:gd name="connsiteX28" fmla="*/ 53765 w 86973"/>
                <a:gd name="connsiteY28" fmla="*/ 44713 h 124880"/>
                <a:gd name="connsiteX29" fmla="*/ 27549 w 86973"/>
                <a:gd name="connsiteY29" fmla="*/ 58352 h 124880"/>
                <a:gd name="connsiteX30" fmla="*/ 41366 w 86973"/>
                <a:gd name="connsiteY30" fmla="*/ 2023 h 1248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86973" h="124880">
                  <a:moveTo>
                    <a:pt x="41366" y="2023"/>
                  </a:moveTo>
                  <a:cubicBezTo>
                    <a:pt x="41366" y="1846"/>
                    <a:pt x="41366" y="75"/>
                    <a:pt x="39063" y="75"/>
                  </a:cubicBezTo>
                  <a:cubicBezTo>
                    <a:pt x="34989" y="75"/>
                    <a:pt x="22058" y="1492"/>
                    <a:pt x="17452" y="1846"/>
                  </a:cubicBezTo>
                  <a:cubicBezTo>
                    <a:pt x="16035" y="2023"/>
                    <a:pt x="14087" y="2200"/>
                    <a:pt x="14087" y="5389"/>
                  </a:cubicBezTo>
                  <a:cubicBezTo>
                    <a:pt x="14087" y="7514"/>
                    <a:pt x="15681" y="7514"/>
                    <a:pt x="18338" y="7514"/>
                  </a:cubicBezTo>
                  <a:cubicBezTo>
                    <a:pt x="26840" y="7514"/>
                    <a:pt x="27195" y="8754"/>
                    <a:pt x="27195" y="10526"/>
                  </a:cubicBezTo>
                  <a:lnTo>
                    <a:pt x="26663" y="14068"/>
                  </a:lnTo>
                  <a:lnTo>
                    <a:pt x="979" y="116099"/>
                  </a:lnTo>
                  <a:cubicBezTo>
                    <a:pt x="270" y="118579"/>
                    <a:pt x="270" y="118933"/>
                    <a:pt x="270" y="119996"/>
                  </a:cubicBezTo>
                  <a:cubicBezTo>
                    <a:pt x="270" y="124070"/>
                    <a:pt x="3813" y="124955"/>
                    <a:pt x="5407" y="124955"/>
                  </a:cubicBezTo>
                  <a:cubicBezTo>
                    <a:pt x="8241" y="124955"/>
                    <a:pt x="11075" y="122830"/>
                    <a:pt x="11961" y="120350"/>
                  </a:cubicBezTo>
                  <a:lnTo>
                    <a:pt x="15327" y="106888"/>
                  </a:lnTo>
                  <a:lnTo>
                    <a:pt x="19224" y="90945"/>
                  </a:lnTo>
                  <a:cubicBezTo>
                    <a:pt x="20286" y="87048"/>
                    <a:pt x="21349" y="83151"/>
                    <a:pt x="22235" y="79077"/>
                  </a:cubicBezTo>
                  <a:cubicBezTo>
                    <a:pt x="22589" y="78014"/>
                    <a:pt x="24006" y="72169"/>
                    <a:pt x="24183" y="71106"/>
                  </a:cubicBezTo>
                  <a:cubicBezTo>
                    <a:pt x="24715" y="69512"/>
                    <a:pt x="30206" y="59592"/>
                    <a:pt x="36229" y="54810"/>
                  </a:cubicBezTo>
                  <a:cubicBezTo>
                    <a:pt x="40126" y="51975"/>
                    <a:pt x="45617" y="48610"/>
                    <a:pt x="53234" y="48610"/>
                  </a:cubicBezTo>
                  <a:cubicBezTo>
                    <a:pt x="60851" y="48610"/>
                    <a:pt x="62799" y="54633"/>
                    <a:pt x="62799" y="61009"/>
                  </a:cubicBezTo>
                  <a:cubicBezTo>
                    <a:pt x="62799" y="70575"/>
                    <a:pt x="56068" y="89883"/>
                    <a:pt x="51817" y="100688"/>
                  </a:cubicBezTo>
                  <a:cubicBezTo>
                    <a:pt x="50400" y="104762"/>
                    <a:pt x="49514" y="106888"/>
                    <a:pt x="49514" y="110430"/>
                  </a:cubicBezTo>
                  <a:cubicBezTo>
                    <a:pt x="49514" y="118756"/>
                    <a:pt x="55714" y="124955"/>
                    <a:pt x="64039" y="124955"/>
                  </a:cubicBezTo>
                  <a:cubicBezTo>
                    <a:pt x="80690" y="124955"/>
                    <a:pt x="87244" y="99094"/>
                    <a:pt x="87244" y="97677"/>
                  </a:cubicBezTo>
                  <a:cubicBezTo>
                    <a:pt x="87244" y="95905"/>
                    <a:pt x="85650" y="95905"/>
                    <a:pt x="85118" y="95905"/>
                  </a:cubicBezTo>
                  <a:cubicBezTo>
                    <a:pt x="83347" y="95905"/>
                    <a:pt x="83347" y="96437"/>
                    <a:pt x="82461" y="99094"/>
                  </a:cubicBezTo>
                  <a:cubicBezTo>
                    <a:pt x="79804" y="108482"/>
                    <a:pt x="74136" y="121058"/>
                    <a:pt x="64393" y="121058"/>
                  </a:cubicBezTo>
                  <a:cubicBezTo>
                    <a:pt x="61382" y="121058"/>
                    <a:pt x="60142" y="119287"/>
                    <a:pt x="60142" y="115213"/>
                  </a:cubicBezTo>
                  <a:cubicBezTo>
                    <a:pt x="60142" y="110785"/>
                    <a:pt x="61736" y="106533"/>
                    <a:pt x="63330" y="102636"/>
                  </a:cubicBezTo>
                  <a:cubicBezTo>
                    <a:pt x="66165" y="95019"/>
                    <a:pt x="74136" y="73940"/>
                    <a:pt x="74136" y="63666"/>
                  </a:cubicBezTo>
                  <a:cubicBezTo>
                    <a:pt x="74136" y="52153"/>
                    <a:pt x="67050" y="44713"/>
                    <a:pt x="53765" y="44713"/>
                  </a:cubicBezTo>
                  <a:cubicBezTo>
                    <a:pt x="42606" y="44713"/>
                    <a:pt x="34103" y="50204"/>
                    <a:pt x="27549" y="58352"/>
                  </a:cubicBezTo>
                  <a:lnTo>
                    <a:pt x="41366" y="2023"/>
                  </a:lnTo>
                  <a:close/>
                </a:path>
              </a:pathLst>
            </a:custGeom>
            <a:solidFill>
              <a:srgbClr val="000000"/>
            </a:solidFill>
            <a:ln w="1771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03" name="任意形状 302">
              <a:extLst>
                <a:ext uri="{FF2B5EF4-FFF2-40B4-BE49-F238E27FC236}">
                  <a16:creationId xmlns:a16="http://schemas.microsoft.com/office/drawing/2014/main" id="{DD87281B-CCF2-3E1A-E653-776C5422EFD4}"/>
                </a:ext>
              </a:extLst>
            </p:cNvPr>
            <p:cNvSpPr/>
            <p:nvPr>
              <p:custDataLst>
                <p:tags r:id="rId64"/>
              </p:custDataLst>
            </p:nvPr>
          </p:nvSpPr>
          <p:spPr>
            <a:xfrm>
              <a:off x="7518947" y="3741688"/>
              <a:ext cx="88390" cy="165090"/>
            </a:xfrm>
            <a:custGeom>
              <a:avLst/>
              <a:gdLst>
                <a:gd name="connsiteX0" fmla="*/ 87252 w 88390"/>
                <a:gd name="connsiteY0" fmla="*/ 6983 h 165090"/>
                <a:gd name="connsiteX1" fmla="*/ 88669 w 88390"/>
                <a:gd name="connsiteY1" fmla="*/ 3617 h 165090"/>
                <a:gd name="connsiteX2" fmla="*/ 85127 w 88390"/>
                <a:gd name="connsiteY2" fmla="*/ 75 h 165090"/>
                <a:gd name="connsiteX3" fmla="*/ 81230 w 88390"/>
                <a:gd name="connsiteY3" fmla="*/ 3617 h 165090"/>
                <a:gd name="connsiteX4" fmla="*/ 1696 w 88390"/>
                <a:gd name="connsiteY4" fmla="*/ 158257 h 165090"/>
                <a:gd name="connsiteX5" fmla="*/ 279 w 88390"/>
                <a:gd name="connsiteY5" fmla="*/ 161623 h 165090"/>
                <a:gd name="connsiteX6" fmla="*/ 3821 w 88390"/>
                <a:gd name="connsiteY6" fmla="*/ 165165 h 165090"/>
                <a:gd name="connsiteX7" fmla="*/ 7718 w 88390"/>
                <a:gd name="connsiteY7" fmla="*/ 161623 h 165090"/>
                <a:gd name="connsiteX8" fmla="*/ 87252 w 88390"/>
                <a:gd name="connsiteY8" fmla="*/ 6983 h 1650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8390" h="165090">
                  <a:moveTo>
                    <a:pt x="87252" y="6983"/>
                  </a:moveTo>
                  <a:cubicBezTo>
                    <a:pt x="88669" y="4503"/>
                    <a:pt x="88669" y="4149"/>
                    <a:pt x="88669" y="3617"/>
                  </a:cubicBezTo>
                  <a:cubicBezTo>
                    <a:pt x="88669" y="2377"/>
                    <a:pt x="87607" y="75"/>
                    <a:pt x="85127" y="75"/>
                  </a:cubicBezTo>
                  <a:cubicBezTo>
                    <a:pt x="83001" y="75"/>
                    <a:pt x="82470" y="1138"/>
                    <a:pt x="81230" y="3617"/>
                  </a:cubicBezTo>
                  <a:lnTo>
                    <a:pt x="1696" y="158257"/>
                  </a:lnTo>
                  <a:cubicBezTo>
                    <a:pt x="279" y="160737"/>
                    <a:pt x="279" y="161091"/>
                    <a:pt x="279" y="161623"/>
                  </a:cubicBezTo>
                  <a:cubicBezTo>
                    <a:pt x="279" y="163040"/>
                    <a:pt x="1519" y="165165"/>
                    <a:pt x="3821" y="165165"/>
                  </a:cubicBezTo>
                  <a:cubicBezTo>
                    <a:pt x="5947" y="165165"/>
                    <a:pt x="6478" y="164102"/>
                    <a:pt x="7718" y="161623"/>
                  </a:cubicBezTo>
                  <a:lnTo>
                    <a:pt x="87252" y="6983"/>
                  </a:lnTo>
                  <a:close/>
                </a:path>
              </a:pathLst>
            </a:custGeom>
            <a:solidFill>
              <a:srgbClr val="000000"/>
            </a:solidFill>
            <a:ln w="1771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04" name="任意形状 303">
              <a:extLst>
                <a:ext uri="{FF2B5EF4-FFF2-40B4-BE49-F238E27FC236}">
                  <a16:creationId xmlns:a16="http://schemas.microsoft.com/office/drawing/2014/main" id="{EE6C240B-35E4-5EC8-8E87-5C91BC4E8019}"/>
                </a:ext>
              </a:extLst>
            </p:cNvPr>
            <p:cNvSpPr/>
            <p:nvPr>
              <p:custDataLst>
                <p:tags r:id="rId65"/>
              </p:custDataLst>
            </p:nvPr>
          </p:nvSpPr>
          <p:spPr>
            <a:xfrm>
              <a:off x="7504245" y="3803509"/>
              <a:ext cx="117795" cy="41449"/>
            </a:xfrm>
            <a:custGeom>
              <a:avLst/>
              <a:gdLst>
                <a:gd name="connsiteX0" fmla="*/ 112051 w 117795"/>
                <a:gd name="connsiteY0" fmla="*/ 7160 h 41449"/>
                <a:gd name="connsiteX1" fmla="*/ 118074 w 117795"/>
                <a:gd name="connsiteY1" fmla="*/ 3617 h 41449"/>
                <a:gd name="connsiteX2" fmla="*/ 112228 w 117795"/>
                <a:gd name="connsiteY2" fmla="*/ 75 h 41449"/>
                <a:gd name="connsiteX3" fmla="*/ 6124 w 117795"/>
                <a:gd name="connsiteY3" fmla="*/ 75 h 41449"/>
                <a:gd name="connsiteX4" fmla="*/ 279 w 117795"/>
                <a:gd name="connsiteY4" fmla="*/ 3617 h 41449"/>
                <a:gd name="connsiteX5" fmla="*/ 6301 w 117795"/>
                <a:gd name="connsiteY5" fmla="*/ 7160 h 41449"/>
                <a:gd name="connsiteX6" fmla="*/ 112051 w 117795"/>
                <a:gd name="connsiteY6" fmla="*/ 7160 h 41449"/>
                <a:gd name="connsiteX7" fmla="*/ 112228 w 117795"/>
                <a:gd name="connsiteY7" fmla="*/ 41524 h 41449"/>
                <a:gd name="connsiteX8" fmla="*/ 118074 w 117795"/>
                <a:gd name="connsiteY8" fmla="*/ 37982 h 41449"/>
                <a:gd name="connsiteX9" fmla="*/ 112051 w 117795"/>
                <a:gd name="connsiteY9" fmla="*/ 34439 h 41449"/>
                <a:gd name="connsiteX10" fmla="*/ 6301 w 117795"/>
                <a:gd name="connsiteY10" fmla="*/ 34439 h 41449"/>
                <a:gd name="connsiteX11" fmla="*/ 279 w 117795"/>
                <a:gd name="connsiteY11" fmla="*/ 37982 h 41449"/>
                <a:gd name="connsiteX12" fmla="*/ 6124 w 117795"/>
                <a:gd name="connsiteY12" fmla="*/ 41524 h 41449"/>
                <a:gd name="connsiteX13" fmla="*/ 112228 w 117795"/>
                <a:gd name="connsiteY13" fmla="*/ 41524 h 414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17795" h="41449">
                  <a:moveTo>
                    <a:pt x="112051" y="7160"/>
                  </a:moveTo>
                  <a:cubicBezTo>
                    <a:pt x="114708" y="7160"/>
                    <a:pt x="118074" y="7160"/>
                    <a:pt x="118074" y="3617"/>
                  </a:cubicBezTo>
                  <a:cubicBezTo>
                    <a:pt x="118074" y="75"/>
                    <a:pt x="114708" y="75"/>
                    <a:pt x="112228" y="75"/>
                  </a:cubicBezTo>
                  <a:lnTo>
                    <a:pt x="6124" y="75"/>
                  </a:lnTo>
                  <a:cubicBezTo>
                    <a:pt x="3644" y="75"/>
                    <a:pt x="279" y="75"/>
                    <a:pt x="279" y="3617"/>
                  </a:cubicBezTo>
                  <a:cubicBezTo>
                    <a:pt x="279" y="7160"/>
                    <a:pt x="3644" y="7160"/>
                    <a:pt x="6301" y="7160"/>
                  </a:cubicBezTo>
                  <a:lnTo>
                    <a:pt x="112051" y="7160"/>
                  </a:lnTo>
                  <a:close/>
                  <a:moveTo>
                    <a:pt x="112228" y="41524"/>
                  </a:moveTo>
                  <a:cubicBezTo>
                    <a:pt x="114708" y="41524"/>
                    <a:pt x="118074" y="41524"/>
                    <a:pt x="118074" y="37982"/>
                  </a:cubicBezTo>
                  <a:cubicBezTo>
                    <a:pt x="118074" y="34439"/>
                    <a:pt x="114708" y="34439"/>
                    <a:pt x="112051" y="34439"/>
                  </a:cubicBezTo>
                  <a:lnTo>
                    <a:pt x="6301" y="34439"/>
                  </a:lnTo>
                  <a:cubicBezTo>
                    <a:pt x="3644" y="34439"/>
                    <a:pt x="279" y="34439"/>
                    <a:pt x="279" y="37982"/>
                  </a:cubicBezTo>
                  <a:cubicBezTo>
                    <a:pt x="279" y="41524"/>
                    <a:pt x="3644" y="41524"/>
                    <a:pt x="6124" y="41524"/>
                  </a:cubicBezTo>
                  <a:lnTo>
                    <a:pt x="112228" y="41524"/>
                  </a:lnTo>
                  <a:close/>
                </a:path>
              </a:pathLst>
            </a:custGeom>
            <a:solidFill>
              <a:srgbClr val="000000"/>
            </a:solidFill>
            <a:ln w="1771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05" name="任意形状 304">
              <a:extLst>
                <a:ext uri="{FF2B5EF4-FFF2-40B4-BE49-F238E27FC236}">
                  <a16:creationId xmlns:a16="http://schemas.microsoft.com/office/drawing/2014/main" id="{3361174D-9B91-1DB0-E31A-CB21E08BC1C2}"/>
                </a:ext>
              </a:extLst>
            </p:cNvPr>
            <p:cNvSpPr/>
            <p:nvPr>
              <p:custDataLst>
                <p:tags r:id="rId66"/>
              </p:custDataLst>
            </p:nvPr>
          </p:nvSpPr>
          <p:spPr>
            <a:xfrm>
              <a:off x="7685375" y="3757631"/>
              <a:ext cx="54380" cy="112835"/>
            </a:xfrm>
            <a:custGeom>
              <a:avLst/>
              <a:gdLst>
                <a:gd name="connsiteX0" fmla="*/ 32705 w 54380"/>
                <a:gd name="connsiteY0" fmla="*/ 40107 h 112835"/>
                <a:gd name="connsiteX1" fmla="*/ 49356 w 54380"/>
                <a:gd name="connsiteY1" fmla="*/ 40107 h 112835"/>
                <a:gd name="connsiteX2" fmla="*/ 54670 w 54380"/>
                <a:gd name="connsiteY2" fmla="*/ 36565 h 112835"/>
                <a:gd name="connsiteX3" fmla="*/ 49710 w 54380"/>
                <a:gd name="connsiteY3" fmla="*/ 34616 h 112835"/>
                <a:gd name="connsiteX4" fmla="*/ 34122 w 54380"/>
                <a:gd name="connsiteY4" fmla="*/ 34616 h 112835"/>
                <a:gd name="connsiteX5" fmla="*/ 41385 w 54380"/>
                <a:gd name="connsiteY5" fmla="*/ 4857 h 112835"/>
                <a:gd name="connsiteX6" fmla="*/ 36248 w 54380"/>
                <a:gd name="connsiteY6" fmla="*/ 75 h 112835"/>
                <a:gd name="connsiteX7" fmla="*/ 29162 w 54380"/>
                <a:gd name="connsiteY7" fmla="*/ 6452 h 112835"/>
                <a:gd name="connsiteX8" fmla="*/ 22254 w 54380"/>
                <a:gd name="connsiteY8" fmla="*/ 34616 h 112835"/>
                <a:gd name="connsiteX9" fmla="*/ 5603 w 54380"/>
                <a:gd name="connsiteY9" fmla="*/ 34616 h 112835"/>
                <a:gd name="connsiteX10" fmla="*/ 289 w 54380"/>
                <a:gd name="connsiteY10" fmla="*/ 37982 h 112835"/>
                <a:gd name="connsiteX11" fmla="*/ 5249 w 54380"/>
                <a:gd name="connsiteY11" fmla="*/ 40107 h 112835"/>
                <a:gd name="connsiteX12" fmla="*/ 20837 w 54380"/>
                <a:gd name="connsiteY12" fmla="*/ 40107 h 112835"/>
                <a:gd name="connsiteX13" fmla="*/ 7375 w 54380"/>
                <a:gd name="connsiteY13" fmla="*/ 96614 h 112835"/>
                <a:gd name="connsiteX14" fmla="*/ 23671 w 54380"/>
                <a:gd name="connsiteY14" fmla="*/ 112910 h 112835"/>
                <a:gd name="connsiteX15" fmla="*/ 51836 w 54380"/>
                <a:gd name="connsiteY15" fmla="*/ 85631 h 112835"/>
                <a:gd name="connsiteX16" fmla="*/ 49710 w 54380"/>
                <a:gd name="connsiteY16" fmla="*/ 83860 h 112835"/>
                <a:gd name="connsiteX17" fmla="*/ 47053 w 54380"/>
                <a:gd name="connsiteY17" fmla="*/ 86340 h 112835"/>
                <a:gd name="connsiteX18" fmla="*/ 24025 w 54380"/>
                <a:gd name="connsiteY18" fmla="*/ 109013 h 112835"/>
                <a:gd name="connsiteX19" fmla="*/ 18534 w 54380"/>
                <a:gd name="connsiteY19" fmla="*/ 100865 h 112835"/>
                <a:gd name="connsiteX20" fmla="*/ 19597 w 54380"/>
                <a:gd name="connsiteY20" fmla="*/ 92362 h 112835"/>
                <a:gd name="connsiteX21" fmla="*/ 32705 w 54380"/>
                <a:gd name="connsiteY21" fmla="*/ 40107 h 1128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54380" h="112835">
                  <a:moveTo>
                    <a:pt x="32705" y="40107"/>
                  </a:moveTo>
                  <a:lnTo>
                    <a:pt x="49356" y="40107"/>
                  </a:lnTo>
                  <a:cubicBezTo>
                    <a:pt x="52898" y="40107"/>
                    <a:pt x="54670" y="40107"/>
                    <a:pt x="54670" y="36565"/>
                  </a:cubicBezTo>
                  <a:cubicBezTo>
                    <a:pt x="54670" y="34616"/>
                    <a:pt x="52898" y="34616"/>
                    <a:pt x="49710" y="34616"/>
                  </a:cubicBezTo>
                  <a:lnTo>
                    <a:pt x="34122" y="34616"/>
                  </a:lnTo>
                  <a:cubicBezTo>
                    <a:pt x="40499" y="9463"/>
                    <a:pt x="41385" y="5920"/>
                    <a:pt x="41385" y="4857"/>
                  </a:cubicBezTo>
                  <a:cubicBezTo>
                    <a:pt x="41385" y="1846"/>
                    <a:pt x="39259" y="75"/>
                    <a:pt x="36248" y="75"/>
                  </a:cubicBezTo>
                  <a:cubicBezTo>
                    <a:pt x="35716" y="75"/>
                    <a:pt x="30757" y="252"/>
                    <a:pt x="29162" y="6452"/>
                  </a:cubicBezTo>
                  <a:lnTo>
                    <a:pt x="22254" y="34616"/>
                  </a:lnTo>
                  <a:lnTo>
                    <a:pt x="5603" y="34616"/>
                  </a:lnTo>
                  <a:cubicBezTo>
                    <a:pt x="2061" y="34616"/>
                    <a:pt x="289" y="34616"/>
                    <a:pt x="289" y="37982"/>
                  </a:cubicBezTo>
                  <a:cubicBezTo>
                    <a:pt x="289" y="40107"/>
                    <a:pt x="1706" y="40107"/>
                    <a:pt x="5249" y="40107"/>
                  </a:cubicBezTo>
                  <a:lnTo>
                    <a:pt x="20837" y="40107"/>
                  </a:lnTo>
                  <a:cubicBezTo>
                    <a:pt x="8083" y="90414"/>
                    <a:pt x="7375" y="93425"/>
                    <a:pt x="7375" y="96614"/>
                  </a:cubicBezTo>
                  <a:cubicBezTo>
                    <a:pt x="7375" y="106179"/>
                    <a:pt x="14106" y="112910"/>
                    <a:pt x="23671" y="112910"/>
                  </a:cubicBezTo>
                  <a:cubicBezTo>
                    <a:pt x="41739" y="112910"/>
                    <a:pt x="51836" y="87048"/>
                    <a:pt x="51836" y="85631"/>
                  </a:cubicBezTo>
                  <a:cubicBezTo>
                    <a:pt x="51836" y="83860"/>
                    <a:pt x="50419" y="83860"/>
                    <a:pt x="49710" y="83860"/>
                  </a:cubicBezTo>
                  <a:cubicBezTo>
                    <a:pt x="48116" y="83860"/>
                    <a:pt x="47939" y="84391"/>
                    <a:pt x="47053" y="86340"/>
                  </a:cubicBezTo>
                  <a:cubicBezTo>
                    <a:pt x="39436" y="104762"/>
                    <a:pt x="30048" y="109013"/>
                    <a:pt x="24025" y="109013"/>
                  </a:cubicBezTo>
                  <a:cubicBezTo>
                    <a:pt x="20305" y="109013"/>
                    <a:pt x="18534" y="106710"/>
                    <a:pt x="18534" y="100865"/>
                  </a:cubicBezTo>
                  <a:cubicBezTo>
                    <a:pt x="18534" y="96614"/>
                    <a:pt x="18888" y="95374"/>
                    <a:pt x="19597" y="92362"/>
                  </a:cubicBezTo>
                  <a:lnTo>
                    <a:pt x="32705" y="40107"/>
                  </a:lnTo>
                  <a:close/>
                </a:path>
              </a:pathLst>
            </a:custGeom>
            <a:solidFill>
              <a:srgbClr val="000000"/>
            </a:solidFill>
            <a:ln w="1771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06" name="任意形状 305">
              <a:extLst>
                <a:ext uri="{FF2B5EF4-FFF2-40B4-BE49-F238E27FC236}">
                  <a16:creationId xmlns:a16="http://schemas.microsoft.com/office/drawing/2014/main" id="{C8947369-0995-7056-B8C6-2D345BEAA4C9}"/>
                </a:ext>
              </a:extLst>
            </p:cNvPr>
            <p:cNvSpPr/>
            <p:nvPr>
              <p:custDataLst>
                <p:tags r:id="rId67"/>
              </p:custDataLst>
            </p:nvPr>
          </p:nvSpPr>
          <p:spPr>
            <a:xfrm>
              <a:off x="7758021" y="3735666"/>
              <a:ext cx="62883" cy="177135"/>
            </a:xfrm>
            <a:custGeom>
              <a:avLst/>
              <a:gdLst>
                <a:gd name="connsiteX0" fmla="*/ 25800 w 62883"/>
                <a:gd name="connsiteY0" fmla="*/ 153651 h 177135"/>
                <a:gd name="connsiteX1" fmla="*/ 1887 w 62883"/>
                <a:gd name="connsiteY1" fmla="*/ 173313 h 177135"/>
                <a:gd name="connsiteX2" fmla="*/ 293 w 62883"/>
                <a:gd name="connsiteY2" fmla="*/ 175262 h 177135"/>
                <a:gd name="connsiteX3" fmla="*/ 3835 w 62883"/>
                <a:gd name="connsiteY3" fmla="*/ 177210 h 177135"/>
                <a:gd name="connsiteX4" fmla="*/ 37668 w 62883"/>
                <a:gd name="connsiteY4" fmla="*/ 155069 h 177135"/>
                <a:gd name="connsiteX5" fmla="*/ 37668 w 62883"/>
                <a:gd name="connsiteY5" fmla="*/ 114682 h 177135"/>
                <a:gd name="connsiteX6" fmla="*/ 44754 w 62883"/>
                <a:gd name="connsiteY6" fmla="*/ 96259 h 177135"/>
                <a:gd name="connsiteX7" fmla="*/ 61582 w 62883"/>
                <a:gd name="connsiteY7" fmla="*/ 90591 h 177135"/>
                <a:gd name="connsiteX8" fmla="*/ 63176 w 62883"/>
                <a:gd name="connsiteY8" fmla="*/ 88643 h 177135"/>
                <a:gd name="connsiteX9" fmla="*/ 60342 w 62883"/>
                <a:gd name="connsiteY9" fmla="*/ 86694 h 177135"/>
                <a:gd name="connsiteX10" fmla="*/ 38200 w 62883"/>
                <a:gd name="connsiteY10" fmla="*/ 70929 h 177135"/>
                <a:gd name="connsiteX11" fmla="*/ 37668 w 62883"/>
                <a:gd name="connsiteY11" fmla="*/ 62249 h 177135"/>
                <a:gd name="connsiteX12" fmla="*/ 37668 w 62883"/>
                <a:gd name="connsiteY12" fmla="*/ 27176 h 177135"/>
                <a:gd name="connsiteX13" fmla="*/ 29166 w 62883"/>
                <a:gd name="connsiteY13" fmla="*/ 7337 h 177135"/>
                <a:gd name="connsiteX14" fmla="*/ 3835 w 62883"/>
                <a:gd name="connsiteY14" fmla="*/ 75 h 177135"/>
                <a:gd name="connsiteX15" fmla="*/ 293 w 62883"/>
                <a:gd name="connsiteY15" fmla="*/ 2023 h 177135"/>
                <a:gd name="connsiteX16" fmla="*/ 3127 w 62883"/>
                <a:gd name="connsiteY16" fmla="*/ 3972 h 177135"/>
                <a:gd name="connsiteX17" fmla="*/ 25269 w 62883"/>
                <a:gd name="connsiteY17" fmla="*/ 19383 h 177135"/>
                <a:gd name="connsiteX18" fmla="*/ 25800 w 62883"/>
                <a:gd name="connsiteY18" fmla="*/ 27708 h 177135"/>
                <a:gd name="connsiteX19" fmla="*/ 25800 w 62883"/>
                <a:gd name="connsiteY19" fmla="*/ 64906 h 177135"/>
                <a:gd name="connsiteX20" fmla="*/ 32886 w 62883"/>
                <a:gd name="connsiteY20" fmla="*/ 81734 h 177135"/>
                <a:gd name="connsiteX21" fmla="*/ 46702 w 62883"/>
                <a:gd name="connsiteY21" fmla="*/ 88643 h 177135"/>
                <a:gd name="connsiteX22" fmla="*/ 25800 w 62883"/>
                <a:gd name="connsiteY22" fmla="*/ 111139 h 177135"/>
                <a:gd name="connsiteX23" fmla="*/ 25800 w 62883"/>
                <a:gd name="connsiteY23" fmla="*/ 153651 h 1771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62883" h="177135">
                  <a:moveTo>
                    <a:pt x="25800" y="153651"/>
                  </a:moveTo>
                  <a:cubicBezTo>
                    <a:pt x="25800" y="160737"/>
                    <a:pt x="21195" y="172074"/>
                    <a:pt x="1887" y="173313"/>
                  </a:cubicBezTo>
                  <a:cubicBezTo>
                    <a:pt x="1001" y="173491"/>
                    <a:pt x="293" y="174199"/>
                    <a:pt x="293" y="175262"/>
                  </a:cubicBezTo>
                  <a:cubicBezTo>
                    <a:pt x="293" y="177210"/>
                    <a:pt x="2241" y="177210"/>
                    <a:pt x="3835" y="177210"/>
                  </a:cubicBezTo>
                  <a:cubicBezTo>
                    <a:pt x="21018" y="177210"/>
                    <a:pt x="37491" y="168531"/>
                    <a:pt x="37668" y="155069"/>
                  </a:cubicBezTo>
                  <a:lnTo>
                    <a:pt x="37668" y="114682"/>
                  </a:lnTo>
                  <a:cubicBezTo>
                    <a:pt x="37668" y="107773"/>
                    <a:pt x="37668" y="102105"/>
                    <a:pt x="44754" y="96259"/>
                  </a:cubicBezTo>
                  <a:cubicBezTo>
                    <a:pt x="50954" y="91122"/>
                    <a:pt x="57685" y="90768"/>
                    <a:pt x="61582" y="90591"/>
                  </a:cubicBezTo>
                  <a:cubicBezTo>
                    <a:pt x="62467" y="90414"/>
                    <a:pt x="63176" y="89705"/>
                    <a:pt x="63176" y="88643"/>
                  </a:cubicBezTo>
                  <a:cubicBezTo>
                    <a:pt x="63176" y="86871"/>
                    <a:pt x="62113" y="86871"/>
                    <a:pt x="60342" y="86694"/>
                  </a:cubicBezTo>
                  <a:cubicBezTo>
                    <a:pt x="48651" y="85986"/>
                    <a:pt x="40148" y="79609"/>
                    <a:pt x="38200" y="70929"/>
                  </a:cubicBezTo>
                  <a:cubicBezTo>
                    <a:pt x="37668" y="68981"/>
                    <a:pt x="37668" y="68626"/>
                    <a:pt x="37668" y="62249"/>
                  </a:cubicBezTo>
                  <a:lnTo>
                    <a:pt x="37668" y="27176"/>
                  </a:lnTo>
                  <a:cubicBezTo>
                    <a:pt x="37668" y="19737"/>
                    <a:pt x="37668" y="14068"/>
                    <a:pt x="29166" y="7337"/>
                  </a:cubicBezTo>
                  <a:cubicBezTo>
                    <a:pt x="22080" y="1846"/>
                    <a:pt x="9858" y="75"/>
                    <a:pt x="3835" y="75"/>
                  </a:cubicBezTo>
                  <a:cubicBezTo>
                    <a:pt x="2241" y="75"/>
                    <a:pt x="293" y="75"/>
                    <a:pt x="293" y="2023"/>
                  </a:cubicBezTo>
                  <a:cubicBezTo>
                    <a:pt x="293" y="3795"/>
                    <a:pt x="1356" y="3795"/>
                    <a:pt x="3127" y="3972"/>
                  </a:cubicBezTo>
                  <a:cubicBezTo>
                    <a:pt x="14286" y="4680"/>
                    <a:pt x="22966" y="10349"/>
                    <a:pt x="25269" y="19383"/>
                  </a:cubicBezTo>
                  <a:cubicBezTo>
                    <a:pt x="25800" y="20977"/>
                    <a:pt x="25800" y="21331"/>
                    <a:pt x="25800" y="27708"/>
                  </a:cubicBezTo>
                  <a:lnTo>
                    <a:pt x="25800" y="64906"/>
                  </a:lnTo>
                  <a:cubicBezTo>
                    <a:pt x="25800" y="73055"/>
                    <a:pt x="27217" y="76066"/>
                    <a:pt x="32886" y="81734"/>
                  </a:cubicBezTo>
                  <a:cubicBezTo>
                    <a:pt x="36606" y="85454"/>
                    <a:pt x="41743" y="87226"/>
                    <a:pt x="46702" y="88643"/>
                  </a:cubicBezTo>
                  <a:cubicBezTo>
                    <a:pt x="32177" y="92717"/>
                    <a:pt x="25800" y="100865"/>
                    <a:pt x="25800" y="111139"/>
                  </a:cubicBezTo>
                  <a:lnTo>
                    <a:pt x="25800" y="153651"/>
                  </a:lnTo>
                  <a:close/>
                </a:path>
              </a:pathLst>
            </a:custGeom>
            <a:solidFill>
              <a:srgbClr val="000000"/>
            </a:solidFill>
            <a:ln w="1771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</p:grpSp>
      <p:sp>
        <p:nvSpPr>
          <p:cNvPr id="308" name="文本框 307">
            <a:extLst>
              <a:ext uri="{FF2B5EF4-FFF2-40B4-BE49-F238E27FC236}">
                <a16:creationId xmlns:a16="http://schemas.microsoft.com/office/drawing/2014/main" id="{D0EB1D56-1374-973C-3478-897FD7DE908B}"/>
              </a:ext>
            </a:extLst>
          </p:cNvPr>
          <p:cNvSpPr txBox="1"/>
          <p:nvPr/>
        </p:nvSpPr>
        <p:spPr>
          <a:xfrm>
            <a:off x="6312939" y="5584362"/>
            <a:ext cx="187423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dirty="0"/>
              <a:t>Main symmetry score:</a:t>
            </a:r>
            <a:endParaRPr kumimoji="1" lang="zh-CN" altLang="en-US" sz="1400" dirty="0"/>
          </a:p>
        </p:txBody>
      </p:sp>
      <p:grpSp>
        <p:nvGrpSpPr>
          <p:cNvPr id="347" name="组合 346">
            <a:extLst>
              <a:ext uri="{FF2B5EF4-FFF2-40B4-BE49-F238E27FC236}">
                <a16:creationId xmlns:a16="http://schemas.microsoft.com/office/drawing/2014/main" id="{B1542620-7D22-0881-B9A9-B607F799CF95}"/>
              </a:ext>
            </a:extLst>
          </p:cNvPr>
          <p:cNvGrpSpPr>
            <a:grpSpLocks noChangeAspect="1"/>
          </p:cNvGrpSpPr>
          <p:nvPr>
            <p:custDataLst>
              <p:tags r:id="rId9"/>
            </p:custDataLst>
          </p:nvPr>
        </p:nvGrpSpPr>
        <p:grpSpPr>
          <a:xfrm>
            <a:off x="6429014" y="5976507"/>
            <a:ext cx="2073356" cy="466195"/>
            <a:chOff x="5651486" y="3673723"/>
            <a:chExt cx="2073356" cy="466195"/>
          </a:xfrm>
        </p:grpSpPr>
        <p:sp>
          <p:nvSpPr>
            <p:cNvPr id="312" name="任意形状 311">
              <a:extLst>
                <a:ext uri="{FF2B5EF4-FFF2-40B4-BE49-F238E27FC236}">
                  <a16:creationId xmlns:a16="http://schemas.microsoft.com/office/drawing/2014/main" id="{3A33A1F0-B4A6-C6CD-8A06-B2C9975F5DA0}"/>
                </a:ext>
              </a:extLst>
            </p:cNvPr>
            <p:cNvSpPr/>
            <p:nvPr>
              <p:custDataLst>
                <p:tags r:id="rId10"/>
              </p:custDataLst>
            </p:nvPr>
          </p:nvSpPr>
          <p:spPr>
            <a:xfrm>
              <a:off x="5651486" y="3819010"/>
              <a:ext cx="78471" cy="128777"/>
            </a:xfrm>
            <a:custGeom>
              <a:avLst/>
              <a:gdLst>
                <a:gd name="connsiteX0" fmla="*/ 52075 w 78471"/>
                <a:gd name="connsiteY0" fmla="*/ 56231 h 128777"/>
                <a:gd name="connsiteX1" fmla="*/ 29402 w 78471"/>
                <a:gd name="connsiteY1" fmla="*/ 50740 h 128777"/>
                <a:gd name="connsiteX2" fmla="*/ 11511 w 78471"/>
                <a:gd name="connsiteY2" fmla="*/ 28244 h 128777"/>
                <a:gd name="connsiteX3" fmla="*/ 34893 w 78471"/>
                <a:gd name="connsiteY3" fmla="*/ 5039 h 128777"/>
                <a:gd name="connsiteX4" fmla="*/ 69435 w 78471"/>
                <a:gd name="connsiteY4" fmla="*/ 42060 h 128777"/>
                <a:gd name="connsiteX5" fmla="*/ 71560 w 78471"/>
                <a:gd name="connsiteY5" fmla="*/ 44186 h 128777"/>
                <a:gd name="connsiteX6" fmla="*/ 73863 w 78471"/>
                <a:gd name="connsiteY6" fmla="*/ 39935 h 128777"/>
                <a:gd name="connsiteX7" fmla="*/ 73863 w 78471"/>
                <a:gd name="connsiteY7" fmla="*/ 4330 h 128777"/>
                <a:gd name="connsiteX8" fmla="*/ 71914 w 78471"/>
                <a:gd name="connsiteY8" fmla="*/ 79 h 128777"/>
                <a:gd name="connsiteX9" fmla="*/ 69257 w 78471"/>
                <a:gd name="connsiteY9" fmla="*/ 2382 h 128777"/>
                <a:gd name="connsiteX10" fmla="*/ 63058 w 78471"/>
                <a:gd name="connsiteY10" fmla="*/ 12478 h 128777"/>
                <a:gd name="connsiteX11" fmla="*/ 34716 w 78471"/>
                <a:gd name="connsiteY11" fmla="*/ 79 h 128777"/>
                <a:gd name="connsiteX12" fmla="*/ 174 w 78471"/>
                <a:gd name="connsiteY12" fmla="*/ 34443 h 128777"/>
                <a:gd name="connsiteX13" fmla="*/ 23379 w 78471"/>
                <a:gd name="connsiteY13" fmla="*/ 66859 h 128777"/>
                <a:gd name="connsiteX14" fmla="*/ 46761 w 78471"/>
                <a:gd name="connsiteY14" fmla="*/ 72705 h 128777"/>
                <a:gd name="connsiteX15" fmla="*/ 61818 w 78471"/>
                <a:gd name="connsiteY15" fmla="*/ 81739 h 128777"/>
                <a:gd name="connsiteX16" fmla="*/ 67309 w 78471"/>
                <a:gd name="connsiteY16" fmla="*/ 98035 h 128777"/>
                <a:gd name="connsiteX17" fmla="*/ 43573 w 78471"/>
                <a:gd name="connsiteY17" fmla="*/ 123365 h 128777"/>
                <a:gd name="connsiteX18" fmla="*/ 15585 w 78471"/>
                <a:gd name="connsiteY18" fmla="*/ 113800 h 128777"/>
                <a:gd name="connsiteX19" fmla="*/ 4603 w 78471"/>
                <a:gd name="connsiteY19" fmla="*/ 86521 h 128777"/>
                <a:gd name="connsiteX20" fmla="*/ 2477 w 78471"/>
                <a:gd name="connsiteY20" fmla="*/ 84750 h 128777"/>
                <a:gd name="connsiteX21" fmla="*/ 174 w 78471"/>
                <a:gd name="connsiteY21" fmla="*/ 89178 h 128777"/>
                <a:gd name="connsiteX22" fmla="*/ 174 w 78471"/>
                <a:gd name="connsiteY22" fmla="*/ 124605 h 128777"/>
                <a:gd name="connsiteX23" fmla="*/ 2123 w 78471"/>
                <a:gd name="connsiteY23" fmla="*/ 128857 h 128777"/>
                <a:gd name="connsiteX24" fmla="*/ 4780 w 78471"/>
                <a:gd name="connsiteY24" fmla="*/ 126554 h 128777"/>
                <a:gd name="connsiteX25" fmla="*/ 11157 w 78471"/>
                <a:gd name="connsiteY25" fmla="*/ 116457 h 128777"/>
                <a:gd name="connsiteX26" fmla="*/ 43750 w 78471"/>
                <a:gd name="connsiteY26" fmla="*/ 128857 h 128777"/>
                <a:gd name="connsiteX27" fmla="*/ 78646 w 78471"/>
                <a:gd name="connsiteY27" fmla="*/ 92012 h 128777"/>
                <a:gd name="connsiteX28" fmla="*/ 52075 w 78471"/>
                <a:gd name="connsiteY28" fmla="*/ 56231 h 128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78471" h="128777">
                  <a:moveTo>
                    <a:pt x="52075" y="56231"/>
                  </a:moveTo>
                  <a:lnTo>
                    <a:pt x="29402" y="50740"/>
                  </a:lnTo>
                  <a:cubicBezTo>
                    <a:pt x="18419" y="48083"/>
                    <a:pt x="11511" y="38517"/>
                    <a:pt x="11511" y="28244"/>
                  </a:cubicBezTo>
                  <a:cubicBezTo>
                    <a:pt x="11511" y="15844"/>
                    <a:pt x="21076" y="5039"/>
                    <a:pt x="34893" y="5039"/>
                  </a:cubicBezTo>
                  <a:cubicBezTo>
                    <a:pt x="64475" y="5039"/>
                    <a:pt x="68372" y="34089"/>
                    <a:pt x="69435" y="42060"/>
                  </a:cubicBezTo>
                  <a:cubicBezTo>
                    <a:pt x="69612" y="43123"/>
                    <a:pt x="69612" y="44186"/>
                    <a:pt x="71560" y="44186"/>
                  </a:cubicBezTo>
                  <a:cubicBezTo>
                    <a:pt x="73863" y="44186"/>
                    <a:pt x="73863" y="43300"/>
                    <a:pt x="73863" y="39935"/>
                  </a:cubicBezTo>
                  <a:lnTo>
                    <a:pt x="73863" y="4330"/>
                  </a:lnTo>
                  <a:cubicBezTo>
                    <a:pt x="73863" y="1319"/>
                    <a:pt x="73863" y="79"/>
                    <a:pt x="71914" y="79"/>
                  </a:cubicBezTo>
                  <a:cubicBezTo>
                    <a:pt x="70674" y="79"/>
                    <a:pt x="70497" y="256"/>
                    <a:pt x="69257" y="2382"/>
                  </a:cubicBezTo>
                  <a:lnTo>
                    <a:pt x="63058" y="12478"/>
                  </a:lnTo>
                  <a:cubicBezTo>
                    <a:pt x="57744" y="7342"/>
                    <a:pt x="50481" y="79"/>
                    <a:pt x="34716" y="79"/>
                  </a:cubicBezTo>
                  <a:cubicBezTo>
                    <a:pt x="15054" y="79"/>
                    <a:pt x="174" y="15667"/>
                    <a:pt x="174" y="34443"/>
                  </a:cubicBezTo>
                  <a:cubicBezTo>
                    <a:pt x="174" y="49146"/>
                    <a:pt x="9563" y="62076"/>
                    <a:pt x="23379" y="66859"/>
                  </a:cubicBezTo>
                  <a:cubicBezTo>
                    <a:pt x="25328" y="67568"/>
                    <a:pt x="34362" y="69693"/>
                    <a:pt x="46761" y="72705"/>
                  </a:cubicBezTo>
                  <a:cubicBezTo>
                    <a:pt x="51544" y="73945"/>
                    <a:pt x="56858" y="75185"/>
                    <a:pt x="61818" y="81739"/>
                  </a:cubicBezTo>
                  <a:cubicBezTo>
                    <a:pt x="65538" y="86344"/>
                    <a:pt x="67309" y="92190"/>
                    <a:pt x="67309" y="98035"/>
                  </a:cubicBezTo>
                  <a:cubicBezTo>
                    <a:pt x="67309" y="110612"/>
                    <a:pt x="58452" y="123365"/>
                    <a:pt x="43573" y="123365"/>
                  </a:cubicBezTo>
                  <a:cubicBezTo>
                    <a:pt x="38436" y="123365"/>
                    <a:pt x="24973" y="122480"/>
                    <a:pt x="15585" y="113800"/>
                  </a:cubicBezTo>
                  <a:cubicBezTo>
                    <a:pt x="5311" y="104235"/>
                    <a:pt x="4780" y="92898"/>
                    <a:pt x="4603" y="86521"/>
                  </a:cubicBezTo>
                  <a:cubicBezTo>
                    <a:pt x="4426" y="84750"/>
                    <a:pt x="3009" y="84750"/>
                    <a:pt x="2477" y="84750"/>
                  </a:cubicBezTo>
                  <a:cubicBezTo>
                    <a:pt x="174" y="84750"/>
                    <a:pt x="174" y="85990"/>
                    <a:pt x="174" y="89178"/>
                  </a:cubicBezTo>
                  <a:lnTo>
                    <a:pt x="174" y="124605"/>
                  </a:lnTo>
                  <a:cubicBezTo>
                    <a:pt x="174" y="127617"/>
                    <a:pt x="174" y="128857"/>
                    <a:pt x="2123" y="128857"/>
                  </a:cubicBezTo>
                  <a:cubicBezTo>
                    <a:pt x="3363" y="128857"/>
                    <a:pt x="3540" y="128502"/>
                    <a:pt x="4780" y="126554"/>
                  </a:cubicBezTo>
                  <a:cubicBezTo>
                    <a:pt x="4780" y="126377"/>
                    <a:pt x="5311" y="125845"/>
                    <a:pt x="11157" y="116457"/>
                  </a:cubicBezTo>
                  <a:cubicBezTo>
                    <a:pt x="16648" y="122480"/>
                    <a:pt x="27985" y="128857"/>
                    <a:pt x="43750" y="128857"/>
                  </a:cubicBezTo>
                  <a:cubicBezTo>
                    <a:pt x="64475" y="128857"/>
                    <a:pt x="78646" y="111497"/>
                    <a:pt x="78646" y="92012"/>
                  </a:cubicBezTo>
                  <a:cubicBezTo>
                    <a:pt x="78646" y="74299"/>
                    <a:pt x="66955" y="59774"/>
                    <a:pt x="52075" y="56231"/>
                  </a:cubicBezTo>
                  <a:close/>
                </a:path>
              </a:pathLst>
            </a:custGeom>
            <a:solidFill>
              <a:srgbClr val="000000"/>
            </a:solidFill>
            <a:ln w="1774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13" name="任意形状 312">
              <a:extLst>
                <a:ext uri="{FF2B5EF4-FFF2-40B4-BE49-F238E27FC236}">
                  <a16:creationId xmlns:a16="http://schemas.microsoft.com/office/drawing/2014/main" id="{C01E4A81-BDA2-A031-AF6F-F301918160C8}"/>
                </a:ext>
              </a:extLst>
            </p:cNvPr>
            <p:cNvSpPr/>
            <p:nvPr>
              <p:custDataLst>
                <p:tags r:id="rId11"/>
              </p:custDataLst>
            </p:nvPr>
          </p:nvSpPr>
          <p:spPr>
            <a:xfrm>
              <a:off x="5743341" y="3867545"/>
              <a:ext cx="86619" cy="112658"/>
            </a:xfrm>
            <a:custGeom>
              <a:avLst/>
              <a:gdLst>
                <a:gd name="connsiteX0" fmla="*/ 70326 w 86619"/>
                <a:gd name="connsiteY0" fmla="*/ 16907 h 112658"/>
                <a:gd name="connsiteX1" fmla="*/ 86799 w 86619"/>
                <a:gd name="connsiteY1" fmla="*/ 5570 h 112658"/>
                <a:gd name="connsiteX2" fmla="*/ 86799 w 86619"/>
                <a:gd name="connsiteY2" fmla="*/ 79 h 112658"/>
                <a:gd name="connsiteX3" fmla="*/ 73514 w 86619"/>
                <a:gd name="connsiteY3" fmla="*/ 610 h 112658"/>
                <a:gd name="connsiteX4" fmla="*/ 58103 w 86619"/>
                <a:gd name="connsiteY4" fmla="*/ 79 h 112658"/>
                <a:gd name="connsiteX5" fmla="*/ 58103 w 86619"/>
                <a:gd name="connsiteY5" fmla="*/ 5570 h 112658"/>
                <a:gd name="connsiteX6" fmla="*/ 66429 w 86619"/>
                <a:gd name="connsiteY6" fmla="*/ 13187 h 112658"/>
                <a:gd name="connsiteX7" fmla="*/ 65366 w 86619"/>
                <a:gd name="connsiteY7" fmla="*/ 17438 h 112658"/>
                <a:gd name="connsiteX8" fmla="*/ 47475 w 86619"/>
                <a:gd name="connsiteY8" fmla="*/ 61014 h 112658"/>
                <a:gd name="connsiteX9" fmla="*/ 27813 w 86619"/>
                <a:gd name="connsiteY9" fmla="*/ 13364 h 112658"/>
                <a:gd name="connsiteX10" fmla="*/ 26750 w 86619"/>
                <a:gd name="connsiteY10" fmla="*/ 10176 h 112658"/>
                <a:gd name="connsiteX11" fmla="*/ 36670 w 86619"/>
                <a:gd name="connsiteY11" fmla="*/ 5570 h 112658"/>
                <a:gd name="connsiteX12" fmla="*/ 36670 w 86619"/>
                <a:gd name="connsiteY12" fmla="*/ 79 h 112658"/>
                <a:gd name="connsiteX13" fmla="*/ 17362 w 86619"/>
                <a:gd name="connsiteY13" fmla="*/ 610 h 112658"/>
                <a:gd name="connsiteX14" fmla="*/ 180 w 86619"/>
                <a:gd name="connsiteY14" fmla="*/ 79 h 112658"/>
                <a:gd name="connsiteX15" fmla="*/ 180 w 86619"/>
                <a:gd name="connsiteY15" fmla="*/ 5570 h 112658"/>
                <a:gd name="connsiteX16" fmla="*/ 14528 w 86619"/>
                <a:gd name="connsiteY16" fmla="*/ 11770 h 112658"/>
                <a:gd name="connsiteX17" fmla="*/ 41098 w 86619"/>
                <a:gd name="connsiteY17" fmla="*/ 76424 h 112658"/>
                <a:gd name="connsiteX18" fmla="*/ 36670 w 86619"/>
                <a:gd name="connsiteY18" fmla="*/ 86875 h 112658"/>
                <a:gd name="connsiteX19" fmla="*/ 16476 w 86619"/>
                <a:gd name="connsiteY19" fmla="*/ 108840 h 112658"/>
                <a:gd name="connsiteX20" fmla="*/ 8151 w 86619"/>
                <a:gd name="connsiteY20" fmla="*/ 105652 h 112658"/>
                <a:gd name="connsiteX21" fmla="*/ 15059 w 86619"/>
                <a:gd name="connsiteY21" fmla="*/ 98212 h 112658"/>
                <a:gd name="connsiteX22" fmla="*/ 7620 w 86619"/>
                <a:gd name="connsiteY22" fmla="*/ 90772 h 112658"/>
                <a:gd name="connsiteX23" fmla="*/ 180 w 86619"/>
                <a:gd name="connsiteY23" fmla="*/ 98389 h 112658"/>
                <a:gd name="connsiteX24" fmla="*/ 16476 w 86619"/>
                <a:gd name="connsiteY24" fmla="*/ 112737 h 112658"/>
                <a:gd name="connsiteX25" fmla="*/ 39150 w 86619"/>
                <a:gd name="connsiteY25" fmla="*/ 92544 h 112658"/>
                <a:gd name="connsiteX26" fmla="*/ 70326 w 86619"/>
                <a:gd name="connsiteY26" fmla="*/ 16907 h 1126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86619" h="112658">
                  <a:moveTo>
                    <a:pt x="70326" y="16907"/>
                  </a:moveTo>
                  <a:cubicBezTo>
                    <a:pt x="74931" y="5747"/>
                    <a:pt x="83965" y="5570"/>
                    <a:pt x="86799" y="5570"/>
                  </a:cubicBezTo>
                  <a:lnTo>
                    <a:pt x="86799" y="79"/>
                  </a:lnTo>
                  <a:cubicBezTo>
                    <a:pt x="82725" y="433"/>
                    <a:pt x="77588" y="610"/>
                    <a:pt x="73514" y="610"/>
                  </a:cubicBezTo>
                  <a:cubicBezTo>
                    <a:pt x="70326" y="610"/>
                    <a:pt x="62000" y="256"/>
                    <a:pt x="58103" y="79"/>
                  </a:cubicBezTo>
                  <a:lnTo>
                    <a:pt x="58103" y="5570"/>
                  </a:lnTo>
                  <a:cubicBezTo>
                    <a:pt x="63595" y="5747"/>
                    <a:pt x="66429" y="8759"/>
                    <a:pt x="66429" y="13187"/>
                  </a:cubicBezTo>
                  <a:cubicBezTo>
                    <a:pt x="66429" y="14958"/>
                    <a:pt x="66252" y="15313"/>
                    <a:pt x="65366" y="17438"/>
                  </a:cubicBezTo>
                  <a:lnTo>
                    <a:pt x="47475" y="61014"/>
                  </a:lnTo>
                  <a:lnTo>
                    <a:pt x="27813" y="13364"/>
                  </a:lnTo>
                  <a:cubicBezTo>
                    <a:pt x="27105" y="11593"/>
                    <a:pt x="26750" y="10884"/>
                    <a:pt x="26750" y="10176"/>
                  </a:cubicBezTo>
                  <a:cubicBezTo>
                    <a:pt x="26750" y="5570"/>
                    <a:pt x="33304" y="5570"/>
                    <a:pt x="36670" y="5570"/>
                  </a:cubicBezTo>
                  <a:lnTo>
                    <a:pt x="36670" y="79"/>
                  </a:lnTo>
                  <a:cubicBezTo>
                    <a:pt x="32064" y="256"/>
                    <a:pt x="20373" y="610"/>
                    <a:pt x="17362" y="610"/>
                  </a:cubicBezTo>
                  <a:cubicBezTo>
                    <a:pt x="12579" y="610"/>
                    <a:pt x="5494" y="433"/>
                    <a:pt x="180" y="79"/>
                  </a:cubicBezTo>
                  <a:lnTo>
                    <a:pt x="180" y="5570"/>
                  </a:lnTo>
                  <a:cubicBezTo>
                    <a:pt x="8682" y="5570"/>
                    <a:pt x="12048" y="5570"/>
                    <a:pt x="14528" y="11770"/>
                  </a:cubicBezTo>
                  <a:lnTo>
                    <a:pt x="41098" y="76424"/>
                  </a:lnTo>
                  <a:cubicBezTo>
                    <a:pt x="40213" y="78727"/>
                    <a:pt x="37733" y="84573"/>
                    <a:pt x="36670" y="86875"/>
                  </a:cubicBezTo>
                  <a:cubicBezTo>
                    <a:pt x="32773" y="96618"/>
                    <a:pt x="27813" y="108840"/>
                    <a:pt x="16476" y="108840"/>
                  </a:cubicBezTo>
                  <a:cubicBezTo>
                    <a:pt x="15591" y="108840"/>
                    <a:pt x="11517" y="108840"/>
                    <a:pt x="8151" y="105652"/>
                  </a:cubicBezTo>
                  <a:cubicBezTo>
                    <a:pt x="13642" y="104943"/>
                    <a:pt x="15059" y="101046"/>
                    <a:pt x="15059" y="98212"/>
                  </a:cubicBezTo>
                  <a:cubicBezTo>
                    <a:pt x="15059" y="93607"/>
                    <a:pt x="11694" y="90772"/>
                    <a:pt x="7620" y="90772"/>
                  </a:cubicBezTo>
                  <a:cubicBezTo>
                    <a:pt x="4077" y="90772"/>
                    <a:pt x="180" y="93075"/>
                    <a:pt x="180" y="98389"/>
                  </a:cubicBezTo>
                  <a:cubicBezTo>
                    <a:pt x="180" y="106360"/>
                    <a:pt x="7620" y="112737"/>
                    <a:pt x="16476" y="112737"/>
                  </a:cubicBezTo>
                  <a:cubicBezTo>
                    <a:pt x="27636" y="112737"/>
                    <a:pt x="34899" y="102641"/>
                    <a:pt x="39150" y="92544"/>
                  </a:cubicBezTo>
                  <a:lnTo>
                    <a:pt x="70326" y="16907"/>
                  </a:lnTo>
                  <a:close/>
                </a:path>
              </a:pathLst>
            </a:custGeom>
            <a:solidFill>
              <a:srgbClr val="000000"/>
            </a:solidFill>
            <a:ln w="1774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14" name="任意形状 313">
              <a:extLst>
                <a:ext uri="{FF2B5EF4-FFF2-40B4-BE49-F238E27FC236}">
                  <a16:creationId xmlns:a16="http://schemas.microsoft.com/office/drawing/2014/main" id="{6B9CE574-0CE9-6CC4-1273-25FFB9ACAA4E}"/>
                </a:ext>
              </a:extLst>
            </p:cNvPr>
            <p:cNvSpPr/>
            <p:nvPr>
              <p:custDataLst>
                <p:tags r:id="rId12"/>
              </p:custDataLst>
            </p:nvPr>
          </p:nvSpPr>
          <p:spPr>
            <a:xfrm>
              <a:off x="5839133" y="3865597"/>
              <a:ext cx="138343" cy="78294"/>
            </a:xfrm>
            <a:custGeom>
              <a:avLst/>
              <a:gdLst>
                <a:gd name="connsiteX0" fmla="*/ 14002 w 138343"/>
                <a:gd name="connsiteY0" fmla="*/ 17438 h 78294"/>
                <a:gd name="connsiteX1" fmla="*/ 14002 w 138343"/>
                <a:gd name="connsiteY1" fmla="*/ 64911 h 78294"/>
                <a:gd name="connsiteX2" fmla="*/ 185 w 138343"/>
                <a:gd name="connsiteY2" fmla="*/ 72882 h 78294"/>
                <a:gd name="connsiteX3" fmla="*/ 185 w 138343"/>
                <a:gd name="connsiteY3" fmla="*/ 78373 h 78294"/>
                <a:gd name="connsiteX4" fmla="*/ 20202 w 138343"/>
                <a:gd name="connsiteY4" fmla="*/ 77842 h 78294"/>
                <a:gd name="connsiteX5" fmla="*/ 40041 w 138343"/>
                <a:gd name="connsiteY5" fmla="*/ 78373 h 78294"/>
                <a:gd name="connsiteX6" fmla="*/ 40041 w 138343"/>
                <a:gd name="connsiteY6" fmla="*/ 72882 h 78294"/>
                <a:gd name="connsiteX7" fmla="*/ 26224 w 138343"/>
                <a:gd name="connsiteY7" fmla="*/ 64911 h 78294"/>
                <a:gd name="connsiteX8" fmla="*/ 26224 w 138343"/>
                <a:gd name="connsiteY8" fmla="*/ 32318 h 78294"/>
                <a:gd name="connsiteX9" fmla="*/ 50138 w 138343"/>
                <a:gd name="connsiteY9" fmla="*/ 3976 h 78294"/>
                <a:gd name="connsiteX10" fmla="*/ 63246 w 138343"/>
                <a:gd name="connsiteY10" fmla="*/ 23638 h 78294"/>
                <a:gd name="connsiteX11" fmla="*/ 63246 w 138343"/>
                <a:gd name="connsiteY11" fmla="*/ 64911 h 78294"/>
                <a:gd name="connsiteX12" fmla="*/ 49429 w 138343"/>
                <a:gd name="connsiteY12" fmla="*/ 72882 h 78294"/>
                <a:gd name="connsiteX13" fmla="*/ 49429 w 138343"/>
                <a:gd name="connsiteY13" fmla="*/ 78373 h 78294"/>
                <a:gd name="connsiteX14" fmla="*/ 69445 w 138343"/>
                <a:gd name="connsiteY14" fmla="*/ 77842 h 78294"/>
                <a:gd name="connsiteX15" fmla="*/ 89285 w 138343"/>
                <a:gd name="connsiteY15" fmla="*/ 78373 h 78294"/>
                <a:gd name="connsiteX16" fmla="*/ 89285 w 138343"/>
                <a:gd name="connsiteY16" fmla="*/ 72882 h 78294"/>
                <a:gd name="connsiteX17" fmla="*/ 75468 w 138343"/>
                <a:gd name="connsiteY17" fmla="*/ 64911 h 78294"/>
                <a:gd name="connsiteX18" fmla="*/ 75468 w 138343"/>
                <a:gd name="connsiteY18" fmla="*/ 32318 h 78294"/>
                <a:gd name="connsiteX19" fmla="*/ 99381 w 138343"/>
                <a:gd name="connsiteY19" fmla="*/ 3976 h 78294"/>
                <a:gd name="connsiteX20" fmla="*/ 112489 w 138343"/>
                <a:gd name="connsiteY20" fmla="*/ 23638 h 78294"/>
                <a:gd name="connsiteX21" fmla="*/ 112489 w 138343"/>
                <a:gd name="connsiteY21" fmla="*/ 64911 h 78294"/>
                <a:gd name="connsiteX22" fmla="*/ 98673 w 138343"/>
                <a:gd name="connsiteY22" fmla="*/ 72882 h 78294"/>
                <a:gd name="connsiteX23" fmla="*/ 98673 w 138343"/>
                <a:gd name="connsiteY23" fmla="*/ 78373 h 78294"/>
                <a:gd name="connsiteX24" fmla="*/ 118689 w 138343"/>
                <a:gd name="connsiteY24" fmla="*/ 77842 h 78294"/>
                <a:gd name="connsiteX25" fmla="*/ 138528 w 138343"/>
                <a:gd name="connsiteY25" fmla="*/ 78373 h 78294"/>
                <a:gd name="connsiteX26" fmla="*/ 138528 w 138343"/>
                <a:gd name="connsiteY26" fmla="*/ 72882 h 78294"/>
                <a:gd name="connsiteX27" fmla="*/ 124712 w 138343"/>
                <a:gd name="connsiteY27" fmla="*/ 67568 h 78294"/>
                <a:gd name="connsiteX28" fmla="*/ 124712 w 138343"/>
                <a:gd name="connsiteY28" fmla="*/ 33735 h 78294"/>
                <a:gd name="connsiteX29" fmla="*/ 119220 w 138343"/>
                <a:gd name="connsiteY29" fmla="*/ 6633 h 78294"/>
                <a:gd name="connsiteX30" fmla="*/ 100621 w 138343"/>
                <a:gd name="connsiteY30" fmla="*/ 79 h 78294"/>
                <a:gd name="connsiteX31" fmla="*/ 74937 w 138343"/>
                <a:gd name="connsiteY31" fmla="*/ 17438 h 78294"/>
                <a:gd name="connsiteX32" fmla="*/ 51377 w 138343"/>
                <a:gd name="connsiteY32" fmla="*/ 79 h 78294"/>
                <a:gd name="connsiteX33" fmla="*/ 25161 w 138343"/>
                <a:gd name="connsiteY33" fmla="*/ 18678 h 78294"/>
                <a:gd name="connsiteX34" fmla="*/ 25161 w 138343"/>
                <a:gd name="connsiteY34" fmla="*/ 79 h 78294"/>
                <a:gd name="connsiteX35" fmla="*/ 185 w 138343"/>
                <a:gd name="connsiteY35" fmla="*/ 2027 h 78294"/>
                <a:gd name="connsiteX36" fmla="*/ 185 w 138343"/>
                <a:gd name="connsiteY36" fmla="*/ 7519 h 78294"/>
                <a:gd name="connsiteX37" fmla="*/ 14002 w 138343"/>
                <a:gd name="connsiteY37" fmla="*/ 17438 h 78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138343" h="78294">
                  <a:moveTo>
                    <a:pt x="14002" y="17438"/>
                  </a:moveTo>
                  <a:lnTo>
                    <a:pt x="14002" y="64911"/>
                  </a:lnTo>
                  <a:cubicBezTo>
                    <a:pt x="14002" y="72882"/>
                    <a:pt x="12053" y="72882"/>
                    <a:pt x="185" y="72882"/>
                  </a:cubicBezTo>
                  <a:lnTo>
                    <a:pt x="185" y="78373"/>
                  </a:lnTo>
                  <a:cubicBezTo>
                    <a:pt x="6385" y="78196"/>
                    <a:pt x="15419" y="77842"/>
                    <a:pt x="20202" y="77842"/>
                  </a:cubicBezTo>
                  <a:cubicBezTo>
                    <a:pt x="24807" y="77842"/>
                    <a:pt x="34018" y="78196"/>
                    <a:pt x="40041" y="78373"/>
                  </a:cubicBezTo>
                  <a:lnTo>
                    <a:pt x="40041" y="72882"/>
                  </a:lnTo>
                  <a:cubicBezTo>
                    <a:pt x="28173" y="72882"/>
                    <a:pt x="26224" y="72882"/>
                    <a:pt x="26224" y="64911"/>
                  </a:cubicBezTo>
                  <a:lnTo>
                    <a:pt x="26224" y="32318"/>
                  </a:lnTo>
                  <a:cubicBezTo>
                    <a:pt x="26224" y="13896"/>
                    <a:pt x="38801" y="3976"/>
                    <a:pt x="50138" y="3976"/>
                  </a:cubicBezTo>
                  <a:cubicBezTo>
                    <a:pt x="61297" y="3976"/>
                    <a:pt x="63246" y="13541"/>
                    <a:pt x="63246" y="23638"/>
                  </a:cubicBezTo>
                  <a:lnTo>
                    <a:pt x="63246" y="64911"/>
                  </a:lnTo>
                  <a:cubicBezTo>
                    <a:pt x="63246" y="72882"/>
                    <a:pt x="61297" y="72882"/>
                    <a:pt x="49429" y="72882"/>
                  </a:cubicBezTo>
                  <a:lnTo>
                    <a:pt x="49429" y="78373"/>
                  </a:lnTo>
                  <a:cubicBezTo>
                    <a:pt x="55629" y="78196"/>
                    <a:pt x="64663" y="77842"/>
                    <a:pt x="69445" y="77842"/>
                  </a:cubicBezTo>
                  <a:cubicBezTo>
                    <a:pt x="74051" y="77842"/>
                    <a:pt x="83262" y="78196"/>
                    <a:pt x="89285" y="78373"/>
                  </a:cubicBezTo>
                  <a:lnTo>
                    <a:pt x="89285" y="72882"/>
                  </a:lnTo>
                  <a:cubicBezTo>
                    <a:pt x="77416" y="72882"/>
                    <a:pt x="75468" y="72882"/>
                    <a:pt x="75468" y="64911"/>
                  </a:cubicBezTo>
                  <a:lnTo>
                    <a:pt x="75468" y="32318"/>
                  </a:lnTo>
                  <a:cubicBezTo>
                    <a:pt x="75468" y="13896"/>
                    <a:pt x="88045" y="3976"/>
                    <a:pt x="99381" y="3976"/>
                  </a:cubicBezTo>
                  <a:cubicBezTo>
                    <a:pt x="110541" y="3976"/>
                    <a:pt x="112489" y="13541"/>
                    <a:pt x="112489" y="23638"/>
                  </a:cubicBezTo>
                  <a:lnTo>
                    <a:pt x="112489" y="64911"/>
                  </a:lnTo>
                  <a:cubicBezTo>
                    <a:pt x="112489" y="72882"/>
                    <a:pt x="110541" y="72882"/>
                    <a:pt x="98673" y="72882"/>
                  </a:cubicBezTo>
                  <a:lnTo>
                    <a:pt x="98673" y="78373"/>
                  </a:lnTo>
                  <a:cubicBezTo>
                    <a:pt x="104872" y="78196"/>
                    <a:pt x="113906" y="77842"/>
                    <a:pt x="118689" y="77842"/>
                  </a:cubicBezTo>
                  <a:cubicBezTo>
                    <a:pt x="123295" y="77842"/>
                    <a:pt x="132506" y="78196"/>
                    <a:pt x="138528" y="78373"/>
                  </a:cubicBezTo>
                  <a:lnTo>
                    <a:pt x="138528" y="72882"/>
                  </a:lnTo>
                  <a:cubicBezTo>
                    <a:pt x="129317" y="72882"/>
                    <a:pt x="124889" y="72882"/>
                    <a:pt x="124712" y="67568"/>
                  </a:cubicBezTo>
                  <a:lnTo>
                    <a:pt x="124712" y="33735"/>
                  </a:lnTo>
                  <a:cubicBezTo>
                    <a:pt x="124712" y="18501"/>
                    <a:pt x="124712" y="13010"/>
                    <a:pt x="119220" y="6633"/>
                  </a:cubicBezTo>
                  <a:cubicBezTo>
                    <a:pt x="116741" y="3622"/>
                    <a:pt x="110895" y="79"/>
                    <a:pt x="100621" y="79"/>
                  </a:cubicBezTo>
                  <a:cubicBezTo>
                    <a:pt x="85742" y="79"/>
                    <a:pt x="77948" y="10707"/>
                    <a:pt x="74937" y="17438"/>
                  </a:cubicBezTo>
                  <a:cubicBezTo>
                    <a:pt x="72457" y="2027"/>
                    <a:pt x="59349" y="79"/>
                    <a:pt x="51377" y="79"/>
                  </a:cubicBezTo>
                  <a:cubicBezTo>
                    <a:pt x="38447" y="79"/>
                    <a:pt x="30121" y="7696"/>
                    <a:pt x="25161" y="18678"/>
                  </a:cubicBezTo>
                  <a:lnTo>
                    <a:pt x="25161" y="79"/>
                  </a:lnTo>
                  <a:lnTo>
                    <a:pt x="185" y="2027"/>
                  </a:lnTo>
                  <a:lnTo>
                    <a:pt x="185" y="7519"/>
                  </a:lnTo>
                  <a:cubicBezTo>
                    <a:pt x="12585" y="7519"/>
                    <a:pt x="14002" y="8759"/>
                    <a:pt x="14002" y="17438"/>
                  </a:cubicBezTo>
                  <a:close/>
                </a:path>
              </a:pathLst>
            </a:custGeom>
            <a:solidFill>
              <a:srgbClr val="000000"/>
            </a:solidFill>
            <a:ln w="1774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15" name="任意形状 314">
              <a:extLst>
                <a:ext uri="{FF2B5EF4-FFF2-40B4-BE49-F238E27FC236}">
                  <a16:creationId xmlns:a16="http://schemas.microsoft.com/office/drawing/2014/main" id="{441A5AEE-2532-45D1-C477-37805E4DB75C}"/>
                </a:ext>
              </a:extLst>
            </p:cNvPr>
            <p:cNvSpPr/>
            <p:nvPr>
              <p:custDataLst>
                <p:tags r:id="rId13"/>
              </p:custDataLst>
            </p:nvPr>
          </p:nvSpPr>
          <p:spPr>
            <a:xfrm>
              <a:off x="5990626" y="3821877"/>
              <a:ext cx="76256" cy="34222"/>
            </a:xfrm>
            <a:custGeom>
              <a:avLst/>
              <a:gdLst>
                <a:gd name="connsiteX0" fmla="*/ 76450 w 76256"/>
                <a:gd name="connsiteY0" fmla="*/ 4910 h 34222"/>
                <a:gd name="connsiteX1" fmla="*/ 71491 w 76256"/>
                <a:gd name="connsiteY1" fmla="*/ 75 h 34222"/>
                <a:gd name="connsiteX2" fmla="*/ 5153 w 76256"/>
                <a:gd name="connsiteY2" fmla="*/ 75 h 34222"/>
                <a:gd name="connsiteX3" fmla="*/ 194 w 76256"/>
                <a:gd name="connsiteY3" fmla="*/ 3174 h 34222"/>
                <a:gd name="connsiteX4" fmla="*/ 5153 w 76256"/>
                <a:gd name="connsiteY4" fmla="*/ 6150 h 34222"/>
                <a:gd name="connsiteX5" fmla="*/ 70375 w 76256"/>
                <a:gd name="connsiteY5" fmla="*/ 6150 h 34222"/>
                <a:gd name="connsiteX6" fmla="*/ 70375 w 76256"/>
                <a:gd name="connsiteY6" fmla="*/ 29461 h 34222"/>
                <a:gd name="connsiteX7" fmla="*/ 73351 w 76256"/>
                <a:gd name="connsiteY7" fmla="*/ 34297 h 34222"/>
                <a:gd name="connsiteX8" fmla="*/ 76450 w 76256"/>
                <a:gd name="connsiteY8" fmla="*/ 29461 h 34222"/>
                <a:gd name="connsiteX9" fmla="*/ 76450 w 76256"/>
                <a:gd name="connsiteY9" fmla="*/ 4910 h 34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6256" h="34222">
                  <a:moveTo>
                    <a:pt x="76450" y="4910"/>
                  </a:moveTo>
                  <a:cubicBezTo>
                    <a:pt x="76450" y="695"/>
                    <a:pt x="75707" y="75"/>
                    <a:pt x="71491" y="75"/>
                  </a:cubicBezTo>
                  <a:lnTo>
                    <a:pt x="5153" y="75"/>
                  </a:lnTo>
                  <a:cubicBezTo>
                    <a:pt x="3045" y="75"/>
                    <a:pt x="194" y="75"/>
                    <a:pt x="194" y="3174"/>
                  </a:cubicBezTo>
                  <a:cubicBezTo>
                    <a:pt x="194" y="6150"/>
                    <a:pt x="3169" y="6150"/>
                    <a:pt x="5153" y="6150"/>
                  </a:cubicBezTo>
                  <a:lnTo>
                    <a:pt x="70375" y="6150"/>
                  </a:lnTo>
                  <a:lnTo>
                    <a:pt x="70375" y="29461"/>
                  </a:lnTo>
                  <a:cubicBezTo>
                    <a:pt x="70375" y="31321"/>
                    <a:pt x="70375" y="34297"/>
                    <a:pt x="73351" y="34297"/>
                  </a:cubicBezTo>
                  <a:cubicBezTo>
                    <a:pt x="76450" y="34297"/>
                    <a:pt x="76450" y="31445"/>
                    <a:pt x="76450" y="29461"/>
                  </a:cubicBezTo>
                  <a:lnTo>
                    <a:pt x="76450" y="4910"/>
                  </a:lnTo>
                  <a:close/>
                </a:path>
              </a:pathLst>
            </a:custGeom>
            <a:solidFill>
              <a:srgbClr val="000000"/>
            </a:solidFill>
            <a:ln w="1774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16" name="任意形状 315">
              <a:extLst>
                <a:ext uri="{FF2B5EF4-FFF2-40B4-BE49-F238E27FC236}">
                  <a16:creationId xmlns:a16="http://schemas.microsoft.com/office/drawing/2014/main" id="{FA0F1BAB-C483-B6C1-09CD-0CA4C242F9A2}"/>
                </a:ext>
              </a:extLst>
            </p:cNvPr>
            <p:cNvSpPr/>
            <p:nvPr>
              <p:custDataLst>
                <p:tags r:id="rId14"/>
              </p:custDataLst>
            </p:nvPr>
          </p:nvSpPr>
          <p:spPr>
            <a:xfrm>
              <a:off x="6083479" y="3780587"/>
              <a:ext cx="27898" cy="86052"/>
            </a:xfrm>
            <a:custGeom>
              <a:avLst/>
              <a:gdLst>
                <a:gd name="connsiteX0" fmla="*/ 18798 w 27898"/>
                <a:gd name="connsiteY0" fmla="*/ 75 h 86052"/>
                <a:gd name="connsiteX1" fmla="*/ 199 w 27898"/>
                <a:gd name="connsiteY1" fmla="*/ 1439 h 86052"/>
                <a:gd name="connsiteX2" fmla="*/ 199 w 27898"/>
                <a:gd name="connsiteY2" fmla="*/ 5902 h 86052"/>
                <a:gd name="connsiteX3" fmla="*/ 9499 w 27898"/>
                <a:gd name="connsiteY3" fmla="*/ 12846 h 86052"/>
                <a:gd name="connsiteX4" fmla="*/ 9499 w 27898"/>
                <a:gd name="connsiteY4" fmla="*/ 76332 h 86052"/>
                <a:gd name="connsiteX5" fmla="*/ 199 w 27898"/>
                <a:gd name="connsiteY5" fmla="*/ 81663 h 86052"/>
                <a:gd name="connsiteX6" fmla="*/ 199 w 27898"/>
                <a:gd name="connsiteY6" fmla="*/ 86127 h 86052"/>
                <a:gd name="connsiteX7" fmla="*/ 14086 w 27898"/>
                <a:gd name="connsiteY7" fmla="*/ 85631 h 86052"/>
                <a:gd name="connsiteX8" fmla="*/ 28098 w 27898"/>
                <a:gd name="connsiteY8" fmla="*/ 86127 h 86052"/>
                <a:gd name="connsiteX9" fmla="*/ 28098 w 27898"/>
                <a:gd name="connsiteY9" fmla="*/ 81663 h 86052"/>
                <a:gd name="connsiteX10" fmla="*/ 18798 w 27898"/>
                <a:gd name="connsiteY10" fmla="*/ 76332 h 86052"/>
                <a:gd name="connsiteX11" fmla="*/ 18798 w 27898"/>
                <a:gd name="connsiteY11" fmla="*/ 75 h 86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7898" h="86052">
                  <a:moveTo>
                    <a:pt x="18798" y="75"/>
                  </a:moveTo>
                  <a:lnTo>
                    <a:pt x="199" y="1439"/>
                  </a:lnTo>
                  <a:lnTo>
                    <a:pt x="199" y="5902"/>
                  </a:lnTo>
                  <a:cubicBezTo>
                    <a:pt x="8507" y="5902"/>
                    <a:pt x="9499" y="6770"/>
                    <a:pt x="9499" y="12846"/>
                  </a:cubicBezTo>
                  <a:lnTo>
                    <a:pt x="9499" y="76332"/>
                  </a:lnTo>
                  <a:cubicBezTo>
                    <a:pt x="9499" y="81663"/>
                    <a:pt x="8259" y="81663"/>
                    <a:pt x="199" y="81663"/>
                  </a:cubicBezTo>
                  <a:lnTo>
                    <a:pt x="199" y="86127"/>
                  </a:lnTo>
                  <a:cubicBezTo>
                    <a:pt x="447" y="86127"/>
                    <a:pt x="9127" y="85631"/>
                    <a:pt x="14086" y="85631"/>
                  </a:cubicBezTo>
                  <a:cubicBezTo>
                    <a:pt x="18798" y="85631"/>
                    <a:pt x="23386" y="85755"/>
                    <a:pt x="28098" y="86127"/>
                  </a:cubicBezTo>
                  <a:lnTo>
                    <a:pt x="28098" y="81663"/>
                  </a:lnTo>
                  <a:cubicBezTo>
                    <a:pt x="20038" y="81663"/>
                    <a:pt x="18798" y="81663"/>
                    <a:pt x="18798" y="76332"/>
                  </a:cubicBezTo>
                  <a:lnTo>
                    <a:pt x="18798" y="75"/>
                  </a:lnTo>
                  <a:close/>
                </a:path>
              </a:pathLst>
            </a:custGeom>
            <a:solidFill>
              <a:srgbClr val="000000"/>
            </a:solidFill>
            <a:ln w="1774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17" name="任意形状 316">
              <a:extLst>
                <a:ext uri="{FF2B5EF4-FFF2-40B4-BE49-F238E27FC236}">
                  <a16:creationId xmlns:a16="http://schemas.microsoft.com/office/drawing/2014/main" id="{00F0B44F-C1E4-B964-8C2F-690846AE4679}"/>
                </a:ext>
              </a:extLst>
            </p:cNvPr>
            <p:cNvSpPr/>
            <p:nvPr>
              <p:custDataLst>
                <p:tags r:id="rId15"/>
              </p:custDataLst>
            </p:nvPr>
          </p:nvSpPr>
          <p:spPr>
            <a:xfrm>
              <a:off x="6121473" y="3811338"/>
              <a:ext cx="60757" cy="56541"/>
            </a:xfrm>
            <a:custGeom>
              <a:avLst/>
              <a:gdLst>
                <a:gd name="connsiteX0" fmla="*/ 60959 w 60757"/>
                <a:gd name="connsiteY0" fmla="*/ 28965 h 56541"/>
                <a:gd name="connsiteX1" fmla="*/ 30580 w 60757"/>
                <a:gd name="connsiteY1" fmla="*/ 75 h 56541"/>
                <a:gd name="connsiteX2" fmla="*/ 201 w 60757"/>
                <a:gd name="connsiteY2" fmla="*/ 28965 h 56541"/>
                <a:gd name="connsiteX3" fmla="*/ 30580 w 60757"/>
                <a:gd name="connsiteY3" fmla="*/ 56616 h 56541"/>
                <a:gd name="connsiteX4" fmla="*/ 60959 w 60757"/>
                <a:gd name="connsiteY4" fmla="*/ 28965 h 56541"/>
                <a:gd name="connsiteX5" fmla="*/ 30580 w 60757"/>
                <a:gd name="connsiteY5" fmla="*/ 52648 h 56541"/>
                <a:gd name="connsiteX6" fmla="*/ 15205 w 60757"/>
                <a:gd name="connsiteY6" fmla="*/ 45085 h 56541"/>
                <a:gd name="connsiteX7" fmla="*/ 11485 w 60757"/>
                <a:gd name="connsiteY7" fmla="*/ 27850 h 56541"/>
                <a:gd name="connsiteX8" fmla="*/ 15949 w 60757"/>
                <a:gd name="connsiteY8" fmla="*/ 9870 h 56541"/>
                <a:gd name="connsiteX9" fmla="*/ 30580 w 60757"/>
                <a:gd name="connsiteY9" fmla="*/ 3546 h 56541"/>
                <a:gd name="connsiteX10" fmla="*/ 45831 w 60757"/>
                <a:gd name="connsiteY10" fmla="*/ 10862 h 56541"/>
                <a:gd name="connsiteX11" fmla="*/ 49675 w 60757"/>
                <a:gd name="connsiteY11" fmla="*/ 27850 h 56541"/>
                <a:gd name="connsiteX12" fmla="*/ 45707 w 60757"/>
                <a:gd name="connsiteY12" fmla="*/ 45457 h 56541"/>
                <a:gd name="connsiteX13" fmla="*/ 30580 w 60757"/>
                <a:gd name="connsiteY13" fmla="*/ 52648 h 565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0757" h="56541">
                  <a:moveTo>
                    <a:pt x="60959" y="28965"/>
                  </a:moveTo>
                  <a:cubicBezTo>
                    <a:pt x="60959" y="13466"/>
                    <a:pt x="47691" y="75"/>
                    <a:pt x="30580" y="75"/>
                  </a:cubicBezTo>
                  <a:cubicBezTo>
                    <a:pt x="13469" y="75"/>
                    <a:pt x="201" y="13466"/>
                    <a:pt x="201" y="28965"/>
                  </a:cubicBezTo>
                  <a:cubicBezTo>
                    <a:pt x="201" y="44341"/>
                    <a:pt x="13841" y="56616"/>
                    <a:pt x="30580" y="56616"/>
                  </a:cubicBezTo>
                  <a:cubicBezTo>
                    <a:pt x="47319" y="56616"/>
                    <a:pt x="60959" y="44341"/>
                    <a:pt x="60959" y="28965"/>
                  </a:cubicBezTo>
                  <a:close/>
                  <a:moveTo>
                    <a:pt x="30580" y="52648"/>
                  </a:moveTo>
                  <a:cubicBezTo>
                    <a:pt x="25992" y="52648"/>
                    <a:pt x="19296" y="51161"/>
                    <a:pt x="15205" y="45085"/>
                  </a:cubicBezTo>
                  <a:cubicBezTo>
                    <a:pt x="11857" y="40001"/>
                    <a:pt x="11485" y="33553"/>
                    <a:pt x="11485" y="27850"/>
                  </a:cubicBezTo>
                  <a:cubicBezTo>
                    <a:pt x="11485" y="22518"/>
                    <a:pt x="11609" y="15202"/>
                    <a:pt x="15949" y="9870"/>
                  </a:cubicBezTo>
                  <a:cubicBezTo>
                    <a:pt x="19048" y="6274"/>
                    <a:pt x="24256" y="3546"/>
                    <a:pt x="30580" y="3546"/>
                  </a:cubicBezTo>
                  <a:cubicBezTo>
                    <a:pt x="37896" y="3546"/>
                    <a:pt x="43103" y="7018"/>
                    <a:pt x="45831" y="10862"/>
                  </a:cubicBezTo>
                  <a:cubicBezTo>
                    <a:pt x="49303" y="15698"/>
                    <a:pt x="49675" y="21898"/>
                    <a:pt x="49675" y="27850"/>
                  </a:cubicBezTo>
                  <a:cubicBezTo>
                    <a:pt x="49675" y="33801"/>
                    <a:pt x="49303" y="40373"/>
                    <a:pt x="45707" y="45457"/>
                  </a:cubicBezTo>
                  <a:cubicBezTo>
                    <a:pt x="42359" y="50169"/>
                    <a:pt x="36656" y="52648"/>
                    <a:pt x="30580" y="52648"/>
                  </a:cubicBezTo>
                  <a:close/>
                </a:path>
              </a:pathLst>
            </a:custGeom>
            <a:solidFill>
              <a:srgbClr val="000000"/>
            </a:solidFill>
            <a:ln w="1774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18" name="任意形状 317">
              <a:extLst>
                <a:ext uri="{FF2B5EF4-FFF2-40B4-BE49-F238E27FC236}">
                  <a16:creationId xmlns:a16="http://schemas.microsoft.com/office/drawing/2014/main" id="{88E9E237-71BC-BB02-0A5F-AED8D3D3F044}"/>
                </a:ext>
              </a:extLst>
            </p:cNvPr>
            <p:cNvSpPr/>
            <p:nvPr>
              <p:custDataLst>
                <p:tags r:id="rId16"/>
              </p:custDataLst>
            </p:nvPr>
          </p:nvSpPr>
          <p:spPr>
            <a:xfrm>
              <a:off x="6195894" y="3811338"/>
              <a:ext cx="60757" cy="56541"/>
            </a:xfrm>
            <a:custGeom>
              <a:avLst/>
              <a:gdLst>
                <a:gd name="connsiteX0" fmla="*/ 60963 w 60757"/>
                <a:gd name="connsiteY0" fmla="*/ 28965 h 56541"/>
                <a:gd name="connsiteX1" fmla="*/ 30584 w 60757"/>
                <a:gd name="connsiteY1" fmla="*/ 75 h 56541"/>
                <a:gd name="connsiteX2" fmla="*/ 205 w 60757"/>
                <a:gd name="connsiteY2" fmla="*/ 28965 h 56541"/>
                <a:gd name="connsiteX3" fmla="*/ 30584 w 60757"/>
                <a:gd name="connsiteY3" fmla="*/ 56616 h 56541"/>
                <a:gd name="connsiteX4" fmla="*/ 60963 w 60757"/>
                <a:gd name="connsiteY4" fmla="*/ 28965 h 56541"/>
                <a:gd name="connsiteX5" fmla="*/ 30584 w 60757"/>
                <a:gd name="connsiteY5" fmla="*/ 52648 h 56541"/>
                <a:gd name="connsiteX6" fmla="*/ 15209 w 60757"/>
                <a:gd name="connsiteY6" fmla="*/ 45085 h 56541"/>
                <a:gd name="connsiteX7" fmla="*/ 11489 w 60757"/>
                <a:gd name="connsiteY7" fmla="*/ 27850 h 56541"/>
                <a:gd name="connsiteX8" fmla="*/ 15953 w 60757"/>
                <a:gd name="connsiteY8" fmla="*/ 9870 h 56541"/>
                <a:gd name="connsiteX9" fmla="*/ 30584 w 60757"/>
                <a:gd name="connsiteY9" fmla="*/ 3546 h 56541"/>
                <a:gd name="connsiteX10" fmla="*/ 45836 w 60757"/>
                <a:gd name="connsiteY10" fmla="*/ 10862 h 56541"/>
                <a:gd name="connsiteX11" fmla="*/ 49679 w 60757"/>
                <a:gd name="connsiteY11" fmla="*/ 27850 h 56541"/>
                <a:gd name="connsiteX12" fmla="*/ 45712 w 60757"/>
                <a:gd name="connsiteY12" fmla="*/ 45457 h 56541"/>
                <a:gd name="connsiteX13" fmla="*/ 30584 w 60757"/>
                <a:gd name="connsiteY13" fmla="*/ 52648 h 565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0757" h="56541">
                  <a:moveTo>
                    <a:pt x="60963" y="28965"/>
                  </a:moveTo>
                  <a:cubicBezTo>
                    <a:pt x="60963" y="13466"/>
                    <a:pt x="47695" y="75"/>
                    <a:pt x="30584" y="75"/>
                  </a:cubicBezTo>
                  <a:cubicBezTo>
                    <a:pt x="13473" y="75"/>
                    <a:pt x="205" y="13466"/>
                    <a:pt x="205" y="28965"/>
                  </a:cubicBezTo>
                  <a:cubicBezTo>
                    <a:pt x="205" y="44341"/>
                    <a:pt x="13845" y="56616"/>
                    <a:pt x="30584" y="56616"/>
                  </a:cubicBezTo>
                  <a:cubicBezTo>
                    <a:pt x="47323" y="56616"/>
                    <a:pt x="60963" y="44341"/>
                    <a:pt x="60963" y="28965"/>
                  </a:cubicBezTo>
                  <a:close/>
                  <a:moveTo>
                    <a:pt x="30584" y="52648"/>
                  </a:moveTo>
                  <a:cubicBezTo>
                    <a:pt x="25996" y="52648"/>
                    <a:pt x="19301" y="51161"/>
                    <a:pt x="15209" y="45085"/>
                  </a:cubicBezTo>
                  <a:cubicBezTo>
                    <a:pt x="11861" y="40001"/>
                    <a:pt x="11489" y="33553"/>
                    <a:pt x="11489" y="27850"/>
                  </a:cubicBezTo>
                  <a:cubicBezTo>
                    <a:pt x="11489" y="22518"/>
                    <a:pt x="11613" y="15202"/>
                    <a:pt x="15953" y="9870"/>
                  </a:cubicBezTo>
                  <a:cubicBezTo>
                    <a:pt x="19053" y="6274"/>
                    <a:pt x="24260" y="3546"/>
                    <a:pt x="30584" y="3546"/>
                  </a:cubicBezTo>
                  <a:cubicBezTo>
                    <a:pt x="37900" y="3546"/>
                    <a:pt x="43108" y="7018"/>
                    <a:pt x="45836" y="10862"/>
                  </a:cubicBezTo>
                  <a:cubicBezTo>
                    <a:pt x="49307" y="15698"/>
                    <a:pt x="49679" y="21898"/>
                    <a:pt x="49679" y="27850"/>
                  </a:cubicBezTo>
                  <a:cubicBezTo>
                    <a:pt x="49679" y="33801"/>
                    <a:pt x="49307" y="40373"/>
                    <a:pt x="45712" y="45457"/>
                  </a:cubicBezTo>
                  <a:cubicBezTo>
                    <a:pt x="42364" y="50169"/>
                    <a:pt x="36660" y="52648"/>
                    <a:pt x="30584" y="52648"/>
                  </a:cubicBezTo>
                  <a:close/>
                </a:path>
              </a:pathLst>
            </a:custGeom>
            <a:solidFill>
              <a:srgbClr val="000000"/>
            </a:solidFill>
            <a:ln w="1774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19" name="任意形状 318">
              <a:extLst>
                <a:ext uri="{FF2B5EF4-FFF2-40B4-BE49-F238E27FC236}">
                  <a16:creationId xmlns:a16="http://schemas.microsoft.com/office/drawing/2014/main" id="{5C1D9A00-45E3-724D-9DF8-5962F983BA7B}"/>
                </a:ext>
              </a:extLst>
            </p:cNvPr>
            <p:cNvSpPr/>
            <p:nvPr>
              <p:custDataLst>
                <p:tags r:id="rId17"/>
              </p:custDataLst>
            </p:nvPr>
          </p:nvSpPr>
          <p:spPr>
            <a:xfrm>
              <a:off x="6267743" y="3811958"/>
              <a:ext cx="66337" cy="78736"/>
            </a:xfrm>
            <a:custGeom>
              <a:avLst/>
              <a:gdLst>
                <a:gd name="connsiteX0" fmla="*/ 28604 w 66337"/>
                <a:gd name="connsiteY0" fmla="*/ 74348 h 78736"/>
                <a:gd name="connsiteX1" fmla="*/ 19305 w 66337"/>
                <a:gd name="connsiteY1" fmla="*/ 69016 h 78736"/>
                <a:gd name="connsiteX2" fmla="*/ 19305 w 66337"/>
                <a:gd name="connsiteY2" fmla="*/ 48805 h 78736"/>
                <a:gd name="connsiteX3" fmla="*/ 36168 w 66337"/>
                <a:gd name="connsiteY3" fmla="*/ 55996 h 78736"/>
                <a:gd name="connsiteX4" fmla="*/ 66547 w 66337"/>
                <a:gd name="connsiteY4" fmla="*/ 27973 h 78736"/>
                <a:gd name="connsiteX5" fmla="*/ 38152 w 66337"/>
                <a:gd name="connsiteY5" fmla="*/ 75 h 78736"/>
                <a:gd name="connsiteX6" fmla="*/ 18809 w 66337"/>
                <a:gd name="connsiteY6" fmla="*/ 7638 h 78736"/>
                <a:gd name="connsiteX7" fmla="*/ 18809 w 66337"/>
                <a:gd name="connsiteY7" fmla="*/ 75 h 78736"/>
                <a:gd name="connsiteX8" fmla="*/ 209 w 66337"/>
                <a:gd name="connsiteY8" fmla="*/ 1439 h 78736"/>
                <a:gd name="connsiteX9" fmla="*/ 209 w 66337"/>
                <a:gd name="connsiteY9" fmla="*/ 5902 h 78736"/>
                <a:gd name="connsiteX10" fmla="*/ 9509 w 66337"/>
                <a:gd name="connsiteY10" fmla="*/ 11730 h 78736"/>
                <a:gd name="connsiteX11" fmla="*/ 9509 w 66337"/>
                <a:gd name="connsiteY11" fmla="*/ 69016 h 78736"/>
                <a:gd name="connsiteX12" fmla="*/ 209 w 66337"/>
                <a:gd name="connsiteY12" fmla="*/ 74348 h 78736"/>
                <a:gd name="connsiteX13" fmla="*/ 209 w 66337"/>
                <a:gd name="connsiteY13" fmla="*/ 78811 h 78736"/>
                <a:gd name="connsiteX14" fmla="*/ 14345 w 66337"/>
                <a:gd name="connsiteY14" fmla="*/ 78315 h 78736"/>
                <a:gd name="connsiteX15" fmla="*/ 28604 w 66337"/>
                <a:gd name="connsiteY15" fmla="*/ 78811 h 78736"/>
                <a:gd name="connsiteX16" fmla="*/ 28604 w 66337"/>
                <a:gd name="connsiteY16" fmla="*/ 74348 h 78736"/>
                <a:gd name="connsiteX17" fmla="*/ 19305 w 66337"/>
                <a:gd name="connsiteY17" fmla="*/ 13466 h 78736"/>
                <a:gd name="connsiteX18" fmla="*/ 36788 w 66337"/>
                <a:gd name="connsiteY18" fmla="*/ 4042 h 78736"/>
                <a:gd name="connsiteX19" fmla="*/ 55263 w 66337"/>
                <a:gd name="connsiteY19" fmla="*/ 27973 h 78736"/>
                <a:gd name="connsiteX20" fmla="*/ 35424 w 66337"/>
                <a:gd name="connsiteY20" fmla="*/ 52525 h 78736"/>
                <a:gd name="connsiteX21" fmla="*/ 19305 w 66337"/>
                <a:gd name="connsiteY21" fmla="*/ 42233 h 78736"/>
                <a:gd name="connsiteX22" fmla="*/ 19305 w 66337"/>
                <a:gd name="connsiteY22" fmla="*/ 13466 h 787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66337" h="78736">
                  <a:moveTo>
                    <a:pt x="28604" y="74348"/>
                  </a:moveTo>
                  <a:cubicBezTo>
                    <a:pt x="20545" y="74348"/>
                    <a:pt x="19305" y="74348"/>
                    <a:pt x="19305" y="69016"/>
                  </a:cubicBezTo>
                  <a:lnTo>
                    <a:pt x="19305" y="48805"/>
                  </a:lnTo>
                  <a:cubicBezTo>
                    <a:pt x="19925" y="49425"/>
                    <a:pt x="25752" y="55996"/>
                    <a:pt x="36168" y="55996"/>
                  </a:cubicBezTo>
                  <a:cubicBezTo>
                    <a:pt x="52535" y="55996"/>
                    <a:pt x="66547" y="43721"/>
                    <a:pt x="66547" y="27973"/>
                  </a:cubicBezTo>
                  <a:cubicBezTo>
                    <a:pt x="66547" y="12722"/>
                    <a:pt x="53899" y="75"/>
                    <a:pt x="38152" y="75"/>
                  </a:cubicBezTo>
                  <a:cubicBezTo>
                    <a:pt x="31084" y="75"/>
                    <a:pt x="23892" y="2679"/>
                    <a:pt x="18809" y="7638"/>
                  </a:cubicBezTo>
                  <a:lnTo>
                    <a:pt x="18809" y="75"/>
                  </a:lnTo>
                  <a:lnTo>
                    <a:pt x="209" y="1439"/>
                  </a:lnTo>
                  <a:lnTo>
                    <a:pt x="209" y="5902"/>
                  </a:lnTo>
                  <a:cubicBezTo>
                    <a:pt x="8889" y="5902"/>
                    <a:pt x="9509" y="6522"/>
                    <a:pt x="9509" y="11730"/>
                  </a:cubicBezTo>
                  <a:lnTo>
                    <a:pt x="9509" y="69016"/>
                  </a:lnTo>
                  <a:cubicBezTo>
                    <a:pt x="9509" y="74348"/>
                    <a:pt x="8269" y="74348"/>
                    <a:pt x="209" y="74348"/>
                  </a:cubicBezTo>
                  <a:lnTo>
                    <a:pt x="209" y="78811"/>
                  </a:lnTo>
                  <a:cubicBezTo>
                    <a:pt x="457" y="78811"/>
                    <a:pt x="9137" y="78315"/>
                    <a:pt x="14345" y="78315"/>
                  </a:cubicBezTo>
                  <a:cubicBezTo>
                    <a:pt x="18933" y="78315"/>
                    <a:pt x="27488" y="78687"/>
                    <a:pt x="28604" y="78811"/>
                  </a:cubicBezTo>
                  <a:lnTo>
                    <a:pt x="28604" y="74348"/>
                  </a:lnTo>
                  <a:close/>
                  <a:moveTo>
                    <a:pt x="19305" y="13466"/>
                  </a:moveTo>
                  <a:cubicBezTo>
                    <a:pt x="23024" y="7266"/>
                    <a:pt x="30216" y="4042"/>
                    <a:pt x="36788" y="4042"/>
                  </a:cubicBezTo>
                  <a:cubicBezTo>
                    <a:pt x="47203" y="4042"/>
                    <a:pt x="55263" y="14954"/>
                    <a:pt x="55263" y="27973"/>
                  </a:cubicBezTo>
                  <a:cubicBezTo>
                    <a:pt x="55263" y="42109"/>
                    <a:pt x="45963" y="52525"/>
                    <a:pt x="35424" y="52525"/>
                  </a:cubicBezTo>
                  <a:cubicBezTo>
                    <a:pt x="24512" y="52525"/>
                    <a:pt x="19677" y="42977"/>
                    <a:pt x="19305" y="42233"/>
                  </a:cubicBezTo>
                  <a:lnTo>
                    <a:pt x="19305" y="13466"/>
                  </a:lnTo>
                  <a:close/>
                </a:path>
              </a:pathLst>
            </a:custGeom>
            <a:solidFill>
              <a:srgbClr val="000000"/>
            </a:solidFill>
            <a:ln w="1774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20" name="任意形状 319">
              <a:extLst>
                <a:ext uri="{FF2B5EF4-FFF2-40B4-BE49-F238E27FC236}">
                  <a16:creationId xmlns:a16="http://schemas.microsoft.com/office/drawing/2014/main" id="{87454727-3ED4-FFAD-C1B3-3B61E60FC286}"/>
                </a:ext>
              </a:extLst>
            </p:cNvPr>
            <p:cNvSpPr/>
            <p:nvPr>
              <p:custDataLst>
                <p:tags r:id="rId18"/>
              </p:custDataLst>
            </p:nvPr>
          </p:nvSpPr>
          <p:spPr>
            <a:xfrm>
              <a:off x="6366295" y="3811039"/>
              <a:ext cx="41095" cy="177135"/>
            </a:xfrm>
            <a:custGeom>
              <a:avLst/>
              <a:gdLst>
                <a:gd name="connsiteX0" fmla="*/ 41310 w 41095"/>
                <a:gd name="connsiteY0" fmla="*/ 175443 h 177135"/>
                <a:gd name="connsiteX1" fmla="*/ 38298 w 41095"/>
                <a:gd name="connsiteY1" fmla="*/ 171546 h 177135"/>
                <a:gd name="connsiteX2" fmla="*/ 10488 w 41095"/>
                <a:gd name="connsiteY2" fmla="*/ 88647 h 177135"/>
                <a:gd name="connsiteX3" fmla="*/ 39007 w 41095"/>
                <a:gd name="connsiteY3" fmla="*/ 4862 h 177135"/>
                <a:gd name="connsiteX4" fmla="*/ 41310 w 41095"/>
                <a:gd name="connsiteY4" fmla="*/ 1850 h 177135"/>
                <a:gd name="connsiteX5" fmla="*/ 39538 w 41095"/>
                <a:gd name="connsiteY5" fmla="*/ 79 h 177135"/>
                <a:gd name="connsiteX6" fmla="*/ 11374 w 41095"/>
                <a:gd name="connsiteY6" fmla="*/ 34620 h 177135"/>
                <a:gd name="connsiteX7" fmla="*/ 214 w 41095"/>
                <a:gd name="connsiteY7" fmla="*/ 88647 h 177135"/>
                <a:gd name="connsiteX8" fmla="*/ 11905 w 41095"/>
                <a:gd name="connsiteY8" fmla="*/ 143913 h 177135"/>
                <a:gd name="connsiteX9" fmla="*/ 39538 w 41095"/>
                <a:gd name="connsiteY9" fmla="*/ 177215 h 177135"/>
                <a:gd name="connsiteX10" fmla="*/ 41310 w 41095"/>
                <a:gd name="connsiteY10" fmla="*/ 175443 h 1771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41095" h="177135">
                  <a:moveTo>
                    <a:pt x="41310" y="175443"/>
                  </a:moveTo>
                  <a:cubicBezTo>
                    <a:pt x="41310" y="174912"/>
                    <a:pt x="41310" y="174558"/>
                    <a:pt x="38298" y="171546"/>
                  </a:cubicBezTo>
                  <a:cubicBezTo>
                    <a:pt x="16156" y="149227"/>
                    <a:pt x="10488" y="115749"/>
                    <a:pt x="10488" y="88647"/>
                  </a:cubicBezTo>
                  <a:cubicBezTo>
                    <a:pt x="10488" y="57825"/>
                    <a:pt x="17219" y="27004"/>
                    <a:pt x="39007" y="4862"/>
                  </a:cubicBezTo>
                  <a:cubicBezTo>
                    <a:pt x="41310" y="2736"/>
                    <a:pt x="41310" y="2382"/>
                    <a:pt x="41310" y="1850"/>
                  </a:cubicBezTo>
                  <a:cubicBezTo>
                    <a:pt x="41310" y="610"/>
                    <a:pt x="40601" y="79"/>
                    <a:pt x="39538" y="79"/>
                  </a:cubicBezTo>
                  <a:cubicBezTo>
                    <a:pt x="37767" y="79"/>
                    <a:pt x="21825" y="12124"/>
                    <a:pt x="11374" y="34620"/>
                  </a:cubicBezTo>
                  <a:cubicBezTo>
                    <a:pt x="2340" y="54105"/>
                    <a:pt x="214" y="73767"/>
                    <a:pt x="214" y="88647"/>
                  </a:cubicBezTo>
                  <a:cubicBezTo>
                    <a:pt x="214" y="102463"/>
                    <a:pt x="2163" y="123897"/>
                    <a:pt x="11905" y="143913"/>
                  </a:cubicBezTo>
                  <a:cubicBezTo>
                    <a:pt x="22533" y="165701"/>
                    <a:pt x="37767" y="177215"/>
                    <a:pt x="39538" y="177215"/>
                  </a:cubicBezTo>
                  <a:cubicBezTo>
                    <a:pt x="40601" y="177215"/>
                    <a:pt x="41310" y="176683"/>
                    <a:pt x="41310" y="175443"/>
                  </a:cubicBezTo>
                  <a:close/>
                </a:path>
              </a:pathLst>
            </a:custGeom>
            <a:solidFill>
              <a:srgbClr val="000000"/>
            </a:solidFill>
            <a:ln w="1774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21" name="任意形状 320">
              <a:extLst>
                <a:ext uri="{FF2B5EF4-FFF2-40B4-BE49-F238E27FC236}">
                  <a16:creationId xmlns:a16="http://schemas.microsoft.com/office/drawing/2014/main" id="{FA3DCA66-B2B4-8CB2-8DD6-4ED305693323}"/>
                </a:ext>
              </a:extLst>
            </p:cNvPr>
            <p:cNvSpPr/>
            <p:nvPr>
              <p:custDataLst>
                <p:tags r:id="rId19"/>
              </p:custDataLst>
            </p:nvPr>
          </p:nvSpPr>
          <p:spPr>
            <a:xfrm>
              <a:off x="6422782" y="3865597"/>
              <a:ext cx="72094" cy="80242"/>
            </a:xfrm>
            <a:custGeom>
              <a:avLst/>
              <a:gdLst>
                <a:gd name="connsiteX0" fmla="*/ 10669 w 72094"/>
                <a:gd name="connsiteY0" fmla="*/ 67922 h 80242"/>
                <a:gd name="connsiteX1" fmla="*/ 9075 w 72094"/>
                <a:gd name="connsiteY1" fmla="*/ 75539 h 80242"/>
                <a:gd name="connsiteX2" fmla="*/ 14212 w 72094"/>
                <a:gd name="connsiteY2" fmla="*/ 80321 h 80242"/>
                <a:gd name="connsiteX3" fmla="*/ 20766 w 72094"/>
                <a:gd name="connsiteY3" fmla="*/ 75362 h 80242"/>
                <a:gd name="connsiteX4" fmla="*/ 27851 w 72094"/>
                <a:gd name="connsiteY4" fmla="*/ 47374 h 80242"/>
                <a:gd name="connsiteX5" fmla="*/ 33520 w 72094"/>
                <a:gd name="connsiteY5" fmla="*/ 24347 h 80242"/>
                <a:gd name="connsiteX6" fmla="*/ 43439 w 72094"/>
                <a:gd name="connsiteY6" fmla="*/ 9821 h 80242"/>
                <a:gd name="connsiteX7" fmla="*/ 57610 w 72094"/>
                <a:gd name="connsiteY7" fmla="*/ 3976 h 80242"/>
                <a:gd name="connsiteX8" fmla="*/ 65050 w 72094"/>
                <a:gd name="connsiteY8" fmla="*/ 6102 h 80242"/>
                <a:gd name="connsiteX9" fmla="*/ 55839 w 72094"/>
                <a:gd name="connsiteY9" fmla="*/ 15844 h 80242"/>
                <a:gd name="connsiteX10" fmla="*/ 62570 w 72094"/>
                <a:gd name="connsiteY10" fmla="*/ 22044 h 80242"/>
                <a:gd name="connsiteX11" fmla="*/ 72312 w 72094"/>
                <a:gd name="connsiteY11" fmla="*/ 11593 h 80242"/>
                <a:gd name="connsiteX12" fmla="*/ 57610 w 72094"/>
                <a:gd name="connsiteY12" fmla="*/ 79 h 80242"/>
                <a:gd name="connsiteX13" fmla="*/ 34937 w 72094"/>
                <a:gd name="connsiteY13" fmla="*/ 13718 h 80242"/>
                <a:gd name="connsiteX14" fmla="*/ 18817 w 72094"/>
                <a:gd name="connsiteY14" fmla="*/ 79 h 80242"/>
                <a:gd name="connsiteX15" fmla="*/ 5709 w 72094"/>
                <a:gd name="connsiteY15" fmla="*/ 10176 h 80242"/>
                <a:gd name="connsiteX16" fmla="*/ 218 w 72094"/>
                <a:gd name="connsiteY16" fmla="*/ 27358 h 80242"/>
                <a:gd name="connsiteX17" fmla="*/ 2344 w 72094"/>
                <a:gd name="connsiteY17" fmla="*/ 29129 h 80242"/>
                <a:gd name="connsiteX18" fmla="*/ 5355 w 72094"/>
                <a:gd name="connsiteY18" fmla="*/ 25055 h 80242"/>
                <a:gd name="connsiteX19" fmla="*/ 18286 w 72094"/>
                <a:gd name="connsiteY19" fmla="*/ 3976 h 80242"/>
                <a:gd name="connsiteX20" fmla="*/ 23777 w 72094"/>
                <a:gd name="connsiteY20" fmla="*/ 12124 h 80242"/>
                <a:gd name="connsiteX21" fmla="*/ 20943 w 72094"/>
                <a:gd name="connsiteY21" fmla="*/ 27004 h 80242"/>
                <a:gd name="connsiteX22" fmla="*/ 10669 w 72094"/>
                <a:gd name="connsiteY22" fmla="*/ 67922 h 802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72094" h="80242">
                  <a:moveTo>
                    <a:pt x="10669" y="67922"/>
                  </a:moveTo>
                  <a:cubicBezTo>
                    <a:pt x="10138" y="70579"/>
                    <a:pt x="9075" y="74653"/>
                    <a:pt x="9075" y="75539"/>
                  </a:cubicBezTo>
                  <a:cubicBezTo>
                    <a:pt x="9075" y="78727"/>
                    <a:pt x="11555" y="80321"/>
                    <a:pt x="14212" y="80321"/>
                  </a:cubicBezTo>
                  <a:cubicBezTo>
                    <a:pt x="16337" y="80321"/>
                    <a:pt x="19526" y="78904"/>
                    <a:pt x="20766" y="75362"/>
                  </a:cubicBezTo>
                  <a:cubicBezTo>
                    <a:pt x="21120" y="74653"/>
                    <a:pt x="27143" y="50563"/>
                    <a:pt x="27851" y="47374"/>
                  </a:cubicBezTo>
                  <a:cubicBezTo>
                    <a:pt x="29268" y="41529"/>
                    <a:pt x="32457" y="29129"/>
                    <a:pt x="33520" y="24347"/>
                  </a:cubicBezTo>
                  <a:cubicBezTo>
                    <a:pt x="34228" y="22044"/>
                    <a:pt x="39188" y="13718"/>
                    <a:pt x="43439" y="9821"/>
                  </a:cubicBezTo>
                  <a:cubicBezTo>
                    <a:pt x="44856" y="8581"/>
                    <a:pt x="49993" y="3976"/>
                    <a:pt x="57610" y="3976"/>
                  </a:cubicBezTo>
                  <a:cubicBezTo>
                    <a:pt x="62216" y="3976"/>
                    <a:pt x="64873" y="6102"/>
                    <a:pt x="65050" y="6102"/>
                  </a:cubicBezTo>
                  <a:cubicBezTo>
                    <a:pt x="59736" y="6987"/>
                    <a:pt x="55839" y="11239"/>
                    <a:pt x="55839" y="15844"/>
                  </a:cubicBezTo>
                  <a:cubicBezTo>
                    <a:pt x="55839" y="18678"/>
                    <a:pt x="57787" y="22044"/>
                    <a:pt x="62570" y="22044"/>
                  </a:cubicBezTo>
                  <a:cubicBezTo>
                    <a:pt x="67353" y="22044"/>
                    <a:pt x="72312" y="17970"/>
                    <a:pt x="72312" y="11593"/>
                  </a:cubicBezTo>
                  <a:cubicBezTo>
                    <a:pt x="72312" y="5393"/>
                    <a:pt x="66644" y="79"/>
                    <a:pt x="57610" y="79"/>
                  </a:cubicBezTo>
                  <a:cubicBezTo>
                    <a:pt x="46096" y="79"/>
                    <a:pt x="38302" y="8759"/>
                    <a:pt x="34937" y="13718"/>
                  </a:cubicBezTo>
                  <a:cubicBezTo>
                    <a:pt x="33520" y="5747"/>
                    <a:pt x="27143" y="79"/>
                    <a:pt x="18817" y="79"/>
                  </a:cubicBezTo>
                  <a:cubicBezTo>
                    <a:pt x="10669" y="79"/>
                    <a:pt x="7304" y="6987"/>
                    <a:pt x="5709" y="10176"/>
                  </a:cubicBezTo>
                  <a:cubicBezTo>
                    <a:pt x="2521" y="16198"/>
                    <a:pt x="218" y="26826"/>
                    <a:pt x="218" y="27358"/>
                  </a:cubicBezTo>
                  <a:cubicBezTo>
                    <a:pt x="218" y="29129"/>
                    <a:pt x="1989" y="29129"/>
                    <a:pt x="2344" y="29129"/>
                  </a:cubicBezTo>
                  <a:cubicBezTo>
                    <a:pt x="4115" y="29129"/>
                    <a:pt x="4292" y="28952"/>
                    <a:pt x="5355" y="25055"/>
                  </a:cubicBezTo>
                  <a:cubicBezTo>
                    <a:pt x="8366" y="12478"/>
                    <a:pt x="11909" y="3976"/>
                    <a:pt x="18286" y="3976"/>
                  </a:cubicBezTo>
                  <a:cubicBezTo>
                    <a:pt x="21297" y="3976"/>
                    <a:pt x="23777" y="5393"/>
                    <a:pt x="23777" y="12124"/>
                  </a:cubicBezTo>
                  <a:cubicBezTo>
                    <a:pt x="23777" y="15844"/>
                    <a:pt x="23246" y="17793"/>
                    <a:pt x="20943" y="27004"/>
                  </a:cubicBezTo>
                  <a:lnTo>
                    <a:pt x="10669" y="67922"/>
                  </a:lnTo>
                  <a:close/>
                </a:path>
              </a:pathLst>
            </a:custGeom>
            <a:solidFill>
              <a:srgbClr val="000000"/>
            </a:solidFill>
            <a:ln w="1774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22" name="任意形状 321">
              <a:extLst>
                <a:ext uri="{FF2B5EF4-FFF2-40B4-BE49-F238E27FC236}">
                  <a16:creationId xmlns:a16="http://schemas.microsoft.com/office/drawing/2014/main" id="{3498FCF7-4B3F-F86E-A5AE-23C5AD719DF9}"/>
                </a:ext>
              </a:extLst>
            </p:cNvPr>
            <p:cNvSpPr/>
            <p:nvPr>
              <p:custDataLst>
                <p:tags r:id="rId20"/>
              </p:custDataLst>
            </p:nvPr>
          </p:nvSpPr>
          <p:spPr>
            <a:xfrm>
              <a:off x="6512579" y="3811039"/>
              <a:ext cx="41095" cy="177135"/>
            </a:xfrm>
            <a:custGeom>
              <a:avLst/>
              <a:gdLst>
                <a:gd name="connsiteX0" fmla="*/ 41318 w 41095"/>
                <a:gd name="connsiteY0" fmla="*/ 88647 h 177135"/>
                <a:gd name="connsiteX1" fmla="*/ 29627 w 41095"/>
                <a:gd name="connsiteY1" fmla="*/ 33380 h 177135"/>
                <a:gd name="connsiteX2" fmla="*/ 1994 w 41095"/>
                <a:gd name="connsiteY2" fmla="*/ 79 h 177135"/>
                <a:gd name="connsiteX3" fmla="*/ 223 w 41095"/>
                <a:gd name="connsiteY3" fmla="*/ 1850 h 177135"/>
                <a:gd name="connsiteX4" fmla="*/ 3588 w 41095"/>
                <a:gd name="connsiteY4" fmla="*/ 5924 h 177135"/>
                <a:gd name="connsiteX5" fmla="*/ 31044 w 41095"/>
                <a:gd name="connsiteY5" fmla="*/ 88647 h 177135"/>
                <a:gd name="connsiteX6" fmla="*/ 2526 w 41095"/>
                <a:gd name="connsiteY6" fmla="*/ 172432 h 177135"/>
                <a:gd name="connsiteX7" fmla="*/ 223 w 41095"/>
                <a:gd name="connsiteY7" fmla="*/ 175443 h 177135"/>
                <a:gd name="connsiteX8" fmla="*/ 1994 w 41095"/>
                <a:gd name="connsiteY8" fmla="*/ 177215 h 177135"/>
                <a:gd name="connsiteX9" fmla="*/ 30159 w 41095"/>
                <a:gd name="connsiteY9" fmla="*/ 142673 h 177135"/>
                <a:gd name="connsiteX10" fmla="*/ 41318 w 41095"/>
                <a:gd name="connsiteY10" fmla="*/ 88647 h 1771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41095" h="177135">
                  <a:moveTo>
                    <a:pt x="41318" y="88647"/>
                  </a:moveTo>
                  <a:cubicBezTo>
                    <a:pt x="41318" y="74830"/>
                    <a:pt x="39370" y="53397"/>
                    <a:pt x="29627" y="33380"/>
                  </a:cubicBezTo>
                  <a:cubicBezTo>
                    <a:pt x="18999" y="11593"/>
                    <a:pt x="3766" y="79"/>
                    <a:pt x="1994" y="79"/>
                  </a:cubicBezTo>
                  <a:cubicBezTo>
                    <a:pt x="931" y="79"/>
                    <a:pt x="223" y="787"/>
                    <a:pt x="223" y="1850"/>
                  </a:cubicBezTo>
                  <a:cubicBezTo>
                    <a:pt x="223" y="2382"/>
                    <a:pt x="223" y="2736"/>
                    <a:pt x="3588" y="5924"/>
                  </a:cubicBezTo>
                  <a:cubicBezTo>
                    <a:pt x="20948" y="23461"/>
                    <a:pt x="31044" y="51625"/>
                    <a:pt x="31044" y="88647"/>
                  </a:cubicBezTo>
                  <a:cubicBezTo>
                    <a:pt x="31044" y="118937"/>
                    <a:pt x="24490" y="150113"/>
                    <a:pt x="2526" y="172432"/>
                  </a:cubicBezTo>
                  <a:cubicBezTo>
                    <a:pt x="223" y="174558"/>
                    <a:pt x="223" y="174912"/>
                    <a:pt x="223" y="175443"/>
                  </a:cubicBezTo>
                  <a:cubicBezTo>
                    <a:pt x="223" y="176506"/>
                    <a:pt x="931" y="177215"/>
                    <a:pt x="1994" y="177215"/>
                  </a:cubicBezTo>
                  <a:cubicBezTo>
                    <a:pt x="3766" y="177215"/>
                    <a:pt x="19708" y="165169"/>
                    <a:pt x="30159" y="142673"/>
                  </a:cubicBezTo>
                  <a:cubicBezTo>
                    <a:pt x="39193" y="123188"/>
                    <a:pt x="41318" y="103526"/>
                    <a:pt x="41318" y="88647"/>
                  </a:cubicBezTo>
                  <a:close/>
                </a:path>
              </a:pathLst>
            </a:custGeom>
            <a:solidFill>
              <a:srgbClr val="000000"/>
            </a:solidFill>
            <a:ln w="1774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23" name="任意形状 322">
              <a:extLst>
                <a:ext uri="{FF2B5EF4-FFF2-40B4-BE49-F238E27FC236}">
                  <a16:creationId xmlns:a16="http://schemas.microsoft.com/office/drawing/2014/main" id="{D2BC4226-58B6-D34F-42A7-E807B9967ECE}"/>
                </a:ext>
              </a:extLst>
            </p:cNvPr>
            <p:cNvSpPr/>
            <p:nvPr>
              <p:custDataLst>
                <p:tags r:id="rId21"/>
              </p:custDataLst>
            </p:nvPr>
          </p:nvSpPr>
          <p:spPr>
            <a:xfrm>
              <a:off x="6630492" y="3878882"/>
              <a:ext cx="117795" cy="41449"/>
            </a:xfrm>
            <a:custGeom>
              <a:avLst/>
              <a:gdLst>
                <a:gd name="connsiteX0" fmla="*/ 112002 w 117795"/>
                <a:gd name="connsiteY0" fmla="*/ 7164 h 41449"/>
                <a:gd name="connsiteX1" fmla="*/ 118025 w 117795"/>
                <a:gd name="connsiteY1" fmla="*/ 3622 h 41449"/>
                <a:gd name="connsiteX2" fmla="*/ 112179 w 117795"/>
                <a:gd name="connsiteY2" fmla="*/ 79 h 41449"/>
                <a:gd name="connsiteX3" fmla="*/ 6075 w 117795"/>
                <a:gd name="connsiteY3" fmla="*/ 79 h 41449"/>
                <a:gd name="connsiteX4" fmla="*/ 230 w 117795"/>
                <a:gd name="connsiteY4" fmla="*/ 3622 h 41449"/>
                <a:gd name="connsiteX5" fmla="*/ 6252 w 117795"/>
                <a:gd name="connsiteY5" fmla="*/ 7164 h 41449"/>
                <a:gd name="connsiteX6" fmla="*/ 112002 w 117795"/>
                <a:gd name="connsiteY6" fmla="*/ 7164 h 41449"/>
                <a:gd name="connsiteX7" fmla="*/ 112179 w 117795"/>
                <a:gd name="connsiteY7" fmla="*/ 41529 h 41449"/>
                <a:gd name="connsiteX8" fmla="*/ 118025 w 117795"/>
                <a:gd name="connsiteY8" fmla="*/ 37986 h 41449"/>
                <a:gd name="connsiteX9" fmla="*/ 112002 w 117795"/>
                <a:gd name="connsiteY9" fmla="*/ 34443 h 41449"/>
                <a:gd name="connsiteX10" fmla="*/ 6252 w 117795"/>
                <a:gd name="connsiteY10" fmla="*/ 34443 h 41449"/>
                <a:gd name="connsiteX11" fmla="*/ 230 w 117795"/>
                <a:gd name="connsiteY11" fmla="*/ 37986 h 41449"/>
                <a:gd name="connsiteX12" fmla="*/ 6075 w 117795"/>
                <a:gd name="connsiteY12" fmla="*/ 41529 h 41449"/>
                <a:gd name="connsiteX13" fmla="*/ 112179 w 117795"/>
                <a:gd name="connsiteY13" fmla="*/ 41529 h 414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17795" h="41449">
                  <a:moveTo>
                    <a:pt x="112002" y="7164"/>
                  </a:moveTo>
                  <a:cubicBezTo>
                    <a:pt x="114659" y="7164"/>
                    <a:pt x="118025" y="7164"/>
                    <a:pt x="118025" y="3622"/>
                  </a:cubicBezTo>
                  <a:cubicBezTo>
                    <a:pt x="118025" y="79"/>
                    <a:pt x="114659" y="79"/>
                    <a:pt x="112179" y="79"/>
                  </a:cubicBezTo>
                  <a:lnTo>
                    <a:pt x="6075" y="79"/>
                  </a:lnTo>
                  <a:cubicBezTo>
                    <a:pt x="3595" y="79"/>
                    <a:pt x="230" y="79"/>
                    <a:pt x="230" y="3622"/>
                  </a:cubicBezTo>
                  <a:cubicBezTo>
                    <a:pt x="230" y="7164"/>
                    <a:pt x="3595" y="7164"/>
                    <a:pt x="6252" y="7164"/>
                  </a:cubicBezTo>
                  <a:lnTo>
                    <a:pt x="112002" y="7164"/>
                  </a:lnTo>
                  <a:close/>
                  <a:moveTo>
                    <a:pt x="112179" y="41529"/>
                  </a:moveTo>
                  <a:cubicBezTo>
                    <a:pt x="114659" y="41529"/>
                    <a:pt x="118025" y="41529"/>
                    <a:pt x="118025" y="37986"/>
                  </a:cubicBezTo>
                  <a:cubicBezTo>
                    <a:pt x="118025" y="34443"/>
                    <a:pt x="114659" y="34443"/>
                    <a:pt x="112002" y="34443"/>
                  </a:cubicBezTo>
                  <a:lnTo>
                    <a:pt x="6252" y="34443"/>
                  </a:lnTo>
                  <a:cubicBezTo>
                    <a:pt x="3595" y="34443"/>
                    <a:pt x="230" y="34443"/>
                    <a:pt x="230" y="37986"/>
                  </a:cubicBezTo>
                  <a:cubicBezTo>
                    <a:pt x="230" y="41529"/>
                    <a:pt x="3595" y="41529"/>
                    <a:pt x="6075" y="41529"/>
                  </a:cubicBezTo>
                  <a:lnTo>
                    <a:pt x="112179" y="41529"/>
                  </a:lnTo>
                  <a:close/>
                </a:path>
              </a:pathLst>
            </a:custGeom>
            <a:solidFill>
              <a:srgbClr val="000000"/>
            </a:solidFill>
            <a:ln w="1774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24" name="任意形状 323">
              <a:extLst>
                <a:ext uri="{FF2B5EF4-FFF2-40B4-BE49-F238E27FC236}">
                  <a16:creationId xmlns:a16="http://schemas.microsoft.com/office/drawing/2014/main" id="{6EEC6DAC-7F97-3E3B-25BC-F93D686B5871}"/>
                </a:ext>
              </a:extLst>
            </p:cNvPr>
            <p:cNvSpPr/>
            <p:nvPr>
              <p:custDataLst>
                <p:tags r:id="rId22"/>
              </p:custDataLst>
            </p:nvPr>
          </p:nvSpPr>
          <p:spPr>
            <a:xfrm>
              <a:off x="6849883" y="3691205"/>
              <a:ext cx="7085" cy="177135"/>
            </a:xfrm>
            <a:custGeom>
              <a:avLst/>
              <a:gdLst>
                <a:gd name="connsiteX0" fmla="*/ 7327 w 7085"/>
                <a:gd name="connsiteY0" fmla="*/ 6449 h 177135"/>
                <a:gd name="connsiteX1" fmla="*/ 3784 w 7085"/>
                <a:gd name="connsiteY1" fmla="*/ 72 h 177135"/>
                <a:gd name="connsiteX2" fmla="*/ 241 w 7085"/>
                <a:gd name="connsiteY2" fmla="*/ 6449 h 177135"/>
                <a:gd name="connsiteX3" fmla="*/ 241 w 7085"/>
                <a:gd name="connsiteY3" fmla="*/ 170831 h 177135"/>
                <a:gd name="connsiteX4" fmla="*/ 3784 w 7085"/>
                <a:gd name="connsiteY4" fmla="*/ 177208 h 177135"/>
                <a:gd name="connsiteX5" fmla="*/ 7327 w 7085"/>
                <a:gd name="connsiteY5" fmla="*/ 170831 h 177135"/>
                <a:gd name="connsiteX6" fmla="*/ 7327 w 7085"/>
                <a:gd name="connsiteY6" fmla="*/ 6449 h 1771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085" h="177135">
                  <a:moveTo>
                    <a:pt x="7327" y="6449"/>
                  </a:moveTo>
                  <a:cubicBezTo>
                    <a:pt x="7327" y="3261"/>
                    <a:pt x="7327" y="72"/>
                    <a:pt x="3784" y="72"/>
                  </a:cubicBezTo>
                  <a:cubicBezTo>
                    <a:pt x="241" y="72"/>
                    <a:pt x="241" y="3261"/>
                    <a:pt x="241" y="6449"/>
                  </a:cubicBezTo>
                  <a:lnTo>
                    <a:pt x="241" y="170831"/>
                  </a:lnTo>
                  <a:cubicBezTo>
                    <a:pt x="241" y="174020"/>
                    <a:pt x="241" y="177208"/>
                    <a:pt x="3784" y="177208"/>
                  </a:cubicBezTo>
                  <a:cubicBezTo>
                    <a:pt x="7327" y="177208"/>
                    <a:pt x="7327" y="174020"/>
                    <a:pt x="7327" y="170831"/>
                  </a:cubicBezTo>
                  <a:lnTo>
                    <a:pt x="7327" y="6449"/>
                  </a:lnTo>
                  <a:close/>
                </a:path>
              </a:pathLst>
            </a:custGeom>
            <a:solidFill>
              <a:srgbClr val="000000"/>
            </a:solidFill>
            <a:ln w="1774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25" name="任意形状 324">
              <a:extLst>
                <a:ext uri="{FF2B5EF4-FFF2-40B4-BE49-F238E27FC236}">
                  <a16:creationId xmlns:a16="http://schemas.microsoft.com/office/drawing/2014/main" id="{0A88D46C-7899-11C8-2111-24B6B3A036DE}"/>
                </a:ext>
              </a:extLst>
            </p:cNvPr>
            <p:cNvSpPr/>
            <p:nvPr>
              <p:custDataLst>
                <p:tags r:id="rId23"/>
              </p:custDataLst>
            </p:nvPr>
          </p:nvSpPr>
          <p:spPr>
            <a:xfrm>
              <a:off x="6884740" y="3703605"/>
              <a:ext cx="128561" cy="120452"/>
            </a:xfrm>
            <a:custGeom>
              <a:avLst/>
              <a:gdLst>
                <a:gd name="connsiteX0" fmla="*/ 118925 w 128561"/>
                <a:gd name="connsiteY0" fmla="*/ 79252 h 120452"/>
                <a:gd name="connsiteX1" fmla="*/ 119811 w 128561"/>
                <a:gd name="connsiteY1" fmla="*/ 76772 h 120452"/>
                <a:gd name="connsiteX2" fmla="*/ 117685 w 128561"/>
                <a:gd name="connsiteY2" fmla="*/ 74824 h 120452"/>
                <a:gd name="connsiteX3" fmla="*/ 115382 w 128561"/>
                <a:gd name="connsiteY3" fmla="*/ 76949 h 120452"/>
                <a:gd name="connsiteX4" fmla="*/ 67024 w 128561"/>
                <a:gd name="connsiteY4" fmla="*/ 115033 h 120452"/>
                <a:gd name="connsiteX5" fmla="*/ 41162 w 128561"/>
                <a:gd name="connsiteY5" fmla="*/ 115033 h 120452"/>
                <a:gd name="connsiteX6" fmla="*/ 37265 w 128561"/>
                <a:gd name="connsiteY6" fmla="*/ 114856 h 120452"/>
                <a:gd name="connsiteX7" fmla="*/ 34963 w 128561"/>
                <a:gd name="connsiteY7" fmla="*/ 113085 h 120452"/>
                <a:gd name="connsiteX8" fmla="*/ 35848 w 128561"/>
                <a:gd name="connsiteY8" fmla="*/ 109011 h 120452"/>
                <a:gd name="connsiteX9" fmla="*/ 47894 w 128561"/>
                <a:gd name="connsiteY9" fmla="*/ 60653 h 120452"/>
                <a:gd name="connsiteX10" fmla="*/ 65430 w 128561"/>
                <a:gd name="connsiteY10" fmla="*/ 60653 h 120452"/>
                <a:gd name="connsiteX11" fmla="*/ 80486 w 128561"/>
                <a:gd name="connsiteY11" fmla="*/ 68801 h 120452"/>
                <a:gd name="connsiteX12" fmla="*/ 79247 w 128561"/>
                <a:gd name="connsiteY12" fmla="*/ 77481 h 120452"/>
                <a:gd name="connsiteX13" fmla="*/ 78715 w 128561"/>
                <a:gd name="connsiteY13" fmla="*/ 79429 h 120452"/>
                <a:gd name="connsiteX14" fmla="*/ 81018 w 128561"/>
                <a:gd name="connsiteY14" fmla="*/ 81378 h 120452"/>
                <a:gd name="connsiteX15" fmla="*/ 83675 w 128561"/>
                <a:gd name="connsiteY15" fmla="*/ 77835 h 120452"/>
                <a:gd name="connsiteX16" fmla="*/ 93772 w 128561"/>
                <a:gd name="connsiteY16" fmla="*/ 36385 h 120452"/>
                <a:gd name="connsiteX17" fmla="*/ 91646 w 128561"/>
                <a:gd name="connsiteY17" fmla="*/ 34437 h 120452"/>
                <a:gd name="connsiteX18" fmla="*/ 89166 w 128561"/>
                <a:gd name="connsiteY18" fmla="*/ 37625 h 120452"/>
                <a:gd name="connsiteX19" fmla="*/ 65961 w 128561"/>
                <a:gd name="connsiteY19" fmla="*/ 55161 h 120452"/>
                <a:gd name="connsiteX20" fmla="*/ 49311 w 128561"/>
                <a:gd name="connsiteY20" fmla="*/ 55161 h 120452"/>
                <a:gd name="connsiteX21" fmla="*/ 59939 w 128561"/>
                <a:gd name="connsiteY21" fmla="*/ 12472 h 120452"/>
                <a:gd name="connsiteX22" fmla="*/ 69504 w 128561"/>
                <a:gd name="connsiteY22" fmla="*/ 5563 h 120452"/>
                <a:gd name="connsiteX23" fmla="*/ 94480 w 128561"/>
                <a:gd name="connsiteY23" fmla="*/ 5563 h 120452"/>
                <a:gd name="connsiteX24" fmla="*/ 121405 w 128561"/>
                <a:gd name="connsiteY24" fmla="*/ 25225 h 120452"/>
                <a:gd name="connsiteX25" fmla="*/ 120696 w 128561"/>
                <a:gd name="connsiteY25" fmla="*/ 34614 h 120452"/>
                <a:gd name="connsiteX26" fmla="*/ 120519 w 128561"/>
                <a:gd name="connsiteY26" fmla="*/ 37802 h 120452"/>
                <a:gd name="connsiteX27" fmla="*/ 122645 w 128561"/>
                <a:gd name="connsiteY27" fmla="*/ 39928 h 120452"/>
                <a:gd name="connsiteX28" fmla="*/ 125125 w 128561"/>
                <a:gd name="connsiteY28" fmla="*/ 35499 h 120452"/>
                <a:gd name="connsiteX29" fmla="*/ 128667 w 128561"/>
                <a:gd name="connsiteY29" fmla="*/ 4855 h 120452"/>
                <a:gd name="connsiteX30" fmla="*/ 123885 w 128561"/>
                <a:gd name="connsiteY30" fmla="*/ 72 h 120452"/>
                <a:gd name="connsiteX31" fmla="*/ 34431 w 128561"/>
                <a:gd name="connsiteY31" fmla="*/ 72 h 120452"/>
                <a:gd name="connsiteX32" fmla="*/ 29117 w 128561"/>
                <a:gd name="connsiteY32" fmla="*/ 3615 h 120452"/>
                <a:gd name="connsiteX33" fmla="*/ 34077 w 128561"/>
                <a:gd name="connsiteY33" fmla="*/ 5563 h 120452"/>
                <a:gd name="connsiteX34" fmla="*/ 45591 w 128561"/>
                <a:gd name="connsiteY34" fmla="*/ 8752 h 120452"/>
                <a:gd name="connsiteX35" fmla="*/ 44705 w 128561"/>
                <a:gd name="connsiteY35" fmla="*/ 13003 h 120452"/>
                <a:gd name="connsiteX36" fmla="*/ 21323 w 128561"/>
                <a:gd name="connsiteY36" fmla="*/ 106708 h 120452"/>
                <a:gd name="connsiteX37" fmla="*/ 5204 w 128561"/>
                <a:gd name="connsiteY37" fmla="*/ 115033 h 120452"/>
                <a:gd name="connsiteX38" fmla="*/ 244 w 128561"/>
                <a:gd name="connsiteY38" fmla="*/ 118399 h 120452"/>
                <a:gd name="connsiteX39" fmla="*/ 5204 w 128561"/>
                <a:gd name="connsiteY39" fmla="*/ 120525 h 120452"/>
                <a:gd name="connsiteX40" fmla="*/ 97137 w 128561"/>
                <a:gd name="connsiteY40" fmla="*/ 120525 h 120452"/>
                <a:gd name="connsiteX41" fmla="*/ 102628 w 128561"/>
                <a:gd name="connsiteY41" fmla="*/ 117513 h 120452"/>
                <a:gd name="connsiteX42" fmla="*/ 118925 w 128561"/>
                <a:gd name="connsiteY42" fmla="*/ 79252 h 1204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</a:cxnLst>
              <a:rect l="l" t="t" r="r" b="b"/>
              <a:pathLst>
                <a:path w="128561" h="120452">
                  <a:moveTo>
                    <a:pt x="118925" y="79252"/>
                  </a:moveTo>
                  <a:cubicBezTo>
                    <a:pt x="119279" y="78366"/>
                    <a:pt x="119811" y="77126"/>
                    <a:pt x="119811" y="76772"/>
                  </a:cubicBezTo>
                  <a:cubicBezTo>
                    <a:pt x="119811" y="76595"/>
                    <a:pt x="119811" y="74824"/>
                    <a:pt x="117685" y="74824"/>
                  </a:cubicBezTo>
                  <a:cubicBezTo>
                    <a:pt x="116091" y="74824"/>
                    <a:pt x="115736" y="75886"/>
                    <a:pt x="115382" y="76949"/>
                  </a:cubicBezTo>
                  <a:cubicBezTo>
                    <a:pt x="103868" y="103165"/>
                    <a:pt x="97314" y="115033"/>
                    <a:pt x="67024" y="115033"/>
                  </a:cubicBezTo>
                  <a:lnTo>
                    <a:pt x="41162" y="115033"/>
                  </a:lnTo>
                  <a:cubicBezTo>
                    <a:pt x="38682" y="115033"/>
                    <a:pt x="38328" y="115033"/>
                    <a:pt x="37265" y="114856"/>
                  </a:cubicBezTo>
                  <a:cubicBezTo>
                    <a:pt x="35494" y="114679"/>
                    <a:pt x="34963" y="114502"/>
                    <a:pt x="34963" y="113085"/>
                  </a:cubicBezTo>
                  <a:cubicBezTo>
                    <a:pt x="34963" y="112553"/>
                    <a:pt x="34963" y="112199"/>
                    <a:pt x="35848" y="109011"/>
                  </a:cubicBezTo>
                  <a:lnTo>
                    <a:pt x="47894" y="60653"/>
                  </a:lnTo>
                  <a:lnTo>
                    <a:pt x="65430" y="60653"/>
                  </a:lnTo>
                  <a:cubicBezTo>
                    <a:pt x="80486" y="60653"/>
                    <a:pt x="80486" y="64372"/>
                    <a:pt x="80486" y="68801"/>
                  </a:cubicBezTo>
                  <a:cubicBezTo>
                    <a:pt x="80486" y="70041"/>
                    <a:pt x="80486" y="72166"/>
                    <a:pt x="79247" y="77481"/>
                  </a:cubicBezTo>
                  <a:cubicBezTo>
                    <a:pt x="78892" y="78366"/>
                    <a:pt x="78715" y="78898"/>
                    <a:pt x="78715" y="79429"/>
                  </a:cubicBezTo>
                  <a:cubicBezTo>
                    <a:pt x="78715" y="80315"/>
                    <a:pt x="79424" y="81378"/>
                    <a:pt x="81018" y="81378"/>
                  </a:cubicBezTo>
                  <a:cubicBezTo>
                    <a:pt x="82435" y="81378"/>
                    <a:pt x="82966" y="80492"/>
                    <a:pt x="83675" y="77835"/>
                  </a:cubicBezTo>
                  <a:lnTo>
                    <a:pt x="93772" y="36385"/>
                  </a:lnTo>
                  <a:cubicBezTo>
                    <a:pt x="93772" y="35322"/>
                    <a:pt x="92886" y="34437"/>
                    <a:pt x="91646" y="34437"/>
                  </a:cubicBezTo>
                  <a:cubicBezTo>
                    <a:pt x="90052" y="34437"/>
                    <a:pt x="89698" y="35499"/>
                    <a:pt x="89166" y="37625"/>
                  </a:cubicBezTo>
                  <a:cubicBezTo>
                    <a:pt x="85446" y="51087"/>
                    <a:pt x="82258" y="55161"/>
                    <a:pt x="65961" y="55161"/>
                  </a:cubicBezTo>
                  <a:lnTo>
                    <a:pt x="49311" y="55161"/>
                  </a:lnTo>
                  <a:lnTo>
                    <a:pt x="59939" y="12472"/>
                  </a:lnTo>
                  <a:cubicBezTo>
                    <a:pt x="61533" y="6272"/>
                    <a:pt x="61710" y="5563"/>
                    <a:pt x="69504" y="5563"/>
                  </a:cubicBezTo>
                  <a:lnTo>
                    <a:pt x="94480" y="5563"/>
                  </a:lnTo>
                  <a:cubicBezTo>
                    <a:pt x="116091" y="5563"/>
                    <a:pt x="121405" y="10700"/>
                    <a:pt x="121405" y="25225"/>
                  </a:cubicBezTo>
                  <a:cubicBezTo>
                    <a:pt x="121405" y="29477"/>
                    <a:pt x="121405" y="29831"/>
                    <a:pt x="120696" y="34614"/>
                  </a:cubicBezTo>
                  <a:cubicBezTo>
                    <a:pt x="120696" y="35676"/>
                    <a:pt x="120519" y="36916"/>
                    <a:pt x="120519" y="37802"/>
                  </a:cubicBezTo>
                  <a:cubicBezTo>
                    <a:pt x="120519" y="38688"/>
                    <a:pt x="121051" y="39928"/>
                    <a:pt x="122645" y="39928"/>
                  </a:cubicBezTo>
                  <a:cubicBezTo>
                    <a:pt x="124593" y="39928"/>
                    <a:pt x="124770" y="38865"/>
                    <a:pt x="125125" y="35499"/>
                  </a:cubicBezTo>
                  <a:lnTo>
                    <a:pt x="128667" y="4855"/>
                  </a:lnTo>
                  <a:cubicBezTo>
                    <a:pt x="129199" y="72"/>
                    <a:pt x="128313" y="72"/>
                    <a:pt x="123885" y="72"/>
                  </a:cubicBezTo>
                  <a:lnTo>
                    <a:pt x="34431" y="72"/>
                  </a:lnTo>
                  <a:cubicBezTo>
                    <a:pt x="30888" y="72"/>
                    <a:pt x="29117" y="72"/>
                    <a:pt x="29117" y="3615"/>
                  </a:cubicBezTo>
                  <a:cubicBezTo>
                    <a:pt x="29117" y="5563"/>
                    <a:pt x="30711" y="5563"/>
                    <a:pt x="34077" y="5563"/>
                  </a:cubicBezTo>
                  <a:cubicBezTo>
                    <a:pt x="40631" y="5563"/>
                    <a:pt x="45591" y="5563"/>
                    <a:pt x="45591" y="8752"/>
                  </a:cubicBezTo>
                  <a:cubicBezTo>
                    <a:pt x="45591" y="9460"/>
                    <a:pt x="45591" y="9815"/>
                    <a:pt x="44705" y="13003"/>
                  </a:cubicBezTo>
                  <a:lnTo>
                    <a:pt x="21323" y="106708"/>
                  </a:lnTo>
                  <a:cubicBezTo>
                    <a:pt x="19552" y="113616"/>
                    <a:pt x="19198" y="115033"/>
                    <a:pt x="5204" y="115033"/>
                  </a:cubicBezTo>
                  <a:cubicBezTo>
                    <a:pt x="2192" y="115033"/>
                    <a:pt x="244" y="115033"/>
                    <a:pt x="244" y="118399"/>
                  </a:cubicBezTo>
                  <a:cubicBezTo>
                    <a:pt x="244" y="120525"/>
                    <a:pt x="1838" y="120525"/>
                    <a:pt x="5204" y="120525"/>
                  </a:cubicBezTo>
                  <a:lnTo>
                    <a:pt x="97137" y="120525"/>
                  </a:lnTo>
                  <a:cubicBezTo>
                    <a:pt x="101211" y="120525"/>
                    <a:pt x="101389" y="120347"/>
                    <a:pt x="102628" y="117513"/>
                  </a:cubicBezTo>
                  <a:lnTo>
                    <a:pt x="118925" y="79252"/>
                  </a:lnTo>
                  <a:close/>
                </a:path>
              </a:pathLst>
            </a:custGeom>
            <a:solidFill>
              <a:srgbClr val="000000"/>
            </a:solidFill>
            <a:ln w="1774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26" name="任意形状 325">
              <a:extLst>
                <a:ext uri="{FF2B5EF4-FFF2-40B4-BE49-F238E27FC236}">
                  <a16:creationId xmlns:a16="http://schemas.microsoft.com/office/drawing/2014/main" id="{B5B0FAA1-BE26-C345-57CC-F69D8E29A817}"/>
                </a:ext>
              </a:extLst>
            </p:cNvPr>
            <p:cNvSpPr/>
            <p:nvPr>
              <p:custDataLst>
                <p:tags r:id="rId24"/>
              </p:custDataLst>
            </p:nvPr>
          </p:nvSpPr>
          <p:spPr>
            <a:xfrm>
              <a:off x="7024559" y="3704474"/>
              <a:ext cx="44886" cy="56541"/>
            </a:xfrm>
            <a:custGeom>
              <a:avLst/>
              <a:gdLst>
                <a:gd name="connsiteX0" fmla="*/ 41666 w 44886"/>
                <a:gd name="connsiteY0" fmla="*/ 3292 h 56541"/>
                <a:gd name="connsiteX1" fmla="*/ 39930 w 44886"/>
                <a:gd name="connsiteY1" fmla="*/ 69 h 56541"/>
                <a:gd name="connsiteX2" fmla="*/ 37450 w 44886"/>
                <a:gd name="connsiteY2" fmla="*/ 1557 h 56541"/>
                <a:gd name="connsiteX3" fmla="*/ 35219 w 44886"/>
                <a:gd name="connsiteY3" fmla="*/ 3416 h 56541"/>
                <a:gd name="connsiteX4" fmla="*/ 22199 w 44886"/>
                <a:gd name="connsiteY4" fmla="*/ 69 h 56541"/>
                <a:gd name="connsiteX5" fmla="*/ 252 w 44886"/>
                <a:gd name="connsiteY5" fmla="*/ 15568 h 56541"/>
                <a:gd name="connsiteX6" fmla="*/ 4964 w 44886"/>
                <a:gd name="connsiteY6" fmla="*/ 25240 h 56541"/>
                <a:gd name="connsiteX7" fmla="*/ 22075 w 44886"/>
                <a:gd name="connsiteY7" fmla="*/ 31439 h 56541"/>
                <a:gd name="connsiteX8" fmla="*/ 38318 w 44886"/>
                <a:gd name="connsiteY8" fmla="*/ 42599 h 56541"/>
                <a:gd name="connsiteX9" fmla="*/ 23067 w 44886"/>
                <a:gd name="connsiteY9" fmla="*/ 53138 h 56541"/>
                <a:gd name="connsiteX10" fmla="*/ 4592 w 44886"/>
                <a:gd name="connsiteY10" fmla="*/ 36895 h 56541"/>
                <a:gd name="connsiteX11" fmla="*/ 2360 w 44886"/>
                <a:gd name="connsiteY11" fmla="*/ 34787 h 56541"/>
                <a:gd name="connsiteX12" fmla="*/ 252 w 44886"/>
                <a:gd name="connsiteY12" fmla="*/ 38135 h 56541"/>
                <a:gd name="connsiteX13" fmla="*/ 252 w 44886"/>
                <a:gd name="connsiteY13" fmla="*/ 53386 h 56541"/>
                <a:gd name="connsiteX14" fmla="*/ 1988 w 44886"/>
                <a:gd name="connsiteY14" fmla="*/ 56610 h 56541"/>
                <a:gd name="connsiteX15" fmla="*/ 7940 w 44886"/>
                <a:gd name="connsiteY15" fmla="*/ 51279 h 56541"/>
                <a:gd name="connsiteX16" fmla="*/ 23067 w 44886"/>
                <a:gd name="connsiteY16" fmla="*/ 56610 h 56541"/>
                <a:gd name="connsiteX17" fmla="*/ 45138 w 44886"/>
                <a:gd name="connsiteY17" fmla="*/ 39127 h 56541"/>
                <a:gd name="connsiteX18" fmla="*/ 39806 w 44886"/>
                <a:gd name="connsiteY18" fmla="*/ 27719 h 56541"/>
                <a:gd name="connsiteX19" fmla="*/ 25051 w 44886"/>
                <a:gd name="connsiteY19" fmla="*/ 21644 h 56541"/>
                <a:gd name="connsiteX20" fmla="*/ 7072 w 44886"/>
                <a:gd name="connsiteY20" fmla="*/ 11848 h 56541"/>
                <a:gd name="connsiteX21" fmla="*/ 22199 w 44886"/>
                <a:gd name="connsiteY21" fmla="*/ 3044 h 56541"/>
                <a:gd name="connsiteX22" fmla="*/ 37450 w 44886"/>
                <a:gd name="connsiteY22" fmla="*/ 16684 h 56541"/>
                <a:gd name="connsiteX23" fmla="*/ 39558 w 44886"/>
                <a:gd name="connsiteY23" fmla="*/ 18048 h 56541"/>
                <a:gd name="connsiteX24" fmla="*/ 41666 w 44886"/>
                <a:gd name="connsiteY24" fmla="*/ 14824 h 56541"/>
                <a:gd name="connsiteX25" fmla="*/ 41666 w 44886"/>
                <a:gd name="connsiteY25" fmla="*/ 3292 h 565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44886" h="56541">
                  <a:moveTo>
                    <a:pt x="41666" y="3292"/>
                  </a:moveTo>
                  <a:cubicBezTo>
                    <a:pt x="41666" y="1185"/>
                    <a:pt x="41666" y="69"/>
                    <a:pt x="39930" y="69"/>
                  </a:cubicBezTo>
                  <a:cubicBezTo>
                    <a:pt x="39310" y="69"/>
                    <a:pt x="39062" y="69"/>
                    <a:pt x="37450" y="1557"/>
                  </a:cubicBezTo>
                  <a:cubicBezTo>
                    <a:pt x="37202" y="1681"/>
                    <a:pt x="35962" y="2796"/>
                    <a:pt x="35219" y="3416"/>
                  </a:cubicBezTo>
                  <a:cubicBezTo>
                    <a:pt x="31499" y="813"/>
                    <a:pt x="26787" y="69"/>
                    <a:pt x="22199" y="69"/>
                  </a:cubicBezTo>
                  <a:cubicBezTo>
                    <a:pt x="4468" y="69"/>
                    <a:pt x="252" y="9368"/>
                    <a:pt x="252" y="15568"/>
                  </a:cubicBezTo>
                  <a:cubicBezTo>
                    <a:pt x="252" y="19536"/>
                    <a:pt x="1988" y="22760"/>
                    <a:pt x="4964" y="25240"/>
                  </a:cubicBezTo>
                  <a:cubicBezTo>
                    <a:pt x="9676" y="29331"/>
                    <a:pt x="14387" y="30199"/>
                    <a:pt x="22075" y="31439"/>
                  </a:cubicBezTo>
                  <a:cubicBezTo>
                    <a:pt x="28275" y="32555"/>
                    <a:pt x="38318" y="34291"/>
                    <a:pt x="38318" y="42599"/>
                  </a:cubicBezTo>
                  <a:cubicBezTo>
                    <a:pt x="38318" y="47435"/>
                    <a:pt x="34971" y="53138"/>
                    <a:pt x="23067" y="53138"/>
                  </a:cubicBezTo>
                  <a:cubicBezTo>
                    <a:pt x="11163" y="53138"/>
                    <a:pt x="6824" y="45327"/>
                    <a:pt x="4592" y="36895"/>
                  </a:cubicBezTo>
                  <a:cubicBezTo>
                    <a:pt x="4220" y="35283"/>
                    <a:pt x="4096" y="34787"/>
                    <a:pt x="2360" y="34787"/>
                  </a:cubicBezTo>
                  <a:cubicBezTo>
                    <a:pt x="252" y="34787"/>
                    <a:pt x="252" y="35655"/>
                    <a:pt x="252" y="38135"/>
                  </a:cubicBezTo>
                  <a:lnTo>
                    <a:pt x="252" y="53386"/>
                  </a:lnTo>
                  <a:cubicBezTo>
                    <a:pt x="252" y="55494"/>
                    <a:pt x="252" y="56610"/>
                    <a:pt x="1988" y="56610"/>
                  </a:cubicBezTo>
                  <a:cubicBezTo>
                    <a:pt x="3104" y="56610"/>
                    <a:pt x="5460" y="54006"/>
                    <a:pt x="7940" y="51279"/>
                  </a:cubicBezTo>
                  <a:cubicBezTo>
                    <a:pt x="13395" y="56362"/>
                    <a:pt x="20091" y="56610"/>
                    <a:pt x="23067" y="56610"/>
                  </a:cubicBezTo>
                  <a:cubicBezTo>
                    <a:pt x="39186" y="56610"/>
                    <a:pt x="45138" y="47931"/>
                    <a:pt x="45138" y="39127"/>
                  </a:cubicBezTo>
                  <a:cubicBezTo>
                    <a:pt x="45138" y="34415"/>
                    <a:pt x="43030" y="30695"/>
                    <a:pt x="39806" y="27719"/>
                  </a:cubicBezTo>
                  <a:cubicBezTo>
                    <a:pt x="35095" y="23380"/>
                    <a:pt x="29391" y="22388"/>
                    <a:pt x="25051" y="21644"/>
                  </a:cubicBezTo>
                  <a:cubicBezTo>
                    <a:pt x="15131" y="19908"/>
                    <a:pt x="7072" y="18420"/>
                    <a:pt x="7072" y="11848"/>
                  </a:cubicBezTo>
                  <a:cubicBezTo>
                    <a:pt x="7072" y="7880"/>
                    <a:pt x="10420" y="3044"/>
                    <a:pt x="22199" y="3044"/>
                  </a:cubicBezTo>
                  <a:cubicBezTo>
                    <a:pt x="36582" y="3044"/>
                    <a:pt x="37202" y="13088"/>
                    <a:pt x="37450" y="16684"/>
                  </a:cubicBezTo>
                  <a:cubicBezTo>
                    <a:pt x="37574" y="18048"/>
                    <a:pt x="39062" y="18048"/>
                    <a:pt x="39558" y="18048"/>
                  </a:cubicBezTo>
                  <a:cubicBezTo>
                    <a:pt x="41666" y="18048"/>
                    <a:pt x="41666" y="17180"/>
                    <a:pt x="41666" y="14824"/>
                  </a:cubicBezTo>
                  <a:lnTo>
                    <a:pt x="41666" y="3292"/>
                  </a:lnTo>
                  <a:close/>
                </a:path>
              </a:pathLst>
            </a:custGeom>
            <a:solidFill>
              <a:srgbClr val="000000"/>
            </a:solidFill>
            <a:ln w="1774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27" name="任意形状 326">
              <a:extLst>
                <a:ext uri="{FF2B5EF4-FFF2-40B4-BE49-F238E27FC236}">
                  <a16:creationId xmlns:a16="http://schemas.microsoft.com/office/drawing/2014/main" id="{D72C269A-5DA0-DDFD-DF24-BA5CD52BFF28}"/>
                </a:ext>
              </a:extLst>
            </p:cNvPr>
            <p:cNvSpPr/>
            <p:nvPr>
              <p:custDataLst>
                <p:tags r:id="rId25"/>
              </p:custDataLst>
            </p:nvPr>
          </p:nvSpPr>
          <p:spPr>
            <a:xfrm>
              <a:off x="7078817" y="3706334"/>
              <a:ext cx="66709" cy="78736"/>
            </a:xfrm>
            <a:custGeom>
              <a:avLst/>
              <a:gdLst>
                <a:gd name="connsiteX0" fmla="*/ 55185 w 66709"/>
                <a:gd name="connsiteY0" fmla="*/ 12220 h 78736"/>
                <a:gd name="connsiteX1" fmla="*/ 66964 w 66709"/>
                <a:gd name="connsiteY1" fmla="*/ 4532 h 78736"/>
                <a:gd name="connsiteX2" fmla="*/ 66964 w 66709"/>
                <a:gd name="connsiteY2" fmla="*/ 69 h 78736"/>
                <a:gd name="connsiteX3" fmla="*/ 57541 w 66709"/>
                <a:gd name="connsiteY3" fmla="*/ 565 h 78736"/>
                <a:gd name="connsiteX4" fmla="*/ 46257 w 66709"/>
                <a:gd name="connsiteY4" fmla="*/ 69 h 78736"/>
                <a:gd name="connsiteX5" fmla="*/ 46257 w 66709"/>
                <a:gd name="connsiteY5" fmla="*/ 4532 h 78736"/>
                <a:gd name="connsiteX6" fmla="*/ 51341 w 66709"/>
                <a:gd name="connsiteY6" fmla="*/ 9244 h 78736"/>
                <a:gd name="connsiteX7" fmla="*/ 50225 w 66709"/>
                <a:gd name="connsiteY7" fmla="*/ 13088 h 78736"/>
                <a:gd name="connsiteX8" fmla="*/ 36462 w 66709"/>
                <a:gd name="connsiteY8" fmla="*/ 42475 h 78736"/>
                <a:gd name="connsiteX9" fmla="*/ 21210 w 66709"/>
                <a:gd name="connsiteY9" fmla="*/ 9740 h 78736"/>
                <a:gd name="connsiteX10" fmla="*/ 20466 w 66709"/>
                <a:gd name="connsiteY10" fmla="*/ 7384 h 78736"/>
                <a:gd name="connsiteX11" fmla="*/ 26790 w 66709"/>
                <a:gd name="connsiteY11" fmla="*/ 4532 h 78736"/>
                <a:gd name="connsiteX12" fmla="*/ 26790 w 66709"/>
                <a:gd name="connsiteY12" fmla="*/ 69 h 78736"/>
                <a:gd name="connsiteX13" fmla="*/ 12531 w 66709"/>
                <a:gd name="connsiteY13" fmla="*/ 565 h 78736"/>
                <a:gd name="connsiteX14" fmla="*/ 379 w 66709"/>
                <a:gd name="connsiteY14" fmla="*/ 69 h 78736"/>
                <a:gd name="connsiteX15" fmla="*/ 379 w 66709"/>
                <a:gd name="connsiteY15" fmla="*/ 4532 h 78736"/>
                <a:gd name="connsiteX16" fmla="*/ 10547 w 66709"/>
                <a:gd name="connsiteY16" fmla="*/ 8872 h 78736"/>
                <a:gd name="connsiteX17" fmla="*/ 31378 w 66709"/>
                <a:gd name="connsiteY17" fmla="*/ 53510 h 78736"/>
                <a:gd name="connsiteX18" fmla="*/ 27906 w 66709"/>
                <a:gd name="connsiteY18" fmla="*/ 60826 h 78736"/>
                <a:gd name="connsiteX19" fmla="*/ 12779 w 66709"/>
                <a:gd name="connsiteY19" fmla="*/ 75334 h 78736"/>
                <a:gd name="connsiteX20" fmla="*/ 7447 w 66709"/>
                <a:gd name="connsiteY20" fmla="*/ 73846 h 78736"/>
                <a:gd name="connsiteX21" fmla="*/ 11043 w 66709"/>
                <a:gd name="connsiteY21" fmla="*/ 68514 h 78736"/>
                <a:gd name="connsiteX22" fmla="*/ 5711 w 66709"/>
                <a:gd name="connsiteY22" fmla="*/ 63182 h 78736"/>
                <a:gd name="connsiteX23" fmla="*/ 255 w 66709"/>
                <a:gd name="connsiteY23" fmla="*/ 68638 h 78736"/>
                <a:gd name="connsiteX24" fmla="*/ 12779 w 66709"/>
                <a:gd name="connsiteY24" fmla="*/ 78805 h 78736"/>
                <a:gd name="connsiteX25" fmla="*/ 31130 w 66709"/>
                <a:gd name="connsiteY25" fmla="*/ 64050 h 78736"/>
                <a:gd name="connsiteX26" fmla="*/ 55185 w 66709"/>
                <a:gd name="connsiteY26" fmla="*/ 12220 h 787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66709" h="78736">
                  <a:moveTo>
                    <a:pt x="55185" y="12220"/>
                  </a:moveTo>
                  <a:cubicBezTo>
                    <a:pt x="58657" y="4656"/>
                    <a:pt x="64980" y="4532"/>
                    <a:pt x="66964" y="4532"/>
                  </a:cubicBezTo>
                  <a:lnTo>
                    <a:pt x="66964" y="69"/>
                  </a:lnTo>
                  <a:cubicBezTo>
                    <a:pt x="63493" y="317"/>
                    <a:pt x="61137" y="565"/>
                    <a:pt x="57541" y="565"/>
                  </a:cubicBezTo>
                  <a:cubicBezTo>
                    <a:pt x="54193" y="565"/>
                    <a:pt x="49605" y="441"/>
                    <a:pt x="46257" y="69"/>
                  </a:cubicBezTo>
                  <a:lnTo>
                    <a:pt x="46257" y="4532"/>
                  </a:lnTo>
                  <a:cubicBezTo>
                    <a:pt x="50349" y="4780"/>
                    <a:pt x="51341" y="7260"/>
                    <a:pt x="51341" y="9244"/>
                  </a:cubicBezTo>
                  <a:cubicBezTo>
                    <a:pt x="51341" y="10732"/>
                    <a:pt x="50721" y="11848"/>
                    <a:pt x="50225" y="13088"/>
                  </a:cubicBezTo>
                  <a:lnTo>
                    <a:pt x="36462" y="42475"/>
                  </a:lnTo>
                  <a:lnTo>
                    <a:pt x="21210" y="9740"/>
                  </a:lnTo>
                  <a:cubicBezTo>
                    <a:pt x="20838" y="8996"/>
                    <a:pt x="20466" y="8252"/>
                    <a:pt x="20466" y="7384"/>
                  </a:cubicBezTo>
                  <a:cubicBezTo>
                    <a:pt x="20466" y="4532"/>
                    <a:pt x="24682" y="4532"/>
                    <a:pt x="26790" y="4532"/>
                  </a:cubicBezTo>
                  <a:lnTo>
                    <a:pt x="26790" y="69"/>
                  </a:lnTo>
                  <a:cubicBezTo>
                    <a:pt x="24930" y="193"/>
                    <a:pt x="16002" y="565"/>
                    <a:pt x="12531" y="565"/>
                  </a:cubicBezTo>
                  <a:cubicBezTo>
                    <a:pt x="8811" y="565"/>
                    <a:pt x="3975" y="441"/>
                    <a:pt x="379" y="69"/>
                  </a:cubicBezTo>
                  <a:lnTo>
                    <a:pt x="379" y="4532"/>
                  </a:lnTo>
                  <a:cubicBezTo>
                    <a:pt x="7323" y="4532"/>
                    <a:pt x="8687" y="4904"/>
                    <a:pt x="10547" y="8872"/>
                  </a:cubicBezTo>
                  <a:lnTo>
                    <a:pt x="31378" y="53510"/>
                  </a:lnTo>
                  <a:cubicBezTo>
                    <a:pt x="30262" y="55990"/>
                    <a:pt x="29022" y="58346"/>
                    <a:pt x="27906" y="60826"/>
                  </a:cubicBezTo>
                  <a:cubicBezTo>
                    <a:pt x="25178" y="66778"/>
                    <a:pt x="21210" y="75334"/>
                    <a:pt x="12779" y="75334"/>
                  </a:cubicBezTo>
                  <a:cubicBezTo>
                    <a:pt x="9679" y="75334"/>
                    <a:pt x="8687" y="74714"/>
                    <a:pt x="7447" y="73846"/>
                  </a:cubicBezTo>
                  <a:cubicBezTo>
                    <a:pt x="7571" y="73846"/>
                    <a:pt x="11043" y="72606"/>
                    <a:pt x="11043" y="68514"/>
                  </a:cubicBezTo>
                  <a:cubicBezTo>
                    <a:pt x="11043" y="65414"/>
                    <a:pt x="8811" y="63182"/>
                    <a:pt x="5711" y="63182"/>
                  </a:cubicBezTo>
                  <a:cubicBezTo>
                    <a:pt x="2487" y="63182"/>
                    <a:pt x="255" y="65414"/>
                    <a:pt x="255" y="68638"/>
                  </a:cubicBezTo>
                  <a:cubicBezTo>
                    <a:pt x="255" y="74466"/>
                    <a:pt x="6083" y="78805"/>
                    <a:pt x="12779" y="78805"/>
                  </a:cubicBezTo>
                  <a:cubicBezTo>
                    <a:pt x="23318" y="78805"/>
                    <a:pt x="29394" y="67770"/>
                    <a:pt x="31130" y="64050"/>
                  </a:cubicBezTo>
                  <a:lnTo>
                    <a:pt x="55185" y="12220"/>
                  </a:lnTo>
                  <a:close/>
                </a:path>
              </a:pathLst>
            </a:custGeom>
            <a:solidFill>
              <a:srgbClr val="000000"/>
            </a:solidFill>
            <a:ln w="1774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28" name="任意形状 327">
              <a:extLst>
                <a:ext uri="{FF2B5EF4-FFF2-40B4-BE49-F238E27FC236}">
                  <a16:creationId xmlns:a16="http://schemas.microsoft.com/office/drawing/2014/main" id="{30A471A1-C6D0-6F31-C952-9CFDE1CA2A3A}"/>
                </a:ext>
              </a:extLst>
            </p:cNvPr>
            <p:cNvSpPr/>
            <p:nvPr>
              <p:custDataLst>
                <p:tags r:id="rId26"/>
              </p:custDataLst>
            </p:nvPr>
          </p:nvSpPr>
          <p:spPr>
            <a:xfrm>
              <a:off x="7156215" y="3705094"/>
              <a:ext cx="104527" cy="54681"/>
            </a:xfrm>
            <a:custGeom>
              <a:avLst/>
              <a:gdLst>
                <a:gd name="connsiteX0" fmla="*/ 95487 w 104527"/>
                <a:gd name="connsiteY0" fmla="*/ 17180 h 54681"/>
                <a:gd name="connsiteX1" fmla="*/ 76888 w 104527"/>
                <a:gd name="connsiteY1" fmla="*/ 69 h 54681"/>
                <a:gd name="connsiteX2" fmla="*/ 57049 w 104527"/>
                <a:gd name="connsiteY2" fmla="*/ 11600 h 54681"/>
                <a:gd name="connsiteX3" fmla="*/ 38822 w 104527"/>
                <a:gd name="connsiteY3" fmla="*/ 69 h 54681"/>
                <a:gd name="connsiteX4" fmla="*/ 18611 w 104527"/>
                <a:gd name="connsiteY4" fmla="*/ 12096 h 54681"/>
                <a:gd name="connsiteX5" fmla="*/ 18487 w 104527"/>
                <a:gd name="connsiteY5" fmla="*/ 12096 h 54681"/>
                <a:gd name="connsiteX6" fmla="*/ 18487 w 104527"/>
                <a:gd name="connsiteY6" fmla="*/ 69 h 54681"/>
                <a:gd name="connsiteX7" fmla="*/ 259 w 104527"/>
                <a:gd name="connsiteY7" fmla="*/ 1433 h 54681"/>
                <a:gd name="connsiteX8" fmla="*/ 259 w 104527"/>
                <a:gd name="connsiteY8" fmla="*/ 5896 h 54681"/>
                <a:gd name="connsiteX9" fmla="*/ 9559 w 104527"/>
                <a:gd name="connsiteY9" fmla="*/ 12840 h 54681"/>
                <a:gd name="connsiteX10" fmla="*/ 9559 w 104527"/>
                <a:gd name="connsiteY10" fmla="*/ 44955 h 54681"/>
                <a:gd name="connsiteX11" fmla="*/ 259 w 104527"/>
                <a:gd name="connsiteY11" fmla="*/ 50287 h 54681"/>
                <a:gd name="connsiteX12" fmla="*/ 259 w 104527"/>
                <a:gd name="connsiteY12" fmla="*/ 54750 h 54681"/>
                <a:gd name="connsiteX13" fmla="*/ 14395 w 104527"/>
                <a:gd name="connsiteY13" fmla="*/ 54254 h 54681"/>
                <a:gd name="connsiteX14" fmla="*/ 28654 w 104527"/>
                <a:gd name="connsiteY14" fmla="*/ 54750 h 54681"/>
                <a:gd name="connsiteX15" fmla="*/ 28654 w 104527"/>
                <a:gd name="connsiteY15" fmla="*/ 50287 h 54681"/>
                <a:gd name="connsiteX16" fmla="*/ 19354 w 104527"/>
                <a:gd name="connsiteY16" fmla="*/ 44955 h 54681"/>
                <a:gd name="connsiteX17" fmla="*/ 19354 w 104527"/>
                <a:gd name="connsiteY17" fmla="*/ 22636 h 54681"/>
                <a:gd name="connsiteX18" fmla="*/ 37830 w 104527"/>
                <a:gd name="connsiteY18" fmla="*/ 3540 h 54681"/>
                <a:gd name="connsiteX19" fmla="*/ 47625 w 104527"/>
                <a:gd name="connsiteY19" fmla="*/ 16684 h 54681"/>
                <a:gd name="connsiteX20" fmla="*/ 47625 w 104527"/>
                <a:gd name="connsiteY20" fmla="*/ 44955 h 54681"/>
                <a:gd name="connsiteX21" fmla="*/ 38326 w 104527"/>
                <a:gd name="connsiteY21" fmla="*/ 50287 h 54681"/>
                <a:gd name="connsiteX22" fmla="*/ 38326 w 104527"/>
                <a:gd name="connsiteY22" fmla="*/ 54750 h 54681"/>
                <a:gd name="connsiteX23" fmla="*/ 52461 w 104527"/>
                <a:gd name="connsiteY23" fmla="*/ 54254 h 54681"/>
                <a:gd name="connsiteX24" fmla="*/ 66721 w 104527"/>
                <a:gd name="connsiteY24" fmla="*/ 54750 h 54681"/>
                <a:gd name="connsiteX25" fmla="*/ 66721 w 104527"/>
                <a:gd name="connsiteY25" fmla="*/ 50287 h 54681"/>
                <a:gd name="connsiteX26" fmla="*/ 57421 w 104527"/>
                <a:gd name="connsiteY26" fmla="*/ 44955 h 54681"/>
                <a:gd name="connsiteX27" fmla="*/ 57421 w 104527"/>
                <a:gd name="connsiteY27" fmla="*/ 22636 h 54681"/>
                <a:gd name="connsiteX28" fmla="*/ 75896 w 104527"/>
                <a:gd name="connsiteY28" fmla="*/ 3540 h 54681"/>
                <a:gd name="connsiteX29" fmla="*/ 85692 w 104527"/>
                <a:gd name="connsiteY29" fmla="*/ 16684 h 54681"/>
                <a:gd name="connsiteX30" fmla="*/ 85692 w 104527"/>
                <a:gd name="connsiteY30" fmla="*/ 44955 h 54681"/>
                <a:gd name="connsiteX31" fmla="*/ 76392 w 104527"/>
                <a:gd name="connsiteY31" fmla="*/ 50287 h 54681"/>
                <a:gd name="connsiteX32" fmla="*/ 76392 w 104527"/>
                <a:gd name="connsiteY32" fmla="*/ 54750 h 54681"/>
                <a:gd name="connsiteX33" fmla="*/ 90528 w 104527"/>
                <a:gd name="connsiteY33" fmla="*/ 54254 h 54681"/>
                <a:gd name="connsiteX34" fmla="*/ 104787 w 104527"/>
                <a:gd name="connsiteY34" fmla="*/ 54750 h 54681"/>
                <a:gd name="connsiteX35" fmla="*/ 104787 w 104527"/>
                <a:gd name="connsiteY35" fmla="*/ 50287 h 54681"/>
                <a:gd name="connsiteX36" fmla="*/ 95487 w 104527"/>
                <a:gd name="connsiteY36" fmla="*/ 44955 h 54681"/>
                <a:gd name="connsiteX37" fmla="*/ 95487 w 104527"/>
                <a:gd name="connsiteY37" fmla="*/ 17180 h 546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104527" h="54681">
                  <a:moveTo>
                    <a:pt x="95487" y="17180"/>
                  </a:moveTo>
                  <a:cubicBezTo>
                    <a:pt x="95487" y="6392"/>
                    <a:pt x="90156" y="69"/>
                    <a:pt x="76888" y="69"/>
                  </a:cubicBezTo>
                  <a:cubicBezTo>
                    <a:pt x="67093" y="69"/>
                    <a:pt x="60397" y="5400"/>
                    <a:pt x="57049" y="11600"/>
                  </a:cubicBezTo>
                  <a:cubicBezTo>
                    <a:pt x="54569" y="2797"/>
                    <a:pt x="47873" y="69"/>
                    <a:pt x="38822" y="69"/>
                  </a:cubicBezTo>
                  <a:cubicBezTo>
                    <a:pt x="28654" y="69"/>
                    <a:pt x="22082" y="5648"/>
                    <a:pt x="18611" y="12096"/>
                  </a:cubicBezTo>
                  <a:lnTo>
                    <a:pt x="18487" y="12096"/>
                  </a:lnTo>
                  <a:lnTo>
                    <a:pt x="18487" y="69"/>
                  </a:lnTo>
                  <a:lnTo>
                    <a:pt x="259" y="1433"/>
                  </a:lnTo>
                  <a:lnTo>
                    <a:pt x="259" y="5896"/>
                  </a:lnTo>
                  <a:cubicBezTo>
                    <a:pt x="8567" y="5896"/>
                    <a:pt x="9559" y="6764"/>
                    <a:pt x="9559" y="12840"/>
                  </a:cubicBezTo>
                  <a:lnTo>
                    <a:pt x="9559" y="44955"/>
                  </a:lnTo>
                  <a:cubicBezTo>
                    <a:pt x="9559" y="50287"/>
                    <a:pt x="8319" y="50287"/>
                    <a:pt x="259" y="50287"/>
                  </a:cubicBezTo>
                  <a:lnTo>
                    <a:pt x="259" y="54750"/>
                  </a:lnTo>
                  <a:cubicBezTo>
                    <a:pt x="507" y="54750"/>
                    <a:pt x="9187" y="54254"/>
                    <a:pt x="14395" y="54254"/>
                  </a:cubicBezTo>
                  <a:cubicBezTo>
                    <a:pt x="18983" y="54254"/>
                    <a:pt x="27538" y="54626"/>
                    <a:pt x="28654" y="54750"/>
                  </a:cubicBezTo>
                  <a:lnTo>
                    <a:pt x="28654" y="50287"/>
                  </a:lnTo>
                  <a:cubicBezTo>
                    <a:pt x="20594" y="50287"/>
                    <a:pt x="19354" y="50287"/>
                    <a:pt x="19354" y="44955"/>
                  </a:cubicBezTo>
                  <a:lnTo>
                    <a:pt x="19354" y="22636"/>
                  </a:lnTo>
                  <a:cubicBezTo>
                    <a:pt x="19354" y="9616"/>
                    <a:pt x="29646" y="3540"/>
                    <a:pt x="37830" y="3540"/>
                  </a:cubicBezTo>
                  <a:cubicBezTo>
                    <a:pt x="46509" y="3540"/>
                    <a:pt x="47625" y="10360"/>
                    <a:pt x="47625" y="16684"/>
                  </a:cubicBezTo>
                  <a:lnTo>
                    <a:pt x="47625" y="44955"/>
                  </a:lnTo>
                  <a:cubicBezTo>
                    <a:pt x="47625" y="50287"/>
                    <a:pt x="46385" y="50287"/>
                    <a:pt x="38326" y="50287"/>
                  </a:cubicBezTo>
                  <a:lnTo>
                    <a:pt x="38326" y="54750"/>
                  </a:lnTo>
                  <a:cubicBezTo>
                    <a:pt x="38574" y="54750"/>
                    <a:pt x="47253" y="54254"/>
                    <a:pt x="52461" y="54254"/>
                  </a:cubicBezTo>
                  <a:cubicBezTo>
                    <a:pt x="57049" y="54254"/>
                    <a:pt x="65605" y="54626"/>
                    <a:pt x="66721" y="54750"/>
                  </a:cubicBezTo>
                  <a:lnTo>
                    <a:pt x="66721" y="50287"/>
                  </a:lnTo>
                  <a:cubicBezTo>
                    <a:pt x="58661" y="50287"/>
                    <a:pt x="57421" y="50287"/>
                    <a:pt x="57421" y="44955"/>
                  </a:cubicBezTo>
                  <a:lnTo>
                    <a:pt x="57421" y="22636"/>
                  </a:lnTo>
                  <a:cubicBezTo>
                    <a:pt x="57421" y="9616"/>
                    <a:pt x="67713" y="3540"/>
                    <a:pt x="75896" y="3540"/>
                  </a:cubicBezTo>
                  <a:cubicBezTo>
                    <a:pt x="84576" y="3540"/>
                    <a:pt x="85692" y="10360"/>
                    <a:pt x="85692" y="16684"/>
                  </a:cubicBezTo>
                  <a:lnTo>
                    <a:pt x="85692" y="44955"/>
                  </a:lnTo>
                  <a:cubicBezTo>
                    <a:pt x="85692" y="50287"/>
                    <a:pt x="84452" y="50287"/>
                    <a:pt x="76392" y="50287"/>
                  </a:cubicBezTo>
                  <a:lnTo>
                    <a:pt x="76392" y="54750"/>
                  </a:lnTo>
                  <a:cubicBezTo>
                    <a:pt x="76640" y="54750"/>
                    <a:pt x="85320" y="54254"/>
                    <a:pt x="90528" y="54254"/>
                  </a:cubicBezTo>
                  <a:cubicBezTo>
                    <a:pt x="95115" y="54254"/>
                    <a:pt x="103671" y="54626"/>
                    <a:pt x="104787" y="54750"/>
                  </a:cubicBezTo>
                  <a:lnTo>
                    <a:pt x="104787" y="50287"/>
                  </a:lnTo>
                  <a:cubicBezTo>
                    <a:pt x="96727" y="50287"/>
                    <a:pt x="95487" y="50287"/>
                    <a:pt x="95487" y="44955"/>
                  </a:cubicBezTo>
                  <a:lnTo>
                    <a:pt x="95487" y="17180"/>
                  </a:lnTo>
                  <a:close/>
                </a:path>
              </a:pathLst>
            </a:custGeom>
            <a:solidFill>
              <a:srgbClr val="000000"/>
            </a:solidFill>
            <a:ln w="1774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29" name="任意形状 328">
              <a:extLst>
                <a:ext uri="{FF2B5EF4-FFF2-40B4-BE49-F238E27FC236}">
                  <a16:creationId xmlns:a16="http://schemas.microsoft.com/office/drawing/2014/main" id="{8523414F-344E-F427-8515-F8424F1C1BB4}"/>
                </a:ext>
              </a:extLst>
            </p:cNvPr>
            <p:cNvSpPr/>
            <p:nvPr>
              <p:custDataLst>
                <p:tags r:id="rId27"/>
              </p:custDataLst>
            </p:nvPr>
          </p:nvSpPr>
          <p:spPr>
            <a:xfrm>
              <a:off x="7279775" y="3745516"/>
              <a:ext cx="15747" cy="38190"/>
            </a:xfrm>
            <a:custGeom>
              <a:avLst/>
              <a:gdLst>
                <a:gd name="connsiteX0" fmla="*/ 12541 w 15747"/>
                <a:gd name="connsiteY0" fmla="*/ 12344 h 38190"/>
                <a:gd name="connsiteX1" fmla="*/ 2870 w 15747"/>
                <a:gd name="connsiteY1" fmla="*/ 35035 h 38190"/>
                <a:gd name="connsiteX2" fmla="*/ 2002 w 15747"/>
                <a:gd name="connsiteY2" fmla="*/ 36523 h 38190"/>
                <a:gd name="connsiteX3" fmla="*/ 3738 w 15747"/>
                <a:gd name="connsiteY3" fmla="*/ 38259 h 38190"/>
                <a:gd name="connsiteX4" fmla="*/ 16013 w 15747"/>
                <a:gd name="connsiteY4" fmla="*/ 13584 h 38190"/>
                <a:gd name="connsiteX5" fmla="*/ 7334 w 15747"/>
                <a:gd name="connsiteY5" fmla="*/ 69 h 38190"/>
                <a:gd name="connsiteX6" fmla="*/ 266 w 15747"/>
                <a:gd name="connsiteY6" fmla="*/ 7136 h 38190"/>
                <a:gd name="connsiteX7" fmla="*/ 7458 w 15747"/>
                <a:gd name="connsiteY7" fmla="*/ 14328 h 38190"/>
                <a:gd name="connsiteX8" fmla="*/ 12541 w 15747"/>
                <a:gd name="connsiteY8" fmla="*/ 12344 h 381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5747" h="38190">
                  <a:moveTo>
                    <a:pt x="12541" y="12344"/>
                  </a:moveTo>
                  <a:cubicBezTo>
                    <a:pt x="12541" y="19164"/>
                    <a:pt x="11301" y="27100"/>
                    <a:pt x="2870" y="35035"/>
                  </a:cubicBezTo>
                  <a:cubicBezTo>
                    <a:pt x="2374" y="35531"/>
                    <a:pt x="2002" y="35903"/>
                    <a:pt x="2002" y="36523"/>
                  </a:cubicBezTo>
                  <a:cubicBezTo>
                    <a:pt x="2002" y="37391"/>
                    <a:pt x="2994" y="38259"/>
                    <a:pt x="3738" y="38259"/>
                  </a:cubicBezTo>
                  <a:cubicBezTo>
                    <a:pt x="5474" y="38259"/>
                    <a:pt x="16013" y="28339"/>
                    <a:pt x="16013" y="13584"/>
                  </a:cubicBezTo>
                  <a:cubicBezTo>
                    <a:pt x="16013" y="5896"/>
                    <a:pt x="13037" y="69"/>
                    <a:pt x="7334" y="69"/>
                  </a:cubicBezTo>
                  <a:cubicBezTo>
                    <a:pt x="3242" y="69"/>
                    <a:pt x="266" y="3292"/>
                    <a:pt x="266" y="7136"/>
                  </a:cubicBezTo>
                  <a:cubicBezTo>
                    <a:pt x="266" y="11104"/>
                    <a:pt x="3118" y="14328"/>
                    <a:pt x="7458" y="14328"/>
                  </a:cubicBezTo>
                  <a:cubicBezTo>
                    <a:pt x="10433" y="14328"/>
                    <a:pt x="12417" y="12344"/>
                    <a:pt x="12541" y="12344"/>
                  </a:cubicBezTo>
                  <a:close/>
                </a:path>
              </a:pathLst>
            </a:custGeom>
            <a:solidFill>
              <a:srgbClr val="000000"/>
            </a:solidFill>
            <a:ln w="1774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30" name="任意形状 329">
              <a:extLst>
                <a:ext uri="{FF2B5EF4-FFF2-40B4-BE49-F238E27FC236}">
                  <a16:creationId xmlns:a16="http://schemas.microsoft.com/office/drawing/2014/main" id="{D7E78920-818E-D200-2B26-B03305837468}"/>
                </a:ext>
              </a:extLst>
            </p:cNvPr>
            <p:cNvSpPr/>
            <p:nvPr>
              <p:custDataLst>
                <p:tags r:id="rId28"/>
              </p:custDataLst>
            </p:nvPr>
          </p:nvSpPr>
          <p:spPr>
            <a:xfrm>
              <a:off x="7317506" y="3715013"/>
              <a:ext cx="76256" cy="34222"/>
            </a:xfrm>
            <a:custGeom>
              <a:avLst/>
              <a:gdLst>
                <a:gd name="connsiteX0" fmla="*/ 76525 w 76256"/>
                <a:gd name="connsiteY0" fmla="*/ 4904 h 34222"/>
                <a:gd name="connsiteX1" fmla="*/ 71565 w 76256"/>
                <a:gd name="connsiteY1" fmla="*/ 69 h 34222"/>
                <a:gd name="connsiteX2" fmla="*/ 5228 w 76256"/>
                <a:gd name="connsiteY2" fmla="*/ 69 h 34222"/>
                <a:gd name="connsiteX3" fmla="*/ 268 w 76256"/>
                <a:gd name="connsiteY3" fmla="*/ 3168 h 34222"/>
                <a:gd name="connsiteX4" fmla="*/ 5228 w 76256"/>
                <a:gd name="connsiteY4" fmla="*/ 6144 h 34222"/>
                <a:gd name="connsiteX5" fmla="*/ 70449 w 76256"/>
                <a:gd name="connsiteY5" fmla="*/ 6144 h 34222"/>
                <a:gd name="connsiteX6" fmla="*/ 70449 w 76256"/>
                <a:gd name="connsiteY6" fmla="*/ 29455 h 34222"/>
                <a:gd name="connsiteX7" fmla="*/ 73425 w 76256"/>
                <a:gd name="connsiteY7" fmla="*/ 34291 h 34222"/>
                <a:gd name="connsiteX8" fmla="*/ 76525 w 76256"/>
                <a:gd name="connsiteY8" fmla="*/ 29455 h 34222"/>
                <a:gd name="connsiteX9" fmla="*/ 76525 w 76256"/>
                <a:gd name="connsiteY9" fmla="*/ 4904 h 34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6256" h="34222">
                  <a:moveTo>
                    <a:pt x="76525" y="4904"/>
                  </a:moveTo>
                  <a:cubicBezTo>
                    <a:pt x="76525" y="689"/>
                    <a:pt x="75781" y="69"/>
                    <a:pt x="71565" y="69"/>
                  </a:cubicBezTo>
                  <a:lnTo>
                    <a:pt x="5228" y="69"/>
                  </a:lnTo>
                  <a:cubicBezTo>
                    <a:pt x="3120" y="69"/>
                    <a:pt x="268" y="69"/>
                    <a:pt x="268" y="3168"/>
                  </a:cubicBezTo>
                  <a:cubicBezTo>
                    <a:pt x="268" y="6144"/>
                    <a:pt x="3244" y="6144"/>
                    <a:pt x="5228" y="6144"/>
                  </a:cubicBezTo>
                  <a:lnTo>
                    <a:pt x="70449" y="6144"/>
                  </a:lnTo>
                  <a:lnTo>
                    <a:pt x="70449" y="29455"/>
                  </a:lnTo>
                  <a:cubicBezTo>
                    <a:pt x="70449" y="31315"/>
                    <a:pt x="70449" y="34291"/>
                    <a:pt x="73425" y="34291"/>
                  </a:cubicBezTo>
                  <a:cubicBezTo>
                    <a:pt x="76525" y="34291"/>
                    <a:pt x="76525" y="31439"/>
                    <a:pt x="76525" y="29455"/>
                  </a:cubicBezTo>
                  <a:lnTo>
                    <a:pt x="76525" y="4904"/>
                  </a:lnTo>
                  <a:close/>
                </a:path>
              </a:pathLst>
            </a:custGeom>
            <a:solidFill>
              <a:srgbClr val="000000"/>
            </a:solidFill>
            <a:ln w="1774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31" name="任意形状 330">
              <a:extLst>
                <a:ext uri="{FF2B5EF4-FFF2-40B4-BE49-F238E27FC236}">
                  <a16:creationId xmlns:a16="http://schemas.microsoft.com/office/drawing/2014/main" id="{42166A5E-B8EE-7E2D-9374-B480CE54256F}"/>
                </a:ext>
              </a:extLst>
            </p:cNvPr>
            <p:cNvSpPr/>
            <p:nvPr>
              <p:custDataLst>
                <p:tags r:id="rId29"/>
              </p:custDataLst>
            </p:nvPr>
          </p:nvSpPr>
          <p:spPr>
            <a:xfrm>
              <a:off x="7410359" y="3673723"/>
              <a:ext cx="27898" cy="86052"/>
            </a:xfrm>
            <a:custGeom>
              <a:avLst/>
              <a:gdLst>
                <a:gd name="connsiteX0" fmla="*/ 18873 w 27898"/>
                <a:gd name="connsiteY0" fmla="*/ 69 h 86052"/>
                <a:gd name="connsiteX1" fmla="*/ 274 w 27898"/>
                <a:gd name="connsiteY1" fmla="*/ 1433 h 86052"/>
                <a:gd name="connsiteX2" fmla="*/ 274 w 27898"/>
                <a:gd name="connsiteY2" fmla="*/ 5896 h 86052"/>
                <a:gd name="connsiteX3" fmla="*/ 9573 w 27898"/>
                <a:gd name="connsiteY3" fmla="*/ 12840 h 86052"/>
                <a:gd name="connsiteX4" fmla="*/ 9573 w 27898"/>
                <a:gd name="connsiteY4" fmla="*/ 76326 h 86052"/>
                <a:gd name="connsiteX5" fmla="*/ 274 w 27898"/>
                <a:gd name="connsiteY5" fmla="*/ 81657 h 86052"/>
                <a:gd name="connsiteX6" fmla="*/ 274 w 27898"/>
                <a:gd name="connsiteY6" fmla="*/ 86121 h 86052"/>
                <a:gd name="connsiteX7" fmla="*/ 14161 w 27898"/>
                <a:gd name="connsiteY7" fmla="*/ 85625 h 86052"/>
                <a:gd name="connsiteX8" fmla="*/ 28172 w 27898"/>
                <a:gd name="connsiteY8" fmla="*/ 86121 h 86052"/>
                <a:gd name="connsiteX9" fmla="*/ 28172 w 27898"/>
                <a:gd name="connsiteY9" fmla="*/ 81657 h 86052"/>
                <a:gd name="connsiteX10" fmla="*/ 18873 w 27898"/>
                <a:gd name="connsiteY10" fmla="*/ 76326 h 86052"/>
                <a:gd name="connsiteX11" fmla="*/ 18873 w 27898"/>
                <a:gd name="connsiteY11" fmla="*/ 69 h 86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7898" h="86052">
                  <a:moveTo>
                    <a:pt x="18873" y="69"/>
                  </a:moveTo>
                  <a:lnTo>
                    <a:pt x="274" y="1433"/>
                  </a:lnTo>
                  <a:lnTo>
                    <a:pt x="274" y="5896"/>
                  </a:lnTo>
                  <a:cubicBezTo>
                    <a:pt x="8581" y="5896"/>
                    <a:pt x="9573" y="6764"/>
                    <a:pt x="9573" y="12840"/>
                  </a:cubicBezTo>
                  <a:lnTo>
                    <a:pt x="9573" y="76326"/>
                  </a:lnTo>
                  <a:cubicBezTo>
                    <a:pt x="9573" y="81657"/>
                    <a:pt x="8333" y="81657"/>
                    <a:pt x="274" y="81657"/>
                  </a:cubicBezTo>
                  <a:lnTo>
                    <a:pt x="274" y="86121"/>
                  </a:lnTo>
                  <a:cubicBezTo>
                    <a:pt x="522" y="86121"/>
                    <a:pt x="9201" y="85625"/>
                    <a:pt x="14161" y="85625"/>
                  </a:cubicBezTo>
                  <a:cubicBezTo>
                    <a:pt x="18873" y="85625"/>
                    <a:pt x="23461" y="85749"/>
                    <a:pt x="28172" y="86121"/>
                  </a:cubicBezTo>
                  <a:lnTo>
                    <a:pt x="28172" y="81657"/>
                  </a:lnTo>
                  <a:cubicBezTo>
                    <a:pt x="20113" y="81657"/>
                    <a:pt x="18873" y="81657"/>
                    <a:pt x="18873" y="76326"/>
                  </a:cubicBezTo>
                  <a:lnTo>
                    <a:pt x="18873" y="69"/>
                  </a:lnTo>
                  <a:close/>
                </a:path>
              </a:pathLst>
            </a:custGeom>
            <a:solidFill>
              <a:srgbClr val="000000"/>
            </a:solidFill>
            <a:ln w="1774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32" name="任意形状 331">
              <a:extLst>
                <a:ext uri="{FF2B5EF4-FFF2-40B4-BE49-F238E27FC236}">
                  <a16:creationId xmlns:a16="http://schemas.microsoft.com/office/drawing/2014/main" id="{7A0055B3-7D35-9992-AC92-AF0D2A481B10}"/>
                </a:ext>
              </a:extLst>
            </p:cNvPr>
            <p:cNvSpPr/>
            <p:nvPr>
              <p:custDataLst>
                <p:tags r:id="rId30"/>
              </p:custDataLst>
            </p:nvPr>
          </p:nvSpPr>
          <p:spPr>
            <a:xfrm>
              <a:off x="7448352" y="3704474"/>
              <a:ext cx="60757" cy="56541"/>
            </a:xfrm>
            <a:custGeom>
              <a:avLst/>
              <a:gdLst>
                <a:gd name="connsiteX0" fmla="*/ 61033 w 60757"/>
                <a:gd name="connsiteY0" fmla="*/ 28959 h 56541"/>
                <a:gd name="connsiteX1" fmla="*/ 30655 w 60757"/>
                <a:gd name="connsiteY1" fmla="*/ 69 h 56541"/>
                <a:gd name="connsiteX2" fmla="*/ 276 w 60757"/>
                <a:gd name="connsiteY2" fmla="*/ 28959 h 56541"/>
                <a:gd name="connsiteX3" fmla="*/ 30655 w 60757"/>
                <a:gd name="connsiteY3" fmla="*/ 56610 h 56541"/>
                <a:gd name="connsiteX4" fmla="*/ 61033 w 60757"/>
                <a:gd name="connsiteY4" fmla="*/ 28959 h 56541"/>
                <a:gd name="connsiteX5" fmla="*/ 30655 w 60757"/>
                <a:gd name="connsiteY5" fmla="*/ 52642 h 56541"/>
                <a:gd name="connsiteX6" fmla="*/ 15279 w 60757"/>
                <a:gd name="connsiteY6" fmla="*/ 45079 h 56541"/>
                <a:gd name="connsiteX7" fmla="*/ 11559 w 60757"/>
                <a:gd name="connsiteY7" fmla="*/ 27843 h 56541"/>
                <a:gd name="connsiteX8" fmla="*/ 16023 w 60757"/>
                <a:gd name="connsiteY8" fmla="*/ 9864 h 56541"/>
                <a:gd name="connsiteX9" fmla="*/ 30655 w 60757"/>
                <a:gd name="connsiteY9" fmla="*/ 3540 h 56541"/>
                <a:gd name="connsiteX10" fmla="*/ 45906 w 60757"/>
                <a:gd name="connsiteY10" fmla="*/ 10856 h 56541"/>
                <a:gd name="connsiteX11" fmla="*/ 49750 w 60757"/>
                <a:gd name="connsiteY11" fmla="*/ 27843 h 56541"/>
                <a:gd name="connsiteX12" fmla="*/ 45782 w 60757"/>
                <a:gd name="connsiteY12" fmla="*/ 45451 h 56541"/>
                <a:gd name="connsiteX13" fmla="*/ 30655 w 60757"/>
                <a:gd name="connsiteY13" fmla="*/ 52642 h 565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0757" h="56541">
                  <a:moveTo>
                    <a:pt x="61033" y="28959"/>
                  </a:moveTo>
                  <a:cubicBezTo>
                    <a:pt x="61033" y="13460"/>
                    <a:pt x="47766" y="69"/>
                    <a:pt x="30655" y="69"/>
                  </a:cubicBezTo>
                  <a:cubicBezTo>
                    <a:pt x="13543" y="69"/>
                    <a:pt x="276" y="13460"/>
                    <a:pt x="276" y="28959"/>
                  </a:cubicBezTo>
                  <a:cubicBezTo>
                    <a:pt x="276" y="44335"/>
                    <a:pt x="13915" y="56610"/>
                    <a:pt x="30655" y="56610"/>
                  </a:cubicBezTo>
                  <a:cubicBezTo>
                    <a:pt x="47394" y="56610"/>
                    <a:pt x="61033" y="44335"/>
                    <a:pt x="61033" y="28959"/>
                  </a:cubicBezTo>
                  <a:close/>
                  <a:moveTo>
                    <a:pt x="30655" y="52642"/>
                  </a:moveTo>
                  <a:cubicBezTo>
                    <a:pt x="26067" y="52642"/>
                    <a:pt x="19371" y="51155"/>
                    <a:pt x="15279" y="45079"/>
                  </a:cubicBezTo>
                  <a:cubicBezTo>
                    <a:pt x="11931" y="39995"/>
                    <a:pt x="11559" y="33547"/>
                    <a:pt x="11559" y="27843"/>
                  </a:cubicBezTo>
                  <a:cubicBezTo>
                    <a:pt x="11559" y="22512"/>
                    <a:pt x="11683" y="15196"/>
                    <a:pt x="16023" y="9864"/>
                  </a:cubicBezTo>
                  <a:cubicBezTo>
                    <a:pt x="19123" y="6268"/>
                    <a:pt x="24331" y="3540"/>
                    <a:pt x="30655" y="3540"/>
                  </a:cubicBezTo>
                  <a:cubicBezTo>
                    <a:pt x="37970" y="3540"/>
                    <a:pt x="43178" y="7012"/>
                    <a:pt x="45906" y="10856"/>
                  </a:cubicBezTo>
                  <a:cubicBezTo>
                    <a:pt x="49378" y="15692"/>
                    <a:pt x="49750" y="21892"/>
                    <a:pt x="49750" y="27843"/>
                  </a:cubicBezTo>
                  <a:cubicBezTo>
                    <a:pt x="49750" y="33795"/>
                    <a:pt x="49378" y="40367"/>
                    <a:pt x="45782" y="45451"/>
                  </a:cubicBezTo>
                  <a:cubicBezTo>
                    <a:pt x="42434" y="50163"/>
                    <a:pt x="36730" y="52642"/>
                    <a:pt x="30655" y="52642"/>
                  </a:cubicBezTo>
                  <a:close/>
                </a:path>
              </a:pathLst>
            </a:custGeom>
            <a:solidFill>
              <a:srgbClr val="000000"/>
            </a:solidFill>
            <a:ln w="1774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33" name="任意形状 332">
              <a:extLst>
                <a:ext uri="{FF2B5EF4-FFF2-40B4-BE49-F238E27FC236}">
                  <a16:creationId xmlns:a16="http://schemas.microsoft.com/office/drawing/2014/main" id="{0AC2FEB3-9DC2-15AB-D785-984530B59BA0}"/>
                </a:ext>
              </a:extLst>
            </p:cNvPr>
            <p:cNvSpPr/>
            <p:nvPr>
              <p:custDataLst>
                <p:tags r:id="rId31"/>
              </p:custDataLst>
            </p:nvPr>
          </p:nvSpPr>
          <p:spPr>
            <a:xfrm>
              <a:off x="7522774" y="3704474"/>
              <a:ext cx="60757" cy="56541"/>
            </a:xfrm>
            <a:custGeom>
              <a:avLst/>
              <a:gdLst>
                <a:gd name="connsiteX0" fmla="*/ 61038 w 60757"/>
                <a:gd name="connsiteY0" fmla="*/ 28959 h 56541"/>
                <a:gd name="connsiteX1" fmla="*/ 30659 w 60757"/>
                <a:gd name="connsiteY1" fmla="*/ 69 h 56541"/>
                <a:gd name="connsiteX2" fmla="*/ 280 w 60757"/>
                <a:gd name="connsiteY2" fmla="*/ 28959 h 56541"/>
                <a:gd name="connsiteX3" fmla="*/ 30659 w 60757"/>
                <a:gd name="connsiteY3" fmla="*/ 56610 h 56541"/>
                <a:gd name="connsiteX4" fmla="*/ 61038 w 60757"/>
                <a:gd name="connsiteY4" fmla="*/ 28959 h 56541"/>
                <a:gd name="connsiteX5" fmla="*/ 30659 w 60757"/>
                <a:gd name="connsiteY5" fmla="*/ 52642 h 56541"/>
                <a:gd name="connsiteX6" fmla="*/ 15283 w 60757"/>
                <a:gd name="connsiteY6" fmla="*/ 45079 h 56541"/>
                <a:gd name="connsiteX7" fmla="*/ 11564 w 60757"/>
                <a:gd name="connsiteY7" fmla="*/ 27843 h 56541"/>
                <a:gd name="connsiteX8" fmla="*/ 16027 w 60757"/>
                <a:gd name="connsiteY8" fmla="*/ 9864 h 56541"/>
                <a:gd name="connsiteX9" fmla="*/ 30659 w 60757"/>
                <a:gd name="connsiteY9" fmla="*/ 3540 h 56541"/>
                <a:gd name="connsiteX10" fmla="*/ 45910 w 60757"/>
                <a:gd name="connsiteY10" fmla="*/ 10856 h 56541"/>
                <a:gd name="connsiteX11" fmla="*/ 49754 w 60757"/>
                <a:gd name="connsiteY11" fmla="*/ 27843 h 56541"/>
                <a:gd name="connsiteX12" fmla="*/ 45786 w 60757"/>
                <a:gd name="connsiteY12" fmla="*/ 45451 h 56541"/>
                <a:gd name="connsiteX13" fmla="*/ 30659 w 60757"/>
                <a:gd name="connsiteY13" fmla="*/ 52642 h 565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0757" h="56541">
                  <a:moveTo>
                    <a:pt x="61038" y="28959"/>
                  </a:moveTo>
                  <a:cubicBezTo>
                    <a:pt x="61038" y="13460"/>
                    <a:pt x="47770" y="69"/>
                    <a:pt x="30659" y="69"/>
                  </a:cubicBezTo>
                  <a:cubicBezTo>
                    <a:pt x="13547" y="69"/>
                    <a:pt x="280" y="13460"/>
                    <a:pt x="280" y="28959"/>
                  </a:cubicBezTo>
                  <a:cubicBezTo>
                    <a:pt x="280" y="44335"/>
                    <a:pt x="13919" y="56610"/>
                    <a:pt x="30659" y="56610"/>
                  </a:cubicBezTo>
                  <a:cubicBezTo>
                    <a:pt x="47398" y="56610"/>
                    <a:pt x="61038" y="44335"/>
                    <a:pt x="61038" y="28959"/>
                  </a:cubicBezTo>
                  <a:close/>
                  <a:moveTo>
                    <a:pt x="30659" y="52642"/>
                  </a:moveTo>
                  <a:cubicBezTo>
                    <a:pt x="26071" y="52642"/>
                    <a:pt x="19375" y="51155"/>
                    <a:pt x="15283" y="45079"/>
                  </a:cubicBezTo>
                  <a:cubicBezTo>
                    <a:pt x="11936" y="39995"/>
                    <a:pt x="11564" y="33547"/>
                    <a:pt x="11564" y="27843"/>
                  </a:cubicBezTo>
                  <a:cubicBezTo>
                    <a:pt x="11564" y="22512"/>
                    <a:pt x="11688" y="15196"/>
                    <a:pt x="16027" y="9864"/>
                  </a:cubicBezTo>
                  <a:cubicBezTo>
                    <a:pt x="19127" y="6268"/>
                    <a:pt x="24335" y="3540"/>
                    <a:pt x="30659" y="3540"/>
                  </a:cubicBezTo>
                  <a:cubicBezTo>
                    <a:pt x="37974" y="3540"/>
                    <a:pt x="43182" y="7012"/>
                    <a:pt x="45910" y="10856"/>
                  </a:cubicBezTo>
                  <a:cubicBezTo>
                    <a:pt x="49382" y="15692"/>
                    <a:pt x="49754" y="21892"/>
                    <a:pt x="49754" y="27843"/>
                  </a:cubicBezTo>
                  <a:cubicBezTo>
                    <a:pt x="49754" y="33795"/>
                    <a:pt x="49382" y="40367"/>
                    <a:pt x="45786" y="45451"/>
                  </a:cubicBezTo>
                  <a:cubicBezTo>
                    <a:pt x="42438" y="50163"/>
                    <a:pt x="36735" y="52642"/>
                    <a:pt x="30659" y="52642"/>
                  </a:cubicBezTo>
                  <a:close/>
                </a:path>
              </a:pathLst>
            </a:custGeom>
            <a:solidFill>
              <a:srgbClr val="000000"/>
            </a:solidFill>
            <a:ln w="1774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34" name="任意形状 333">
              <a:extLst>
                <a:ext uri="{FF2B5EF4-FFF2-40B4-BE49-F238E27FC236}">
                  <a16:creationId xmlns:a16="http://schemas.microsoft.com/office/drawing/2014/main" id="{272597CA-D844-79DA-346D-0B79475474C7}"/>
                </a:ext>
              </a:extLst>
            </p:cNvPr>
            <p:cNvSpPr/>
            <p:nvPr>
              <p:custDataLst>
                <p:tags r:id="rId32"/>
              </p:custDataLst>
            </p:nvPr>
          </p:nvSpPr>
          <p:spPr>
            <a:xfrm>
              <a:off x="7594623" y="3705094"/>
              <a:ext cx="66337" cy="78736"/>
            </a:xfrm>
            <a:custGeom>
              <a:avLst/>
              <a:gdLst>
                <a:gd name="connsiteX0" fmla="*/ 28679 w 66337"/>
                <a:gd name="connsiteY0" fmla="*/ 74342 h 78736"/>
                <a:gd name="connsiteX1" fmla="*/ 19379 w 66337"/>
                <a:gd name="connsiteY1" fmla="*/ 69010 h 78736"/>
                <a:gd name="connsiteX2" fmla="*/ 19379 w 66337"/>
                <a:gd name="connsiteY2" fmla="*/ 48799 h 78736"/>
                <a:gd name="connsiteX3" fmla="*/ 36242 w 66337"/>
                <a:gd name="connsiteY3" fmla="*/ 55990 h 78736"/>
                <a:gd name="connsiteX4" fmla="*/ 66621 w 66337"/>
                <a:gd name="connsiteY4" fmla="*/ 27967 h 78736"/>
                <a:gd name="connsiteX5" fmla="*/ 38226 w 66337"/>
                <a:gd name="connsiteY5" fmla="*/ 69 h 78736"/>
                <a:gd name="connsiteX6" fmla="*/ 18883 w 66337"/>
                <a:gd name="connsiteY6" fmla="*/ 7632 h 78736"/>
                <a:gd name="connsiteX7" fmla="*/ 18883 w 66337"/>
                <a:gd name="connsiteY7" fmla="*/ 69 h 78736"/>
                <a:gd name="connsiteX8" fmla="*/ 284 w 66337"/>
                <a:gd name="connsiteY8" fmla="*/ 1433 h 78736"/>
                <a:gd name="connsiteX9" fmla="*/ 284 w 66337"/>
                <a:gd name="connsiteY9" fmla="*/ 5896 h 78736"/>
                <a:gd name="connsiteX10" fmla="*/ 9584 w 66337"/>
                <a:gd name="connsiteY10" fmla="*/ 11724 h 78736"/>
                <a:gd name="connsiteX11" fmla="*/ 9584 w 66337"/>
                <a:gd name="connsiteY11" fmla="*/ 69010 h 78736"/>
                <a:gd name="connsiteX12" fmla="*/ 284 w 66337"/>
                <a:gd name="connsiteY12" fmla="*/ 74342 h 78736"/>
                <a:gd name="connsiteX13" fmla="*/ 284 w 66337"/>
                <a:gd name="connsiteY13" fmla="*/ 78805 h 78736"/>
                <a:gd name="connsiteX14" fmla="*/ 14419 w 66337"/>
                <a:gd name="connsiteY14" fmla="*/ 78309 h 78736"/>
                <a:gd name="connsiteX15" fmla="*/ 28679 w 66337"/>
                <a:gd name="connsiteY15" fmla="*/ 78805 h 78736"/>
                <a:gd name="connsiteX16" fmla="*/ 28679 w 66337"/>
                <a:gd name="connsiteY16" fmla="*/ 74342 h 78736"/>
                <a:gd name="connsiteX17" fmla="*/ 19379 w 66337"/>
                <a:gd name="connsiteY17" fmla="*/ 13460 h 78736"/>
                <a:gd name="connsiteX18" fmla="*/ 36862 w 66337"/>
                <a:gd name="connsiteY18" fmla="*/ 4036 h 78736"/>
                <a:gd name="connsiteX19" fmla="*/ 55338 w 66337"/>
                <a:gd name="connsiteY19" fmla="*/ 27967 h 78736"/>
                <a:gd name="connsiteX20" fmla="*/ 35499 w 66337"/>
                <a:gd name="connsiteY20" fmla="*/ 52519 h 78736"/>
                <a:gd name="connsiteX21" fmla="*/ 19379 w 66337"/>
                <a:gd name="connsiteY21" fmla="*/ 42227 h 78736"/>
                <a:gd name="connsiteX22" fmla="*/ 19379 w 66337"/>
                <a:gd name="connsiteY22" fmla="*/ 13460 h 787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66337" h="78736">
                  <a:moveTo>
                    <a:pt x="28679" y="74342"/>
                  </a:moveTo>
                  <a:cubicBezTo>
                    <a:pt x="20619" y="74342"/>
                    <a:pt x="19379" y="74342"/>
                    <a:pt x="19379" y="69010"/>
                  </a:cubicBezTo>
                  <a:lnTo>
                    <a:pt x="19379" y="48799"/>
                  </a:lnTo>
                  <a:cubicBezTo>
                    <a:pt x="19999" y="49419"/>
                    <a:pt x="25827" y="55990"/>
                    <a:pt x="36242" y="55990"/>
                  </a:cubicBezTo>
                  <a:cubicBezTo>
                    <a:pt x="52610" y="55990"/>
                    <a:pt x="66621" y="43715"/>
                    <a:pt x="66621" y="27967"/>
                  </a:cubicBezTo>
                  <a:cubicBezTo>
                    <a:pt x="66621" y="12716"/>
                    <a:pt x="53974" y="69"/>
                    <a:pt x="38226" y="69"/>
                  </a:cubicBezTo>
                  <a:cubicBezTo>
                    <a:pt x="31159" y="69"/>
                    <a:pt x="23967" y="2673"/>
                    <a:pt x="18883" y="7632"/>
                  </a:cubicBezTo>
                  <a:lnTo>
                    <a:pt x="18883" y="69"/>
                  </a:lnTo>
                  <a:lnTo>
                    <a:pt x="284" y="1433"/>
                  </a:lnTo>
                  <a:lnTo>
                    <a:pt x="284" y="5896"/>
                  </a:lnTo>
                  <a:cubicBezTo>
                    <a:pt x="8964" y="5896"/>
                    <a:pt x="9584" y="6516"/>
                    <a:pt x="9584" y="11724"/>
                  </a:cubicBezTo>
                  <a:lnTo>
                    <a:pt x="9584" y="69010"/>
                  </a:lnTo>
                  <a:cubicBezTo>
                    <a:pt x="9584" y="74342"/>
                    <a:pt x="8344" y="74342"/>
                    <a:pt x="284" y="74342"/>
                  </a:cubicBezTo>
                  <a:lnTo>
                    <a:pt x="284" y="78805"/>
                  </a:lnTo>
                  <a:cubicBezTo>
                    <a:pt x="532" y="78805"/>
                    <a:pt x="9212" y="78309"/>
                    <a:pt x="14419" y="78309"/>
                  </a:cubicBezTo>
                  <a:cubicBezTo>
                    <a:pt x="19007" y="78309"/>
                    <a:pt x="27563" y="78681"/>
                    <a:pt x="28679" y="78805"/>
                  </a:cubicBezTo>
                  <a:lnTo>
                    <a:pt x="28679" y="74342"/>
                  </a:lnTo>
                  <a:close/>
                  <a:moveTo>
                    <a:pt x="19379" y="13460"/>
                  </a:moveTo>
                  <a:cubicBezTo>
                    <a:pt x="23099" y="7260"/>
                    <a:pt x="30291" y="4036"/>
                    <a:pt x="36862" y="4036"/>
                  </a:cubicBezTo>
                  <a:cubicBezTo>
                    <a:pt x="47278" y="4036"/>
                    <a:pt x="55338" y="14948"/>
                    <a:pt x="55338" y="27967"/>
                  </a:cubicBezTo>
                  <a:cubicBezTo>
                    <a:pt x="55338" y="42103"/>
                    <a:pt x="46038" y="52519"/>
                    <a:pt x="35499" y="52519"/>
                  </a:cubicBezTo>
                  <a:cubicBezTo>
                    <a:pt x="24587" y="52519"/>
                    <a:pt x="19751" y="42971"/>
                    <a:pt x="19379" y="42227"/>
                  </a:cubicBezTo>
                  <a:lnTo>
                    <a:pt x="19379" y="13460"/>
                  </a:lnTo>
                  <a:close/>
                </a:path>
              </a:pathLst>
            </a:custGeom>
            <a:solidFill>
              <a:srgbClr val="000000"/>
            </a:solidFill>
            <a:ln w="1774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35" name="任意形状 334">
              <a:extLst>
                <a:ext uri="{FF2B5EF4-FFF2-40B4-BE49-F238E27FC236}">
                  <a16:creationId xmlns:a16="http://schemas.microsoft.com/office/drawing/2014/main" id="{ED30C3B4-4882-F3E9-0904-1B56F96CF807}"/>
                </a:ext>
              </a:extLst>
            </p:cNvPr>
            <p:cNvSpPr/>
            <p:nvPr>
              <p:custDataLst>
                <p:tags r:id="rId33"/>
              </p:custDataLst>
            </p:nvPr>
          </p:nvSpPr>
          <p:spPr>
            <a:xfrm>
              <a:off x="7014597" y="3813166"/>
              <a:ext cx="57657" cy="55921"/>
            </a:xfrm>
            <a:custGeom>
              <a:avLst/>
              <a:gdLst>
                <a:gd name="connsiteX0" fmla="*/ 23562 w 57657"/>
                <a:gd name="connsiteY0" fmla="*/ 29709 h 55921"/>
                <a:gd name="connsiteX1" fmla="*/ 26786 w 57657"/>
                <a:gd name="connsiteY1" fmla="*/ 17186 h 55921"/>
                <a:gd name="connsiteX2" fmla="*/ 34598 w 57657"/>
                <a:gd name="connsiteY2" fmla="*/ 7018 h 55921"/>
                <a:gd name="connsiteX3" fmla="*/ 44642 w 57657"/>
                <a:gd name="connsiteY3" fmla="*/ 3547 h 55921"/>
                <a:gd name="connsiteX4" fmla="*/ 51461 w 57657"/>
                <a:gd name="connsiteY4" fmla="*/ 5282 h 55921"/>
                <a:gd name="connsiteX5" fmla="*/ 46005 w 57657"/>
                <a:gd name="connsiteY5" fmla="*/ 12102 h 55921"/>
                <a:gd name="connsiteX6" fmla="*/ 50965 w 57657"/>
                <a:gd name="connsiteY6" fmla="*/ 16690 h 55921"/>
                <a:gd name="connsiteX7" fmla="*/ 57909 w 57657"/>
                <a:gd name="connsiteY7" fmla="*/ 9126 h 55921"/>
                <a:gd name="connsiteX8" fmla="*/ 44766 w 57657"/>
                <a:gd name="connsiteY8" fmla="*/ 75 h 55921"/>
                <a:gd name="connsiteX9" fmla="*/ 27282 w 57657"/>
                <a:gd name="connsiteY9" fmla="*/ 8878 h 55921"/>
                <a:gd name="connsiteX10" fmla="*/ 14511 w 57657"/>
                <a:gd name="connsiteY10" fmla="*/ 75 h 55921"/>
                <a:gd name="connsiteX11" fmla="*/ 4839 w 57657"/>
                <a:gd name="connsiteY11" fmla="*/ 6398 h 55921"/>
                <a:gd name="connsiteX12" fmla="*/ 251 w 57657"/>
                <a:gd name="connsiteY12" fmla="*/ 19046 h 55921"/>
                <a:gd name="connsiteX13" fmla="*/ 2359 w 57657"/>
                <a:gd name="connsiteY13" fmla="*/ 20658 h 55921"/>
                <a:gd name="connsiteX14" fmla="*/ 5087 w 57657"/>
                <a:gd name="connsiteY14" fmla="*/ 16938 h 55921"/>
                <a:gd name="connsiteX15" fmla="*/ 14139 w 57657"/>
                <a:gd name="connsiteY15" fmla="*/ 3547 h 55921"/>
                <a:gd name="connsiteX16" fmla="*/ 18231 w 57657"/>
                <a:gd name="connsiteY16" fmla="*/ 9622 h 55921"/>
                <a:gd name="connsiteX17" fmla="*/ 16247 w 57657"/>
                <a:gd name="connsiteY17" fmla="*/ 19914 h 55921"/>
                <a:gd name="connsiteX18" fmla="*/ 13519 w 57657"/>
                <a:gd name="connsiteY18" fmla="*/ 31073 h 55921"/>
                <a:gd name="connsiteX19" fmla="*/ 9551 w 57657"/>
                <a:gd name="connsiteY19" fmla="*/ 46945 h 55921"/>
                <a:gd name="connsiteX20" fmla="*/ 8311 w 57657"/>
                <a:gd name="connsiteY20" fmla="*/ 52029 h 55921"/>
                <a:gd name="connsiteX21" fmla="*/ 12527 w 57657"/>
                <a:gd name="connsiteY21" fmla="*/ 55996 h 55921"/>
                <a:gd name="connsiteX22" fmla="*/ 17859 w 57657"/>
                <a:gd name="connsiteY22" fmla="*/ 52401 h 55921"/>
                <a:gd name="connsiteX23" fmla="*/ 20215 w 57657"/>
                <a:gd name="connsiteY23" fmla="*/ 43101 h 55921"/>
                <a:gd name="connsiteX24" fmla="*/ 23562 w 57657"/>
                <a:gd name="connsiteY24" fmla="*/ 29709 h 559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57657" h="55921">
                  <a:moveTo>
                    <a:pt x="23562" y="29709"/>
                  </a:moveTo>
                  <a:cubicBezTo>
                    <a:pt x="23686" y="28966"/>
                    <a:pt x="26538" y="17806"/>
                    <a:pt x="26786" y="17186"/>
                  </a:cubicBezTo>
                  <a:cubicBezTo>
                    <a:pt x="27034" y="16194"/>
                    <a:pt x="30630" y="9994"/>
                    <a:pt x="34598" y="7018"/>
                  </a:cubicBezTo>
                  <a:cubicBezTo>
                    <a:pt x="35962" y="6026"/>
                    <a:pt x="39310" y="3547"/>
                    <a:pt x="44642" y="3547"/>
                  </a:cubicBezTo>
                  <a:cubicBezTo>
                    <a:pt x="45882" y="3547"/>
                    <a:pt x="48981" y="3671"/>
                    <a:pt x="51461" y="5282"/>
                  </a:cubicBezTo>
                  <a:cubicBezTo>
                    <a:pt x="47493" y="6398"/>
                    <a:pt x="46005" y="9870"/>
                    <a:pt x="46005" y="12102"/>
                  </a:cubicBezTo>
                  <a:cubicBezTo>
                    <a:pt x="46005" y="14830"/>
                    <a:pt x="48113" y="16690"/>
                    <a:pt x="50965" y="16690"/>
                  </a:cubicBezTo>
                  <a:cubicBezTo>
                    <a:pt x="53817" y="16690"/>
                    <a:pt x="57909" y="14334"/>
                    <a:pt x="57909" y="9126"/>
                  </a:cubicBezTo>
                  <a:cubicBezTo>
                    <a:pt x="57909" y="2679"/>
                    <a:pt x="51089" y="75"/>
                    <a:pt x="44766" y="75"/>
                  </a:cubicBezTo>
                  <a:cubicBezTo>
                    <a:pt x="38318" y="75"/>
                    <a:pt x="32738" y="2679"/>
                    <a:pt x="27282" y="8878"/>
                  </a:cubicBezTo>
                  <a:cubicBezTo>
                    <a:pt x="25050" y="1315"/>
                    <a:pt x="17487" y="75"/>
                    <a:pt x="14511" y="75"/>
                  </a:cubicBezTo>
                  <a:cubicBezTo>
                    <a:pt x="9923" y="75"/>
                    <a:pt x="6823" y="2927"/>
                    <a:pt x="4839" y="6398"/>
                  </a:cubicBezTo>
                  <a:cubicBezTo>
                    <a:pt x="1987" y="11234"/>
                    <a:pt x="251" y="18426"/>
                    <a:pt x="251" y="19046"/>
                  </a:cubicBezTo>
                  <a:cubicBezTo>
                    <a:pt x="251" y="20658"/>
                    <a:pt x="1987" y="20658"/>
                    <a:pt x="2359" y="20658"/>
                  </a:cubicBezTo>
                  <a:cubicBezTo>
                    <a:pt x="4095" y="20658"/>
                    <a:pt x="4219" y="20286"/>
                    <a:pt x="5087" y="16938"/>
                  </a:cubicBezTo>
                  <a:cubicBezTo>
                    <a:pt x="6947" y="9374"/>
                    <a:pt x="9303" y="3547"/>
                    <a:pt x="14139" y="3547"/>
                  </a:cubicBezTo>
                  <a:cubicBezTo>
                    <a:pt x="17363" y="3547"/>
                    <a:pt x="18231" y="6274"/>
                    <a:pt x="18231" y="9622"/>
                  </a:cubicBezTo>
                  <a:cubicBezTo>
                    <a:pt x="18231" y="11978"/>
                    <a:pt x="17115" y="16566"/>
                    <a:pt x="16247" y="19914"/>
                  </a:cubicBezTo>
                  <a:cubicBezTo>
                    <a:pt x="15379" y="23262"/>
                    <a:pt x="14139" y="28346"/>
                    <a:pt x="13519" y="31073"/>
                  </a:cubicBezTo>
                  <a:lnTo>
                    <a:pt x="9551" y="46945"/>
                  </a:lnTo>
                  <a:cubicBezTo>
                    <a:pt x="9055" y="48557"/>
                    <a:pt x="8311" y="51657"/>
                    <a:pt x="8311" y="52029"/>
                  </a:cubicBezTo>
                  <a:cubicBezTo>
                    <a:pt x="8311" y="54756"/>
                    <a:pt x="10543" y="55996"/>
                    <a:pt x="12527" y="55996"/>
                  </a:cubicBezTo>
                  <a:cubicBezTo>
                    <a:pt x="14387" y="55996"/>
                    <a:pt x="16867" y="54880"/>
                    <a:pt x="17859" y="52401"/>
                  </a:cubicBezTo>
                  <a:cubicBezTo>
                    <a:pt x="18107" y="51657"/>
                    <a:pt x="19471" y="46201"/>
                    <a:pt x="20215" y="43101"/>
                  </a:cubicBezTo>
                  <a:lnTo>
                    <a:pt x="23562" y="29709"/>
                  </a:lnTo>
                  <a:close/>
                </a:path>
              </a:pathLst>
            </a:custGeom>
            <a:solidFill>
              <a:srgbClr val="000000"/>
            </a:solidFill>
            <a:ln w="1774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36" name="任意形状 335">
              <a:extLst>
                <a:ext uri="{FF2B5EF4-FFF2-40B4-BE49-F238E27FC236}">
                  <a16:creationId xmlns:a16="http://schemas.microsoft.com/office/drawing/2014/main" id="{AF2D37CF-BFC6-5A66-ABDE-8850D3C373EE}"/>
                </a:ext>
              </a:extLst>
            </p:cNvPr>
            <p:cNvSpPr/>
            <p:nvPr>
              <p:custDataLst>
                <p:tags r:id="rId34"/>
              </p:custDataLst>
            </p:nvPr>
          </p:nvSpPr>
          <p:spPr>
            <a:xfrm>
              <a:off x="7696718" y="3691205"/>
              <a:ext cx="7085" cy="177135"/>
            </a:xfrm>
            <a:custGeom>
              <a:avLst/>
              <a:gdLst>
                <a:gd name="connsiteX0" fmla="*/ 7374 w 7085"/>
                <a:gd name="connsiteY0" fmla="*/ 6449 h 177135"/>
                <a:gd name="connsiteX1" fmla="*/ 3832 w 7085"/>
                <a:gd name="connsiteY1" fmla="*/ 72 h 177135"/>
                <a:gd name="connsiteX2" fmla="*/ 289 w 7085"/>
                <a:gd name="connsiteY2" fmla="*/ 6449 h 177135"/>
                <a:gd name="connsiteX3" fmla="*/ 289 w 7085"/>
                <a:gd name="connsiteY3" fmla="*/ 170831 h 177135"/>
                <a:gd name="connsiteX4" fmla="*/ 3832 w 7085"/>
                <a:gd name="connsiteY4" fmla="*/ 177208 h 177135"/>
                <a:gd name="connsiteX5" fmla="*/ 7374 w 7085"/>
                <a:gd name="connsiteY5" fmla="*/ 170831 h 177135"/>
                <a:gd name="connsiteX6" fmla="*/ 7374 w 7085"/>
                <a:gd name="connsiteY6" fmla="*/ 6449 h 1771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085" h="177135">
                  <a:moveTo>
                    <a:pt x="7374" y="6449"/>
                  </a:moveTo>
                  <a:cubicBezTo>
                    <a:pt x="7374" y="3261"/>
                    <a:pt x="7374" y="72"/>
                    <a:pt x="3832" y="72"/>
                  </a:cubicBezTo>
                  <a:cubicBezTo>
                    <a:pt x="289" y="72"/>
                    <a:pt x="289" y="3261"/>
                    <a:pt x="289" y="6449"/>
                  </a:cubicBezTo>
                  <a:lnTo>
                    <a:pt x="289" y="170831"/>
                  </a:lnTo>
                  <a:cubicBezTo>
                    <a:pt x="289" y="174020"/>
                    <a:pt x="289" y="177208"/>
                    <a:pt x="3832" y="177208"/>
                  </a:cubicBezTo>
                  <a:cubicBezTo>
                    <a:pt x="7374" y="177208"/>
                    <a:pt x="7374" y="174020"/>
                    <a:pt x="7374" y="170831"/>
                  </a:cubicBezTo>
                  <a:lnTo>
                    <a:pt x="7374" y="6449"/>
                  </a:lnTo>
                  <a:close/>
                </a:path>
              </a:pathLst>
            </a:custGeom>
            <a:solidFill>
              <a:srgbClr val="000000"/>
            </a:solidFill>
            <a:ln w="1774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37" name="任意形状 336">
              <a:extLst>
                <a:ext uri="{FF2B5EF4-FFF2-40B4-BE49-F238E27FC236}">
                  <a16:creationId xmlns:a16="http://schemas.microsoft.com/office/drawing/2014/main" id="{E2E0B2F7-44FA-CD29-1368-6EF5270AF5A6}"/>
                </a:ext>
              </a:extLst>
            </p:cNvPr>
            <p:cNvSpPr/>
            <p:nvPr>
              <p:custDataLst>
                <p:tags r:id="rId35"/>
              </p:custDataLst>
            </p:nvPr>
          </p:nvSpPr>
          <p:spPr>
            <a:xfrm>
              <a:off x="6828804" y="3896064"/>
              <a:ext cx="896038" cy="7085"/>
            </a:xfrm>
            <a:custGeom>
              <a:avLst/>
              <a:gdLst>
                <a:gd name="connsiteX0" fmla="*/ 0 w 896038"/>
                <a:gd name="connsiteY0" fmla="*/ 0 h 7085"/>
                <a:gd name="connsiteX1" fmla="*/ 896039 w 896038"/>
                <a:gd name="connsiteY1" fmla="*/ 0 h 7085"/>
                <a:gd name="connsiteX2" fmla="*/ 896039 w 896038"/>
                <a:gd name="connsiteY2" fmla="*/ 7085 h 7085"/>
                <a:gd name="connsiteX3" fmla="*/ 0 w 896038"/>
                <a:gd name="connsiteY3" fmla="*/ 7085 h 70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96038" h="7085">
                  <a:moveTo>
                    <a:pt x="0" y="0"/>
                  </a:moveTo>
                  <a:lnTo>
                    <a:pt x="896039" y="0"/>
                  </a:lnTo>
                  <a:lnTo>
                    <a:pt x="896039" y="7085"/>
                  </a:lnTo>
                  <a:lnTo>
                    <a:pt x="0" y="7085"/>
                  </a:lnTo>
                  <a:close/>
                </a:path>
              </a:pathLst>
            </a:custGeom>
            <a:solidFill>
              <a:srgbClr val="000000"/>
            </a:solidFill>
            <a:ln w="1774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38" name="任意形状 337">
              <a:extLst>
                <a:ext uri="{FF2B5EF4-FFF2-40B4-BE49-F238E27FC236}">
                  <a16:creationId xmlns:a16="http://schemas.microsoft.com/office/drawing/2014/main" id="{D9342E2C-4B01-8A79-87D5-05E264C94CBA}"/>
                </a:ext>
              </a:extLst>
            </p:cNvPr>
            <p:cNvSpPr/>
            <p:nvPr>
              <p:custDataLst>
                <p:tags r:id="rId36"/>
              </p:custDataLst>
            </p:nvPr>
          </p:nvSpPr>
          <p:spPr>
            <a:xfrm>
              <a:off x="6994373" y="3962783"/>
              <a:ext cx="7085" cy="177135"/>
            </a:xfrm>
            <a:custGeom>
              <a:avLst/>
              <a:gdLst>
                <a:gd name="connsiteX0" fmla="*/ 7335 w 7085"/>
                <a:gd name="connsiteY0" fmla="*/ 6464 h 177135"/>
                <a:gd name="connsiteX1" fmla="*/ 3792 w 7085"/>
                <a:gd name="connsiteY1" fmla="*/ 87 h 177135"/>
                <a:gd name="connsiteX2" fmla="*/ 249 w 7085"/>
                <a:gd name="connsiteY2" fmla="*/ 6464 h 177135"/>
                <a:gd name="connsiteX3" fmla="*/ 249 w 7085"/>
                <a:gd name="connsiteY3" fmla="*/ 170846 h 177135"/>
                <a:gd name="connsiteX4" fmla="*/ 3792 w 7085"/>
                <a:gd name="connsiteY4" fmla="*/ 177223 h 177135"/>
                <a:gd name="connsiteX5" fmla="*/ 7335 w 7085"/>
                <a:gd name="connsiteY5" fmla="*/ 170846 h 177135"/>
                <a:gd name="connsiteX6" fmla="*/ 7335 w 7085"/>
                <a:gd name="connsiteY6" fmla="*/ 6464 h 1771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085" h="177135">
                  <a:moveTo>
                    <a:pt x="7335" y="6464"/>
                  </a:moveTo>
                  <a:cubicBezTo>
                    <a:pt x="7335" y="3276"/>
                    <a:pt x="7335" y="87"/>
                    <a:pt x="3792" y="87"/>
                  </a:cubicBezTo>
                  <a:cubicBezTo>
                    <a:pt x="249" y="87"/>
                    <a:pt x="249" y="3276"/>
                    <a:pt x="249" y="6464"/>
                  </a:cubicBezTo>
                  <a:lnTo>
                    <a:pt x="249" y="170846"/>
                  </a:lnTo>
                  <a:cubicBezTo>
                    <a:pt x="249" y="174035"/>
                    <a:pt x="249" y="177223"/>
                    <a:pt x="3792" y="177223"/>
                  </a:cubicBezTo>
                  <a:cubicBezTo>
                    <a:pt x="7335" y="177223"/>
                    <a:pt x="7335" y="174035"/>
                    <a:pt x="7335" y="170846"/>
                  </a:cubicBezTo>
                  <a:lnTo>
                    <a:pt x="7335" y="6464"/>
                  </a:lnTo>
                  <a:close/>
                </a:path>
              </a:pathLst>
            </a:custGeom>
            <a:solidFill>
              <a:srgbClr val="000000"/>
            </a:solidFill>
            <a:ln w="1774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39" name="任意形状 338">
              <a:extLst>
                <a:ext uri="{FF2B5EF4-FFF2-40B4-BE49-F238E27FC236}">
                  <a16:creationId xmlns:a16="http://schemas.microsoft.com/office/drawing/2014/main" id="{C0B2F907-2623-D4B2-F208-D30197DE4910}"/>
                </a:ext>
              </a:extLst>
            </p:cNvPr>
            <p:cNvSpPr/>
            <p:nvPr>
              <p:custDataLst>
                <p:tags r:id="rId37"/>
              </p:custDataLst>
            </p:nvPr>
          </p:nvSpPr>
          <p:spPr>
            <a:xfrm>
              <a:off x="7029229" y="3975182"/>
              <a:ext cx="128561" cy="120452"/>
            </a:xfrm>
            <a:custGeom>
              <a:avLst/>
              <a:gdLst>
                <a:gd name="connsiteX0" fmla="*/ 118933 w 128561"/>
                <a:gd name="connsiteY0" fmla="*/ 79267 h 120452"/>
                <a:gd name="connsiteX1" fmla="*/ 119819 w 128561"/>
                <a:gd name="connsiteY1" fmla="*/ 76787 h 120452"/>
                <a:gd name="connsiteX2" fmla="*/ 117693 w 128561"/>
                <a:gd name="connsiteY2" fmla="*/ 74839 h 120452"/>
                <a:gd name="connsiteX3" fmla="*/ 115390 w 128561"/>
                <a:gd name="connsiteY3" fmla="*/ 76964 h 120452"/>
                <a:gd name="connsiteX4" fmla="*/ 67032 w 128561"/>
                <a:gd name="connsiteY4" fmla="*/ 115049 h 120452"/>
                <a:gd name="connsiteX5" fmla="*/ 41170 w 128561"/>
                <a:gd name="connsiteY5" fmla="*/ 115049 h 120452"/>
                <a:gd name="connsiteX6" fmla="*/ 37273 w 128561"/>
                <a:gd name="connsiteY6" fmla="*/ 114871 h 120452"/>
                <a:gd name="connsiteX7" fmla="*/ 34971 w 128561"/>
                <a:gd name="connsiteY7" fmla="*/ 113100 h 120452"/>
                <a:gd name="connsiteX8" fmla="*/ 35856 w 128561"/>
                <a:gd name="connsiteY8" fmla="*/ 109026 h 120452"/>
                <a:gd name="connsiteX9" fmla="*/ 47902 w 128561"/>
                <a:gd name="connsiteY9" fmla="*/ 60668 h 120452"/>
                <a:gd name="connsiteX10" fmla="*/ 65438 w 128561"/>
                <a:gd name="connsiteY10" fmla="*/ 60668 h 120452"/>
                <a:gd name="connsiteX11" fmla="*/ 80495 w 128561"/>
                <a:gd name="connsiteY11" fmla="*/ 68816 h 120452"/>
                <a:gd name="connsiteX12" fmla="*/ 79255 w 128561"/>
                <a:gd name="connsiteY12" fmla="*/ 77496 h 120452"/>
                <a:gd name="connsiteX13" fmla="*/ 78723 w 128561"/>
                <a:gd name="connsiteY13" fmla="*/ 79444 h 120452"/>
                <a:gd name="connsiteX14" fmla="*/ 81026 w 128561"/>
                <a:gd name="connsiteY14" fmla="*/ 81393 h 120452"/>
                <a:gd name="connsiteX15" fmla="*/ 83683 w 128561"/>
                <a:gd name="connsiteY15" fmla="*/ 77850 h 120452"/>
                <a:gd name="connsiteX16" fmla="*/ 93780 w 128561"/>
                <a:gd name="connsiteY16" fmla="*/ 36400 h 120452"/>
                <a:gd name="connsiteX17" fmla="*/ 91654 w 128561"/>
                <a:gd name="connsiteY17" fmla="*/ 34452 h 120452"/>
                <a:gd name="connsiteX18" fmla="*/ 89174 w 128561"/>
                <a:gd name="connsiteY18" fmla="*/ 37640 h 120452"/>
                <a:gd name="connsiteX19" fmla="*/ 65969 w 128561"/>
                <a:gd name="connsiteY19" fmla="*/ 55177 h 120452"/>
                <a:gd name="connsiteX20" fmla="*/ 49319 w 128561"/>
                <a:gd name="connsiteY20" fmla="*/ 55177 h 120452"/>
                <a:gd name="connsiteX21" fmla="*/ 59947 w 128561"/>
                <a:gd name="connsiteY21" fmla="*/ 12487 h 120452"/>
                <a:gd name="connsiteX22" fmla="*/ 69512 w 128561"/>
                <a:gd name="connsiteY22" fmla="*/ 5579 h 120452"/>
                <a:gd name="connsiteX23" fmla="*/ 94488 w 128561"/>
                <a:gd name="connsiteY23" fmla="*/ 5579 h 120452"/>
                <a:gd name="connsiteX24" fmla="*/ 121413 w 128561"/>
                <a:gd name="connsiteY24" fmla="*/ 25241 h 120452"/>
                <a:gd name="connsiteX25" fmla="*/ 120704 w 128561"/>
                <a:gd name="connsiteY25" fmla="*/ 34629 h 120452"/>
                <a:gd name="connsiteX26" fmla="*/ 120527 w 128561"/>
                <a:gd name="connsiteY26" fmla="*/ 37817 h 120452"/>
                <a:gd name="connsiteX27" fmla="*/ 122653 w 128561"/>
                <a:gd name="connsiteY27" fmla="*/ 39943 h 120452"/>
                <a:gd name="connsiteX28" fmla="*/ 125133 w 128561"/>
                <a:gd name="connsiteY28" fmla="*/ 35515 h 120452"/>
                <a:gd name="connsiteX29" fmla="*/ 128676 w 128561"/>
                <a:gd name="connsiteY29" fmla="*/ 4870 h 120452"/>
                <a:gd name="connsiteX30" fmla="*/ 123893 w 128561"/>
                <a:gd name="connsiteY30" fmla="*/ 87 h 120452"/>
                <a:gd name="connsiteX31" fmla="*/ 34439 w 128561"/>
                <a:gd name="connsiteY31" fmla="*/ 87 h 120452"/>
                <a:gd name="connsiteX32" fmla="*/ 29125 w 128561"/>
                <a:gd name="connsiteY32" fmla="*/ 3630 h 120452"/>
                <a:gd name="connsiteX33" fmla="*/ 34085 w 128561"/>
                <a:gd name="connsiteY33" fmla="*/ 5579 h 120452"/>
                <a:gd name="connsiteX34" fmla="*/ 45599 w 128561"/>
                <a:gd name="connsiteY34" fmla="*/ 8767 h 120452"/>
                <a:gd name="connsiteX35" fmla="*/ 44713 w 128561"/>
                <a:gd name="connsiteY35" fmla="*/ 13018 h 120452"/>
                <a:gd name="connsiteX36" fmla="*/ 21331 w 128561"/>
                <a:gd name="connsiteY36" fmla="*/ 106723 h 120452"/>
                <a:gd name="connsiteX37" fmla="*/ 5212 w 128561"/>
                <a:gd name="connsiteY37" fmla="*/ 115049 h 120452"/>
                <a:gd name="connsiteX38" fmla="*/ 252 w 128561"/>
                <a:gd name="connsiteY38" fmla="*/ 118414 h 120452"/>
                <a:gd name="connsiteX39" fmla="*/ 5212 w 128561"/>
                <a:gd name="connsiteY39" fmla="*/ 120540 h 120452"/>
                <a:gd name="connsiteX40" fmla="*/ 97145 w 128561"/>
                <a:gd name="connsiteY40" fmla="*/ 120540 h 120452"/>
                <a:gd name="connsiteX41" fmla="*/ 102637 w 128561"/>
                <a:gd name="connsiteY41" fmla="*/ 117528 h 120452"/>
                <a:gd name="connsiteX42" fmla="*/ 118933 w 128561"/>
                <a:gd name="connsiteY42" fmla="*/ 79267 h 1204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</a:cxnLst>
              <a:rect l="l" t="t" r="r" b="b"/>
              <a:pathLst>
                <a:path w="128561" h="120452">
                  <a:moveTo>
                    <a:pt x="118933" y="79267"/>
                  </a:moveTo>
                  <a:cubicBezTo>
                    <a:pt x="119287" y="78381"/>
                    <a:pt x="119819" y="77142"/>
                    <a:pt x="119819" y="76787"/>
                  </a:cubicBezTo>
                  <a:cubicBezTo>
                    <a:pt x="119819" y="76610"/>
                    <a:pt x="119819" y="74839"/>
                    <a:pt x="117693" y="74839"/>
                  </a:cubicBezTo>
                  <a:cubicBezTo>
                    <a:pt x="116099" y="74839"/>
                    <a:pt x="115745" y="75902"/>
                    <a:pt x="115390" y="76964"/>
                  </a:cubicBezTo>
                  <a:cubicBezTo>
                    <a:pt x="103877" y="103180"/>
                    <a:pt x="97323" y="115049"/>
                    <a:pt x="67032" y="115049"/>
                  </a:cubicBezTo>
                  <a:lnTo>
                    <a:pt x="41170" y="115049"/>
                  </a:lnTo>
                  <a:cubicBezTo>
                    <a:pt x="38691" y="115049"/>
                    <a:pt x="38336" y="115049"/>
                    <a:pt x="37273" y="114871"/>
                  </a:cubicBezTo>
                  <a:cubicBezTo>
                    <a:pt x="35502" y="114694"/>
                    <a:pt x="34971" y="114517"/>
                    <a:pt x="34971" y="113100"/>
                  </a:cubicBezTo>
                  <a:cubicBezTo>
                    <a:pt x="34971" y="112569"/>
                    <a:pt x="34971" y="112214"/>
                    <a:pt x="35856" y="109026"/>
                  </a:cubicBezTo>
                  <a:lnTo>
                    <a:pt x="47902" y="60668"/>
                  </a:lnTo>
                  <a:lnTo>
                    <a:pt x="65438" y="60668"/>
                  </a:lnTo>
                  <a:cubicBezTo>
                    <a:pt x="80495" y="60668"/>
                    <a:pt x="80495" y="64388"/>
                    <a:pt x="80495" y="68816"/>
                  </a:cubicBezTo>
                  <a:cubicBezTo>
                    <a:pt x="80495" y="70056"/>
                    <a:pt x="80495" y="72182"/>
                    <a:pt x="79255" y="77496"/>
                  </a:cubicBezTo>
                  <a:cubicBezTo>
                    <a:pt x="78900" y="78381"/>
                    <a:pt x="78723" y="78913"/>
                    <a:pt x="78723" y="79444"/>
                  </a:cubicBezTo>
                  <a:cubicBezTo>
                    <a:pt x="78723" y="80330"/>
                    <a:pt x="79432" y="81393"/>
                    <a:pt x="81026" y="81393"/>
                  </a:cubicBezTo>
                  <a:cubicBezTo>
                    <a:pt x="82443" y="81393"/>
                    <a:pt x="82975" y="80507"/>
                    <a:pt x="83683" y="77850"/>
                  </a:cubicBezTo>
                  <a:lnTo>
                    <a:pt x="93780" y="36400"/>
                  </a:lnTo>
                  <a:cubicBezTo>
                    <a:pt x="93780" y="35337"/>
                    <a:pt x="92894" y="34452"/>
                    <a:pt x="91654" y="34452"/>
                  </a:cubicBezTo>
                  <a:cubicBezTo>
                    <a:pt x="90060" y="34452"/>
                    <a:pt x="89706" y="35515"/>
                    <a:pt x="89174" y="37640"/>
                  </a:cubicBezTo>
                  <a:cubicBezTo>
                    <a:pt x="85454" y="51103"/>
                    <a:pt x="82266" y="55177"/>
                    <a:pt x="65969" y="55177"/>
                  </a:cubicBezTo>
                  <a:lnTo>
                    <a:pt x="49319" y="55177"/>
                  </a:lnTo>
                  <a:lnTo>
                    <a:pt x="59947" y="12487"/>
                  </a:lnTo>
                  <a:cubicBezTo>
                    <a:pt x="61541" y="6287"/>
                    <a:pt x="61718" y="5579"/>
                    <a:pt x="69512" y="5579"/>
                  </a:cubicBezTo>
                  <a:lnTo>
                    <a:pt x="94488" y="5579"/>
                  </a:lnTo>
                  <a:cubicBezTo>
                    <a:pt x="116099" y="5579"/>
                    <a:pt x="121413" y="10716"/>
                    <a:pt x="121413" y="25241"/>
                  </a:cubicBezTo>
                  <a:cubicBezTo>
                    <a:pt x="121413" y="29492"/>
                    <a:pt x="121413" y="29846"/>
                    <a:pt x="120704" y="34629"/>
                  </a:cubicBezTo>
                  <a:cubicBezTo>
                    <a:pt x="120704" y="35692"/>
                    <a:pt x="120527" y="36932"/>
                    <a:pt x="120527" y="37817"/>
                  </a:cubicBezTo>
                  <a:cubicBezTo>
                    <a:pt x="120527" y="38703"/>
                    <a:pt x="121059" y="39943"/>
                    <a:pt x="122653" y="39943"/>
                  </a:cubicBezTo>
                  <a:cubicBezTo>
                    <a:pt x="124601" y="39943"/>
                    <a:pt x="124779" y="38880"/>
                    <a:pt x="125133" y="35515"/>
                  </a:cubicBezTo>
                  <a:lnTo>
                    <a:pt x="128676" y="4870"/>
                  </a:lnTo>
                  <a:cubicBezTo>
                    <a:pt x="129207" y="87"/>
                    <a:pt x="128321" y="87"/>
                    <a:pt x="123893" y="87"/>
                  </a:cubicBezTo>
                  <a:lnTo>
                    <a:pt x="34439" y="87"/>
                  </a:lnTo>
                  <a:cubicBezTo>
                    <a:pt x="30897" y="87"/>
                    <a:pt x="29125" y="87"/>
                    <a:pt x="29125" y="3630"/>
                  </a:cubicBezTo>
                  <a:cubicBezTo>
                    <a:pt x="29125" y="5579"/>
                    <a:pt x="30719" y="5579"/>
                    <a:pt x="34085" y="5579"/>
                  </a:cubicBezTo>
                  <a:cubicBezTo>
                    <a:pt x="40639" y="5579"/>
                    <a:pt x="45599" y="5579"/>
                    <a:pt x="45599" y="8767"/>
                  </a:cubicBezTo>
                  <a:cubicBezTo>
                    <a:pt x="45599" y="9476"/>
                    <a:pt x="45599" y="9830"/>
                    <a:pt x="44713" y="13018"/>
                  </a:cubicBezTo>
                  <a:lnTo>
                    <a:pt x="21331" y="106723"/>
                  </a:lnTo>
                  <a:cubicBezTo>
                    <a:pt x="19560" y="113631"/>
                    <a:pt x="19206" y="115049"/>
                    <a:pt x="5212" y="115049"/>
                  </a:cubicBezTo>
                  <a:cubicBezTo>
                    <a:pt x="2201" y="115049"/>
                    <a:pt x="252" y="115049"/>
                    <a:pt x="252" y="118414"/>
                  </a:cubicBezTo>
                  <a:cubicBezTo>
                    <a:pt x="252" y="120540"/>
                    <a:pt x="1846" y="120540"/>
                    <a:pt x="5212" y="120540"/>
                  </a:cubicBezTo>
                  <a:lnTo>
                    <a:pt x="97145" y="120540"/>
                  </a:lnTo>
                  <a:cubicBezTo>
                    <a:pt x="101219" y="120540"/>
                    <a:pt x="101397" y="120363"/>
                    <a:pt x="102637" y="117528"/>
                  </a:cubicBezTo>
                  <a:lnTo>
                    <a:pt x="118933" y="79267"/>
                  </a:lnTo>
                  <a:close/>
                </a:path>
              </a:pathLst>
            </a:custGeom>
            <a:solidFill>
              <a:srgbClr val="000000"/>
            </a:solidFill>
            <a:ln w="1774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40" name="任意形状 339">
              <a:extLst>
                <a:ext uri="{FF2B5EF4-FFF2-40B4-BE49-F238E27FC236}">
                  <a16:creationId xmlns:a16="http://schemas.microsoft.com/office/drawing/2014/main" id="{5D9FCA7B-C13C-A14A-60D1-3BB9FA19A78E}"/>
                </a:ext>
              </a:extLst>
            </p:cNvPr>
            <p:cNvSpPr/>
            <p:nvPr>
              <p:custDataLst>
                <p:tags r:id="rId38"/>
              </p:custDataLst>
            </p:nvPr>
          </p:nvSpPr>
          <p:spPr>
            <a:xfrm>
              <a:off x="7173016" y="3965749"/>
              <a:ext cx="76256" cy="34222"/>
            </a:xfrm>
            <a:custGeom>
              <a:avLst/>
              <a:gdLst>
                <a:gd name="connsiteX0" fmla="*/ 76517 w 76256"/>
                <a:gd name="connsiteY0" fmla="*/ 4919 h 34222"/>
                <a:gd name="connsiteX1" fmla="*/ 71557 w 76256"/>
                <a:gd name="connsiteY1" fmla="*/ 83 h 34222"/>
                <a:gd name="connsiteX2" fmla="*/ 5220 w 76256"/>
                <a:gd name="connsiteY2" fmla="*/ 83 h 34222"/>
                <a:gd name="connsiteX3" fmla="*/ 260 w 76256"/>
                <a:gd name="connsiteY3" fmla="*/ 3183 h 34222"/>
                <a:gd name="connsiteX4" fmla="*/ 5220 w 76256"/>
                <a:gd name="connsiteY4" fmla="*/ 6158 h 34222"/>
                <a:gd name="connsiteX5" fmla="*/ 70441 w 76256"/>
                <a:gd name="connsiteY5" fmla="*/ 6158 h 34222"/>
                <a:gd name="connsiteX6" fmla="*/ 70441 w 76256"/>
                <a:gd name="connsiteY6" fmla="*/ 29470 h 34222"/>
                <a:gd name="connsiteX7" fmla="*/ 73417 w 76256"/>
                <a:gd name="connsiteY7" fmla="*/ 34305 h 34222"/>
                <a:gd name="connsiteX8" fmla="*/ 76517 w 76256"/>
                <a:gd name="connsiteY8" fmla="*/ 29470 h 34222"/>
                <a:gd name="connsiteX9" fmla="*/ 76517 w 76256"/>
                <a:gd name="connsiteY9" fmla="*/ 4919 h 34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6256" h="34222">
                  <a:moveTo>
                    <a:pt x="76517" y="4919"/>
                  </a:moveTo>
                  <a:cubicBezTo>
                    <a:pt x="76517" y="703"/>
                    <a:pt x="75773" y="83"/>
                    <a:pt x="71557" y="83"/>
                  </a:cubicBezTo>
                  <a:lnTo>
                    <a:pt x="5220" y="83"/>
                  </a:lnTo>
                  <a:cubicBezTo>
                    <a:pt x="3112" y="83"/>
                    <a:pt x="260" y="83"/>
                    <a:pt x="260" y="3183"/>
                  </a:cubicBezTo>
                  <a:cubicBezTo>
                    <a:pt x="260" y="6158"/>
                    <a:pt x="3236" y="6158"/>
                    <a:pt x="5220" y="6158"/>
                  </a:cubicBezTo>
                  <a:lnTo>
                    <a:pt x="70441" y="6158"/>
                  </a:lnTo>
                  <a:lnTo>
                    <a:pt x="70441" y="29470"/>
                  </a:lnTo>
                  <a:cubicBezTo>
                    <a:pt x="70441" y="31329"/>
                    <a:pt x="70441" y="34305"/>
                    <a:pt x="73417" y="34305"/>
                  </a:cubicBezTo>
                  <a:cubicBezTo>
                    <a:pt x="76517" y="34305"/>
                    <a:pt x="76517" y="31453"/>
                    <a:pt x="76517" y="29470"/>
                  </a:cubicBezTo>
                  <a:lnTo>
                    <a:pt x="76517" y="4919"/>
                  </a:lnTo>
                  <a:close/>
                </a:path>
              </a:pathLst>
            </a:custGeom>
            <a:solidFill>
              <a:srgbClr val="000000"/>
            </a:solidFill>
            <a:ln w="1774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41" name="任意形状 340">
              <a:extLst>
                <a:ext uri="{FF2B5EF4-FFF2-40B4-BE49-F238E27FC236}">
                  <a16:creationId xmlns:a16="http://schemas.microsoft.com/office/drawing/2014/main" id="{6233C349-7F3C-44ED-6CDC-B0315B174240}"/>
                </a:ext>
              </a:extLst>
            </p:cNvPr>
            <p:cNvSpPr/>
            <p:nvPr>
              <p:custDataLst>
                <p:tags r:id="rId39"/>
              </p:custDataLst>
            </p:nvPr>
          </p:nvSpPr>
          <p:spPr>
            <a:xfrm>
              <a:off x="7265869" y="3924459"/>
              <a:ext cx="27898" cy="86052"/>
            </a:xfrm>
            <a:custGeom>
              <a:avLst/>
              <a:gdLst>
                <a:gd name="connsiteX0" fmla="*/ 18865 w 27898"/>
                <a:gd name="connsiteY0" fmla="*/ 83 h 86052"/>
                <a:gd name="connsiteX1" fmla="*/ 265 w 27898"/>
                <a:gd name="connsiteY1" fmla="*/ 1447 h 86052"/>
                <a:gd name="connsiteX2" fmla="*/ 265 w 27898"/>
                <a:gd name="connsiteY2" fmla="*/ 5910 h 86052"/>
                <a:gd name="connsiteX3" fmla="*/ 9565 w 27898"/>
                <a:gd name="connsiteY3" fmla="*/ 12854 h 86052"/>
                <a:gd name="connsiteX4" fmla="*/ 9565 w 27898"/>
                <a:gd name="connsiteY4" fmla="*/ 76340 h 86052"/>
                <a:gd name="connsiteX5" fmla="*/ 265 w 27898"/>
                <a:gd name="connsiteY5" fmla="*/ 81671 h 86052"/>
                <a:gd name="connsiteX6" fmla="*/ 265 w 27898"/>
                <a:gd name="connsiteY6" fmla="*/ 86135 h 86052"/>
                <a:gd name="connsiteX7" fmla="*/ 14153 w 27898"/>
                <a:gd name="connsiteY7" fmla="*/ 85639 h 86052"/>
                <a:gd name="connsiteX8" fmla="*/ 28164 w 27898"/>
                <a:gd name="connsiteY8" fmla="*/ 86135 h 86052"/>
                <a:gd name="connsiteX9" fmla="*/ 28164 w 27898"/>
                <a:gd name="connsiteY9" fmla="*/ 81671 h 86052"/>
                <a:gd name="connsiteX10" fmla="*/ 18865 w 27898"/>
                <a:gd name="connsiteY10" fmla="*/ 76340 h 86052"/>
                <a:gd name="connsiteX11" fmla="*/ 18865 w 27898"/>
                <a:gd name="connsiteY11" fmla="*/ 83 h 86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7898" h="86052">
                  <a:moveTo>
                    <a:pt x="18865" y="83"/>
                  </a:moveTo>
                  <a:lnTo>
                    <a:pt x="265" y="1447"/>
                  </a:lnTo>
                  <a:lnTo>
                    <a:pt x="265" y="5910"/>
                  </a:lnTo>
                  <a:cubicBezTo>
                    <a:pt x="8573" y="5910"/>
                    <a:pt x="9565" y="6778"/>
                    <a:pt x="9565" y="12854"/>
                  </a:cubicBezTo>
                  <a:lnTo>
                    <a:pt x="9565" y="76340"/>
                  </a:lnTo>
                  <a:cubicBezTo>
                    <a:pt x="9565" y="81671"/>
                    <a:pt x="8325" y="81671"/>
                    <a:pt x="265" y="81671"/>
                  </a:cubicBezTo>
                  <a:lnTo>
                    <a:pt x="265" y="86135"/>
                  </a:lnTo>
                  <a:cubicBezTo>
                    <a:pt x="513" y="86135"/>
                    <a:pt x="9193" y="85639"/>
                    <a:pt x="14153" y="85639"/>
                  </a:cubicBezTo>
                  <a:cubicBezTo>
                    <a:pt x="18865" y="85639"/>
                    <a:pt x="23452" y="85763"/>
                    <a:pt x="28164" y="86135"/>
                  </a:cubicBezTo>
                  <a:lnTo>
                    <a:pt x="28164" y="81671"/>
                  </a:lnTo>
                  <a:cubicBezTo>
                    <a:pt x="20105" y="81671"/>
                    <a:pt x="18865" y="81671"/>
                    <a:pt x="18865" y="76340"/>
                  </a:cubicBezTo>
                  <a:lnTo>
                    <a:pt x="18865" y="83"/>
                  </a:lnTo>
                  <a:close/>
                </a:path>
              </a:pathLst>
            </a:custGeom>
            <a:solidFill>
              <a:srgbClr val="000000"/>
            </a:solidFill>
            <a:ln w="1774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42" name="任意形状 341">
              <a:extLst>
                <a:ext uri="{FF2B5EF4-FFF2-40B4-BE49-F238E27FC236}">
                  <a16:creationId xmlns:a16="http://schemas.microsoft.com/office/drawing/2014/main" id="{D8E1179A-3108-E132-C748-D39029199FCA}"/>
                </a:ext>
              </a:extLst>
            </p:cNvPr>
            <p:cNvSpPr/>
            <p:nvPr>
              <p:custDataLst>
                <p:tags r:id="rId40"/>
              </p:custDataLst>
            </p:nvPr>
          </p:nvSpPr>
          <p:spPr>
            <a:xfrm>
              <a:off x="7303863" y="3955210"/>
              <a:ext cx="60757" cy="56541"/>
            </a:xfrm>
            <a:custGeom>
              <a:avLst/>
              <a:gdLst>
                <a:gd name="connsiteX0" fmla="*/ 61025 w 60757"/>
                <a:gd name="connsiteY0" fmla="*/ 28974 h 56541"/>
                <a:gd name="connsiteX1" fmla="*/ 30646 w 60757"/>
                <a:gd name="connsiteY1" fmla="*/ 83 h 56541"/>
                <a:gd name="connsiteX2" fmla="*/ 268 w 60757"/>
                <a:gd name="connsiteY2" fmla="*/ 28974 h 56541"/>
                <a:gd name="connsiteX3" fmla="*/ 30646 w 60757"/>
                <a:gd name="connsiteY3" fmla="*/ 56624 h 56541"/>
                <a:gd name="connsiteX4" fmla="*/ 61025 w 60757"/>
                <a:gd name="connsiteY4" fmla="*/ 28974 h 56541"/>
                <a:gd name="connsiteX5" fmla="*/ 30646 w 60757"/>
                <a:gd name="connsiteY5" fmla="*/ 52657 h 56541"/>
                <a:gd name="connsiteX6" fmla="*/ 15271 w 60757"/>
                <a:gd name="connsiteY6" fmla="*/ 45093 h 56541"/>
                <a:gd name="connsiteX7" fmla="*/ 11551 w 60757"/>
                <a:gd name="connsiteY7" fmla="*/ 27858 h 56541"/>
                <a:gd name="connsiteX8" fmla="*/ 16015 w 60757"/>
                <a:gd name="connsiteY8" fmla="*/ 9878 h 56541"/>
                <a:gd name="connsiteX9" fmla="*/ 30646 w 60757"/>
                <a:gd name="connsiteY9" fmla="*/ 3555 h 56541"/>
                <a:gd name="connsiteX10" fmla="*/ 45898 w 60757"/>
                <a:gd name="connsiteY10" fmla="*/ 10870 h 56541"/>
                <a:gd name="connsiteX11" fmla="*/ 49742 w 60757"/>
                <a:gd name="connsiteY11" fmla="*/ 27858 h 56541"/>
                <a:gd name="connsiteX12" fmla="*/ 45774 w 60757"/>
                <a:gd name="connsiteY12" fmla="*/ 45465 h 56541"/>
                <a:gd name="connsiteX13" fmla="*/ 30646 w 60757"/>
                <a:gd name="connsiteY13" fmla="*/ 52657 h 565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0757" h="56541">
                  <a:moveTo>
                    <a:pt x="61025" y="28974"/>
                  </a:moveTo>
                  <a:cubicBezTo>
                    <a:pt x="61025" y="13474"/>
                    <a:pt x="47758" y="83"/>
                    <a:pt x="30646" y="83"/>
                  </a:cubicBezTo>
                  <a:cubicBezTo>
                    <a:pt x="13535" y="83"/>
                    <a:pt x="268" y="13474"/>
                    <a:pt x="268" y="28974"/>
                  </a:cubicBezTo>
                  <a:cubicBezTo>
                    <a:pt x="268" y="44349"/>
                    <a:pt x="13907" y="56624"/>
                    <a:pt x="30646" y="56624"/>
                  </a:cubicBezTo>
                  <a:cubicBezTo>
                    <a:pt x="47386" y="56624"/>
                    <a:pt x="61025" y="44349"/>
                    <a:pt x="61025" y="28974"/>
                  </a:cubicBezTo>
                  <a:close/>
                  <a:moveTo>
                    <a:pt x="30646" y="52657"/>
                  </a:moveTo>
                  <a:cubicBezTo>
                    <a:pt x="26059" y="52657"/>
                    <a:pt x="19363" y="51169"/>
                    <a:pt x="15271" y="45093"/>
                  </a:cubicBezTo>
                  <a:cubicBezTo>
                    <a:pt x="11923" y="40009"/>
                    <a:pt x="11551" y="33561"/>
                    <a:pt x="11551" y="27858"/>
                  </a:cubicBezTo>
                  <a:cubicBezTo>
                    <a:pt x="11551" y="22526"/>
                    <a:pt x="11675" y="15210"/>
                    <a:pt x="16015" y="9878"/>
                  </a:cubicBezTo>
                  <a:cubicBezTo>
                    <a:pt x="19115" y="6282"/>
                    <a:pt x="24323" y="3555"/>
                    <a:pt x="30646" y="3555"/>
                  </a:cubicBezTo>
                  <a:cubicBezTo>
                    <a:pt x="37962" y="3555"/>
                    <a:pt x="43170" y="7026"/>
                    <a:pt x="45898" y="10870"/>
                  </a:cubicBezTo>
                  <a:cubicBezTo>
                    <a:pt x="49370" y="15706"/>
                    <a:pt x="49742" y="21906"/>
                    <a:pt x="49742" y="27858"/>
                  </a:cubicBezTo>
                  <a:cubicBezTo>
                    <a:pt x="49742" y="33809"/>
                    <a:pt x="49370" y="40381"/>
                    <a:pt x="45774" y="45465"/>
                  </a:cubicBezTo>
                  <a:cubicBezTo>
                    <a:pt x="42426" y="50177"/>
                    <a:pt x="36722" y="52657"/>
                    <a:pt x="30646" y="52657"/>
                  </a:cubicBezTo>
                  <a:close/>
                </a:path>
              </a:pathLst>
            </a:custGeom>
            <a:solidFill>
              <a:srgbClr val="000000"/>
            </a:solidFill>
            <a:ln w="1774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43" name="任意形状 342">
              <a:extLst>
                <a:ext uri="{FF2B5EF4-FFF2-40B4-BE49-F238E27FC236}">
                  <a16:creationId xmlns:a16="http://schemas.microsoft.com/office/drawing/2014/main" id="{52F366FD-152A-DCD6-7A81-35DBC6C3F941}"/>
                </a:ext>
              </a:extLst>
            </p:cNvPr>
            <p:cNvSpPr/>
            <p:nvPr>
              <p:custDataLst>
                <p:tags r:id="rId41"/>
              </p:custDataLst>
            </p:nvPr>
          </p:nvSpPr>
          <p:spPr>
            <a:xfrm>
              <a:off x="7378285" y="3955210"/>
              <a:ext cx="60757" cy="56541"/>
            </a:xfrm>
            <a:custGeom>
              <a:avLst/>
              <a:gdLst>
                <a:gd name="connsiteX0" fmla="*/ 61029 w 60757"/>
                <a:gd name="connsiteY0" fmla="*/ 28974 h 56541"/>
                <a:gd name="connsiteX1" fmla="*/ 30651 w 60757"/>
                <a:gd name="connsiteY1" fmla="*/ 83 h 56541"/>
                <a:gd name="connsiteX2" fmla="*/ 272 w 60757"/>
                <a:gd name="connsiteY2" fmla="*/ 28974 h 56541"/>
                <a:gd name="connsiteX3" fmla="*/ 30651 w 60757"/>
                <a:gd name="connsiteY3" fmla="*/ 56624 h 56541"/>
                <a:gd name="connsiteX4" fmla="*/ 61029 w 60757"/>
                <a:gd name="connsiteY4" fmla="*/ 28974 h 56541"/>
                <a:gd name="connsiteX5" fmla="*/ 30651 w 60757"/>
                <a:gd name="connsiteY5" fmla="*/ 52657 h 56541"/>
                <a:gd name="connsiteX6" fmla="*/ 15275 w 60757"/>
                <a:gd name="connsiteY6" fmla="*/ 45093 h 56541"/>
                <a:gd name="connsiteX7" fmla="*/ 11555 w 60757"/>
                <a:gd name="connsiteY7" fmla="*/ 27858 h 56541"/>
                <a:gd name="connsiteX8" fmla="*/ 16019 w 60757"/>
                <a:gd name="connsiteY8" fmla="*/ 9878 h 56541"/>
                <a:gd name="connsiteX9" fmla="*/ 30651 w 60757"/>
                <a:gd name="connsiteY9" fmla="*/ 3555 h 56541"/>
                <a:gd name="connsiteX10" fmla="*/ 45902 w 60757"/>
                <a:gd name="connsiteY10" fmla="*/ 10870 h 56541"/>
                <a:gd name="connsiteX11" fmla="*/ 49746 w 60757"/>
                <a:gd name="connsiteY11" fmla="*/ 27858 h 56541"/>
                <a:gd name="connsiteX12" fmla="*/ 45778 w 60757"/>
                <a:gd name="connsiteY12" fmla="*/ 45465 h 56541"/>
                <a:gd name="connsiteX13" fmla="*/ 30651 w 60757"/>
                <a:gd name="connsiteY13" fmla="*/ 52657 h 565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0757" h="56541">
                  <a:moveTo>
                    <a:pt x="61029" y="28974"/>
                  </a:moveTo>
                  <a:cubicBezTo>
                    <a:pt x="61029" y="13474"/>
                    <a:pt x="47762" y="83"/>
                    <a:pt x="30651" y="83"/>
                  </a:cubicBezTo>
                  <a:cubicBezTo>
                    <a:pt x="13539" y="83"/>
                    <a:pt x="272" y="13474"/>
                    <a:pt x="272" y="28974"/>
                  </a:cubicBezTo>
                  <a:cubicBezTo>
                    <a:pt x="272" y="44349"/>
                    <a:pt x="13911" y="56624"/>
                    <a:pt x="30651" y="56624"/>
                  </a:cubicBezTo>
                  <a:cubicBezTo>
                    <a:pt x="47390" y="56624"/>
                    <a:pt x="61029" y="44349"/>
                    <a:pt x="61029" y="28974"/>
                  </a:cubicBezTo>
                  <a:close/>
                  <a:moveTo>
                    <a:pt x="30651" y="52657"/>
                  </a:moveTo>
                  <a:cubicBezTo>
                    <a:pt x="26063" y="52657"/>
                    <a:pt x="19367" y="51169"/>
                    <a:pt x="15275" y="45093"/>
                  </a:cubicBezTo>
                  <a:cubicBezTo>
                    <a:pt x="11927" y="40009"/>
                    <a:pt x="11555" y="33561"/>
                    <a:pt x="11555" y="27858"/>
                  </a:cubicBezTo>
                  <a:cubicBezTo>
                    <a:pt x="11555" y="22526"/>
                    <a:pt x="11679" y="15210"/>
                    <a:pt x="16019" y="9878"/>
                  </a:cubicBezTo>
                  <a:cubicBezTo>
                    <a:pt x="19119" y="6282"/>
                    <a:pt x="24327" y="3555"/>
                    <a:pt x="30651" y="3555"/>
                  </a:cubicBezTo>
                  <a:cubicBezTo>
                    <a:pt x="37966" y="3555"/>
                    <a:pt x="43174" y="7026"/>
                    <a:pt x="45902" y="10870"/>
                  </a:cubicBezTo>
                  <a:cubicBezTo>
                    <a:pt x="49374" y="15706"/>
                    <a:pt x="49746" y="21906"/>
                    <a:pt x="49746" y="27858"/>
                  </a:cubicBezTo>
                  <a:cubicBezTo>
                    <a:pt x="49746" y="33809"/>
                    <a:pt x="49374" y="40381"/>
                    <a:pt x="45778" y="45465"/>
                  </a:cubicBezTo>
                  <a:cubicBezTo>
                    <a:pt x="42430" y="50177"/>
                    <a:pt x="36726" y="52657"/>
                    <a:pt x="30651" y="52657"/>
                  </a:cubicBezTo>
                  <a:close/>
                </a:path>
              </a:pathLst>
            </a:custGeom>
            <a:solidFill>
              <a:srgbClr val="000000"/>
            </a:solidFill>
            <a:ln w="1774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44" name="任意形状 343">
              <a:extLst>
                <a:ext uri="{FF2B5EF4-FFF2-40B4-BE49-F238E27FC236}">
                  <a16:creationId xmlns:a16="http://schemas.microsoft.com/office/drawing/2014/main" id="{A2200C31-66B3-1A0F-F9FA-4BB24295E2EB}"/>
                </a:ext>
              </a:extLst>
            </p:cNvPr>
            <p:cNvSpPr/>
            <p:nvPr>
              <p:custDataLst>
                <p:tags r:id="rId42"/>
              </p:custDataLst>
            </p:nvPr>
          </p:nvSpPr>
          <p:spPr>
            <a:xfrm>
              <a:off x="7450133" y="3955830"/>
              <a:ext cx="66337" cy="78736"/>
            </a:xfrm>
            <a:custGeom>
              <a:avLst/>
              <a:gdLst>
                <a:gd name="connsiteX0" fmla="*/ 28671 w 66337"/>
                <a:gd name="connsiteY0" fmla="*/ 74356 h 78736"/>
                <a:gd name="connsiteX1" fmla="*/ 19371 w 66337"/>
                <a:gd name="connsiteY1" fmla="*/ 69024 h 78736"/>
                <a:gd name="connsiteX2" fmla="*/ 19371 w 66337"/>
                <a:gd name="connsiteY2" fmla="*/ 48813 h 78736"/>
                <a:gd name="connsiteX3" fmla="*/ 36234 w 66337"/>
                <a:gd name="connsiteY3" fmla="*/ 56004 h 78736"/>
                <a:gd name="connsiteX4" fmla="*/ 66613 w 66337"/>
                <a:gd name="connsiteY4" fmla="*/ 27982 h 78736"/>
                <a:gd name="connsiteX5" fmla="*/ 38218 w 66337"/>
                <a:gd name="connsiteY5" fmla="*/ 83 h 78736"/>
                <a:gd name="connsiteX6" fmla="*/ 18875 w 66337"/>
                <a:gd name="connsiteY6" fmla="*/ 7646 h 78736"/>
                <a:gd name="connsiteX7" fmla="*/ 18875 w 66337"/>
                <a:gd name="connsiteY7" fmla="*/ 83 h 78736"/>
                <a:gd name="connsiteX8" fmla="*/ 276 w 66337"/>
                <a:gd name="connsiteY8" fmla="*/ 1447 h 78736"/>
                <a:gd name="connsiteX9" fmla="*/ 276 w 66337"/>
                <a:gd name="connsiteY9" fmla="*/ 5910 h 78736"/>
                <a:gd name="connsiteX10" fmla="*/ 9575 w 66337"/>
                <a:gd name="connsiteY10" fmla="*/ 11738 h 78736"/>
                <a:gd name="connsiteX11" fmla="*/ 9575 w 66337"/>
                <a:gd name="connsiteY11" fmla="*/ 69024 h 78736"/>
                <a:gd name="connsiteX12" fmla="*/ 276 w 66337"/>
                <a:gd name="connsiteY12" fmla="*/ 74356 h 78736"/>
                <a:gd name="connsiteX13" fmla="*/ 276 w 66337"/>
                <a:gd name="connsiteY13" fmla="*/ 78820 h 78736"/>
                <a:gd name="connsiteX14" fmla="*/ 14411 w 66337"/>
                <a:gd name="connsiteY14" fmla="*/ 78324 h 78736"/>
                <a:gd name="connsiteX15" fmla="*/ 28671 w 66337"/>
                <a:gd name="connsiteY15" fmla="*/ 78820 h 78736"/>
                <a:gd name="connsiteX16" fmla="*/ 28671 w 66337"/>
                <a:gd name="connsiteY16" fmla="*/ 74356 h 78736"/>
                <a:gd name="connsiteX17" fmla="*/ 19371 w 66337"/>
                <a:gd name="connsiteY17" fmla="*/ 13474 h 78736"/>
                <a:gd name="connsiteX18" fmla="*/ 36854 w 66337"/>
                <a:gd name="connsiteY18" fmla="*/ 4051 h 78736"/>
                <a:gd name="connsiteX19" fmla="*/ 55330 w 66337"/>
                <a:gd name="connsiteY19" fmla="*/ 27982 h 78736"/>
                <a:gd name="connsiteX20" fmla="*/ 35490 w 66337"/>
                <a:gd name="connsiteY20" fmla="*/ 52533 h 78736"/>
                <a:gd name="connsiteX21" fmla="*/ 19371 w 66337"/>
                <a:gd name="connsiteY21" fmla="*/ 42241 h 78736"/>
                <a:gd name="connsiteX22" fmla="*/ 19371 w 66337"/>
                <a:gd name="connsiteY22" fmla="*/ 13474 h 787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66337" h="78736">
                  <a:moveTo>
                    <a:pt x="28671" y="74356"/>
                  </a:moveTo>
                  <a:cubicBezTo>
                    <a:pt x="20611" y="74356"/>
                    <a:pt x="19371" y="74356"/>
                    <a:pt x="19371" y="69024"/>
                  </a:cubicBezTo>
                  <a:lnTo>
                    <a:pt x="19371" y="48813"/>
                  </a:lnTo>
                  <a:cubicBezTo>
                    <a:pt x="19991" y="49433"/>
                    <a:pt x="25819" y="56004"/>
                    <a:pt x="36234" y="56004"/>
                  </a:cubicBezTo>
                  <a:cubicBezTo>
                    <a:pt x="52602" y="56004"/>
                    <a:pt x="66613" y="43729"/>
                    <a:pt x="66613" y="27982"/>
                  </a:cubicBezTo>
                  <a:cubicBezTo>
                    <a:pt x="66613" y="12730"/>
                    <a:pt x="53966" y="83"/>
                    <a:pt x="38218" y="83"/>
                  </a:cubicBezTo>
                  <a:cubicBezTo>
                    <a:pt x="31151" y="83"/>
                    <a:pt x="23959" y="2687"/>
                    <a:pt x="18875" y="7646"/>
                  </a:cubicBezTo>
                  <a:lnTo>
                    <a:pt x="18875" y="83"/>
                  </a:lnTo>
                  <a:lnTo>
                    <a:pt x="276" y="1447"/>
                  </a:lnTo>
                  <a:lnTo>
                    <a:pt x="276" y="5910"/>
                  </a:lnTo>
                  <a:cubicBezTo>
                    <a:pt x="8955" y="5910"/>
                    <a:pt x="9575" y="6530"/>
                    <a:pt x="9575" y="11738"/>
                  </a:cubicBezTo>
                  <a:lnTo>
                    <a:pt x="9575" y="69024"/>
                  </a:lnTo>
                  <a:cubicBezTo>
                    <a:pt x="9575" y="74356"/>
                    <a:pt x="8335" y="74356"/>
                    <a:pt x="276" y="74356"/>
                  </a:cubicBezTo>
                  <a:lnTo>
                    <a:pt x="276" y="78820"/>
                  </a:lnTo>
                  <a:cubicBezTo>
                    <a:pt x="524" y="78820"/>
                    <a:pt x="9203" y="78324"/>
                    <a:pt x="14411" y="78324"/>
                  </a:cubicBezTo>
                  <a:cubicBezTo>
                    <a:pt x="18999" y="78324"/>
                    <a:pt x="27555" y="78696"/>
                    <a:pt x="28671" y="78820"/>
                  </a:cubicBezTo>
                  <a:lnTo>
                    <a:pt x="28671" y="74356"/>
                  </a:lnTo>
                  <a:close/>
                  <a:moveTo>
                    <a:pt x="19371" y="13474"/>
                  </a:moveTo>
                  <a:cubicBezTo>
                    <a:pt x="23091" y="7274"/>
                    <a:pt x="30283" y="4051"/>
                    <a:pt x="36854" y="4051"/>
                  </a:cubicBezTo>
                  <a:cubicBezTo>
                    <a:pt x="47270" y="4051"/>
                    <a:pt x="55330" y="14962"/>
                    <a:pt x="55330" y="27982"/>
                  </a:cubicBezTo>
                  <a:cubicBezTo>
                    <a:pt x="55330" y="42117"/>
                    <a:pt x="46030" y="52533"/>
                    <a:pt x="35490" y="52533"/>
                  </a:cubicBezTo>
                  <a:cubicBezTo>
                    <a:pt x="24579" y="52533"/>
                    <a:pt x="19743" y="42985"/>
                    <a:pt x="19371" y="42241"/>
                  </a:cubicBezTo>
                  <a:lnTo>
                    <a:pt x="19371" y="13474"/>
                  </a:lnTo>
                  <a:close/>
                </a:path>
              </a:pathLst>
            </a:custGeom>
            <a:solidFill>
              <a:srgbClr val="000000"/>
            </a:solidFill>
            <a:ln w="1774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45" name="任意形状 344">
              <a:extLst>
                <a:ext uri="{FF2B5EF4-FFF2-40B4-BE49-F238E27FC236}">
                  <a16:creationId xmlns:a16="http://schemas.microsoft.com/office/drawing/2014/main" id="{1EBC5E79-CD43-37EE-7E59-8E638538820C}"/>
                </a:ext>
              </a:extLst>
            </p:cNvPr>
            <p:cNvSpPr/>
            <p:nvPr>
              <p:custDataLst>
                <p:tags r:id="rId43"/>
              </p:custDataLst>
            </p:nvPr>
          </p:nvSpPr>
          <p:spPr>
            <a:xfrm>
              <a:off x="7159087" y="4061667"/>
              <a:ext cx="57657" cy="55921"/>
            </a:xfrm>
            <a:custGeom>
              <a:avLst/>
              <a:gdLst>
                <a:gd name="connsiteX0" fmla="*/ 23571 w 57657"/>
                <a:gd name="connsiteY0" fmla="*/ 29723 h 55921"/>
                <a:gd name="connsiteX1" fmla="*/ 26794 w 57657"/>
                <a:gd name="connsiteY1" fmla="*/ 17200 h 55921"/>
                <a:gd name="connsiteX2" fmla="*/ 34606 w 57657"/>
                <a:gd name="connsiteY2" fmla="*/ 7032 h 55921"/>
                <a:gd name="connsiteX3" fmla="*/ 44650 w 57657"/>
                <a:gd name="connsiteY3" fmla="*/ 3561 h 55921"/>
                <a:gd name="connsiteX4" fmla="*/ 51469 w 57657"/>
                <a:gd name="connsiteY4" fmla="*/ 5296 h 55921"/>
                <a:gd name="connsiteX5" fmla="*/ 46014 w 57657"/>
                <a:gd name="connsiteY5" fmla="*/ 12116 h 55921"/>
                <a:gd name="connsiteX6" fmla="*/ 50973 w 57657"/>
                <a:gd name="connsiteY6" fmla="*/ 16704 h 55921"/>
                <a:gd name="connsiteX7" fmla="*/ 57917 w 57657"/>
                <a:gd name="connsiteY7" fmla="*/ 9140 h 55921"/>
                <a:gd name="connsiteX8" fmla="*/ 44774 w 57657"/>
                <a:gd name="connsiteY8" fmla="*/ 89 h 55921"/>
                <a:gd name="connsiteX9" fmla="*/ 27290 w 57657"/>
                <a:gd name="connsiteY9" fmla="*/ 8892 h 55921"/>
                <a:gd name="connsiteX10" fmla="*/ 14519 w 57657"/>
                <a:gd name="connsiteY10" fmla="*/ 89 h 55921"/>
                <a:gd name="connsiteX11" fmla="*/ 4847 w 57657"/>
                <a:gd name="connsiteY11" fmla="*/ 6412 h 55921"/>
                <a:gd name="connsiteX12" fmla="*/ 259 w 57657"/>
                <a:gd name="connsiteY12" fmla="*/ 19060 h 55921"/>
                <a:gd name="connsiteX13" fmla="*/ 2367 w 57657"/>
                <a:gd name="connsiteY13" fmla="*/ 20672 h 55921"/>
                <a:gd name="connsiteX14" fmla="*/ 5095 w 57657"/>
                <a:gd name="connsiteY14" fmla="*/ 16952 h 55921"/>
                <a:gd name="connsiteX15" fmla="*/ 14147 w 57657"/>
                <a:gd name="connsiteY15" fmla="*/ 3561 h 55921"/>
                <a:gd name="connsiteX16" fmla="*/ 18239 w 57657"/>
                <a:gd name="connsiteY16" fmla="*/ 9636 h 55921"/>
                <a:gd name="connsiteX17" fmla="*/ 16255 w 57657"/>
                <a:gd name="connsiteY17" fmla="*/ 19928 h 55921"/>
                <a:gd name="connsiteX18" fmla="*/ 13527 w 57657"/>
                <a:gd name="connsiteY18" fmla="*/ 31087 h 55921"/>
                <a:gd name="connsiteX19" fmla="*/ 9559 w 57657"/>
                <a:gd name="connsiteY19" fmla="*/ 46959 h 55921"/>
                <a:gd name="connsiteX20" fmla="*/ 8319 w 57657"/>
                <a:gd name="connsiteY20" fmla="*/ 52043 h 55921"/>
                <a:gd name="connsiteX21" fmla="*/ 12535 w 57657"/>
                <a:gd name="connsiteY21" fmla="*/ 56010 h 55921"/>
                <a:gd name="connsiteX22" fmla="*/ 17867 w 57657"/>
                <a:gd name="connsiteY22" fmla="*/ 52415 h 55921"/>
                <a:gd name="connsiteX23" fmla="*/ 20223 w 57657"/>
                <a:gd name="connsiteY23" fmla="*/ 43115 h 55921"/>
                <a:gd name="connsiteX24" fmla="*/ 23571 w 57657"/>
                <a:gd name="connsiteY24" fmla="*/ 29723 h 559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57657" h="55921">
                  <a:moveTo>
                    <a:pt x="23571" y="29723"/>
                  </a:moveTo>
                  <a:cubicBezTo>
                    <a:pt x="23695" y="28980"/>
                    <a:pt x="26546" y="17820"/>
                    <a:pt x="26794" y="17200"/>
                  </a:cubicBezTo>
                  <a:cubicBezTo>
                    <a:pt x="27042" y="16208"/>
                    <a:pt x="30638" y="10008"/>
                    <a:pt x="34606" y="7032"/>
                  </a:cubicBezTo>
                  <a:cubicBezTo>
                    <a:pt x="35970" y="6040"/>
                    <a:pt x="39318" y="3561"/>
                    <a:pt x="44650" y="3561"/>
                  </a:cubicBezTo>
                  <a:cubicBezTo>
                    <a:pt x="45890" y="3561"/>
                    <a:pt x="48990" y="3685"/>
                    <a:pt x="51469" y="5296"/>
                  </a:cubicBezTo>
                  <a:cubicBezTo>
                    <a:pt x="47502" y="6412"/>
                    <a:pt x="46014" y="9884"/>
                    <a:pt x="46014" y="12116"/>
                  </a:cubicBezTo>
                  <a:cubicBezTo>
                    <a:pt x="46014" y="14844"/>
                    <a:pt x="48122" y="16704"/>
                    <a:pt x="50973" y="16704"/>
                  </a:cubicBezTo>
                  <a:cubicBezTo>
                    <a:pt x="53825" y="16704"/>
                    <a:pt x="57917" y="14348"/>
                    <a:pt x="57917" y="9140"/>
                  </a:cubicBezTo>
                  <a:cubicBezTo>
                    <a:pt x="57917" y="2693"/>
                    <a:pt x="51097" y="89"/>
                    <a:pt x="44774" y="89"/>
                  </a:cubicBezTo>
                  <a:cubicBezTo>
                    <a:pt x="38326" y="89"/>
                    <a:pt x="32746" y="2693"/>
                    <a:pt x="27290" y="8892"/>
                  </a:cubicBezTo>
                  <a:cubicBezTo>
                    <a:pt x="25058" y="1329"/>
                    <a:pt x="17495" y="89"/>
                    <a:pt x="14519" y="89"/>
                  </a:cubicBezTo>
                  <a:cubicBezTo>
                    <a:pt x="9931" y="89"/>
                    <a:pt x="6831" y="2941"/>
                    <a:pt x="4847" y="6412"/>
                  </a:cubicBezTo>
                  <a:cubicBezTo>
                    <a:pt x="1995" y="11248"/>
                    <a:pt x="259" y="18440"/>
                    <a:pt x="259" y="19060"/>
                  </a:cubicBezTo>
                  <a:cubicBezTo>
                    <a:pt x="259" y="20672"/>
                    <a:pt x="1995" y="20672"/>
                    <a:pt x="2367" y="20672"/>
                  </a:cubicBezTo>
                  <a:cubicBezTo>
                    <a:pt x="4103" y="20672"/>
                    <a:pt x="4227" y="20300"/>
                    <a:pt x="5095" y="16952"/>
                  </a:cubicBezTo>
                  <a:cubicBezTo>
                    <a:pt x="6955" y="9388"/>
                    <a:pt x="9311" y="3561"/>
                    <a:pt x="14147" y="3561"/>
                  </a:cubicBezTo>
                  <a:cubicBezTo>
                    <a:pt x="17371" y="3561"/>
                    <a:pt x="18239" y="6288"/>
                    <a:pt x="18239" y="9636"/>
                  </a:cubicBezTo>
                  <a:cubicBezTo>
                    <a:pt x="18239" y="11992"/>
                    <a:pt x="17123" y="16580"/>
                    <a:pt x="16255" y="19928"/>
                  </a:cubicBezTo>
                  <a:cubicBezTo>
                    <a:pt x="15387" y="23276"/>
                    <a:pt x="14147" y="28360"/>
                    <a:pt x="13527" y="31087"/>
                  </a:cubicBezTo>
                  <a:lnTo>
                    <a:pt x="9559" y="46959"/>
                  </a:lnTo>
                  <a:cubicBezTo>
                    <a:pt x="9063" y="48571"/>
                    <a:pt x="8319" y="51671"/>
                    <a:pt x="8319" y="52043"/>
                  </a:cubicBezTo>
                  <a:cubicBezTo>
                    <a:pt x="8319" y="54770"/>
                    <a:pt x="10551" y="56010"/>
                    <a:pt x="12535" y="56010"/>
                  </a:cubicBezTo>
                  <a:cubicBezTo>
                    <a:pt x="14395" y="56010"/>
                    <a:pt x="16875" y="54894"/>
                    <a:pt x="17867" y="52415"/>
                  </a:cubicBezTo>
                  <a:cubicBezTo>
                    <a:pt x="18115" y="51671"/>
                    <a:pt x="19479" y="46215"/>
                    <a:pt x="20223" y="43115"/>
                  </a:cubicBezTo>
                  <a:lnTo>
                    <a:pt x="23571" y="29723"/>
                  </a:lnTo>
                  <a:close/>
                </a:path>
              </a:pathLst>
            </a:custGeom>
            <a:solidFill>
              <a:srgbClr val="000000"/>
            </a:solidFill>
            <a:ln w="1774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46" name="任意形状 345">
              <a:extLst>
                <a:ext uri="{FF2B5EF4-FFF2-40B4-BE49-F238E27FC236}">
                  <a16:creationId xmlns:a16="http://schemas.microsoft.com/office/drawing/2014/main" id="{C8A1CC90-9A16-D204-5F3E-3438C437A2B7}"/>
                </a:ext>
              </a:extLst>
            </p:cNvPr>
            <p:cNvSpPr/>
            <p:nvPr>
              <p:custDataLst>
                <p:tags r:id="rId44"/>
              </p:custDataLst>
            </p:nvPr>
          </p:nvSpPr>
          <p:spPr>
            <a:xfrm>
              <a:off x="7552228" y="3962783"/>
              <a:ext cx="7085" cy="177135"/>
            </a:xfrm>
            <a:custGeom>
              <a:avLst/>
              <a:gdLst>
                <a:gd name="connsiteX0" fmla="*/ 7366 w 7085"/>
                <a:gd name="connsiteY0" fmla="*/ 6464 h 177135"/>
                <a:gd name="connsiteX1" fmla="*/ 3823 w 7085"/>
                <a:gd name="connsiteY1" fmla="*/ 87 h 177135"/>
                <a:gd name="connsiteX2" fmla="*/ 281 w 7085"/>
                <a:gd name="connsiteY2" fmla="*/ 6464 h 177135"/>
                <a:gd name="connsiteX3" fmla="*/ 281 w 7085"/>
                <a:gd name="connsiteY3" fmla="*/ 170846 h 177135"/>
                <a:gd name="connsiteX4" fmla="*/ 3823 w 7085"/>
                <a:gd name="connsiteY4" fmla="*/ 177223 h 177135"/>
                <a:gd name="connsiteX5" fmla="*/ 7366 w 7085"/>
                <a:gd name="connsiteY5" fmla="*/ 170846 h 177135"/>
                <a:gd name="connsiteX6" fmla="*/ 7366 w 7085"/>
                <a:gd name="connsiteY6" fmla="*/ 6464 h 1771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085" h="177135">
                  <a:moveTo>
                    <a:pt x="7366" y="6464"/>
                  </a:moveTo>
                  <a:cubicBezTo>
                    <a:pt x="7366" y="3276"/>
                    <a:pt x="7366" y="87"/>
                    <a:pt x="3823" y="87"/>
                  </a:cubicBezTo>
                  <a:cubicBezTo>
                    <a:pt x="281" y="87"/>
                    <a:pt x="281" y="3276"/>
                    <a:pt x="281" y="6464"/>
                  </a:cubicBezTo>
                  <a:lnTo>
                    <a:pt x="281" y="170846"/>
                  </a:lnTo>
                  <a:cubicBezTo>
                    <a:pt x="281" y="174035"/>
                    <a:pt x="281" y="177223"/>
                    <a:pt x="3823" y="177223"/>
                  </a:cubicBezTo>
                  <a:cubicBezTo>
                    <a:pt x="7366" y="177223"/>
                    <a:pt x="7366" y="174035"/>
                    <a:pt x="7366" y="170846"/>
                  </a:cubicBezTo>
                  <a:lnTo>
                    <a:pt x="7366" y="6464"/>
                  </a:lnTo>
                  <a:close/>
                </a:path>
              </a:pathLst>
            </a:custGeom>
            <a:solidFill>
              <a:srgbClr val="000000"/>
            </a:solidFill>
            <a:ln w="1774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</p:grpSp>
      <p:sp>
        <p:nvSpPr>
          <p:cNvPr id="348" name="文本框 347">
            <a:extLst>
              <a:ext uri="{FF2B5EF4-FFF2-40B4-BE49-F238E27FC236}">
                <a16:creationId xmlns:a16="http://schemas.microsoft.com/office/drawing/2014/main" id="{F462FD58-B2D8-7F0E-D40C-1043A6F3B3C8}"/>
              </a:ext>
            </a:extLst>
          </p:cNvPr>
          <p:cNvSpPr txBox="1"/>
          <p:nvPr/>
        </p:nvSpPr>
        <p:spPr>
          <a:xfrm>
            <a:off x="207988" y="1399394"/>
            <a:ext cx="19030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Relation edge set</a:t>
            </a:r>
            <a:endParaRPr kumimoji="1" lang="zh-CN" altLang="en-US" dirty="0"/>
          </a:p>
        </p:txBody>
      </p:sp>
      <p:sp>
        <p:nvSpPr>
          <p:cNvPr id="349" name="文本框 348">
            <a:extLst>
              <a:ext uri="{FF2B5EF4-FFF2-40B4-BE49-F238E27FC236}">
                <a16:creationId xmlns:a16="http://schemas.microsoft.com/office/drawing/2014/main" id="{B2D581B0-797E-CFBC-94B5-C47E4AD52357}"/>
              </a:ext>
            </a:extLst>
          </p:cNvPr>
          <p:cNvSpPr txBox="1"/>
          <p:nvPr/>
        </p:nvSpPr>
        <p:spPr>
          <a:xfrm>
            <a:off x="207988" y="2494158"/>
            <a:ext cx="27126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Average tail connectivity: </a:t>
            </a:r>
            <a:endParaRPr kumimoji="1" lang="zh-CN" altLang="en-US" dirty="0"/>
          </a:p>
        </p:txBody>
      </p:sp>
      <p:sp>
        <p:nvSpPr>
          <p:cNvPr id="350" name="文本框 349">
            <a:extLst>
              <a:ext uri="{FF2B5EF4-FFF2-40B4-BE49-F238E27FC236}">
                <a16:creationId xmlns:a16="http://schemas.microsoft.com/office/drawing/2014/main" id="{FEE08866-4481-B57B-5FA2-72A729749EF8}"/>
              </a:ext>
            </a:extLst>
          </p:cNvPr>
          <p:cNvSpPr txBox="1"/>
          <p:nvPr/>
        </p:nvSpPr>
        <p:spPr>
          <a:xfrm>
            <a:off x="207988" y="3785873"/>
            <a:ext cx="29145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Average head connectivity: 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89611482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直线连接符 5">
            <a:extLst>
              <a:ext uri="{FF2B5EF4-FFF2-40B4-BE49-F238E27FC236}">
                <a16:creationId xmlns:a16="http://schemas.microsoft.com/office/drawing/2014/main" id="{F4EBDA98-2D2D-5928-7149-4F0227934866}"/>
              </a:ext>
            </a:extLst>
          </p:cNvPr>
          <p:cNvCxnSpPr>
            <a:cxnSpLocks/>
          </p:cNvCxnSpPr>
          <p:nvPr/>
        </p:nvCxnSpPr>
        <p:spPr>
          <a:xfrm>
            <a:off x="5786281" y="1290325"/>
            <a:ext cx="0" cy="5495736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8" name="文本框 217">
            <a:extLst>
              <a:ext uri="{FF2B5EF4-FFF2-40B4-BE49-F238E27FC236}">
                <a16:creationId xmlns:a16="http://schemas.microsoft.com/office/drawing/2014/main" id="{FA0ACB9A-FC80-4F24-40B8-76F9168C7FBF}"/>
              </a:ext>
            </a:extLst>
          </p:cNvPr>
          <p:cNvSpPr txBox="1"/>
          <p:nvPr/>
        </p:nvSpPr>
        <p:spPr>
          <a:xfrm>
            <a:off x="298525" y="884976"/>
            <a:ext cx="135165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sz="2800" b="1"/>
            </a:lvl1pPr>
          </a:lstStyle>
          <a:p>
            <a:r>
              <a:rPr lang="en-US" altLang="zh-CN" dirty="0"/>
              <a:t>Inverse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9" name="文本框 218">
                <a:extLst>
                  <a:ext uri="{FF2B5EF4-FFF2-40B4-BE49-F238E27FC236}">
                    <a16:creationId xmlns:a16="http://schemas.microsoft.com/office/drawing/2014/main" id="{2B853168-8C42-F951-60C2-99A63D8D71A0}"/>
                  </a:ext>
                </a:extLst>
              </p:cNvPr>
              <p:cNvSpPr txBox="1"/>
              <p:nvPr/>
            </p:nvSpPr>
            <p:spPr>
              <a:xfrm>
                <a:off x="298525" y="1421703"/>
                <a:ext cx="5570886" cy="107721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600" dirty="0"/>
                  <a:t>For each relation</a:t>
                </a:r>
                <a14:m>
                  <m:oMath xmlns:m="http://schemas.openxmlformats.org/officeDocument/2006/math">
                    <m:r>
                      <a:rPr lang="en-US" altLang="zh-CN" sz="1600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CN" sz="1600" i="1" dirty="0" smtClean="0"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lang="en-US" altLang="zh-CN" sz="1600" dirty="0"/>
                  <a:t>, let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600" b="0" i="0" dirty="0" smtClean="0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US" altLang="zh-CN" sz="1600" b="0" i="1" dirty="0" smtClean="0"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</m:oMath>
                </a14:m>
                <a:r>
                  <a:rPr lang="en-US" altLang="zh-CN" sz="1600" i="1" dirty="0">
                    <a:latin typeface="Cambria Math" panose="02040503050406030204" pitchFamily="18" charset="0"/>
                  </a:rPr>
                  <a:t> </a:t>
                </a:r>
                <a:r>
                  <a:rPr lang="en-US" altLang="zh-CN" sz="1600" dirty="0"/>
                  <a:t>be its directed edge set in the training graph.</a:t>
                </a:r>
                <a:br>
                  <a:rPr lang="en-US" altLang="zh-CN" sz="1600" dirty="0"/>
                </a:br>
                <a:r>
                  <a:rPr lang="en-US" altLang="zh-CN" sz="1600" dirty="0"/>
                  <a:t>The reversed edge set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CN" sz="1600" i="1" dirty="0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CN" sz="1600" i="1" dirty="0" smtClean="0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US" altLang="zh-CN" sz="1600" i="1" dirty="0" smtClean="0"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  <m:sup>
                        <m:r>
                          <a:rPr lang="en-US" altLang="zh-CN" sz="1600" i="1" dirty="0">
                            <a:latin typeface="Cambria Math" panose="02040503050406030204" pitchFamily="18" charset="0"/>
                          </a:rPr>
                          <m:t>𝑟𝑒𝑣</m:t>
                        </m:r>
                      </m:sup>
                    </m:sSubSup>
                  </m:oMath>
                </a14:m>
                <a:r>
                  <a:rPr lang="zh-CN" altLang="en-US" sz="1600" i="1" dirty="0">
                    <a:latin typeface="Cambria Math" panose="02040503050406030204" pitchFamily="18" charset="0"/>
                  </a:rPr>
                  <a:t> </a:t>
                </a:r>
                <a:r>
                  <a:rPr lang="en-US" altLang="zh-CN" sz="1600" dirty="0"/>
                  <a:t>is a flipped version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600" i="1" dirty="0" smtClean="0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US" altLang="zh-CN" sz="1600" i="1" dirty="0" smtClean="0"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</m:oMath>
                </a14:m>
                <a:r>
                  <a:rPr lang="en-US" altLang="zh-CN" sz="1600" dirty="0"/>
                  <a:t>, and does not require </a:t>
                </a:r>
                <a14:m>
                  <m:oMath xmlns:m="http://schemas.openxmlformats.org/officeDocument/2006/math">
                    <m:r>
                      <a:rPr lang="en-US" altLang="zh-CN" sz="160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1600" i="1" dirty="0" err="1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altLang="zh-CN" sz="1600" i="1" dirty="0" err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sz="1600" i="1" dirty="0" err="1"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US" altLang="zh-CN" sz="1600" i="1" dirty="0" err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sz="1600" i="1" dirty="0" err="1">
                        <a:latin typeface="Cambria Math" panose="02040503050406030204" pitchFamily="18" charset="0"/>
                      </a:rPr>
                      <m:t>h</m:t>
                    </m:r>
                    <m:r>
                      <a:rPr lang="en-US" altLang="zh-CN" sz="1600" i="1" dirty="0">
                        <a:latin typeface="Cambria Math" panose="02040503050406030204" pitchFamily="18" charset="0"/>
                      </a:rPr>
                      <m:t>) </m:t>
                    </m:r>
                  </m:oMath>
                </a14:m>
                <a:r>
                  <a:rPr lang="en-US" altLang="zh-CN" sz="1600" dirty="0"/>
                  <a:t>to exist in the graph.</a:t>
                </a:r>
                <a:endParaRPr kumimoji="1" lang="zh-CN" altLang="en-US" sz="1600" dirty="0"/>
              </a:p>
            </p:txBody>
          </p:sp>
        </mc:Choice>
        <mc:Fallback xmlns="">
          <p:sp>
            <p:nvSpPr>
              <p:cNvPr id="219" name="文本框 218">
                <a:extLst>
                  <a:ext uri="{FF2B5EF4-FFF2-40B4-BE49-F238E27FC236}">
                    <a16:creationId xmlns:a16="http://schemas.microsoft.com/office/drawing/2014/main" id="{2B853168-8C42-F951-60C2-99A63D8D71A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8525" y="1421703"/>
                <a:ext cx="5570886" cy="1077218"/>
              </a:xfrm>
              <a:prstGeom prst="rect">
                <a:avLst/>
              </a:prstGeom>
              <a:blipFill>
                <a:blip r:embed="rId273"/>
                <a:stretch>
                  <a:fillRect l="-455" t="-1163" b="-697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877BD582-97EC-2F70-4BCB-A4F52CCAFA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61953" y="243216"/>
            <a:ext cx="2743200" cy="365125"/>
          </a:xfrm>
        </p:spPr>
        <p:txBody>
          <a:bodyPr/>
          <a:lstStyle/>
          <a:p>
            <a:fld id="{1D774731-12CD-3345-9473-330CE81C7131}" type="slidenum">
              <a:rPr kumimoji="1" lang="zh-CN" altLang="en-US" smtClean="0"/>
              <a:t>14</a:t>
            </a:fld>
            <a:endParaRPr kumimoji="1" lang="zh-CN" altLang="en-US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904656AA-F850-7E63-FB09-D3F7FBE99280}"/>
              </a:ext>
            </a:extLst>
          </p:cNvPr>
          <p:cNvSpPr txBox="1"/>
          <p:nvPr/>
        </p:nvSpPr>
        <p:spPr>
          <a:xfrm>
            <a:off x="182116" y="165229"/>
            <a:ext cx="368883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2800" b="1" dirty="0">
                <a:solidFill>
                  <a:schemeClr val="bg1"/>
                </a:solidFill>
              </a:rPr>
              <a:t>A. Theoretical Setting</a:t>
            </a:r>
            <a:endParaRPr kumimoji="1" lang="zh-CN" altLang="en-US" sz="2800" b="1" dirty="0">
              <a:solidFill>
                <a:schemeClr val="bg1"/>
              </a:solidFill>
            </a:endParaRPr>
          </a:p>
        </p:txBody>
      </p:sp>
      <p:grpSp>
        <p:nvGrpSpPr>
          <p:cNvPr id="950" name="组合 949">
            <a:extLst>
              <a:ext uri="{FF2B5EF4-FFF2-40B4-BE49-F238E27FC236}">
                <a16:creationId xmlns:a16="http://schemas.microsoft.com/office/drawing/2014/main" id="{6588D4EA-F312-2CA7-7413-A875EFDF2D58}"/>
              </a:ext>
            </a:extLst>
          </p:cNvPr>
          <p:cNvGrpSpPr>
            <a:grpSpLocks noChangeAspect="1"/>
          </p:cNvGrpSpPr>
          <p:nvPr>
            <p:custDataLst>
              <p:tags r:id="rId1"/>
            </p:custDataLst>
          </p:nvPr>
        </p:nvGrpSpPr>
        <p:grpSpPr>
          <a:xfrm>
            <a:off x="403791" y="2582609"/>
            <a:ext cx="2299617" cy="159422"/>
            <a:chOff x="3201609" y="4148526"/>
            <a:chExt cx="2299617" cy="159422"/>
          </a:xfrm>
        </p:grpSpPr>
        <p:sp>
          <p:nvSpPr>
            <p:cNvPr id="925" name="任意形状 924">
              <a:extLst>
                <a:ext uri="{FF2B5EF4-FFF2-40B4-BE49-F238E27FC236}">
                  <a16:creationId xmlns:a16="http://schemas.microsoft.com/office/drawing/2014/main" id="{EDEC7A54-A560-F744-63B3-5CF55367629C}"/>
                </a:ext>
              </a:extLst>
            </p:cNvPr>
            <p:cNvSpPr/>
            <p:nvPr>
              <p:custDataLst>
                <p:tags r:id="rId246"/>
              </p:custDataLst>
            </p:nvPr>
          </p:nvSpPr>
          <p:spPr>
            <a:xfrm>
              <a:off x="3201609" y="4159686"/>
              <a:ext cx="128561" cy="108407"/>
            </a:xfrm>
            <a:custGeom>
              <a:avLst/>
              <a:gdLst>
                <a:gd name="connsiteX0" fmla="*/ 118849 w 128561"/>
                <a:gd name="connsiteY0" fmla="*/ 71336 h 108407"/>
                <a:gd name="connsiteX1" fmla="*/ 119735 w 128561"/>
                <a:gd name="connsiteY1" fmla="*/ 69105 h 108407"/>
                <a:gd name="connsiteX2" fmla="*/ 117609 w 128561"/>
                <a:gd name="connsiteY2" fmla="*/ 67351 h 108407"/>
                <a:gd name="connsiteX3" fmla="*/ 115307 w 128561"/>
                <a:gd name="connsiteY3" fmla="*/ 69264 h 108407"/>
                <a:gd name="connsiteX4" fmla="*/ 66949 w 128561"/>
                <a:gd name="connsiteY4" fmla="*/ 103540 h 108407"/>
                <a:gd name="connsiteX5" fmla="*/ 41087 w 128561"/>
                <a:gd name="connsiteY5" fmla="*/ 103540 h 108407"/>
                <a:gd name="connsiteX6" fmla="*/ 37190 w 128561"/>
                <a:gd name="connsiteY6" fmla="*/ 103380 h 108407"/>
                <a:gd name="connsiteX7" fmla="*/ 34887 w 128561"/>
                <a:gd name="connsiteY7" fmla="*/ 101786 h 108407"/>
                <a:gd name="connsiteX8" fmla="*/ 35773 w 128561"/>
                <a:gd name="connsiteY8" fmla="*/ 98119 h 108407"/>
                <a:gd name="connsiteX9" fmla="*/ 47818 w 128561"/>
                <a:gd name="connsiteY9" fmla="*/ 54597 h 108407"/>
                <a:gd name="connsiteX10" fmla="*/ 65354 w 128561"/>
                <a:gd name="connsiteY10" fmla="*/ 54597 h 108407"/>
                <a:gd name="connsiteX11" fmla="*/ 80411 w 128561"/>
                <a:gd name="connsiteY11" fmla="*/ 61931 h 108407"/>
                <a:gd name="connsiteX12" fmla="*/ 79171 w 128561"/>
                <a:gd name="connsiteY12" fmla="*/ 69742 h 108407"/>
                <a:gd name="connsiteX13" fmla="*/ 78640 w 128561"/>
                <a:gd name="connsiteY13" fmla="*/ 71496 h 108407"/>
                <a:gd name="connsiteX14" fmla="*/ 80942 w 128561"/>
                <a:gd name="connsiteY14" fmla="*/ 73249 h 108407"/>
                <a:gd name="connsiteX15" fmla="*/ 83599 w 128561"/>
                <a:gd name="connsiteY15" fmla="*/ 70061 h 108407"/>
                <a:gd name="connsiteX16" fmla="*/ 93696 w 128561"/>
                <a:gd name="connsiteY16" fmla="*/ 32756 h 108407"/>
                <a:gd name="connsiteX17" fmla="*/ 91570 w 128561"/>
                <a:gd name="connsiteY17" fmla="*/ 31003 h 108407"/>
                <a:gd name="connsiteX18" fmla="*/ 89091 w 128561"/>
                <a:gd name="connsiteY18" fmla="*/ 33872 h 108407"/>
                <a:gd name="connsiteX19" fmla="*/ 65886 w 128561"/>
                <a:gd name="connsiteY19" fmla="*/ 49655 h 108407"/>
                <a:gd name="connsiteX20" fmla="*/ 49235 w 128561"/>
                <a:gd name="connsiteY20" fmla="*/ 49655 h 108407"/>
                <a:gd name="connsiteX21" fmla="*/ 59863 w 128561"/>
                <a:gd name="connsiteY21" fmla="*/ 11234 h 108407"/>
                <a:gd name="connsiteX22" fmla="*/ 69428 w 128561"/>
                <a:gd name="connsiteY22" fmla="*/ 5017 h 108407"/>
                <a:gd name="connsiteX23" fmla="*/ 94405 w 128561"/>
                <a:gd name="connsiteY23" fmla="*/ 5017 h 108407"/>
                <a:gd name="connsiteX24" fmla="*/ 121329 w 128561"/>
                <a:gd name="connsiteY24" fmla="*/ 22713 h 108407"/>
                <a:gd name="connsiteX25" fmla="*/ 120621 w 128561"/>
                <a:gd name="connsiteY25" fmla="*/ 31162 h 108407"/>
                <a:gd name="connsiteX26" fmla="*/ 120444 w 128561"/>
                <a:gd name="connsiteY26" fmla="*/ 34032 h 108407"/>
                <a:gd name="connsiteX27" fmla="*/ 122569 w 128561"/>
                <a:gd name="connsiteY27" fmla="*/ 35945 h 108407"/>
                <a:gd name="connsiteX28" fmla="*/ 125049 w 128561"/>
                <a:gd name="connsiteY28" fmla="*/ 31959 h 108407"/>
                <a:gd name="connsiteX29" fmla="*/ 128592 w 128561"/>
                <a:gd name="connsiteY29" fmla="*/ 4379 h 108407"/>
                <a:gd name="connsiteX30" fmla="*/ 123809 w 128561"/>
                <a:gd name="connsiteY30" fmla="*/ 75 h 108407"/>
                <a:gd name="connsiteX31" fmla="*/ 34356 w 128561"/>
                <a:gd name="connsiteY31" fmla="*/ 75 h 108407"/>
                <a:gd name="connsiteX32" fmla="*/ 29042 w 128561"/>
                <a:gd name="connsiteY32" fmla="*/ 3263 h 108407"/>
                <a:gd name="connsiteX33" fmla="*/ 34001 w 128561"/>
                <a:gd name="connsiteY33" fmla="*/ 5017 h 108407"/>
                <a:gd name="connsiteX34" fmla="*/ 45515 w 128561"/>
                <a:gd name="connsiteY34" fmla="*/ 7886 h 108407"/>
                <a:gd name="connsiteX35" fmla="*/ 44629 w 128561"/>
                <a:gd name="connsiteY35" fmla="*/ 11713 h 108407"/>
                <a:gd name="connsiteX36" fmla="*/ 21248 w 128561"/>
                <a:gd name="connsiteY36" fmla="*/ 96047 h 108407"/>
                <a:gd name="connsiteX37" fmla="*/ 5128 w 128561"/>
                <a:gd name="connsiteY37" fmla="*/ 103540 h 108407"/>
                <a:gd name="connsiteX38" fmla="*/ 168 w 128561"/>
                <a:gd name="connsiteY38" fmla="*/ 106569 h 108407"/>
                <a:gd name="connsiteX39" fmla="*/ 5128 w 128561"/>
                <a:gd name="connsiteY39" fmla="*/ 108482 h 108407"/>
                <a:gd name="connsiteX40" fmla="*/ 97062 w 128561"/>
                <a:gd name="connsiteY40" fmla="*/ 108482 h 108407"/>
                <a:gd name="connsiteX41" fmla="*/ 102553 w 128561"/>
                <a:gd name="connsiteY41" fmla="*/ 105772 h 108407"/>
                <a:gd name="connsiteX42" fmla="*/ 118849 w 128561"/>
                <a:gd name="connsiteY42" fmla="*/ 71336 h 1084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</a:cxnLst>
              <a:rect l="l" t="t" r="r" b="b"/>
              <a:pathLst>
                <a:path w="128561" h="108407">
                  <a:moveTo>
                    <a:pt x="118849" y="71336"/>
                  </a:moveTo>
                  <a:cubicBezTo>
                    <a:pt x="119204" y="70539"/>
                    <a:pt x="119735" y="69423"/>
                    <a:pt x="119735" y="69105"/>
                  </a:cubicBezTo>
                  <a:cubicBezTo>
                    <a:pt x="119735" y="68945"/>
                    <a:pt x="119735" y="67351"/>
                    <a:pt x="117609" y="67351"/>
                  </a:cubicBezTo>
                  <a:cubicBezTo>
                    <a:pt x="116015" y="67351"/>
                    <a:pt x="115661" y="68307"/>
                    <a:pt x="115307" y="69264"/>
                  </a:cubicBezTo>
                  <a:cubicBezTo>
                    <a:pt x="103793" y="92858"/>
                    <a:pt x="97239" y="103540"/>
                    <a:pt x="66949" y="103540"/>
                  </a:cubicBezTo>
                  <a:lnTo>
                    <a:pt x="41087" y="103540"/>
                  </a:lnTo>
                  <a:cubicBezTo>
                    <a:pt x="38607" y="103540"/>
                    <a:pt x="38253" y="103540"/>
                    <a:pt x="37190" y="103380"/>
                  </a:cubicBezTo>
                  <a:cubicBezTo>
                    <a:pt x="35418" y="103221"/>
                    <a:pt x="34887" y="103061"/>
                    <a:pt x="34887" y="101786"/>
                  </a:cubicBezTo>
                  <a:cubicBezTo>
                    <a:pt x="34887" y="101308"/>
                    <a:pt x="34887" y="100989"/>
                    <a:pt x="35773" y="98119"/>
                  </a:cubicBezTo>
                  <a:lnTo>
                    <a:pt x="47818" y="54597"/>
                  </a:lnTo>
                  <a:lnTo>
                    <a:pt x="65354" y="54597"/>
                  </a:lnTo>
                  <a:cubicBezTo>
                    <a:pt x="80411" y="54597"/>
                    <a:pt x="80411" y="57945"/>
                    <a:pt x="80411" y="61931"/>
                  </a:cubicBezTo>
                  <a:cubicBezTo>
                    <a:pt x="80411" y="63046"/>
                    <a:pt x="80411" y="64960"/>
                    <a:pt x="79171" y="69742"/>
                  </a:cubicBezTo>
                  <a:cubicBezTo>
                    <a:pt x="78817" y="70539"/>
                    <a:pt x="78640" y="71018"/>
                    <a:pt x="78640" y="71496"/>
                  </a:cubicBezTo>
                  <a:cubicBezTo>
                    <a:pt x="78640" y="72293"/>
                    <a:pt x="79348" y="73249"/>
                    <a:pt x="80942" y="73249"/>
                  </a:cubicBezTo>
                  <a:cubicBezTo>
                    <a:pt x="82359" y="73249"/>
                    <a:pt x="82891" y="72452"/>
                    <a:pt x="83599" y="70061"/>
                  </a:cubicBezTo>
                  <a:lnTo>
                    <a:pt x="93696" y="32756"/>
                  </a:lnTo>
                  <a:cubicBezTo>
                    <a:pt x="93696" y="31800"/>
                    <a:pt x="92810" y="31003"/>
                    <a:pt x="91570" y="31003"/>
                  </a:cubicBezTo>
                  <a:cubicBezTo>
                    <a:pt x="89976" y="31003"/>
                    <a:pt x="89622" y="31959"/>
                    <a:pt x="89091" y="33872"/>
                  </a:cubicBezTo>
                  <a:cubicBezTo>
                    <a:pt x="85371" y="45988"/>
                    <a:pt x="82182" y="49655"/>
                    <a:pt x="65886" y="49655"/>
                  </a:cubicBezTo>
                  <a:lnTo>
                    <a:pt x="49235" y="49655"/>
                  </a:lnTo>
                  <a:lnTo>
                    <a:pt x="59863" y="11234"/>
                  </a:lnTo>
                  <a:cubicBezTo>
                    <a:pt x="61457" y="5654"/>
                    <a:pt x="61635" y="5017"/>
                    <a:pt x="69428" y="5017"/>
                  </a:cubicBezTo>
                  <a:lnTo>
                    <a:pt x="94405" y="5017"/>
                  </a:lnTo>
                  <a:cubicBezTo>
                    <a:pt x="116015" y="5017"/>
                    <a:pt x="121329" y="9640"/>
                    <a:pt x="121329" y="22713"/>
                  </a:cubicBezTo>
                  <a:cubicBezTo>
                    <a:pt x="121329" y="26539"/>
                    <a:pt x="121329" y="26858"/>
                    <a:pt x="120621" y="31162"/>
                  </a:cubicBezTo>
                  <a:cubicBezTo>
                    <a:pt x="120621" y="32119"/>
                    <a:pt x="120444" y="33235"/>
                    <a:pt x="120444" y="34032"/>
                  </a:cubicBezTo>
                  <a:cubicBezTo>
                    <a:pt x="120444" y="34829"/>
                    <a:pt x="120975" y="35945"/>
                    <a:pt x="122569" y="35945"/>
                  </a:cubicBezTo>
                  <a:cubicBezTo>
                    <a:pt x="124518" y="35945"/>
                    <a:pt x="124695" y="34988"/>
                    <a:pt x="125049" y="31959"/>
                  </a:cubicBezTo>
                  <a:lnTo>
                    <a:pt x="128592" y="4379"/>
                  </a:lnTo>
                  <a:cubicBezTo>
                    <a:pt x="129123" y="75"/>
                    <a:pt x="128238" y="75"/>
                    <a:pt x="123809" y="75"/>
                  </a:cubicBezTo>
                  <a:lnTo>
                    <a:pt x="34356" y="75"/>
                  </a:lnTo>
                  <a:cubicBezTo>
                    <a:pt x="30813" y="75"/>
                    <a:pt x="29042" y="75"/>
                    <a:pt x="29042" y="3263"/>
                  </a:cubicBezTo>
                  <a:cubicBezTo>
                    <a:pt x="29042" y="5017"/>
                    <a:pt x="30636" y="5017"/>
                    <a:pt x="34001" y="5017"/>
                  </a:cubicBezTo>
                  <a:cubicBezTo>
                    <a:pt x="40555" y="5017"/>
                    <a:pt x="45515" y="5017"/>
                    <a:pt x="45515" y="7886"/>
                  </a:cubicBezTo>
                  <a:cubicBezTo>
                    <a:pt x="45515" y="8524"/>
                    <a:pt x="45515" y="8843"/>
                    <a:pt x="44629" y="11713"/>
                  </a:cubicBezTo>
                  <a:lnTo>
                    <a:pt x="21248" y="96047"/>
                  </a:lnTo>
                  <a:cubicBezTo>
                    <a:pt x="19476" y="102264"/>
                    <a:pt x="19122" y="103540"/>
                    <a:pt x="5128" y="103540"/>
                  </a:cubicBezTo>
                  <a:cubicBezTo>
                    <a:pt x="2117" y="103540"/>
                    <a:pt x="168" y="103540"/>
                    <a:pt x="168" y="106569"/>
                  </a:cubicBezTo>
                  <a:cubicBezTo>
                    <a:pt x="168" y="108482"/>
                    <a:pt x="1763" y="108482"/>
                    <a:pt x="5128" y="108482"/>
                  </a:cubicBezTo>
                  <a:lnTo>
                    <a:pt x="97062" y="108482"/>
                  </a:lnTo>
                  <a:cubicBezTo>
                    <a:pt x="101136" y="108482"/>
                    <a:pt x="101313" y="108322"/>
                    <a:pt x="102553" y="105772"/>
                  </a:cubicBezTo>
                  <a:lnTo>
                    <a:pt x="118849" y="71336"/>
                  </a:lnTo>
                  <a:close/>
                </a:path>
              </a:pathLst>
            </a:custGeom>
            <a:solidFill>
              <a:srgbClr val="000000"/>
            </a:solidFill>
            <a:ln w="17731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/>
            </a:p>
          </p:txBody>
        </p:sp>
        <p:sp>
          <p:nvSpPr>
            <p:cNvPr id="926" name="任意形状 925">
              <a:extLst>
                <a:ext uri="{FF2B5EF4-FFF2-40B4-BE49-F238E27FC236}">
                  <a16:creationId xmlns:a16="http://schemas.microsoft.com/office/drawing/2014/main" id="{DCD93CC3-7EF2-72BC-BD06-7013D29110E4}"/>
                </a:ext>
              </a:extLst>
            </p:cNvPr>
            <p:cNvSpPr/>
            <p:nvPr>
              <p:custDataLst>
                <p:tags r:id="rId247"/>
              </p:custDataLst>
            </p:nvPr>
          </p:nvSpPr>
          <p:spPr>
            <a:xfrm>
              <a:off x="3331467" y="4242792"/>
              <a:ext cx="57657" cy="50329"/>
            </a:xfrm>
            <a:custGeom>
              <a:avLst/>
              <a:gdLst>
                <a:gd name="connsiteX0" fmla="*/ 23487 w 57657"/>
                <a:gd name="connsiteY0" fmla="*/ 26748 h 50329"/>
                <a:gd name="connsiteX1" fmla="*/ 26711 w 57657"/>
                <a:gd name="connsiteY1" fmla="*/ 15476 h 50329"/>
                <a:gd name="connsiteX2" fmla="*/ 34522 w 57657"/>
                <a:gd name="connsiteY2" fmla="*/ 6326 h 50329"/>
                <a:gd name="connsiteX3" fmla="*/ 44566 w 57657"/>
                <a:gd name="connsiteY3" fmla="*/ 3201 h 50329"/>
                <a:gd name="connsiteX4" fmla="*/ 51386 w 57657"/>
                <a:gd name="connsiteY4" fmla="*/ 4763 h 50329"/>
                <a:gd name="connsiteX5" fmla="*/ 45930 w 57657"/>
                <a:gd name="connsiteY5" fmla="*/ 10901 h 50329"/>
                <a:gd name="connsiteX6" fmla="*/ 50890 w 57657"/>
                <a:gd name="connsiteY6" fmla="*/ 15030 h 50329"/>
                <a:gd name="connsiteX7" fmla="*/ 57833 w 57657"/>
                <a:gd name="connsiteY7" fmla="*/ 8223 h 50329"/>
                <a:gd name="connsiteX8" fmla="*/ 44690 w 57657"/>
                <a:gd name="connsiteY8" fmla="*/ 76 h 50329"/>
                <a:gd name="connsiteX9" fmla="*/ 27207 w 57657"/>
                <a:gd name="connsiteY9" fmla="*/ 7999 h 50329"/>
                <a:gd name="connsiteX10" fmla="*/ 14435 w 57657"/>
                <a:gd name="connsiteY10" fmla="*/ 76 h 50329"/>
                <a:gd name="connsiteX11" fmla="*/ 4764 w 57657"/>
                <a:gd name="connsiteY11" fmla="*/ 5768 h 50329"/>
                <a:gd name="connsiteX12" fmla="*/ 176 w 57657"/>
                <a:gd name="connsiteY12" fmla="*/ 17150 h 50329"/>
                <a:gd name="connsiteX13" fmla="*/ 2284 w 57657"/>
                <a:gd name="connsiteY13" fmla="*/ 18601 h 50329"/>
                <a:gd name="connsiteX14" fmla="*/ 5012 w 57657"/>
                <a:gd name="connsiteY14" fmla="*/ 15253 h 50329"/>
                <a:gd name="connsiteX15" fmla="*/ 14063 w 57657"/>
                <a:gd name="connsiteY15" fmla="*/ 3201 h 50329"/>
                <a:gd name="connsiteX16" fmla="*/ 18155 w 57657"/>
                <a:gd name="connsiteY16" fmla="*/ 8669 h 50329"/>
                <a:gd name="connsiteX17" fmla="*/ 16171 w 57657"/>
                <a:gd name="connsiteY17" fmla="*/ 17932 h 50329"/>
                <a:gd name="connsiteX18" fmla="*/ 13443 w 57657"/>
                <a:gd name="connsiteY18" fmla="*/ 27975 h 50329"/>
                <a:gd name="connsiteX19" fmla="*/ 9475 w 57657"/>
                <a:gd name="connsiteY19" fmla="*/ 42259 h 50329"/>
                <a:gd name="connsiteX20" fmla="*/ 8235 w 57657"/>
                <a:gd name="connsiteY20" fmla="*/ 46835 h 50329"/>
                <a:gd name="connsiteX21" fmla="*/ 12451 w 57657"/>
                <a:gd name="connsiteY21" fmla="*/ 50406 h 50329"/>
                <a:gd name="connsiteX22" fmla="*/ 17783 w 57657"/>
                <a:gd name="connsiteY22" fmla="*/ 47170 h 50329"/>
                <a:gd name="connsiteX23" fmla="*/ 20139 w 57657"/>
                <a:gd name="connsiteY23" fmla="*/ 38800 h 50329"/>
                <a:gd name="connsiteX24" fmla="*/ 23487 w 57657"/>
                <a:gd name="connsiteY24" fmla="*/ 26748 h 503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57657" h="50329">
                  <a:moveTo>
                    <a:pt x="23487" y="26748"/>
                  </a:moveTo>
                  <a:cubicBezTo>
                    <a:pt x="23611" y="26078"/>
                    <a:pt x="26463" y="16034"/>
                    <a:pt x="26711" y="15476"/>
                  </a:cubicBezTo>
                  <a:cubicBezTo>
                    <a:pt x="26959" y="14584"/>
                    <a:pt x="30555" y="9004"/>
                    <a:pt x="34522" y="6326"/>
                  </a:cubicBezTo>
                  <a:cubicBezTo>
                    <a:pt x="35886" y="5433"/>
                    <a:pt x="39234" y="3201"/>
                    <a:pt x="44566" y="3201"/>
                  </a:cubicBezTo>
                  <a:cubicBezTo>
                    <a:pt x="45806" y="3201"/>
                    <a:pt x="48906" y="3312"/>
                    <a:pt x="51386" y="4763"/>
                  </a:cubicBezTo>
                  <a:cubicBezTo>
                    <a:pt x="47418" y="5768"/>
                    <a:pt x="45930" y="8892"/>
                    <a:pt x="45930" y="10901"/>
                  </a:cubicBezTo>
                  <a:cubicBezTo>
                    <a:pt x="45930" y="13356"/>
                    <a:pt x="48038" y="15030"/>
                    <a:pt x="50890" y="15030"/>
                  </a:cubicBezTo>
                  <a:cubicBezTo>
                    <a:pt x="53742" y="15030"/>
                    <a:pt x="57833" y="12910"/>
                    <a:pt x="57833" y="8223"/>
                  </a:cubicBezTo>
                  <a:cubicBezTo>
                    <a:pt x="57833" y="2420"/>
                    <a:pt x="51014" y="76"/>
                    <a:pt x="44690" y="76"/>
                  </a:cubicBezTo>
                  <a:cubicBezTo>
                    <a:pt x="38242" y="76"/>
                    <a:pt x="32662" y="2420"/>
                    <a:pt x="27207" y="7999"/>
                  </a:cubicBezTo>
                  <a:cubicBezTo>
                    <a:pt x="24975" y="1192"/>
                    <a:pt x="17411" y="76"/>
                    <a:pt x="14435" y="76"/>
                  </a:cubicBezTo>
                  <a:cubicBezTo>
                    <a:pt x="9847" y="76"/>
                    <a:pt x="6747" y="2643"/>
                    <a:pt x="4764" y="5768"/>
                  </a:cubicBezTo>
                  <a:cubicBezTo>
                    <a:pt x="1912" y="10120"/>
                    <a:pt x="176" y="16592"/>
                    <a:pt x="176" y="17150"/>
                  </a:cubicBezTo>
                  <a:cubicBezTo>
                    <a:pt x="176" y="18601"/>
                    <a:pt x="1912" y="18601"/>
                    <a:pt x="2284" y="18601"/>
                  </a:cubicBezTo>
                  <a:cubicBezTo>
                    <a:pt x="4020" y="18601"/>
                    <a:pt x="4144" y="18266"/>
                    <a:pt x="5012" y="15253"/>
                  </a:cubicBezTo>
                  <a:cubicBezTo>
                    <a:pt x="6871" y="8446"/>
                    <a:pt x="9227" y="3201"/>
                    <a:pt x="14063" y="3201"/>
                  </a:cubicBezTo>
                  <a:cubicBezTo>
                    <a:pt x="17287" y="3201"/>
                    <a:pt x="18155" y="5656"/>
                    <a:pt x="18155" y="8669"/>
                  </a:cubicBezTo>
                  <a:cubicBezTo>
                    <a:pt x="18155" y="10789"/>
                    <a:pt x="17039" y="14918"/>
                    <a:pt x="16171" y="17932"/>
                  </a:cubicBezTo>
                  <a:cubicBezTo>
                    <a:pt x="15303" y="20945"/>
                    <a:pt x="14063" y="25520"/>
                    <a:pt x="13443" y="27975"/>
                  </a:cubicBezTo>
                  <a:lnTo>
                    <a:pt x="9475" y="42259"/>
                  </a:lnTo>
                  <a:cubicBezTo>
                    <a:pt x="8979" y="43710"/>
                    <a:pt x="8235" y="46500"/>
                    <a:pt x="8235" y="46835"/>
                  </a:cubicBezTo>
                  <a:cubicBezTo>
                    <a:pt x="8235" y="49290"/>
                    <a:pt x="10467" y="50406"/>
                    <a:pt x="12451" y="50406"/>
                  </a:cubicBezTo>
                  <a:cubicBezTo>
                    <a:pt x="14311" y="50406"/>
                    <a:pt x="16791" y="49401"/>
                    <a:pt x="17783" y="47170"/>
                  </a:cubicBezTo>
                  <a:cubicBezTo>
                    <a:pt x="18031" y="46500"/>
                    <a:pt x="19395" y="41590"/>
                    <a:pt x="20139" y="38800"/>
                  </a:cubicBezTo>
                  <a:lnTo>
                    <a:pt x="23487" y="26748"/>
                  </a:lnTo>
                  <a:close/>
                </a:path>
              </a:pathLst>
            </a:custGeom>
            <a:solidFill>
              <a:srgbClr val="000000"/>
            </a:solidFill>
            <a:ln w="17731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/>
            </a:p>
          </p:txBody>
        </p:sp>
        <p:sp>
          <p:nvSpPr>
            <p:cNvPr id="927" name="任意形状 926">
              <a:extLst>
                <a:ext uri="{FF2B5EF4-FFF2-40B4-BE49-F238E27FC236}">
                  <a16:creationId xmlns:a16="http://schemas.microsoft.com/office/drawing/2014/main" id="{DD71BAF1-EFCE-B24B-89F2-19926665F998}"/>
                </a:ext>
              </a:extLst>
            </p:cNvPr>
            <p:cNvSpPr/>
            <p:nvPr>
              <p:custDataLst>
                <p:tags r:id="rId248"/>
              </p:custDataLst>
            </p:nvPr>
          </p:nvSpPr>
          <p:spPr>
            <a:xfrm>
              <a:off x="3463202" y="4209585"/>
              <a:ext cx="117795" cy="37304"/>
            </a:xfrm>
            <a:custGeom>
              <a:avLst/>
              <a:gdLst>
                <a:gd name="connsiteX0" fmla="*/ 111956 w 117795"/>
                <a:gd name="connsiteY0" fmla="*/ 6452 h 37304"/>
                <a:gd name="connsiteX1" fmla="*/ 117978 w 117795"/>
                <a:gd name="connsiteY1" fmla="*/ 3263 h 37304"/>
                <a:gd name="connsiteX2" fmla="*/ 112133 w 117795"/>
                <a:gd name="connsiteY2" fmla="*/ 75 h 37304"/>
                <a:gd name="connsiteX3" fmla="*/ 6028 w 117795"/>
                <a:gd name="connsiteY3" fmla="*/ 75 h 37304"/>
                <a:gd name="connsiteX4" fmla="*/ 183 w 117795"/>
                <a:gd name="connsiteY4" fmla="*/ 3263 h 37304"/>
                <a:gd name="connsiteX5" fmla="*/ 6206 w 117795"/>
                <a:gd name="connsiteY5" fmla="*/ 6452 h 37304"/>
                <a:gd name="connsiteX6" fmla="*/ 111956 w 117795"/>
                <a:gd name="connsiteY6" fmla="*/ 6452 h 37304"/>
                <a:gd name="connsiteX7" fmla="*/ 112133 w 117795"/>
                <a:gd name="connsiteY7" fmla="*/ 37380 h 37304"/>
                <a:gd name="connsiteX8" fmla="*/ 117978 w 117795"/>
                <a:gd name="connsiteY8" fmla="*/ 34191 h 37304"/>
                <a:gd name="connsiteX9" fmla="*/ 111956 w 117795"/>
                <a:gd name="connsiteY9" fmla="*/ 31003 h 37304"/>
                <a:gd name="connsiteX10" fmla="*/ 6206 w 117795"/>
                <a:gd name="connsiteY10" fmla="*/ 31003 h 37304"/>
                <a:gd name="connsiteX11" fmla="*/ 183 w 117795"/>
                <a:gd name="connsiteY11" fmla="*/ 34191 h 37304"/>
                <a:gd name="connsiteX12" fmla="*/ 6028 w 117795"/>
                <a:gd name="connsiteY12" fmla="*/ 37380 h 37304"/>
                <a:gd name="connsiteX13" fmla="*/ 112133 w 117795"/>
                <a:gd name="connsiteY13" fmla="*/ 37380 h 373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17795" h="37304">
                  <a:moveTo>
                    <a:pt x="111956" y="6452"/>
                  </a:moveTo>
                  <a:cubicBezTo>
                    <a:pt x="114613" y="6452"/>
                    <a:pt x="117978" y="6452"/>
                    <a:pt x="117978" y="3263"/>
                  </a:cubicBezTo>
                  <a:cubicBezTo>
                    <a:pt x="117978" y="75"/>
                    <a:pt x="114613" y="75"/>
                    <a:pt x="112133" y="75"/>
                  </a:cubicBezTo>
                  <a:lnTo>
                    <a:pt x="6028" y="75"/>
                  </a:lnTo>
                  <a:cubicBezTo>
                    <a:pt x="3549" y="75"/>
                    <a:pt x="183" y="75"/>
                    <a:pt x="183" y="3263"/>
                  </a:cubicBezTo>
                  <a:cubicBezTo>
                    <a:pt x="183" y="6452"/>
                    <a:pt x="3549" y="6452"/>
                    <a:pt x="6206" y="6452"/>
                  </a:cubicBezTo>
                  <a:lnTo>
                    <a:pt x="111956" y="6452"/>
                  </a:lnTo>
                  <a:close/>
                  <a:moveTo>
                    <a:pt x="112133" y="37380"/>
                  </a:moveTo>
                  <a:cubicBezTo>
                    <a:pt x="114613" y="37380"/>
                    <a:pt x="117978" y="37380"/>
                    <a:pt x="117978" y="34191"/>
                  </a:cubicBezTo>
                  <a:cubicBezTo>
                    <a:pt x="117978" y="31003"/>
                    <a:pt x="114613" y="31003"/>
                    <a:pt x="111956" y="31003"/>
                  </a:cubicBezTo>
                  <a:lnTo>
                    <a:pt x="6206" y="31003"/>
                  </a:lnTo>
                  <a:cubicBezTo>
                    <a:pt x="3549" y="31003"/>
                    <a:pt x="183" y="31003"/>
                    <a:pt x="183" y="34191"/>
                  </a:cubicBezTo>
                  <a:cubicBezTo>
                    <a:pt x="183" y="37380"/>
                    <a:pt x="3549" y="37380"/>
                    <a:pt x="6028" y="37380"/>
                  </a:cubicBezTo>
                  <a:lnTo>
                    <a:pt x="112133" y="37380"/>
                  </a:lnTo>
                  <a:close/>
                </a:path>
              </a:pathLst>
            </a:custGeom>
            <a:solidFill>
              <a:srgbClr val="000000"/>
            </a:solidFill>
            <a:ln w="17731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/>
            </a:p>
          </p:txBody>
        </p:sp>
        <p:sp>
          <p:nvSpPr>
            <p:cNvPr id="928" name="任意形状 927">
              <a:extLst>
                <a:ext uri="{FF2B5EF4-FFF2-40B4-BE49-F238E27FC236}">
                  <a16:creationId xmlns:a16="http://schemas.microsoft.com/office/drawing/2014/main" id="{B21A1CD4-4FE4-790E-45D7-E6C5F77C501A}"/>
                </a:ext>
              </a:extLst>
            </p:cNvPr>
            <p:cNvSpPr/>
            <p:nvPr>
              <p:custDataLst>
                <p:tags r:id="rId249"/>
              </p:custDataLst>
            </p:nvPr>
          </p:nvSpPr>
          <p:spPr>
            <a:xfrm>
              <a:off x="3653012" y="4148526"/>
              <a:ext cx="62883" cy="159422"/>
            </a:xfrm>
            <a:custGeom>
              <a:avLst/>
              <a:gdLst>
                <a:gd name="connsiteX0" fmla="*/ 37569 w 62883"/>
                <a:gd name="connsiteY0" fmla="*/ 21278 h 159422"/>
                <a:gd name="connsiteX1" fmla="*/ 61482 w 62883"/>
                <a:gd name="connsiteY1" fmla="*/ 3582 h 159422"/>
                <a:gd name="connsiteX2" fmla="*/ 63077 w 62883"/>
                <a:gd name="connsiteY2" fmla="*/ 1828 h 159422"/>
                <a:gd name="connsiteX3" fmla="*/ 59711 w 62883"/>
                <a:gd name="connsiteY3" fmla="*/ 75 h 159422"/>
                <a:gd name="connsiteX4" fmla="*/ 25701 w 62883"/>
                <a:gd name="connsiteY4" fmla="*/ 20002 h 159422"/>
                <a:gd name="connsiteX5" fmla="*/ 25701 w 62883"/>
                <a:gd name="connsiteY5" fmla="*/ 56351 h 159422"/>
                <a:gd name="connsiteX6" fmla="*/ 18616 w 62883"/>
                <a:gd name="connsiteY6" fmla="*/ 72931 h 159422"/>
                <a:gd name="connsiteX7" fmla="*/ 1788 w 62883"/>
                <a:gd name="connsiteY7" fmla="*/ 78032 h 159422"/>
                <a:gd name="connsiteX8" fmla="*/ 193 w 62883"/>
                <a:gd name="connsiteY8" fmla="*/ 79786 h 159422"/>
                <a:gd name="connsiteX9" fmla="*/ 3028 w 62883"/>
                <a:gd name="connsiteY9" fmla="*/ 81539 h 159422"/>
                <a:gd name="connsiteX10" fmla="*/ 25170 w 62883"/>
                <a:gd name="connsiteY10" fmla="*/ 95728 h 159422"/>
                <a:gd name="connsiteX11" fmla="*/ 25701 w 62883"/>
                <a:gd name="connsiteY11" fmla="*/ 103540 h 159422"/>
                <a:gd name="connsiteX12" fmla="*/ 25701 w 62883"/>
                <a:gd name="connsiteY12" fmla="*/ 135105 h 159422"/>
                <a:gd name="connsiteX13" fmla="*/ 34204 w 62883"/>
                <a:gd name="connsiteY13" fmla="*/ 152961 h 159422"/>
                <a:gd name="connsiteX14" fmla="*/ 59711 w 62883"/>
                <a:gd name="connsiteY14" fmla="*/ 159497 h 159422"/>
                <a:gd name="connsiteX15" fmla="*/ 63077 w 62883"/>
                <a:gd name="connsiteY15" fmla="*/ 157743 h 159422"/>
                <a:gd name="connsiteX16" fmla="*/ 60242 w 62883"/>
                <a:gd name="connsiteY16" fmla="*/ 155990 h 159422"/>
                <a:gd name="connsiteX17" fmla="*/ 38101 w 62883"/>
                <a:gd name="connsiteY17" fmla="*/ 142120 h 159422"/>
                <a:gd name="connsiteX18" fmla="*/ 37569 w 62883"/>
                <a:gd name="connsiteY18" fmla="*/ 134627 h 159422"/>
                <a:gd name="connsiteX19" fmla="*/ 37569 w 62883"/>
                <a:gd name="connsiteY19" fmla="*/ 101148 h 159422"/>
                <a:gd name="connsiteX20" fmla="*/ 30484 w 62883"/>
                <a:gd name="connsiteY20" fmla="*/ 86003 h 159422"/>
                <a:gd name="connsiteX21" fmla="*/ 16667 w 62883"/>
                <a:gd name="connsiteY21" fmla="*/ 79786 h 159422"/>
                <a:gd name="connsiteX22" fmla="*/ 37569 w 62883"/>
                <a:gd name="connsiteY22" fmla="*/ 59539 h 159422"/>
                <a:gd name="connsiteX23" fmla="*/ 37569 w 62883"/>
                <a:gd name="connsiteY23" fmla="*/ 21278 h 1594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62883" h="159422">
                  <a:moveTo>
                    <a:pt x="37569" y="21278"/>
                  </a:moveTo>
                  <a:cubicBezTo>
                    <a:pt x="37569" y="14901"/>
                    <a:pt x="42175" y="4698"/>
                    <a:pt x="61482" y="3582"/>
                  </a:cubicBezTo>
                  <a:cubicBezTo>
                    <a:pt x="62368" y="3423"/>
                    <a:pt x="63077" y="2785"/>
                    <a:pt x="63077" y="1828"/>
                  </a:cubicBezTo>
                  <a:cubicBezTo>
                    <a:pt x="63077" y="75"/>
                    <a:pt x="61660" y="75"/>
                    <a:pt x="59711" y="75"/>
                  </a:cubicBezTo>
                  <a:cubicBezTo>
                    <a:pt x="41997" y="75"/>
                    <a:pt x="25878" y="8205"/>
                    <a:pt x="25701" y="20002"/>
                  </a:cubicBezTo>
                  <a:lnTo>
                    <a:pt x="25701" y="56351"/>
                  </a:lnTo>
                  <a:cubicBezTo>
                    <a:pt x="25701" y="62568"/>
                    <a:pt x="25701" y="67670"/>
                    <a:pt x="18616" y="72931"/>
                  </a:cubicBezTo>
                  <a:cubicBezTo>
                    <a:pt x="12416" y="77554"/>
                    <a:pt x="5685" y="77873"/>
                    <a:pt x="1788" y="78032"/>
                  </a:cubicBezTo>
                  <a:cubicBezTo>
                    <a:pt x="902" y="78192"/>
                    <a:pt x="193" y="78829"/>
                    <a:pt x="193" y="79786"/>
                  </a:cubicBezTo>
                  <a:cubicBezTo>
                    <a:pt x="193" y="81380"/>
                    <a:pt x="1256" y="81380"/>
                    <a:pt x="3028" y="81539"/>
                  </a:cubicBezTo>
                  <a:cubicBezTo>
                    <a:pt x="14719" y="82177"/>
                    <a:pt x="23221" y="87916"/>
                    <a:pt x="25170" y="95728"/>
                  </a:cubicBezTo>
                  <a:cubicBezTo>
                    <a:pt x="25701" y="97482"/>
                    <a:pt x="25701" y="97801"/>
                    <a:pt x="25701" y="103540"/>
                  </a:cubicBezTo>
                  <a:lnTo>
                    <a:pt x="25701" y="135105"/>
                  </a:lnTo>
                  <a:cubicBezTo>
                    <a:pt x="25701" y="141801"/>
                    <a:pt x="25701" y="146903"/>
                    <a:pt x="34204" y="152961"/>
                  </a:cubicBezTo>
                  <a:cubicBezTo>
                    <a:pt x="41112" y="157743"/>
                    <a:pt x="52803" y="159497"/>
                    <a:pt x="59711" y="159497"/>
                  </a:cubicBezTo>
                  <a:cubicBezTo>
                    <a:pt x="61660" y="159497"/>
                    <a:pt x="63077" y="159497"/>
                    <a:pt x="63077" y="157743"/>
                  </a:cubicBezTo>
                  <a:cubicBezTo>
                    <a:pt x="63077" y="156149"/>
                    <a:pt x="62014" y="156149"/>
                    <a:pt x="60242" y="155990"/>
                  </a:cubicBezTo>
                  <a:cubicBezTo>
                    <a:pt x="49083" y="155352"/>
                    <a:pt x="40403" y="150250"/>
                    <a:pt x="38101" y="142120"/>
                  </a:cubicBezTo>
                  <a:cubicBezTo>
                    <a:pt x="37569" y="140685"/>
                    <a:pt x="37569" y="140366"/>
                    <a:pt x="37569" y="134627"/>
                  </a:cubicBezTo>
                  <a:lnTo>
                    <a:pt x="37569" y="101148"/>
                  </a:lnTo>
                  <a:cubicBezTo>
                    <a:pt x="37569" y="93815"/>
                    <a:pt x="36152" y="91105"/>
                    <a:pt x="30484" y="86003"/>
                  </a:cubicBezTo>
                  <a:cubicBezTo>
                    <a:pt x="26764" y="82655"/>
                    <a:pt x="21627" y="81061"/>
                    <a:pt x="16667" y="79786"/>
                  </a:cubicBezTo>
                  <a:cubicBezTo>
                    <a:pt x="31192" y="76119"/>
                    <a:pt x="37569" y="68786"/>
                    <a:pt x="37569" y="59539"/>
                  </a:cubicBezTo>
                  <a:lnTo>
                    <a:pt x="37569" y="21278"/>
                  </a:lnTo>
                  <a:close/>
                </a:path>
              </a:pathLst>
            </a:custGeom>
            <a:solidFill>
              <a:srgbClr val="000000"/>
            </a:solidFill>
            <a:ln w="17731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/>
            </a:p>
          </p:txBody>
        </p:sp>
        <p:sp>
          <p:nvSpPr>
            <p:cNvPr id="929" name="任意形状 928">
              <a:extLst>
                <a:ext uri="{FF2B5EF4-FFF2-40B4-BE49-F238E27FC236}">
                  <a16:creationId xmlns:a16="http://schemas.microsoft.com/office/drawing/2014/main" id="{4D95A386-2D73-4930-C56C-CC82B0DCD59A}"/>
                </a:ext>
              </a:extLst>
            </p:cNvPr>
            <p:cNvSpPr/>
            <p:nvPr>
              <p:custDataLst>
                <p:tags r:id="rId250"/>
              </p:custDataLst>
            </p:nvPr>
          </p:nvSpPr>
          <p:spPr>
            <a:xfrm>
              <a:off x="3746363" y="4148526"/>
              <a:ext cx="41095" cy="159422"/>
            </a:xfrm>
            <a:custGeom>
              <a:avLst/>
              <a:gdLst>
                <a:gd name="connsiteX0" fmla="*/ 41294 w 41095"/>
                <a:gd name="connsiteY0" fmla="*/ 157903 h 159422"/>
                <a:gd name="connsiteX1" fmla="*/ 38283 w 41095"/>
                <a:gd name="connsiteY1" fmla="*/ 154395 h 159422"/>
                <a:gd name="connsiteX2" fmla="*/ 10472 w 41095"/>
                <a:gd name="connsiteY2" fmla="*/ 79786 h 159422"/>
                <a:gd name="connsiteX3" fmla="*/ 38991 w 41095"/>
                <a:gd name="connsiteY3" fmla="*/ 4379 h 159422"/>
                <a:gd name="connsiteX4" fmla="*/ 41294 w 41095"/>
                <a:gd name="connsiteY4" fmla="*/ 1669 h 159422"/>
                <a:gd name="connsiteX5" fmla="*/ 39523 w 41095"/>
                <a:gd name="connsiteY5" fmla="*/ 75 h 159422"/>
                <a:gd name="connsiteX6" fmla="*/ 11358 w 41095"/>
                <a:gd name="connsiteY6" fmla="*/ 31162 h 159422"/>
                <a:gd name="connsiteX7" fmla="*/ 198 w 41095"/>
                <a:gd name="connsiteY7" fmla="*/ 79786 h 159422"/>
                <a:gd name="connsiteX8" fmla="*/ 11889 w 41095"/>
                <a:gd name="connsiteY8" fmla="*/ 129526 h 159422"/>
                <a:gd name="connsiteX9" fmla="*/ 39523 w 41095"/>
                <a:gd name="connsiteY9" fmla="*/ 159497 h 159422"/>
                <a:gd name="connsiteX10" fmla="*/ 41294 w 41095"/>
                <a:gd name="connsiteY10" fmla="*/ 157903 h 1594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41095" h="159422">
                  <a:moveTo>
                    <a:pt x="41294" y="157903"/>
                  </a:moveTo>
                  <a:cubicBezTo>
                    <a:pt x="41294" y="157424"/>
                    <a:pt x="41294" y="157106"/>
                    <a:pt x="38283" y="154395"/>
                  </a:cubicBezTo>
                  <a:cubicBezTo>
                    <a:pt x="16141" y="134308"/>
                    <a:pt x="10472" y="104177"/>
                    <a:pt x="10472" y="79786"/>
                  </a:cubicBezTo>
                  <a:cubicBezTo>
                    <a:pt x="10472" y="52046"/>
                    <a:pt x="17203" y="24307"/>
                    <a:pt x="38991" y="4379"/>
                  </a:cubicBezTo>
                  <a:cubicBezTo>
                    <a:pt x="41294" y="2466"/>
                    <a:pt x="41294" y="2147"/>
                    <a:pt x="41294" y="1669"/>
                  </a:cubicBezTo>
                  <a:cubicBezTo>
                    <a:pt x="41294" y="553"/>
                    <a:pt x="40585" y="75"/>
                    <a:pt x="39523" y="75"/>
                  </a:cubicBezTo>
                  <a:cubicBezTo>
                    <a:pt x="37751" y="75"/>
                    <a:pt x="21809" y="10915"/>
                    <a:pt x="11358" y="31162"/>
                  </a:cubicBezTo>
                  <a:cubicBezTo>
                    <a:pt x="2324" y="48698"/>
                    <a:pt x="198" y="66394"/>
                    <a:pt x="198" y="79786"/>
                  </a:cubicBezTo>
                  <a:cubicBezTo>
                    <a:pt x="198" y="92221"/>
                    <a:pt x="2147" y="111511"/>
                    <a:pt x="11889" y="129526"/>
                  </a:cubicBezTo>
                  <a:cubicBezTo>
                    <a:pt x="22518" y="149134"/>
                    <a:pt x="37751" y="159497"/>
                    <a:pt x="39523" y="159497"/>
                  </a:cubicBezTo>
                  <a:cubicBezTo>
                    <a:pt x="40585" y="159497"/>
                    <a:pt x="41294" y="159019"/>
                    <a:pt x="41294" y="157903"/>
                  </a:cubicBezTo>
                  <a:close/>
                </a:path>
              </a:pathLst>
            </a:custGeom>
            <a:solidFill>
              <a:srgbClr val="000000"/>
            </a:solidFill>
            <a:ln w="17731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/>
            </a:p>
          </p:txBody>
        </p:sp>
        <p:sp>
          <p:nvSpPr>
            <p:cNvPr id="930" name="任意形状 929">
              <a:extLst>
                <a:ext uri="{FF2B5EF4-FFF2-40B4-BE49-F238E27FC236}">
                  <a16:creationId xmlns:a16="http://schemas.microsoft.com/office/drawing/2014/main" id="{8F057DEB-9C90-1AA7-029F-89D8BBE67BDC}"/>
                </a:ext>
              </a:extLst>
            </p:cNvPr>
            <p:cNvSpPr/>
            <p:nvPr>
              <p:custDataLst>
                <p:tags r:id="rId251"/>
              </p:custDataLst>
            </p:nvPr>
          </p:nvSpPr>
          <p:spPr>
            <a:xfrm>
              <a:off x="3807455" y="4157454"/>
              <a:ext cx="86973" cy="112392"/>
            </a:xfrm>
            <a:custGeom>
              <a:avLst/>
              <a:gdLst>
                <a:gd name="connsiteX0" fmla="*/ 41298 w 86973"/>
                <a:gd name="connsiteY0" fmla="*/ 1828 h 112392"/>
                <a:gd name="connsiteX1" fmla="*/ 38995 w 86973"/>
                <a:gd name="connsiteY1" fmla="*/ 75 h 112392"/>
                <a:gd name="connsiteX2" fmla="*/ 17384 w 86973"/>
                <a:gd name="connsiteY2" fmla="*/ 1669 h 112392"/>
                <a:gd name="connsiteX3" fmla="*/ 14019 w 86973"/>
                <a:gd name="connsiteY3" fmla="*/ 4857 h 112392"/>
                <a:gd name="connsiteX4" fmla="*/ 18270 w 86973"/>
                <a:gd name="connsiteY4" fmla="*/ 6770 h 112392"/>
                <a:gd name="connsiteX5" fmla="*/ 27127 w 86973"/>
                <a:gd name="connsiteY5" fmla="*/ 9481 h 112392"/>
                <a:gd name="connsiteX6" fmla="*/ 26596 w 86973"/>
                <a:gd name="connsiteY6" fmla="*/ 12669 h 112392"/>
                <a:gd name="connsiteX7" fmla="*/ 911 w 86973"/>
                <a:gd name="connsiteY7" fmla="*/ 104496 h 112392"/>
                <a:gd name="connsiteX8" fmla="*/ 202 w 86973"/>
                <a:gd name="connsiteY8" fmla="*/ 108004 h 112392"/>
                <a:gd name="connsiteX9" fmla="*/ 5339 w 86973"/>
                <a:gd name="connsiteY9" fmla="*/ 112467 h 112392"/>
                <a:gd name="connsiteX10" fmla="*/ 11893 w 86973"/>
                <a:gd name="connsiteY10" fmla="*/ 108322 h 112392"/>
                <a:gd name="connsiteX11" fmla="*/ 15259 w 86973"/>
                <a:gd name="connsiteY11" fmla="*/ 96206 h 112392"/>
                <a:gd name="connsiteX12" fmla="*/ 19156 w 86973"/>
                <a:gd name="connsiteY12" fmla="*/ 81858 h 112392"/>
                <a:gd name="connsiteX13" fmla="*/ 22167 w 86973"/>
                <a:gd name="connsiteY13" fmla="*/ 71177 h 112392"/>
                <a:gd name="connsiteX14" fmla="*/ 24116 w 86973"/>
                <a:gd name="connsiteY14" fmla="*/ 64003 h 112392"/>
                <a:gd name="connsiteX15" fmla="*/ 36161 w 86973"/>
                <a:gd name="connsiteY15" fmla="*/ 49336 h 112392"/>
                <a:gd name="connsiteX16" fmla="*/ 53166 w 86973"/>
                <a:gd name="connsiteY16" fmla="*/ 43756 h 112392"/>
                <a:gd name="connsiteX17" fmla="*/ 62731 w 86973"/>
                <a:gd name="connsiteY17" fmla="*/ 54916 h 112392"/>
                <a:gd name="connsiteX18" fmla="*/ 51749 w 86973"/>
                <a:gd name="connsiteY18" fmla="*/ 90627 h 112392"/>
                <a:gd name="connsiteX19" fmla="*/ 49446 w 86973"/>
                <a:gd name="connsiteY19" fmla="*/ 99395 h 112392"/>
                <a:gd name="connsiteX20" fmla="*/ 63971 w 86973"/>
                <a:gd name="connsiteY20" fmla="*/ 112467 h 112392"/>
                <a:gd name="connsiteX21" fmla="*/ 87176 w 86973"/>
                <a:gd name="connsiteY21" fmla="*/ 87916 h 112392"/>
                <a:gd name="connsiteX22" fmla="*/ 85050 w 86973"/>
                <a:gd name="connsiteY22" fmla="*/ 86322 h 112392"/>
                <a:gd name="connsiteX23" fmla="*/ 82393 w 86973"/>
                <a:gd name="connsiteY23" fmla="*/ 89192 h 112392"/>
                <a:gd name="connsiteX24" fmla="*/ 64325 w 86973"/>
                <a:gd name="connsiteY24" fmla="*/ 108960 h 112392"/>
                <a:gd name="connsiteX25" fmla="*/ 60074 w 86973"/>
                <a:gd name="connsiteY25" fmla="*/ 103699 h 112392"/>
                <a:gd name="connsiteX26" fmla="*/ 63263 w 86973"/>
                <a:gd name="connsiteY26" fmla="*/ 92380 h 112392"/>
                <a:gd name="connsiteX27" fmla="*/ 74068 w 86973"/>
                <a:gd name="connsiteY27" fmla="*/ 57307 h 112392"/>
                <a:gd name="connsiteX28" fmla="*/ 53697 w 86973"/>
                <a:gd name="connsiteY28" fmla="*/ 40249 h 112392"/>
                <a:gd name="connsiteX29" fmla="*/ 27481 w 86973"/>
                <a:gd name="connsiteY29" fmla="*/ 52525 h 112392"/>
                <a:gd name="connsiteX30" fmla="*/ 41298 w 86973"/>
                <a:gd name="connsiteY30" fmla="*/ 1828 h 11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86973" h="112392">
                  <a:moveTo>
                    <a:pt x="41298" y="1828"/>
                  </a:moveTo>
                  <a:cubicBezTo>
                    <a:pt x="41298" y="1669"/>
                    <a:pt x="41298" y="75"/>
                    <a:pt x="38995" y="75"/>
                  </a:cubicBezTo>
                  <a:cubicBezTo>
                    <a:pt x="34921" y="75"/>
                    <a:pt x="21990" y="1350"/>
                    <a:pt x="17384" y="1669"/>
                  </a:cubicBezTo>
                  <a:cubicBezTo>
                    <a:pt x="15967" y="1828"/>
                    <a:pt x="14019" y="1988"/>
                    <a:pt x="14019" y="4857"/>
                  </a:cubicBezTo>
                  <a:cubicBezTo>
                    <a:pt x="14019" y="6770"/>
                    <a:pt x="15613" y="6770"/>
                    <a:pt x="18270" y="6770"/>
                  </a:cubicBezTo>
                  <a:cubicBezTo>
                    <a:pt x="26773" y="6770"/>
                    <a:pt x="27127" y="7886"/>
                    <a:pt x="27127" y="9481"/>
                  </a:cubicBezTo>
                  <a:lnTo>
                    <a:pt x="26596" y="12669"/>
                  </a:lnTo>
                  <a:lnTo>
                    <a:pt x="911" y="104496"/>
                  </a:lnTo>
                  <a:cubicBezTo>
                    <a:pt x="202" y="106728"/>
                    <a:pt x="202" y="107047"/>
                    <a:pt x="202" y="108004"/>
                  </a:cubicBezTo>
                  <a:cubicBezTo>
                    <a:pt x="202" y="111670"/>
                    <a:pt x="3745" y="112467"/>
                    <a:pt x="5339" y="112467"/>
                  </a:cubicBezTo>
                  <a:cubicBezTo>
                    <a:pt x="8173" y="112467"/>
                    <a:pt x="11008" y="110554"/>
                    <a:pt x="11893" y="108322"/>
                  </a:cubicBezTo>
                  <a:lnTo>
                    <a:pt x="15259" y="96206"/>
                  </a:lnTo>
                  <a:lnTo>
                    <a:pt x="19156" y="81858"/>
                  </a:lnTo>
                  <a:cubicBezTo>
                    <a:pt x="20219" y="78351"/>
                    <a:pt x="21281" y="74844"/>
                    <a:pt x="22167" y="71177"/>
                  </a:cubicBezTo>
                  <a:cubicBezTo>
                    <a:pt x="22521" y="70220"/>
                    <a:pt x="23939" y="64960"/>
                    <a:pt x="24116" y="64003"/>
                  </a:cubicBezTo>
                  <a:cubicBezTo>
                    <a:pt x="24647" y="62568"/>
                    <a:pt x="30138" y="53641"/>
                    <a:pt x="36161" y="49336"/>
                  </a:cubicBezTo>
                  <a:cubicBezTo>
                    <a:pt x="40058" y="46785"/>
                    <a:pt x="45549" y="43756"/>
                    <a:pt x="53166" y="43756"/>
                  </a:cubicBezTo>
                  <a:cubicBezTo>
                    <a:pt x="60783" y="43756"/>
                    <a:pt x="62731" y="49177"/>
                    <a:pt x="62731" y="54916"/>
                  </a:cubicBezTo>
                  <a:cubicBezTo>
                    <a:pt x="62731" y="63525"/>
                    <a:pt x="56000" y="80902"/>
                    <a:pt x="51749" y="90627"/>
                  </a:cubicBezTo>
                  <a:cubicBezTo>
                    <a:pt x="50332" y="94293"/>
                    <a:pt x="49446" y="96206"/>
                    <a:pt x="49446" y="99395"/>
                  </a:cubicBezTo>
                  <a:cubicBezTo>
                    <a:pt x="49446" y="106888"/>
                    <a:pt x="55646" y="112467"/>
                    <a:pt x="63971" y="112467"/>
                  </a:cubicBezTo>
                  <a:cubicBezTo>
                    <a:pt x="80622" y="112467"/>
                    <a:pt x="87176" y="89192"/>
                    <a:pt x="87176" y="87916"/>
                  </a:cubicBezTo>
                  <a:cubicBezTo>
                    <a:pt x="87176" y="86322"/>
                    <a:pt x="85582" y="86322"/>
                    <a:pt x="85050" y="86322"/>
                  </a:cubicBezTo>
                  <a:cubicBezTo>
                    <a:pt x="83279" y="86322"/>
                    <a:pt x="83279" y="86800"/>
                    <a:pt x="82393" y="89192"/>
                  </a:cubicBezTo>
                  <a:cubicBezTo>
                    <a:pt x="79736" y="97641"/>
                    <a:pt x="74068" y="108960"/>
                    <a:pt x="64325" y="108960"/>
                  </a:cubicBezTo>
                  <a:cubicBezTo>
                    <a:pt x="61314" y="108960"/>
                    <a:pt x="60074" y="107366"/>
                    <a:pt x="60074" y="103699"/>
                  </a:cubicBezTo>
                  <a:cubicBezTo>
                    <a:pt x="60074" y="99714"/>
                    <a:pt x="61668" y="95887"/>
                    <a:pt x="63263" y="92380"/>
                  </a:cubicBezTo>
                  <a:cubicBezTo>
                    <a:pt x="66097" y="85525"/>
                    <a:pt x="74068" y="66554"/>
                    <a:pt x="74068" y="57307"/>
                  </a:cubicBezTo>
                  <a:cubicBezTo>
                    <a:pt x="74068" y="46945"/>
                    <a:pt x="66983" y="40249"/>
                    <a:pt x="53697" y="40249"/>
                  </a:cubicBezTo>
                  <a:cubicBezTo>
                    <a:pt x="42538" y="40249"/>
                    <a:pt x="34035" y="45191"/>
                    <a:pt x="27481" y="52525"/>
                  </a:cubicBezTo>
                  <a:lnTo>
                    <a:pt x="41298" y="1828"/>
                  </a:lnTo>
                  <a:close/>
                </a:path>
              </a:pathLst>
            </a:custGeom>
            <a:solidFill>
              <a:srgbClr val="000000"/>
            </a:solidFill>
            <a:ln w="17731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/>
            </a:p>
          </p:txBody>
        </p:sp>
        <p:sp>
          <p:nvSpPr>
            <p:cNvPr id="931" name="任意形状 930">
              <a:extLst>
                <a:ext uri="{FF2B5EF4-FFF2-40B4-BE49-F238E27FC236}">
                  <a16:creationId xmlns:a16="http://schemas.microsoft.com/office/drawing/2014/main" id="{474EF5E1-CEC6-5CB3-029B-D556E2DF1FBE}"/>
                </a:ext>
              </a:extLst>
            </p:cNvPr>
            <p:cNvSpPr/>
            <p:nvPr>
              <p:custDataLst>
                <p:tags r:id="rId252"/>
              </p:custDataLst>
            </p:nvPr>
          </p:nvSpPr>
          <p:spPr>
            <a:xfrm>
              <a:off x="3915005" y="4251194"/>
              <a:ext cx="20724" cy="47667"/>
            </a:xfrm>
            <a:custGeom>
              <a:avLst/>
              <a:gdLst>
                <a:gd name="connsiteX0" fmla="*/ 20933 w 20724"/>
                <a:gd name="connsiteY0" fmla="*/ 16814 h 47667"/>
                <a:gd name="connsiteX1" fmla="*/ 9596 w 20724"/>
                <a:gd name="connsiteY1" fmla="*/ 75 h 47667"/>
                <a:gd name="connsiteX2" fmla="*/ 208 w 20724"/>
                <a:gd name="connsiteY2" fmla="*/ 8524 h 47667"/>
                <a:gd name="connsiteX3" fmla="*/ 9596 w 20724"/>
                <a:gd name="connsiteY3" fmla="*/ 16973 h 47667"/>
                <a:gd name="connsiteX4" fmla="*/ 15796 w 20724"/>
                <a:gd name="connsiteY4" fmla="*/ 14901 h 47667"/>
                <a:gd name="connsiteX5" fmla="*/ 16682 w 20724"/>
                <a:gd name="connsiteY5" fmla="*/ 14423 h 47667"/>
                <a:gd name="connsiteX6" fmla="*/ 17036 w 20724"/>
                <a:gd name="connsiteY6" fmla="*/ 16814 h 47667"/>
                <a:gd name="connsiteX7" fmla="*/ 4991 w 20724"/>
                <a:gd name="connsiteY7" fmla="*/ 43438 h 47667"/>
                <a:gd name="connsiteX8" fmla="*/ 3042 w 20724"/>
                <a:gd name="connsiteY8" fmla="*/ 45988 h 47667"/>
                <a:gd name="connsiteX9" fmla="*/ 4814 w 20724"/>
                <a:gd name="connsiteY9" fmla="*/ 47742 h 47667"/>
                <a:gd name="connsiteX10" fmla="*/ 20933 w 20724"/>
                <a:gd name="connsiteY10" fmla="*/ 16814 h 476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0724" h="47667">
                  <a:moveTo>
                    <a:pt x="20933" y="16814"/>
                  </a:moveTo>
                  <a:cubicBezTo>
                    <a:pt x="20933" y="6292"/>
                    <a:pt x="16505" y="75"/>
                    <a:pt x="9596" y="75"/>
                  </a:cubicBezTo>
                  <a:cubicBezTo>
                    <a:pt x="3751" y="75"/>
                    <a:pt x="208" y="4060"/>
                    <a:pt x="208" y="8524"/>
                  </a:cubicBezTo>
                  <a:cubicBezTo>
                    <a:pt x="208" y="12828"/>
                    <a:pt x="3751" y="16973"/>
                    <a:pt x="9596" y="16973"/>
                  </a:cubicBezTo>
                  <a:cubicBezTo>
                    <a:pt x="11722" y="16973"/>
                    <a:pt x="14025" y="16336"/>
                    <a:pt x="15796" y="14901"/>
                  </a:cubicBezTo>
                  <a:cubicBezTo>
                    <a:pt x="16327" y="14582"/>
                    <a:pt x="16505" y="14423"/>
                    <a:pt x="16682" y="14423"/>
                  </a:cubicBezTo>
                  <a:cubicBezTo>
                    <a:pt x="16859" y="14423"/>
                    <a:pt x="17036" y="14582"/>
                    <a:pt x="17036" y="16814"/>
                  </a:cubicBezTo>
                  <a:cubicBezTo>
                    <a:pt x="17036" y="28611"/>
                    <a:pt x="10836" y="38177"/>
                    <a:pt x="4991" y="43438"/>
                  </a:cubicBezTo>
                  <a:cubicBezTo>
                    <a:pt x="3042" y="45191"/>
                    <a:pt x="3042" y="45510"/>
                    <a:pt x="3042" y="45988"/>
                  </a:cubicBezTo>
                  <a:cubicBezTo>
                    <a:pt x="3042" y="47104"/>
                    <a:pt x="3928" y="47742"/>
                    <a:pt x="4814" y="47742"/>
                  </a:cubicBezTo>
                  <a:cubicBezTo>
                    <a:pt x="6762" y="47742"/>
                    <a:pt x="20933" y="35466"/>
                    <a:pt x="20933" y="16814"/>
                  </a:cubicBezTo>
                  <a:close/>
                </a:path>
              </a:pathLst>
            </a:custGeom>
            <a:solidFill>
              <a:srgbClr val="000000"/>
            </a:solidFill>
            <a:ln w="17731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/>
            </a:p>
          </p:txBody>
        </p:sp>
        <p:sp>
          <p:nvSpPr>
            <p:cNvPr id="932" name="任意形状 931">
              <a:extLst>
                <a:ext uri="{FF2B5EF4-FFF2-40B4-BE49-F238E27FC236}">
                  <a16:creationId xmlns:a16="http://schemas.microsoft.com/office/drawing/2014/main" id="{24EE55F6-3AE3-423F-4948-0D15A34F7C61}"/>
                </a:ext>
              </a:extLst>
            </p:cNvPr>
            <p:cNvSpPr/>
            <p:nvPr>
              <p:custDataLst>
                <p:tags r:id="rId253"/>
              </p:custDataLst>
            </p:nvPr>
          </p:nvSpPr>
          <p:spPr>
            <a:xfrm>
              <a:off x="3982572" y="4168294"/>
              <a:ext cx="54380" cy="101551"/>
            </a:xfrm>
            <a:custGeom>
              <a:avLst/>
              <a:gdLst>
                <a:gd name="connsiteX0" fmla="*/ 32628 w 54380"/>
                <a:gd name="connsiteY0" fmla="*/ 36104 h 101551"/>
                <a:gd name="connsiteX1" fmla="*/ 49279 w 54380"/>
                <a:gd name="connsiteY1" fmla="*/ 36104 h 101551"/>
                <a:gd name="connsiteX2" fmla="*/ 54593 w 54380"/>
                <a:gd name="connsiteY2" fmla="*/ 32916 h 101551"/>
                <a:gd name="connsiteX3" fmla="*/ 49633 w 54380"/>
                <a:gd name="connsiteY3" fmla="*/ 31162 h 101551"/>
                <a:gd name="connsiteX4" fmla="*/ 34045 w 54380"/>
                <a:gd name="connsiteY4" fmla="*/ 31162 h 101551"/>
                <a:gd name="connsiteX5" fmla="*/ 41308 w 54380"/>
                <a:gd name="connsiteY5" fmla="*/ 4379 h 101551"/>
                <a:gd name="connsiteX6" fmla="*/ 36171 w 54380"/>
                <a:gd name="connsiteY6" fmla="*/ 75 h 101551"/>
                <a:gd name="connsiteX7" fmla="*/ 29086 w 54380"/>
                <a:gd name="connsiteY7" fmla="*/ 5814 h 101551"/>
                <a:gd name="connsiteX8" fmla="*/ 22177 w 54380"/>
                <a:gd name="connsiteY8" fmla="*/ 31162 h 101551"/>
                <a:gd name="connsiteX9" fmla="*/ 5527 w 54380"/>
                <a:gd name="connsiteY9" fmla="*/ 31162 h 101551"/>
                <a:gd name="connsiteX10" fmla="*/ 212 w 54380"/>
                <a:gd name="connsiteY10" fmla="*/ 34191 h 101551"/>
                <a:gd name="connsiteX11" fmla="*/ 5172 w 54380"/>
                <a:gd name="connsiteY11" fmla="*/ 36104 h 101551"/>
                <a:gd name="connsiteX12" fmla="*/ 20760 w 54380"/>
                <a:gd name="connsiteY12" fmla="*/ 36104 h 101551"/>
                <a:gd name="connsiteX13" fmla="*/ 7298 w 54380"/>
                <a:gd name="connsiteY13" fmla="*/ 86960 h 101551"/>
                <a:gd name="connsiteX14" fmla="*/ 23594 w 54380"/>
                <a:gd name="connsiteY14" fmla="*/ 101627 h 101551"/>
                <a:gd name="connsiteX15" fmla="*/ 51759 w 54380"/>
                <a:gd name="connsiteY15" fmla="*/ 77076 h 101551"/>
                <a:gd name="connsiteX16" fmla="*/ 49633 w 54380"/>
                <a:gd name="connsiteY16" fmla="*/ 75481 h 101551"/>
                <a:gd name="connsiteX17" fmla="*/ 46976 w 54380"/>
                <a:gd name="connsiteY17" fmla="*/ 77713 h 101551"/>
                <a:gd name="connsiteX18" fmla="*/ 23949 w 54380"/>
                <a:gd name="connsiteY18" fmla="*/ 98119 h 101551"/>
                <a:gd name="connsiteX19" fmla="*/ 18457 w 54380"/>
                <a:gd name="connsiteY19" fmla="*/ 90786 h 101551"/>
                <a:gd name="connsiteX20" fmla="*/ 19520 w 54380"/>
                <a:gd name="connsiteY20" fmla="*/ 83134 h 101551"/>
                <a:gd name="connsiteX21" fmla="*/ 32628 w 54380"/>
                <a:gd name="connsiteY21" fmla="*/ 36104 h 1015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54380" h="101551">
                  <a:moveTo>
                    <a:pt x="32628" y="36104"/>
                  </a:moveTo>
                  <a:lnTo>
                    <a:pt x="49279" y="36104"/>
                  </a:lnTo>
                  <a:cubicBezTo>
                    <a:pt x="52822" y="36104"/>
                    <a:pt x="54593" y="36104"/>
                    <a:pt x="54593" y="32916"/>
                  </a:cubicBezTo>
                  <a:cubicBezTo>
                    <a:pt x="54593" y="31162"/>
                    <a:pt x="52822" y="31162"/>
                    <a:pt x="49633" y="31162"/>
                  </a:cubicBezTo>
                  <a:lnTo>
                    <a:pt x="34045" y="31162"/>
                  </a:lnTo>
                  <a:cubicBezTo>
                    <a:pt x="40422" y="8524"/>
                    <a:pt x="41308" y="5336"/>
                    <a:pt x="41308" y="4379"/>
                  </a:cubicBezTo>
                  <a:cubicBezTo>
                    <a:pt x="41308" y="1669"/>
                    <a:pt x="39182" y="75"/>
                    <a:pt x="36171" y="75"/>
                  </a:cubicBezTo>
                  <a:cubicBezTo>
                    <a:pt x="35640" y="75"/>
                    <a:pt x="30680" y="234"/>
                    <a:pt x="29086" y="5814"/>
                  </a:cubicBezTo>
                  <a:lnTo>
                    <a:pt x="22177" y="31162"/>
                  </a:lnTo>
                  <a:lnTo>
                    <a:pt x="5527" y="31162"/>
                  </a:lnTo>
                  <a:cubicBezTo>
                    <a:pt x="1984" y="31162"/>
                    <a:pt x="212" y="31162"/>
                    <a:pt x="212" y="34191"/>
                  </a:cubicBezTo>
                  <a:cubicBezTo>
                    <a:pt x="212" y="36104"/>
                    <a:pt x="1630" y="36104"/>
                    <a:pt x="5172" y="36104"/>
                  </a:cubicBezTo>
                  <a:lnTo>
                    <a:pt x="20760" y="36104"/>
                  </a:lnTo>
                  <a:cubicBezTo>
                    <a:pt x="8006" y="81380"/>
                    <a:pt x="7298" y="84090"/>
                    <a:pt x="7298" y="86960"/>
                  </a:cubicBezTo>
                  <a:cubicBezTo>
                    <a:pt x="7298" y="95569"/>
                    <a:pt x="14029" y="101627"/>
                    <a:pt x="23594" y="101627"/>
                  </a:cubicBezTo>
                  <a:cubicBezTo>
                    <a:pt x="41662" y="101627"/>
                    <a:pt x="51759" y="78351"/>
                    <a:pt x="51759" y="77076"/>
                  </a:cubicBezTo>
                  <a:cubicBezTo>
                    <a:pt x="51759" y="75481"/>
                    <a:pt x="50342" y="75481"/>
                    <a:pt x="49633" y="75481"/>
                  </a:cubicBezTo>
                  <a:cubicBezTo>
                    <a:pt x="48039" y="75481"/>
                    <a:pt x="47862" y="75960"/>
                    <a:pt x="46976" y="77713"/>
                  </a:cubicBezTo>
                  <a:cubicBezTo>
                    <a:pt x="39359" y="94293"/>
                    <a:pt x="29971" y="98119"/>
                    <a:pt x="23949" y="98119"/>
                  </a:cubicBezTo>
                  <a:cubicBezTo>
                    <a:pt x="20229" y="98119"/>
                    <a:pt x="18457" y="96047"/>
                    <a:pt x="18457" y="90786"/>
                  </a:cubicBezTo>
                  <a:cubicBezTo>
                    <a:pt x="18457" y="86960"/>
                    <a:pt x="18812" y="85844"/>
                    <a:pt x="19520" y="83134"/>
                  </a:cubicBezTo>
                  <a:lnTo>
                    <a:pt x="32628" y="36104"/>
                  </a:lnTo>
                  <a:close/>
                </a:path>
              </a:pathLst>
            </a:custGeom>
            <a:solidFill>
              <a:srgbClr val="000000"/>
            </a:solidFill>
            <a:ln w="17731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/>
            </a:p>
          </p:txBody>
        </p:sp>
        <p:sp>
          <p:nvSpPr>
            <p:cNvPr id="933" name="任意形状 932">
              <a:extLst>
                <a:ext uri="{FF2B5EF4-FFF2-40B4-BE49-F238E27FC236}">
                  <a16:creationId xmlns:a16="http://schemas.microsoft.com/office/drawing/2014/main" id="{D3937853-C880-B776-B6DD-B975E2315EA1}"/>
                </a:ext>
              </a:extLst>
            </p:cNvPr>
            <p:cNvSpPr/>
            <p:nvPr>
              <p:custDataLst>
                <p:tags r:id="rId254"/>
              </p:custDataLst>
            </p:nvPr>
          </p:nvSpPr>
          <p:spPr>
            <a:xfrm>
              <a:off x="4052560" y="4148526"/>
              <a:ext cx="41095" cy="159422"/>
            </a:xfrm>
            <a:custGeom>
              <a:avLst/>
              <a:gdLst>
                <a:gd name="connsiteX0" fmla="*/ 41312 w 41095"/>
                <a:gd name="connsiteY0" fmla="*/ 79786 h 159422"/>
                <a:gd name="connsiteX1" fmla="*/ 29621 w 41095"/>
                <a:gd name="connsiteY1" fmla="*/ 30046 h 159422"/>
                <a:gd name="connsiteX2" fmla="*/ 1987 w 41095"/>
                <a:gd name="connsiteY2" fmla="*/ 75 h 159422"/>
                <a:gd name="connsiteX3" fmla="*/ 216 w 41095"/>
                <a:gd name="connsiteY3" fmla="*/ 1669 h 159422"/>
                <a:gd name="connsiteX4" fmla="*/ 3582 w 41095"/>
                <a:gd name="connsiteY4" fmla="*/ 5336 h 159422"/>
                <a:gd name="connsiteX5" fmla="*/ 31038 w 41095"/>
                <a:gd name="connsiteY5" fmla="*/ 79786 h 159422"/>
                <a:gd name="connsiteX6" fmla="*/ 2519 w 41095"/>
                <a:gd name="connsiteY6" fmla="*/ 155192 h 159422"/>
                <a:gd name="connsiteX7" fmla="*/ 216 w 41095"/>
                <a:gd name="connsiteY7" fmla="*/ 157903 h 159422"/>
                <a:gd name="connsiteX8" fmla="*/ 1987 w 41095"/>
                <a:gd name="connsiteY8" fmla="*/ 159497 h 159422"/>
                <a:gd name="connsiteX9" fmla="*/ 30152 w 41095"/>
                <a:gd name="connsiteY9" fmla="*/ 128410 h 159422"/>
                <a:gd name="connsiteX10" fmla="*/ 41312 w 41095"/>
                <a:gd name="connsiteY10" fmla="*/ 79786 h 1594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41095" h="159422">
                  <a:moveTo>
                    <a:pt x="41312" y="79786"/>
                  </a:moveTo>
                  <a:cubicBezTo>
                    <a:pt x="41312" y="67351"/>
                    <a:pt x="39363" y="48061"/>
                    <a:pt x="29621" y="30046"/>
                  </a:cubicBezTo>
                  <a:cubicBezTo>
                    <a:pt x="18992" y="10437"/>
                    <a:pt x="3759" y="75"/>
                    <a:pt x="1987" y="75"/>
                  </a:cubicBezTo>
                  <a:cubicBezTo>
                    <a:pt x="925" y="75"/>
                    <a:pt x="216" y="712"/>
                    <a:pt x="216" y="1669"/>
                  </a:cubicBezTo>
                  <a:cubicBezTo>
                    <a:pt x="216" y="2147"/>
                    <a:pt x="216" y="2466"/>
                    <a:pt x="3582" y="5336"/>
                  </a:cubicBezTo>
                  <a:cubicBezTo>
                    <a:pt x="20941" y="21118"/>
                    <a:pt x="31038" y="46467"/>
                    <a:pt x="31038" y="79786"/>
                  </a:cubicBezTo>
                  <a:cubicBezTo>
                    <a:pt x="31038" y="107047"/>
                    <a:pt x="24484" y="135105"/>
                    <a:pt x="2519" y="155192"/>
                  </a:cubicBezTo>
                  <a:cubicBezTo>
                    <a:pt x="216" y="157106"/>
                    <a:pt x="216" y="157424"/>
                    <a:pt x="216" y="157903"/>
                  </a:cubicBezTo>
                  <a:cubicBezTo>
                    <a:pt x="216" y="158859"/>
                    <a:pt x="925" y="159497"/>
                    <a:pt x="1987" y="159497"/>
                  </a:cubicBezTo>
                  <a:cubicBezTo>
                    <a:pt x="3759" y="159497"/>
                    <a:pt x="19701" y="148656"/>
                    <a:pt x="30152" y="128410"/>
                  </a:cubicBezTo>
                  <a:cubicBezTo>
                    <a:pt x="39186" y="110873"/>
                    <a:pt x="41312" y="93177"/>
                    <a:pt x="41312" y="79786"/>
                  </a:cubicBezTo>
                  <a:close/>
                </a:path>
              </a:pathLst>
            </a:custGeom>
            <a:solidFill>
              <a:srgbClr val="000000"/>
            </a:solidFill>
            <a:ln w="17731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/>
            </a:p>
          </p:txBody>
        </p:sp>
        <p:sp>
          <p:nvSpPr>
            <p:cNvPr id="934" name="任意形状 933">
              <a:extLst>
                <a:ext uri="{FF2B5EF4-FFF2-40B4-BE49-F238E27FC236}">
                  <a16:creationId xmlns:a16="http://schemas.microsoft.com/office/drawing/2014/main" id="{8000DB90-0608-BAAB-0AB0-2629E35ED281}"/>
                </a:ext>
              </a:extLst>
            </p:cNvPr>
            <p:cNvSpPr/>
            <p:nvPr>
              <p:custDataLst>
                <p:tags r:id="rId255"/>
              </p:custDataLst>
            </p:nvPr>
          </p:nvSpPr>
          <p:spPr>
            <a:xfrm>
              <a:off x="4181632" y="4148526"/>
              <a:ext cx="7085" cy="159422"/>
            </a:xfrm>
            <a:custGeom>
              <a:avLst/>
              <a:gdLst>
                <a:gd name="connsiteX0" fmla="*/ 7308 w 7085"/>
                <a:gd name="connsiteY0" fmla="*/ 5814 h 159422"/>
                <a:gd name="connsiteX1" fmla="*/ 3765 w 7085"/>
                <a:gd name="connsiteY1" fmla="*/ 75 h 159422"/>
                <a:gd name="connsiteX2" fmla="*/ 223 w 7085"/>
                <a:gd name="connsiteY2" fmla="*/ 5814 h 159422"/>
                <a:gd name="connsiteX3" fmla="*/ 223 w 7085"/>
                <a:gd name="connsiteY3" fmla="*/ 153758 h 159422"/>
                <a:gd name="connsiteX4" fmla="*/ 3765 w 7085"/>
                <a:gd name="connsiteY4" fmla="*/ 159497 h 159422"/>
                <a:gd name="connsiteX5" fmla="*/ 7308 w 7085"/>
                <a:gd name="connsiteY5" fmla="*/ 153758 h 159422"/>
                <a:gd name="connsiteX6" fmla="*/ 7308 w 7085"/>
                <a:gd name="connsiteY6" fmla="*/ 5814 h 1594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085" h="159422">
                  <a:moveTo>
                    <a:pt x="7308" y="5814"/>
                  </a:moveTo>
                  <a:cubicBezTo>
                    <a:pt x="7308" y="2944"/>
                    <a:pt x="7308" y="75"/>
                    <a:pt x="3765" y="75"/>
                  </a:cubicBezTo>
                  <a:cubicBezTo>
                    <a:pt x="223" y="75"/>
                    <a:pt x="223" y="2944"/>
                    <a:pt x="223" y="5814"/>
                  </a:cubicBezTo>
                  <a:lnTo>
                    <a:pt x="223" y="153758"/>
                  </a:lnTo>
                  <a:cubicBezTo>
                    <a:pt x="223" y="156627"/>
                    <a:pt x="223" y="159497"/>
                    <a:pt x="3765" y="159497"/>
                  </a:cubicBezTo>
                  <a:cubicBezTo>
                    <a:pt x="7308" y="159497"/>
                    <a:pt x="7308" y="156627"/>
                    <a:pt x="7308" y="153758"/>
                  </a:cubicBezTo>
                  <a:lnTo>
                    <a:pt x="7308" y="5814"/>
                  </a:lnTo>
                  <a:close/>
                </a:path>
              </a:pathLst>
            </a:custGeom>
            <a:solidFill>
              <a:srgbClr val="000000"/>
            </a:solidFill>
            <a:ln w="17731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/>
            </a:p>
          </p:txBody>
        </p:sp>
        <p:sp>
          <p:nvSpPr>
            <p:cNvPr id="935" name="任意形状 934">
              <a:extLst>
                <a:ext uri="{FF2B5EF4-FFF2-40B4-BE49-F238E27FC236}">
                  <a16:creationId xmlns:a16="http://schemas.microsoft.com/office/drawing/2014/main" id="{182565D6-1819-5DED-858D-452B4A25D9D3}"/>
                </a:ext>
              </a:extLst>
            </p:cNvPr>
            <p:cNvSpPr/>
            <p:nvPr>
              <p:custDataLst>
                <p:tags r:id="rId256"/>
              </p:custDataLst>
            </p:nvPr>
          </p:nvSpPr>
          <p:spPr>
            <a:xfrm>
              <a:off x="4276497" y="4148526"/>
              <a:ext cx="41095" cy="159422"/>
            </a:xfrm>
            <a:custGeom>
              <a:avLst/>
              <a:gdLst>
                <a:gd name="connsiteX0" fmla="*/ 41324 w 41095"/>
                <a:gd name="connsiteY0" fmla="*/ 157903 h 159422"/>
                <a:gd name="connsiteX1" fmla="*/ 38312 w 41095"/>
                <a:gd name="connsiteY1" fmla="*/ 154395 h 159422"/>
                <a:gd name="connsiteX2" fmla="*/ 10502 w 41095"/>
                <a:gd name="connsiteY2" fmla="*/ 79786 h 159422"/>
                <a:gd name="connsiteX3" fmla="*/ 39021 w 41095"/>
                <a:gd name="connsiteY3" fmla="*/ 4379 h 159422"/>
                <a:gd name="connsiteX4" fmla="*/ 41324 w 41095"/>
                <a:gd name="connsiteY4" fmla="*/ 1669 h 159422"/>
                <a:gd name="connsiteX5" fmla="*/ 39552 w 41095"/>
                <a:gd name="connsiteY5" fmla="*/ 75 h 159422"/>
                <a:gd name="connsiteX6" fmla="*/ 11388 w 41095"/>
                <a:gd name="connsiteY6" fmla="*/ 31162 h 159422"/>
                <a:gd name="connsiteX7" fmla="*/ 228 w 41095"/>
                <a:gd name="connsiteY7" fmla="*/ 79786 h 159422"/>
                <a:gd name="connsiteX8" fmla="*/ 11919 w 41095"/>
                <a:gd name="connsiteY8" fmla="*/ 129526 h 159422"/>
                <a:gd name="connsiteX9" fmla="*/ 39552 w 41095"/>
                <a:gd name="connsiteY9" fmla="*/ 159497 h 159422"/>
                <a:gd name="connsiteX10" fmla="*/ 41324 w 41095"/>
                <a:gd name="connsiteY10" fmla="*/ 157903 h 1594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41095" h="159422">
                  <a:moveTo>
                    <a:pt x="41324" y="157903"/>
                  </a:moveTo>
                  <a:cubicBezTo>
                    <a:pt x="41324" y="157424"/>
                    <a:pt x="41324" y="157106"/>
                    <a:pt x="38312" y="154395"/>
                  </a:cubicBezTo>
                  <a:cubicBezTo>
                    <a:pt x="16170" y="134308"/>
                    <a:pt x="10502" y="104177"/>
                    <a:pt x="10502" y="79786"/>
                  </a:cubicBezTo>
                  <a:cubicBezTo>
                    <a:pt x="10502" y="52046"/>
                    <a:pt x="17233" y="24307"/>
                    <a:pt x="39021" y="4379"/>
                  </a:cubicBezTo>
                  <a:cubicBezTo>
                    <a:pt x="41324" y="2466"/>
                    <a:pt x="41324" y="2147"/>
                    <a:pt x="41324" y="1669"/>
                  </a:cubicBezTo>
                  <a:cubicBezTo>
                    <a:pt x="41324" y="553"/>
                    <a:pt x="40615" y="75"/>
                    <a:pt x="39552" y="75"/>
                  </a:cubicBezTo>
                  <a:cubicBezTo>
                    <a:pt x="37781" y="75"/>
                    <a:pt x="21839" y="10915"/>
                    <a:pt x="11388" y="31162"/>
                  </a:cubicBezTo>
                  <a:cubicBezTo>
                    <a:pt x="2354" y="48698"/>
                    <a:pt x="228" y="66394"/>
                    <a:pt x="228" y="79786"/>
                  </a:cubicBezTo>
                  <a:cubicBezTo>
                    <a:pt x="228" y="92221"/>
                    <a:pt x="2177" y="111511"/>
                    <a:pt x="11919" y="129526"/>
                  </a:cubicBezTo>
                  <a:cubicBezTo>
                    <a:pt x="22547" y="149134"/>
                    <a:pt x="37781" y="159497"/>
                    <a:pt x="39552" y="159497"/>
                  </a:cubicBezTo>
                  <a:cubicBezTo>
                    <a:pt x="40615" y="159497"/>
                    <a:pt x="41324" y="159019"/>
                    <a:pt x="41324" y="157903"/>
                  </a:cubicBezTo>
                  <a:close/>
                </a:path>
              </a:pathLst>
            </a:custGeom>
            <a:solidFill>
              <a:srgbClr val="000000"/>
            </a:solidFill>
            <a:ln w="17731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/>
            </a:p>
          </p:txBody>
        </p:sp>
        <p:sp>
          <p:nvSpPr>
            <p:cNvPr id="936" name="任意形状 935">
              <a:extLst>
                <a:ext uri="{FF2B5EF4-FFF2-40B4-BE49-F238E27FC236}">
                  <a16:creationId xmlns:a16="http://schemas.microsoft.com/office/drawing/2014/main" id="{BD042166-FBDA-6B1B-052A-E101A0B20754}"/>
                </a:ext>
              </a:extLst>
            </p:cNvPr>
            <p:cNvSpPr/>
            <p:nvPr>
              <p:custDataLst>
                <p:tags r:id="rId257"/>
              </p:custDataLst>
            </p:nvPr>
          </p:nvSpPr>
          <p:spPr>
            <a:xfrm>
              <a:off x="4337590" y="4157454"/>
              <a:ext cx="86973" cy="112392"/>
            </a:xfrm>
            <a:custGeom>
              <a:avLst/>
              <a:gdLst>
                <a:gd name="connsiteX0" fmla="*/ 41328 w 86973"/>
                <a:gd name="connsiteY0" fmla="*/ 1828 h 112392"/>
                <a:gd name="connsiteX1" fmla="*/ 39025 w 86973"/>
                <a:gd name="connsiteY1" fmla="*/ 75 h 112392"/>
                <a:gd name="connsiteX2" fmla="*/ 17414 w 86973"/>
                <a:gd name="connsiteY2" fmla="*/ 1669 h 112392"/>
                <a:gd name="connsiteX3" fmla="*/ 14049 w 86973"/>
                <a:gd name="connsiteY3" fmla="*/ 4857 h 112392"/>
                <a:gd name="connsiteX4" fmla="*/ 18300 w 86973"/>
                <a:gd name="connsiteY4" fmla="*/ 6770 h 112392"/>
                <a:gd name="connsiteX5" fmla="*/ 27157 w 86973"/>
                <a:gd name="connsiteY5" fmla="*/ 9481 h 112392"/>
                <a:gd name="connsiteX6" fmla="*/ 26625 w 86973"/>
                <a:gd name="connsiteY6" fmla="*/ 12669 h 112392"/>
                <a:gd name="connsiteX7" fmla="*/ 941 w 86973"/>
                <a:gd name="connsiteY7" fmla="*/ 104496 h 112392"/>
                <a:gd name="connsiteX8" fmla="*/ 232 w 86973"/>
                <a:gd name="connsiteY8" fmla="*/ 108004 h 112392"/>
                <a:gd name="connsiteX9" fmla="*/ 5369 w 86973"/>
                <a:gd name="connsiteY9" fmla="*/ 112467 h 112392"/>
                <a:gd name="connsiteX10" fmla="*/ 11923 w 86973"/>
                <a:gd name="connsiteY10" fmla="*/ 108322 h 112392"/>
                <a:gd name="connsiteX11" fmla="*/ 15289 w 86973"/>
                <a:gd name="connsiteY11" fmla="*/ 96206 h 112392"/>
                <a:gd name="connsiteX12" fmla="*/ 19186 w 86973"/>
                <a:gd name="connsiteY12" fmla="*/ 81858 h 112392"/>
                <a:gd name="connsiteX13" fmla="*/ 22197 w 86973"/>
                <a:gd name="connsiteY13" fmla="*/ 71177 h 112392"/>
                <a:gd name="connsiteX14" fmla="*/ 24145 w 86973"/>
                <a:gd name="connsiteY14" fmla="*/ 64003 h 112392"/>
                <a:gd name="connsiteX15" fmla="*/ 36191 w 86973"/>
                <a:gd name="connsiteY15" fmla="*/ 49336 h 112392"/>
                <a:gd name="connsiteX16" fmla="*/ 53196 w 86973"/>
                <a:gd name="connsiteY16" fmla="*/ 43756 h 112392"/>
                <a:gd name="connsiteX17" fmla="*/ 62761 w 86973"/>
                <a:gd name="connsiteY17" fmla="*/ 54916 h 112392"/>
                <a:gd name="connsiteX18" fmla="*/ 51779 w 86973"/>
                <a:gd name="connsiteY18" fmla="*/ 90627 h 112392"/>
                <a:gd name="connsiteX19" fmla="*/ 49476 w 86973"/>
                <a:gd name="connsiteY19" fmla="*/ 99395 h 112392"/>
                <a:gd name="connsiteX20" fmla="*/ 64001 w 86973"/>
                <a:gd name="connsiteY20" fmla="*/ 112467 h 112392"/>
                <a:gd name="connsiteX21" fmla="*/ 87206 w 86973"/>
                <a:gd name="connsiteY21" fmla="*/ 87916 h 112392"/>
                <a:gd name="connsiteX22" fmla="*/ 85080 w 86973"/>
                <a:gd name="connsiteY22" fmla="*/ 86322 h 112392"/>
                <a:gd name="connsiteX23" fmla="*/ 82423 w 86973"/>
                <a:gd name="connsiteY23" fmla="*/ 89192 h 112392"/>
                <a:gd name="connsiteX24" fmla="*/ 64355 w 86973"/>
                <a:gd name="connsiteY24" fmla="*/ 108960 h 112392"/>
                <a:gd name="connsiteX25" fmla="*/ 60104 w 86973"/>
                <a:gd name="connsiteY25" fmla="*/ 103699 h 112392"/>
                <a:gd name="connsiteX26" fmla="*/ 63292 w 86973"/>
                <a:gd name="connsiteY26" fmla="*/ 92380 h 112392"/>
                <a:gd name="connsiteX27" fmla="*/ 74098 w 86973"/>
                <a:gd name="connsiteY27" fmla="*/ 57307 h 112392"/>
                <a:gd name="connsiteX28" fmla="*/ 53727 w 86973"/>
                <a:gd name="connsiteY28" fmla="*/ 40249 h 112392"/>
                <a:gd name="connsiteX29" fmla="*/ 27511 w 86973"/>
                <a:gd name="connsiteY29" fmla="*/ 52525 h 112392"/>
                <a:gd name="connsiteX30" fmla="*/ 41328 w 86973"/>
                <a:gd name="connsiteY30" fmla="*/ 1828 h 11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86973" h="112392">
                  <a:moveTo>
                    <a:pt x="41328" y="1828"/>
                  </a:moveTo>
                  <a:cubicBezTo>
                    <a:pt x="41328" y="1669"/>
                    <a:pt x="41328" y="75"/>
                    <a:pt x="39025" y="75"/>
                  </a:cubicBezTo>
                  <a:cubicBezTo>
                    <a:pt x="34951" y="75"/>
                    <a:pt x="22020" y="1350"/>
                    <a:pt x="17414" y="1669"/>
                  </a:cubicBezTo>
                  <a:cubicBezTo>
                    <a:pt x="15997" y="1828"/>
                    <a:pt x="14049" y="1988"/>
                    <a:pt x="14049" y="4857"/>
                  </a:cubicBezTo>
                  <a:cubicBezTo>
                    <a:pt x="14049" y="6770"/>
                    <a:pt x="15643" y="6770"/>
                    <a:pt x="18300" y="6770"/>
                  </a:cubicBezTo>
                  <a:cubicBezTo>
                    <a:pt x="26802" y="6770"/>
                    <a:pt x="27157" y="7886"/>
                    <a:pt x="27157" y="9481"/>
                  </a:cubicBezTo>
                  <a:lnTo>
                    <a:pt x="26625" y="12669"/>
                  </a:lnTo>
                  <a:lnTo>
                    <a:pt x="941" y="104496"/>
                  </a:lnTo>
                  <a:cubicBezTo>
                    <a:pt x="232" y="106728"/>
                    <a:pt x="232" y="107047"/>
                    <a:pt x="232" y="108004"/>
                  </a:cubicBezTo>
                  <a:cubicBezTo>
                    <a:pt x="232" y="111670"/>
                    <a:pt x="3775" y="112467"/>
                    <a:pt x="5369" y="112467"/>
                  </a:cubicBezTo>
                  <a:cubicBezTo>
                    <a:pt x="8203" y="112467"/>
                    <a:pt x="11037" y="110554"/>
                    <a:pt x="11923" y="108322"/>
                  </a:cubicBezTo>
                  <a:lnTo>
                    <a:pt x="15289" y="96206"/>
                  </a:lnTo>
                  <a:lnTo>
                    <a:pt x="19186" y="81858"/>
                  </a:lnTo>
                  <a:cubicBezTo>
                    <a:pt x="20248" y="78351"/>
                    <a:pt x="21311" y="74844"/>
                    <a:pt x="22197" y="71177"/>
                  </a:cubicBezTo>
                  <a:cubicBezTo>
                    <a:pt x="22551" y="70220"/>
                    <a:pt x="23968" y="64960"/>
                    <a:pt x="24145" y="64003"/>
                  </a:cubicBezTo>
                  <a:cubicBezTo>
                    <a:pt x="24677" y="62568"/>
                    <a:pt x="30168" y="53641"/>
                    <a:pt x="36191" y="49336"/>
                  </a:cubicBezTo>
                  <a:cubicBezTo>
                    <a:pt x="40088" y="46785"/>
                    <a:pt x="45579" y="43756"/>
                    <a:pt x="53196" y="43756"/>
                  </a:cubicBezTo>
                  <a:cubicBezTo>
                    <a:pt x="60813" y="43756"/>
                    <a:pt x="62761" y="49177"/>
                    <a:pt x="62761" y="54916"/>
                  </a:cubicBezTo>
                  <a:cubicBezTo>
                    <a:pt x="62761" y="63525"/>
                    <a:pt x="56030" y="80902"/>
                    <a:pt x="51779" y="90627"/>
                  </a:cubicBezTo>
                  <a:cubicBezTo>
                    <a:pt x="50362" y="94293"/>
                    <a:pt x="49476" y="96206"/>
                    <a:pt x="49476" y="99395"/>
                  </a:cubicBezTo>
                  <a:cubicBezTo>
                    <a:pt x="49476" y="106888"/>
                    <a:pt x="55676" y="112467"/>
                    <a:pt x="64001" y="112467"/>
                  </a:cubicBezTo>
                  <a:cubicBezTo>
                    <a:pt x="80652" y="112467"/>
                    <a:pt x="87206" y="89192"/>
                    <a:pt x="87206" y="87916"/>
                  </a:cubicBezTo>
                  <a:cubicBezTo>
                    <a:pt x="87206" y="86322"/>
                    <a:pt x="85612" y="86322"/>
                    <a:pt x="85080" y="86322"/>
                  </a:cubicBezTo>
                  <a:cubicBezTo>
                    <a:pt x="83309" y="86322"/>
                    <a:pt x="83309" y="86800"/>
                    <a:pt x="82423" y="89192"/>
                  </a:cubicBezTo>
                  <a:cubicBezTo>
                    <a:pt x="79766" y="97641"/>
                    <a:pt x="74098" y="108960"/>
                    <a:pt x="64355" y="108960"/>
                  </a:cubicBezTo>
                  <a:cubicBezTo>
                    <a:pt x="61344" y="108960"/>
                    <a:pt x="60104" y="107366"/>
                    <a:pt x="60104" y="103699"/>
                  </a:cubicBezTo>
                  <a:cubicBezTo>
                    <a:pt x="60104" y="99714"/>
                    <a:pt x="61698" y="95887"/>
                    <a:pt x="63292" y="92380"/>
                  </a:cubicBezTo>
                  <a:cubicBezTo>
                    <a:pt x="66127" y="85525"/>
                    <a:pt x="74098" y="66554"/>
                    <a:pt x="74098" y="57307"/>
                  </a:cubicBezTo>
                  <a:cubicBezTo>
                    <a:pt x="74098" y="46945"/>
                    <a:pt x="67012" y="40249"/>
                    <a:pt x="53727" y="40249"/>
                  </a:cubicBezTo>
                  <a:cubicBezTo>
                    <a:pt x="42568" y="40249"/>
                    <a:pt x="34065" y="45191"/>
                    <a:pt x="27511" y="52525"/>
                  </a:cubicBezTo>
                  <a:lnTo>
                    <a:pt x="41328" y="1828"/>
                  </a:lnTo>
                  <a:close/>
                </a:path>
              </a:pathLst>
            </a:custGeom>
            <a:solidFill>
              <a:srgbClr val="000000"/>
            </a:solidFill>
            <a:ln w="17731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/>
            </a:p>
          </p:txBody>
        </p:sp>
        <p:sp>
          <p:nvSpPr>
            <p:cNvPr id="937" name="任意形状 936">
              <a:extLst>
                <a:ext uri="{FF2B5EF4-FFF2-40B4-BE49-F238E27FC236}">
                  <a16:creationId xmlns:a16="http://schemas.microsoft.com/office/drawing/2014/main" id="{21DE05A2-031D-F589-4C49-E09C41E3840B}"/>
                </a:ext>
              </a:extLst>
            </p:cNvPr>
            <p:cNvSpPr/>
            <p:nvPr>
              <p:custDataLst>
                <p:tags r:id="rId258"/>
              </p:custDataLst>
            </p:nvPr>
          </p:nvSpPr>
          <p:spPr>
            <a:xfrm>
              <a:off x="4445139" y="4251194"/>
              <a:ext cx="20724" cy="47667"/>
            </a:xfrm>
            <a:custGeom>
              <a:avLst/>
              <a:gdLst>
                <a:gd name="connsiteX0" fmla="*/ 20963 w 20724"/>
                <a:gd name="connsiteY0" fmla="*/ 16814 h 47667"/>
                <a:gd name="connsiteX1" fmla="*/ 9626 w 20724"/>
                <a:gd name="connsiteY1" fmla="*/ 75 h 47667"/>
                <a:gd name="connsiteX2" fmla="*/ 238 w 20724"/>
                <a:gd name="connsiteY2" fmla="*/ 8524 h 47667"/>
                <a:gd name="connsiteX3" fmla="*/ 9626 w 20724"/>
                <a:gd name="connsiteY3" fmla="*/ 16973 h 47667"/>
                <a:gd name="connsiteX4" fmla="*/ 15826 w 20724"/>
                <a:gd name="connsiteY4" fmla="*/ 14901 h 47667"/>
                <a:gd name="connsiteX5" fmla="*/ 16711 w 20724"/>
                <a:gd name="connsiteY5" fmla="*/ 14423 h 47667"/>
                <a:gd name="connsiteX6" fmla="*/ 17066 w 20724"/>
                <a:gd name="connsiteY6" fmla="*/ 16814 h 47667"/>
                <a:gd name="connsiteX7" fmla="*/ 5021 w 20724"/>
                <a:gd name="connsiteY7" fmla="*/ 43438 h 47667"/>
                <a:gd name="connsiteX8" fmla="*/ 3072 w 20724"/>
                <a:gd name="connsiteY8" fmla="*/ 45988 h 47667"/>
                <a:gd name="connsiteX9" fmla="*/ 4843 w 20724"/>
                <a:gd name="connsiteY9" fmla="*/ 47742 h 47667"/>
                <a:gd name="connsiteX10" fmla="*/ 20963 w 20724"/>
                <a:gd name="connsiteY10" fmla="*/ 16814 h 476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0724" h="47667">
                  <a:moveTo>
                    <a:pt x="20963" y="16814"/>
                  </a:moveTo>
                  <a:cubicBezTo>
                    <a:pt x="20963" y="6292"/>
                    <a:pt x="16534" y="75"/>
                    <a:pt x="9626" y="75"/>
                  </a:cubicBezTo>
                  <a:cubicBezTo>
                    <a:pt x="3781" y="75"/>
                    <a:pt x="238" y="4060"/>
                    <a:pt x="238" y="8524"/>
                  </a:cubicBezTo>
                  <a:cubicBezTo>
                    <a:pt x="238" y="12828"/>
                    <a:pt x="3781" y="16973"/>
                    <a:pt x="9626" y="16973"/>
                  </a:cubicBezTo>
                  <a:cubicBezTo>
                    <a:pt x="11752" y="16973"/>
                    <a:pt x="14054" y="16336"/>
                    <a:pt x="15826" y="14901"/>
                  </a:cubicBezTo>
                  <a:cubicBezTo>
                    <a:pt x="16357" y="14582"/>
                    <a:pt x="16534" y="14423"/>
                    <a:pt x="16711" y="14423"/>
                  </a:cubicBezTo>
                  <a:cubicBezTo>
                    <a:pt x="16889" y="14423"/>
                    <a:pt x="17066" y="14582"/>
                    <a:pt x="17066" y="16814"/>
                  </a:cubicBezTo>
                  <a:cubicBezTo>
                    <a:pt x="17066" y="28611"/>
                    <a:pt x="10866" y="38177"/>
                    <a:pt x="5021" y="43438"/>
                  </a:cubicBezTo>
                  <a:cubicBezTo>
                    <a:pt x="3072" y="45191"/>
                    <a:pt x="3072" y="45510"/>
                    <a:pt x="3072" y="45988"/>
                  </a:cubicBezTo>
                  <a:cubicBezTo>
                    <a:pt x="3072" y="47104"/>
                    <a:pt x="3958" y="47742"/>
                    <a:pt x="4843" y="47742"/>
                  </a:cubicBezTo>
                  <a:cubicBezTo>
                    <a:pt x="6792" y="47742"/>
                    <a:pt x="20963" y="35466"/>
                    <a:pt x="20963" y="16814"/>
                  </a:cubicBezTo>
                  <a:close/>
                </a:path>
              </a:pathLst>
            </a:custGeom>
            <a:solidFill>
              <a:srgbClr val="000000"/>
            </a:solidFill>
            <a:ln w="17731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/>
            </a:p>
          </p:txBody>
        </p:sp>
        <p:sp>
          <p:nvSpPr>
            <p:cNvPr id="938" name="任意形状 937">
              <a:extLst>
                <a:ext uri="{FF2B5EF4-FFF2-40B4-BE49-F238E27FC236}">
                  <a16:creationId xmlns:a16="http://schemas.microsoft.com/office/drawing/2014/main" id="{64A30C81-826A-613B-E195-5AD03B9E98A7}"/>
                </a:ext>
              </a:extLst>
            </p:cNvPr>
            <p:cNvSpPr/>
            <p:nvPr>
              <p:custDataLst>
                <p:tags r:id="rId259"/>
              </p:custDataLst>
            </p:nvPr>
          </p:nvSpPr>
          <p:spPr>
            <a:xfrm>
              <a:off x="4513769" y="4197628"/>
              <a:ext cx="72094" cy="72218"/>
            </a:xfrm>
            <a:custGeom>
              <a:avLst/>
              <a:gdLst>
                <a:gd name="connsiteX0" fmla="*/ 10693 w 72094"/>
                <a:gd name="connsiteY0" fmla="*/ 61133 h 72218"/>
                <a:gd name="connsiteX1" fmla="*/ 9099 w 72094"/>
                <a:gd name="connsiteY1" fmla="*/ 67989 h 72218"/>
                <a:gd name="connsiteX2" fmla="*/ 14236 w 72094"/>
                <a:gd name="connsiteY2" fmla="*/ 72293 h 72218"/>
                <a:gd name="connsiteX3" fmla="*/ 20790 w 72094"/>
                <a:gd name="connsiteY3" fmla="*/ 67829 h 72218"/>
                <a:gd name="connsiteX4" fmla="*/ 27875 w 72094"/>
                <a:gd name="connsiteY4" fmla="*/ 42640 h 72218"/>
                <a:gd name="connsiteX5" fmla="*/ 33544 w 72094"/>
                <a:gd name="connsiteY5" fmla="*/ 21916 h 72218"/>
                <a:gd name="connsiteX6" fmla="*/ 43463 w 72094"/>
                <a:gd name="connsiteY6" fmla="*/ 8843 h 72218"/>
                <a:gd name="connsiteX7" fmla="*/ 57634 w 72094"/>
                <a:gd name="connsiteY7" fmla="*/ 3582 h 72218"/>
                <a:gd name="connsiteX8" fmla="*/ 65074 w 72094"/>
                <a:gd name="connsiteY8" fmla="*/ 5495 h 72218"/>
                <a:gd name="connsiteX9" fmla="*/ 55863 w 72094"/>
                <a:gd name="connsiteY9" fmla="*/ 14263 h 72218"/>
                <a:gd name="connsiteX10" fmla="*/ 62594 w 72094"/>
                <a:gd name="connsiteY10" fmla="*/ 19843 h 72218"/>
                <a:gd name="connsiteX11" fmla="*/ 72337 w 72094"/>
                <a:gd name="connsiteY11" fmla="*/ 10437 h 72218"/>
                <a:gd name="connsiteX12" fmla="*/ 57634 w 72094"/>
                <a:gd name="connsiteY12" fmla="*/ 75 h 72218"/>
                <a:gd name="connsiteX13" fmla="*/ 34961 w 72094"/>
                <a:gd name="connsiteY13" fmla="*/ 12350 h 72218"/>
                <a:gd name="connsiteX14" fmla="*/ 18842 w 72094"/>
                <a:gd name="connsiteY14" fmla="*/ 75 h 72218"/>
                <a:gd name="connsiteX15" fmla="*/ 5733 w 72094"/>
                <a:gd name="connsiteY15" fmla="*/ 9162 h 72218"/>
                <a:gd name="connsiteX16" fmla="*/ 242 w 72094"/>
                <a:gd name="connsiteY16" fmla="*/ 24626 h 72218"/>
                <a:gd name="connsiteX17" fmla="*/ 2368 w 72094"/>
                <a:gd name="connsiteY17" fmla="*/ 26220 h 72218"/>
                <a:gd name="connsiteX18" fmla="*/ 5379 w 72094"/>
                <a:gd name="connsiteY18" fmla="*/ 22553 h 72218"/>
                <a:gd name="connsiteX19" fmla="*/ 18310 w 72094"/>
                <a:gd name="connsiteY19" fmla="*/ 3582 h 72218"/>
                <a:gd name="connsiteX20" fmla="*/ 23801 w 72094"/>
                <a:gd name="connsiteY20" fmla="*/ 10915 h 72218"/>
                <a:gd name="connsiteX21" fmla="*/ 20967 w 72094"/>
                <a:gd name="connsiteY21" fmla="*/ 24307 h 72218"/>
                <a:gd name="connsiteX22" fmla="*/ 10693 w 72094"/>
                <a:gd name="connsiteY22" fmla="*/ 61133 h 722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72094" h="72218">
                  <a:moveTo>
                    <a:pt x="10693" y="61133"/>
                  </a:moveTo>
                  <a:cubicBezTo>
                    <a:pt x="10162" y="63525"/>
                    <a:pt x="9099" y="67191"/>
                    <a:pt x="9099" y="67989"/>
                  </a:cubicBezTo>
                  <a:cubicBezTo>
                    <a:pt x="9099" y="70858"/>
                    <a:pt x="11579" y="72293"/>
                    <a:pt x="14236" y="72293"/>
                  </a:cubicBezTo>
                  <a:cubicBezTo>
                    <a:pt x="16362" y="72293"/>
                    <a:pt x="19550" y="71018"/>
                    <a:pt x="20790" y="67829"/>
                  </a:cubicBezTo>
                  <a:cubicBezTo>
                    <a:pt x="21144" y="67191"/>
                    <a:pt x="27167" y="45510"/>
                    <a:pt x="27875" y="42640"/>
                  </a:cubicBezTo>
                  <a:cubicBezTo>
                    <a:pt x="29293" y="37380"/>
                    <a:pt x="32481" y="26220"/>
                    <a:pt x="33544" y="21916"/>
                  </a:cubicBezTo>
                  <a:cubicBezTo>
                    <a:pt x="34252" y="19843"/>
                    <a:pt x="39212" y="12350"/>
                    <a:pt x="43463" y="8843"/>
                  </a:cubicBezTo>
                  <a:cubicBezTo>
                    <a:pt x="44880" y="7727"/>
                    <a:pt x="50017" y="3582"/>
                    <a:pt x="57634" y="3582"/>
                  </a:cubicBezTo>
                  <a:cubicBezTo>
                    <a:pt x="62240" y="3582"/>
                    <a:pt x="64897" y="5495"/>
                    <a:pt x="65074" y="5495"/>
                  </a:cubicBezTo>
                  <a:cubicBezTo>
                    <a:pt x="59760" y="6292"/>
                    <a:pt x="55863" y="10118"/>
                    <a:pt x="55863" y="14263"/>
                  </a:cubicBezTo>
                  <a:cubicBezTo>
                    <a:pt x="55863" y="16814"/>
                    <a:pt x="57811" y="19843"/>
                    <a:pt x="62594" y="19843"/>
                  </a:cubicBezTo>
                  <a:cubicBezTo>
                    <a:pt x="67377" y="19843"/>
                    <a:pt x="72337" y="16176"/>
                    <a:pt x="72337" y="10437"/>
                  </a:cubicBezTo>
                  <a:cubicBezTo>
                    <a:pt x="72337" y="4857"/>
                    <a:pt x="66668" y="75"/>
                    <a:pt x="57634" y="75"/>
                  </a:cubicBezTo>
                  <a:cubicBezTo>
                    <a:pt x="46120" y="75"/>
                    <a:pt x="38326" y="7886"/>
                    <a:pt x="34961" y="12350"/>
                  </a:cubicBezTo>
                  <a:cubicBezTo>
                    <a:pt x="33544" y="5176"/>
                    <a:pt x="27167" y="75"/>
                    <a:pt x="18842" y="75"/>
                  </a:cubicBezTo>
                  <a:cubicBezTo>
                    <a:pt x="10693" y="75"/>
                    <a:pt x="7328" y="6292"/>
                    <a:pt x="5733" y="9162"/>
                  </a:cubicBezTo>
                  <a:cubicBezTo>
                    <a:pt x="2545" y="14582"/>
                    <a:pt x="242" y="24147"/>
                    <a:pt x="242" y="24626"/>
                  </a:cubicBezTo>
                  <a:cubicBezTo>
                    <a:pt x="242" y="26220"/>
                    <a:pt x="2014" y="26220"/>
                    <a:pt x="2368" y="26220"/>
                  </a:cubicBezTo>
                  <a:cubicBezTo>
                    <a:pt x="4139" y="26220"/>
                    <a:pt x="4316" y="26061"/>
                    <a:pt x="5379" y="22553"/>
                  </a:cubicBezTo>
                  <a:cubicBezTo>
                    <a:pt x="8391" y="11234"/>
                    <a:pt x="11933" y="3582"/>
                    <a:pt x="18310" y="3582"/>
                  </a:cubicBezTo>
                  <a:cubicBezTo>
                    <a:pt x="21321" y="3582"/>
                    <a:pt x="23801" y="4857"/>
                    <a:pt x="23801" y="10915"/>
                  </a:cubicBezTo>
                  <a:cubicBezTo>
                    <a:pt x="23801" y="14263"/>
                    <a:pt x="23270" y="16017"/>
                    <a:pt x="20967" y="24307"/>
                  </a:cubicBezTo>
                  <a:lnTo>
                    <a:pt x="10693" y="61133"/>
                  </a:lnTo>
                  <a:close/>
                </a:path>
              </a:pathLst>
            </a:custGeom>
            <a:solidFill>
              <a:srgbClr val="000000"/>
            </a:solidFill>
            <a:ln w="17731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/>
            </a:p>
          </p:txBody>
        </p:sp>
        <p:sp>
          <p:nvSpPr>
            <p:cNvPr id="939" name="任意形状 938">
              <a:extLst>
                <a:ext uri="{FF2B5EF4-FFF2-40B4-BE49-F238E27FC236}">
                  <a16:creationId xmlns:a16="http://schemas.microsoft.com/office/drawing/2014/main" id="{275ECF10-78D5-ABFC-7BD2-0BA9C504A7D2}"/>
                </a:ext>
              </a:extLst>
            </p:cNvPr>
            <p:cNvSpPr/>
            <p:nvPr>
              <p:custDataLst>
                <p:tags r:id="rId260"/>
              </p:custDataLst>
            </p:nvPr>
          </p:nvSpPr>
          <p:spPr>
            <a:xfrm>
              <a:off x="4598862" y="4251194"/>
              <a:ext cx="20724" cy="47667"/>
            </a:xfrm>
            <a:custGeom>
              <a:avLst/>
              <a:gdLst>
                <a:gd name="connsiteX0" fmla="*/ 20971 w 20724"/>
                <a:gd name="connsiteY0" fmla="*/ 16814 h 47667"/>
                <a:gd name="connsiteX1" fmla="*/ 9635 w 20724"/>
                <a:gd name="connsiteY1" fmla="*/ 75 h 47667"/>
                <a:gd name="connsiteX2" fmla="*/ 247 w 20724"/>
                <a:gd name="connsiteY2" fmla="*/ 8524 h 47667"/>
                <a:gd name="connsiteX3" fmla="*/ 9635 w 20724"/>
                <a:gd name="connsiteY3" fmla="*/ 16973 h 47667"/>
                <a:gd name="connsiteX4" fmla="*/ 15834 w 20724"/>
                <a:gd name="connsiteY4" fmla="*/ 14901 h 47667"/>
                <a:gd name="connsiteX5" fmla="*/ 16720 w 20724"/>
                <a:gd name="connsiteY5" fmla="*/ 14423 h 47667"/>
                <a:gd name="connsiteX6" fmla="*/ 17074 w 20724"/>
                <a:gd name="connsiteY6" fmla="*/ 16814 h 47667"/>
                <a:gd name="connsiteX7" fmla="*/ 5029 w 20724"/>
                <a:gd name="connsiteY7" fmla="*/ 43438 h 47667"/>
                <a:gd name="connsiteX8" fmla="*/ 3081 w 20724"/>
                <a:gd name="connsiteY8" fmla="*/ 45988 h 47667"/>
                <a:gd name="connsiteX9" fmla="*/ 4852 w 20724"/>
                <a:gd name="connsiteY9" fmla="*/ 47742 h 47667"/>
                <a:gd name="connsiteX10" fmla="*/ 20971 w 20724"/>
                <a:gd name="connsiteY10" fmla="*/ 16814 h 476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0724" h="47667">
                  <a:moveTo>
                    <a:pt x="20971" y="16814"/>
                  </a:moveTo>
                  <a:cubicBezTo>
                    <a:pt x="20971" y="6292"/>
                    <a:pt x="16543" y="75"/>
                    <a:pt x="9635" y="75"/>
                  </a:cubicBezTo>
                  <a:cubicBezTo>
                    <a:pt x="3789" y="75"/>
                    <a:pt x="247" y="4060"/>
                    <a:pt x="247" y="8524"/>
                  </a:cubicBezTo>
                  <a:cubicBezTo>
                    <a:pt x="247" y="12828"/>
                    <a:pt x="3789" y="16973"/>
                    <a:pt x="9635" y="16973"/>
                  </a:cubicBezTo>
                  <a:cubicBezTo>
                    <a:pt x="11760" y="16973"/>
                    <a:pt x="14063" y="16336"/>
                    <a:pt x="15834" y="14901"/>
                  </a:cubicBezTo>
                  <a:cubicBezTo>
                    <a:pt x="16366" y="14582"/>
                    <a:pt x="16543" y="14423"/>
                    <a:pt x="16720" y="14423"/>
                  </a:cubicBezTo>
                  <a:cubicBezTo>
                    <a:pt x="16897" y="14423"/>
                    <a:pt x="17074" y="14582"/>
                    <a:pt x="17074" y="16814"/>
                  </a:cubicBezTo>
                  <a:cubicBezTo>
                    <a:pt x="17074" y="28611"/>
                    <a:pt x="10875" y="38177"/>
                    <a:pt x="5029" y="43438"/>
                  </a:cubicBezTo>
                  <a:cubicBezTo>
                    <a:pt x="3081" y="45191"/>
                    <a:pt x="3081" y="45510"/>
                    <a:pt x="3081" y="45988"/>
                  </a:cubicBezTo>
                  <a:cubicBezTo>
                    <a:pt x="3081" y="47104"/>
                    <a:pt x="3966" y="47742"/>
                    <a:pt x="4852" y="47742"/>
                  </a:cubicBezTo>
                  <a:cubicBezTo>
                    <a:pt x="6801" y="47742"/>
                    <a:pt x="20971" y="35466"/>
                    <a:pt x="20971" y="16814"/>
                  </a:cubicBezTo>
                  <a:close/>
                </a:path>
              </a:pathLst>
            </a:custGeom>
            <a:solidFill>
              <a:srgbClr val="000000"/>
            </a:solidFill>
            <a:ln w="17731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/>
            </a:p>
          </p:txBody>
        </p:sp>
        <p:sp>
          <p:nvSpPr>
            <p:cNvPr id="940" name="任意形状 939">
              <a:extLst>
                <a:ext uri="{FF2B5EF4-FFF2-40B4-BE49-F238E27FC236}">
                  <a16:creationId xmlns:a16="http://schemas.microsoft.com/office/drawing/2014/main" id="{C436E9CC-4384-B6B7-4C5F-8382503293AC}"/>
                </a:ext>
              </a:extLst>
            </p:cNvPr>
            <p:cNvSpPr/>
            <p:nvPr>
              <p:custDataLst>
                <p:tags r:id="rId261"/>
              </p:custDataLst>
            </p:nvPr>
          </p:nvSpPr>
          <p:spPr>
            <a:xfrm>
              <a:off x="4666429" y="4168294"/>
              <a:ext cx="54380" cy="101551"/>
            </a:xfrm>
            <a:custGeom>
              <a:avLst/>
              <a:gdLst>
                <a:gd name="connsiteX0" fmla="*/ 32667 w 54380"/>
                <a:gd name="connsiteY0" fmla="*/ 36104 h 101551"/>
                <a:gd name="connsiteX1" fmla="*/ 49318 w 54380"/>
                <a:gd name="connsiteY1" fmla="*/ 36104 h 101551"/>
                <a:gd name="connsiteX2" fmla="*/ 54632 w 54380"/>
                <a:gd name="connsiteY2" fmla="*/ 32916 h 101551"/>
                <a:gd name="connsiteX3" fmla="*/ 49672 w 54380"/>
                <a:gd name="connsiteY3" fmla="*/ 31162 h 101551"/>
                <a:gd name="connsiteX4" fmla="*/ 34084 w 54380"/>
                <a:gd name="connsiteY4" fmla="*/ 31162 h 101551"/>
                <a:gd name="connsiteX5" fmla="*/ 41346 w 54380"/>
                <a:gd name="connsiteY5" fmla="*/ 4379 h 101551"/>
                <a:gd name="connsiteX6" fmla="*/ 36209 w 54380"/>
                <a:gd name="connsiteY6" fmla="*/ 75 h 101551"/>
                <a:gd name="connsiteX7" fmla="*/ 29124 w 54380"/>
                <a:gd name="connsiteY7" fmla="*/ 5814 h 101551"/>
                <a:gd name="connsiteX8" fmla="*/ 22216 w 54380"/>
                <a:gd name="connsiteY8" fmla="*/ 31162 h 101551"/>
                <a:gd name="connsiteX9" fmla="*/ 5565 w 54380"/>
                <a:gd name="connsiteY9" fmla="*/ 31162 h 101551"/>
                <a:gd name="connsiteX10" fmla="*/ 251 w 54380"/>
                <a:gd name="connsiteY10" fmla="*/ 34191 h 101551"/>
                <a:gd name="connsiteX11" fmla="*/ 5211 w 54380"/>
                <a:gd name="connsiteY11" fmla="*/ 36104 h 101551"/>
                <a:gd name="connsiteX12" fmla="*/ 20799 w 54380"/>
                <a:gd name="connsiteY12" fmla="*/ 36104 h 101551"/>
                <a:gd name="connsiteX13" fmla="*/ 7336 w 54380"/>
                <a:gd name="connsiteY13" fmla="*/ 86960 h 101551"/>
                <a:gd name="connsiteX14" fmla="*/ 23633 w 54380"/>
                <a:gd name="connsiteY14" fmla="*/ 101627 h 101551"/>
                <a:gd name="connsiteX15" fmla="*/ 51797 w 54380"/>
                <a:gd name="connsiteY15" fmla="*/ 77076 h 101551"/>
                <a:gd name="connsiteX16" fmla="*/ 49672 w 54380"/>
                <a:gd name="connsiteY16" fmla="*/ 75481 h 101551"/>
                <a:gd name="connsiteX17" fmla="*/ 47015 w 54380"/>
                <a:gd name="connsiteY17" fmla="*/ 77713 h 101551"/>
                <a:gd name="connsiteX18" fmla="*/ 23987 w 54380"/>
                <a:gd name="connsiteY18" fmla="*/ 98119 h 101551"/>
                <a:gd name="connsiteX19" fmla="*/ 18496 w 54380"/>
                <a:gd name="connsiteY19" fmla="*/ 90786 h 101551"/>
                <a:gd name="connsiteX20" fmla="*/ 19559 w 54380"/>
                <a:gd name="connsiteY20" fmla="*/ 83134 h 101551"/>
                <a:gd name="connsiteX21" fmla="*/ 32667 w 54380"/>
                <a:gd name="connsiteY21" fmla="*/ 36104 h 1015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54380" h="101551">
                  <a:moveTo>
                    <a:pt x="32667" y="36104"/>
                  </a:moveTo>
                  <a:lnTo>
                    <a:pt x="49318" y="36104"/>
                  </a:lnTo>
                  <a:cubicBezTo>
                    <a:pt x="52860" y="36104"/>
                    <a:pt x="54632" y="36104"/>
                    <a:pt x="54632" y="32916"/>
                  </a:cubicBezTo>
                  <a:cubicBezTo>
                    <a:pt x="54632" y="31162"/>
                    <a:pt x="52860" y="31162"/>
                    <a:pt x="49672" y="31162"/>
                  </a:cubicBezTo>
                  <a:lnTo>
                    <a:pt x="34084" y="31162"/>
                  </a:lnTo>
                  <a:cubicBezTo>
                    <a:pt x="40461" y="8524"/>
                    <a:pt x="41346" y="5336"/>
                    <a:pt x="41346" y="4379"/>
                  </a:cubicBezTo>
                  <a:cubicBezTo>
                    <a:pt x="41346" y="1669"/>
                    <a:pt x="39221" y="75"/>
                    <a:pt x="36209" y="75"/>
                  </a:cubicBezTo>
                  <a:cubicBezTo>
                    <a:pt x="35678" y="75"/>
                    <a:pt x="30718" y="234"/>
                    <a:pt x="29124" y="5814"/>
                  </a:cubicBezTo>
                  <a:lnTo>
                    <a:pt x="22216" y="31162"/>
                  </a:lnTo>
                  <a:lnTo>
                    <a:pt x="5565" y="31162"/>
                  </a:lnTo>
                  <a:cubicBezTo>
                    <a:pt x="2022" y="31162"/>
                    <a:pt x="251" y="31162"/>
                    <a:pt x="251" y="34191"/>
                  </a:cubicBezTo>
                  <a:cubicBezTo>
                    <a:pt x="251" y="36104"/>
                    <a:pt x="1668" y="36104"/>
                    <a:pt x="5211" y="36104"/>
                  </a:cubicBezTo>
                  <a:lnTo>
                    <a:pt x="20799" y="36104"/>
                  </a:lnTo>
                  <a:cubicBezTo>
                    <a:pt x="8045" y="81380"/>
                    <a:pt x="7336" y="84090"/>
                    <a:pt x="7336" y="86960"/>
                  </a:cubicBezTo>
                  <a:cubicBezTo>
                    <a:pt x="7336" y="95569"/>
                    <a:pt x="14068" y="101627"/>
                    <a:pt x="23633" y="101627"/>
                  </a:cubicBezTo>
                  <a:cubicBezTo>
                    <a:pt x="41701" y="101627"/>
                    <a:pt x="51797" y="78351"/>
                    <a:pt x="51797" y="77076"/>
                  </a:cubicBezTo>
                  <a:cubicBezTo>
                    <a:pt x="51797" y="75481"/>
                    <a:pt x="50380" y="75481"/>
                    <a:pt x="49672" y="75481"/>
                  </a:cubicBezTo>
                  <a:cubicBezTo>
                    <a:pt x="48078" y="75481"/>
                    <a:pt x="47900" y="75960"/>
                    <a:pt x="47015" y="77713"/>
                  </a:cubicBezTo>
                  <a:cubicBezTo>
                    <a:pt x="39398" y="94293"/>
                    <a:pt x="30010" y="98119"/>
                    <a:pt x="23987" y="98119"/>
                  </a:cubicBezTo>
                  <a:cubicBezTo>
                    <a:pt x="20267" y="98119"/>
                    <a:pt x="18496" y="96047"/>
                    <a:pt x="18496" y="90786"/>
                  </a:cubicBezTo>
                  <a:cubicBezTo>
                    <a:pt x="18496" y="86960"/>
                    <a:pt x="18850" y="85844"/>
                    <a:pt x="19559" y="83134"/>
                  </a:cubicBezTo>
                  <a:lnTo>
                    <a:pt x="32667" y="36104"/>
                  </a:lnTo>
                  <a:close/>
                </a:path>
              </a:pathLst>
            </a:custGeom>
            <a:solidFill>
              <a:srgbClr val="000000"/>
            </a:solidFill>
            <a:ln w="17731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/>
            </a:p>
          </p:txBody>
        </p:sp>
        <p:sp>
          <p:nvSpPr>
            <p:cNvPr id="941" name="任意形状 940">
              <a:extLst>
                <a:ext uri="{FF2B5EF4-FFF2-40B4-BE49-F238E27FC236}">
                  <a16:creationId xmlns:a16="http://schemas.microsoft.com/office/drawing/2014/main" id="{4B41DDDF-EC4E-46B5-7D39-C1069143FAEE}"/>
                </a:ext>
              </a:extLst>
            </p:cNvPr>
            <p:cNvSpPr/>
            <p:nvPr>
              <p:custDataLst>
                <p:tags r:id="rId262"/>
              </p:custDataLst>
            </p:nvPr>
          </p:nvSpPr>
          <p:spPr>
            <a:xfrm>
              <a:off x="4736417" y="4148526"/>
              <a:ext cx="41095" cy="159422"/>
            </a:xfrm>
            <a:custGeom>
              <a:avLst/>
              <a:gdLst>
                <a:gd name="connsiteX0" fmla="*/ 41350 w 41095"/>
                <a:gd name="connsiteY0" fmla="*/ 79786 h 159422"/>
                <a:gd name="connsiteX1" fmla="*/ 29659 w 41095"/>
                <a:gd name="connsiteY1" fmla="*/ 30046 h 159422"/>
                <a:gd name="connsiteX2" fmla="*/ 2026 w 41095"/>
                <a:gd name="connsiteY2" fmla="*/ 75 h 159422"/>
                <a:gd name="connsiteX3" fmla="*/ 255 w 41095"/>
                <a:gd name="connsiteY3" fmla="*/ 1669 h 159422"/>
                <a:gd name="connsiteX4" fmla="*/ 3620 w 41095"/>
                <a:gd name="connsiteY4" fmla="*/ 5336 h 159422"/>
                <a:gd name="connsiteX5" fmla="*/ 31076 w 41095"/>
                <a:gd name="connsiteY5" fmla="*/ 79786 h 159422"/>
                <a:gd name="connsiteX6" fmla="*/ 2557 w 41095"/>
                <a:gd name="connsiteY6" fmla="*/ 155192 h 159422"/>
                <a:gd name="connsiteX7" fmla="*/ 255 w 41095"/>
                <a:gd name="connsiteY7" fmla="*/ 157903 h 159422"/>
                <a:gd name="connsiteX8" fmla="*/ 2026 w 41095"/>
                <a:gd name="connsiteY8" fmla="*/ 159497 h 159422"/>
                <a:gd name="connsiteX9" fmla="*/ 30190 w 41095"/>
                <a:gd name="connsiteY9" fmla="*/ 128410 h 159422"/>
                <a:gd name="connsiteX10" fmla="*/ 41350 w 41095"/>
                <a:gd name="connsiteY10" fmla="*/ 79786 h 1594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41095" h="159422">
                  <a:moveTo>
                    <a:pt x="41350" y="79786"/>
                  </a:moveTo>
                  <a:cubicBezTo>
                    <a:pt x="41350" y="67351"/>
                    <a:pt x="39402" y="48061"/>
                    <a:pt x="29659" y="30046"/>
                  </a:cubicBezTo>
                  <a:cubicBezTo>
                    <a:pt x="19031" y="10437"/>
                    <a:pt x="3797" y="75"/>
                    <a:pt x="2026" y="75"/>
                  </a:cubicBezTo>
                  <a:cubicBezTo>
                    <a:pt x="963" y="75"/>
                    <a:pt x="255" y="712"/>
                    <a:pt x="255" y="1669"/>
                  </a:cubicBezTo>
                  <a:cubicBezTo>
                    <a:pt x="255" y="2147"/>
                    <a:pt x="255" y="2466"/>
                    <a:pt x="3620" y="5336"/>
                  </a:cubicBezTo>
                  <a:cubicBezTo>
                    <a:pt x="20979" y="21118"/>
                    <a:pt x="31076" y="46467"/>
                    <a:pt x="31076" y="79786"/>
                  </a:cubicBezTo>
                  <a:cubicBezTo>
                    <a:pt x="31076" y="107047"/>
                    <a:pt x="24522" y="135105"/>
                    <a:pt x="2557" y="155192"/>
                  </a:cubicBezTo>
                  <a:cubicBezTo>
                    <a:pt x="255" y="157106"/>
                    <a:pt x="255" y="157424"/>
                    <a:pt x="255" y="157903"/>
                  </a:cubicBezTo>
                  <a:cubicBezTo>
                    <a:pt x="255" y="158859"/>
                    <a:pt x="963" y="159497"/>
                    <a:pt x="2026" y="159497"/>
                  </a:cubicBezTo>
                  <a:cubicBezTo>
                    <a:pt x="3797" y="159497"/>
                    <a:pt x="19739" y="148656"/>
                    <a:pt x="30190" y="128410"/>
                  </a:cubicBezTo>
                  <a:cubicBezTo>
                    <a:pt x="39224" y="110873"/>
                    <a:pt x="41350" y="93177"/>
                    <a:pt x="41350" y="79786"/>
                  </a:cubicBezTo>
                  <a:close/>
                </a:path>
              </a:pathLst>
            </a:custGeom>
            <a:solidFill>
              <a:srgbClr val="000000"/>
            </a:solidFill>
            <a:ln w="17731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/>
            </a:p>
          </p:txBody>
        </p:sp>
        <p:sp>
          <p:nvSpPr>
            <p:cNvPr id="942" name="任意形状 941">
              <a:extLst>
                <a:ext uri="{FF2B5EF4-FFF2-40B4-BE49-F238E27FC236}">
                  <a16:creationId xmlns:a16="http://schemas.microsoft.com/office/drawing/2014/main" id="{D65E15EF-BF58-B6A5-26C2-BD1BAA1366F6}"/>
                </a:ext>
              </a:extLst>
            </p:cNvPr>
            <p:cNvSpPr/>
            <p:nvPr>
              <p:custDataLst>
                <p:tags r:id="rId263"/>
              </p:custDataLst>
            </p:nvPr>
          </p:nvSpPr>
          <p:spPr>
            <a:xfrm>
              <a:off x="4859112" y="4182005"/>
              <a:ext cx="88567" cy="92464"/>
            </a:xfrm>
            <a:custGeom>
              <a:avLst/>
              <a:gdLst>
                <a:gd name="connsiteX0" fmla="*/ 82629 w 88567"/>
                <a:gd name="connsiteY0" fmla="*/ 49496 h 92464"/>
                <a:gd name="connsiteX1" fmla="*/ 88829 w 88567"/>
                <a:gd name="connsiteY1" fmla="*/ 46307 h 92464"/>
                <a:gd name="connsiteX2" fmla="*/ 82629 w 88567"/>
                <a:gd name="connsiteY2" fmla="*/ 43119 h 92464"/>
                <a:gd name="connsiteX3" fmla="*/ 7524 w 88567"/>
                <a:gd name="connsiteY3" fmla="*/ 43119 h 92464"/>
                <a:gd name="connsiteX4" fmla="*/ 54996 w 88567"/>
                <a:gd name="connsiteY4" fmla="*/ 6452 h 92464"/>
                <a:gd name="connsiteX5" fmla="*/ 82629 w 88567"/>
                <a:gd name="connsiteY5" fmla="*/ 6452 h 92464"/>
                <a:gd name="connsiteX6" fmla="*/ 88829 w 88567"/>
                <a:gd name="connsiteY6" fmla="*/ 3263 h 92464"/>
                <a:gd name="connsiteX7" fmla="*/ 82629 w 88567"/>
                <a:gd name="connsiteY7" fmla="*/ 75 h 92464"/>
                <a:gd name="connsiteX8" fmla="*/ 54642 w 88567"/>
                <a:gd name="connsiteY8" fmla="*/ 75 h 92464"/>
                <a:gd name="connsiteX9" fmla="*/ 261 w 88567"/>
                <a:gd name="connsiteY9" fmla="*/ 46307 h 92464"/>
                <a:gd name="connsiteX10" fmla="*/ 54642 w 88567"/>
                <a:gd name="connsiteY10" fmla="*/ 92540 h 92464"/>
                <a:gd name="connsiteX11" fmla="*/ 82629 w 88567"/>
                <a:gd name="connsiteY11" fmla="*/ 92540 h 92464"/>
                <a:gd name="connsiteX12" fmla="*/ 88829 w 88567"/>
                <a:gd name="connsiteY12" fmla="*/ 89351 h 92464"/>
                <a:gd name="connsiteX13" fmla="*/ 82629 w 88567"/>
                <a:gd name="connsiteY13" fmla="*/ 86163 h 92464"/>
                <a:gd name="connsiteX14" fmla="*/ 54996 w 88567"/>
                <a:gd name="connsiteY14" fmla="*/ 86163 h 92464"/>
                <a:gd name="connsiteX15" fmla="*/ 7524 w 88567"/>
                <a:gd name="connsiteY15" fmla="*/ 49496 h 92464"/>
                <a:gd name="connsiteX16" fmla="*/ 82629 w 88567"/>
                <a:gd name="connsiteY16" fmla="*/ 49496 h 924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88567" h="92464">
                  <a:moveTo>
                    <a:pt x="82629" y="49496"/>
                  </a:moveTo>
                  <a:cubicBezTo>
                    <a:pt x="85641" y="49496"/>
                    <a:pt x="88829" y="49496"/>
                    <a:pt x="88829" y="46307"/>
                  </a:cubicBezTo>
                  <a:cubicBezTo>
                    <a:pt x="88829" y="43119"/>
                    <a:pt x="85641" y="43119"/>
                    <a:pt x="82629" y="43119"/>
                  </a:cubicBezTo>
                  <a:lnTo>
                    <a:pt x="7524" y="43119"/>
                  </a:lnTo>
                  <a:cubicBezTo>
                    <a:pt x="9649" y="21756"/>
                    <a:pt x="30020" y="6452"/>
                    <a:pt x="54996" y="6452"/>
                  </a:cubicBezTo>
                  <a:lnTo>
                    <a:pt x="82629" y="6452"/>
                  </a:lnTo>
                  <a:cubicBezTo>
                    <a:pt x="85641" y="6452"/>
                    <a:pt x="88829" y="6452"/>
                    <a:pt x="88829" y="3263"/>
                  </a:cubicBezTo>
                  <a:cubicBezTo>
                    <a:pt x="88829" y="75"/>
                    <a:pt x="85641" y="75"/>
                    <a:pt x="82629" y="75"/>
                  </a:cubicBezTo>
                  <a:lnTo>
                    <a:pt x="54642" y="75"/>
                  </a:lnTo>
                  <a:cubicBezTo>
                    <a:pt x="24352" y="75"/>
                    <a:pt x="261" y="20800"/>
                    <a:pt x="261" y="46307"/>
                  </a:cubicBezTo>
                  <a:cubicBezTo>
                    <a:pt x="261" y="71815"/>
                    <a:pt x="24352" y="92540"/>
                    <a:pt x="54642" y="92540"/>
                  </a:cubicBezTo>
                  <a:lnTo>
                    <a:pt x="82629" y="92540"/>
                  </a:lnTo>
                  <a:cubicBezTo>
                    <a:pt x="85641" y="92540"/>
                    <a:pt x="88829" y="92540"/>
                    <a:pt x="88829" y="89351"/>
                  </a:cubicBezTo>
                  <a:cubicBezTo>
                    <a:pt x="88829" y="86163"/>
                    <a:pt x="85641" y="86163"/>
                    <a:pt x="82629" y="86163"/>
                  </a:cubicBezTo>
                  <a:lnTo>
                    <a:pt x="54996" y="86163"/>
                  </a:lnTo>
                  <a:cubicBezTo>
                    <a:pt x="30020" y="86163"/>
                    <a:pt x="9649" y="70858"/>
                    <a:pt x="7524" y="49496"/>
                  </a:cubicBezTo>
                  <a:lnTo>
                    <a:pt x="82629" y="49496"/>
                  </a:lnTo>
                  <a:close/>
                </a:path>
              </a:pathLst>
            </a:custGeom>
            <a:solidFill>
              <a:srgbClr val="000000"/>
            </a:solidFill>
            <a:ln w="17731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/>
            </a:p>
          </p:txBody>
        </p:sp>
        <p:sp>
          <p:nvSpPr>
            <p:cNvPr id="943" name="任意形状 942">
              <a:extLst>
                <a:ext uri="{FF2B5EF4-FFF2-40B4-BE49-F238E27FC236}">
                  <a16:creationId xmlns:a16="http://schemas.microsoft.com/office/drawing/2014/main" id="{129A328E-D37C-ECBD-F5BC-C0DE63622481}"/>
                </a:ext>
              </a:extLst>
            </p:cNvPr>
            <p:cNvSpPr/>
            <p:nvPr>
              <p:custDataLst>
                <p:tags r:id="rId264"/>
              </p:custDataLst>
            </p:nvPr>
          </p:nvSpPr>
          <p:spPr>
            <a:xfrm>
              <a:off x="5019498" y="4155700"/>
              <a:ext cx="98664" cy="131363"/>
            </a:xfrm>
            <a:custGeom>
              <a:avLst/>
              <a:gdLst>
                <a:gd name="connsiteX0" fmla="*/ 69708 w 98664"/>
                <a:gd name="connsiteY0" fmla="*/ 87119 h 131363"/>
                <a:gd name="connsiteX1" fmla="*/ 58548 w 98664"/>
                <a:gd name="connsiteY1" fmla="*/ 111511 h 131363"/>
                <a:gd name="connsiteX2" fmla="*/ 41897 w 98664"/>
                <a:gd name="connsiteY2" fmla="*/ 122670 h 131363"/>
                <a:gd name="connsiteX3" fmla="*/ 15859 w 98664"/>
                <a:gd name="connsiteY3" fmla="*/ 115815 h 131363"/>
                <a:gd name="connsiteX4" fmla="*/ 1688 w 98664"/>
                <a:gd name="connsiteY4" fmla="*/ 123467 h 131363"/>
                <a:gd name="connsiteX5" fmla="*/ 30207 w 98664"/>
                <a:gd name="connsiteY5" fmla="*/ 131439 h 131363"/>
                <a:gd name="connsiteX6" fmla="*/ 77148 w 98664"/>
                <a:gd name="connsiteY6" fmla="*/ 99395 h 131363"/>
                <a:gd name="connsiteX7" fmla="*/ 85296 w 98664"/>
                <a:gd name="connsiteY7" fmla="*/ 79467 h 131363"/>
                <a:gd name="connsiteX8" fmla="*/ 92558 w 98664"/>
                <a:gd name="connsiteY8" fmla="*/ 55075 h 131363"/>
                <a:gd name="connsiteX9" fmla="*/ 90610 w 98664"/>
                <a:gd name="connsiteY9" fmla="*/ 53641 h 131363"/>
                <a:gd name="connsiteX10" fmla="*/ 82284 w 98664"/>
                <a:gd name="connsiteY10" fmla="*/ 56670 h 131363"/>
                <a:gd name="connsiteX11" fmla="*/ 76793 w 98664"/>
                <a:gd name="connsiteY11" fmla="*/ 63844 h 131363"/>
                <a:gd name="connsiteX12" fmla="*/ 42606 w 98664"/>
                <a:gd name="connsiteY12" fmla="*/ 92858 h 131363"/>
                <a:gd name="connsiteX13" fmla="*/ 15327 w 98664"/>
                <a:gd name="connsiteY13" fmla="*/ 62249 h 131363"/>
                <a:gd name="connsiteX14" fmla="*/ 31092 w 98664"/>
                <a:gd name="connsiteY14" fmla="*/ 22394 h 131363"/>
                <a:gd name="connsiteX15" fmla="*/ 64571 w 98664"/>
                <a:gd name="connsiteY15" fmla="*/ 8843 h 131363"/>
                <a:gd name="connsiteX16" fmla="*/ 77502 w 98664"/>
                <a:gd name="connsiteY16" fmla="*/ 10597 h 131363"/>
                <a:gd name="connsiteX17" fmla="*/ 83879 w 98664"/>
                <a:gd name="connsiteY17" fmla="*/ 17452 h 131363"/>
                <a:gd name="connsiteX18" fmla="*/ 73959 w 98664"/>
                <a:gd name="connsiteY18" fmla="*/ 34032 h 131363"/>
                <a:gd name="connsiteX19" fmla="*/ 72719 w 98664"/>
                <a:gd name="connsiteY19" fmla="*/ 35945 h 131363"/>
                <a:gd name="connsiteX20" fmla="*/ 74668 w 98664"/>
                <a:gd name="connsiteY20" fmla="*/ 37061 h 131363"/>
                <a:gd name="connsiteX21" fmla="*/ 90433 w 98664"/>
                <a:gd name="connsiteY21" fmla="*/ 26858 h 131363"/>
                <a:gd name="connsiteX22" fmla="*/ 98935 w 98664"/>
                <a:gd name="connsiteY22" fmla="*/ 10756 h 131363"/>
                <a:gd name="connsiteX23" fmla="*/ 91318 w 98664"/>
                <a:gd name="connsiteY23" fmla="*/ 1988 h 131363"/>
                <a:gd name="connsiteX24" fmla="*/ 76262 w 98664"/>
                <a:gd name="connsiteY24" fmla="*/ 75 h 131363"/>
                <a:gd name="connsiteX25" fmla="*/ 271 w 98664"/>
                <a:gd name="connsiteY25" fmla="*/ 69105 h 131363"/>
                <a:gd name="connsiteX26" fmla="*/ 31092 w 98664"/>
                <a:gd name="connsiteY26" fmla="*/ 101627 h 131363"/>
                <a:gd name="connsiteX27" fmla="*/ 69708 w 98664"/>
                <a:gd name="connsiteY27" fmla="*/ 87119 h 1313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98664" h="131363">
                  <a:moveTo>
                    <a:pt x="69708" y="87119"/>
                  </a:moveTo>
                  <a:cubicBezTo>
                    <a:pt x="64925" y="101627"/>
                    <a:pt x="60320" y="108960"/>
                    <a:pt x="58548" y="111511"/>
                  </a:cubicBezTo>
                  <a:cubicBezTo>
                    <a:pt x="51640" y="122352"/>
                    <a:pt x="47920" y="122670"/>
                    <a:pt x="41897" y="122670"/>
                  </a:cubicBezTo>
                  <a:cubicBezTo>
                    <a:pt x="38886" y="122670"/>
                    <a:pt x="26310" y="122192"/>
                    <a:pt x="15859" y="115815"/>
                  </a:cubicBezTo>
                  <a:cubicBezTo>
                    <a:pt x="7887" y="116134"/>
                    <a:pt x="1688" y="121714"/>
                    <a:pt x="1688" y="123467"/>
                  </a:cubicBezTo>
                  <a:cubicBezTo>
                    <a:pt x="1688" y="124902"/>
                    <a:pt x="13733" y="131439"/>
                    <a:pt x="30207" y="131439"/>
                  </a:cubicBezTo>
                  <a:cubicBezTo>
                    <a:pt x="42960" y="131439"/>
                    <a:pt x="63862" y="125381"/>
                    <a:pt x="77148" y="99395"/>
                  </a:cubicBezTo>
                  <a:cubicBezTo>
                    <a:pt x="81753" y="90467"/>
                    <a:pt x="84764" y="81380"/>
                    <a:pt x="85296" y="79467"/>
                  </a:cubicBezTo>
                  <a:cubicBezTo>
                    <a:pt x="88838" y="68467"/>
                    <a:pt x="92558" y="55713"/>
                    <a:pt x="92558" y="55075"/>
                  </a:cubicBezTo>
                  <a:cubicBezTo>
                    <a:pt x="92558" y="54119"/>
                    <a:pt x="92204" y="53641"/>
                    <a:pt x="90610" y="53641"/>
                  </a:cubicBezTo>
                  <a:cubicBezTo>
                    <a:pt x="89016" y="53641"/>
                    <a:pt x="86004" y="54438"/>
                    <a:pt x="82284" y="56670"/>
                  </a:cubicBezTo>
                  <a:cubicBezTo>
                    <a:pt x="78210" y="59061"/>
                    <a:pt x="78033" y="59858"/>
                    <a:pt x="76793" y="63844"/>
                  </a:cubicBezTo>
                  <a:cubicBezTo>
                    <a:pt x="75022" y="69264"/>
                    <a:pt x="64571" y="92858"/>
                    <a:pt x="42606" y="92858"/>
                  </a:cubicBezTo>
                  <a:cubicBezTo>
                    <a:pt x="25424" y="92858"/>
                    <a:pt x="15327" y="80264"/>
                    <a:pt x="15327" y="62249"/>
                  </a:cubicBezTo>
                  <a:cubicBezTo>
                    <a:pt x="15327" y="49974"/>
                    <a:pt x="20818" y="33553"/>
                    <a:pt x="31092" y="22394"/>
                  </a:cubicBezTo>
                  <a:cubicBezTo>
                    <a:pt x="35875" y="17292"/>
                    <a:pt x="44555" y="8843"/>
                    <a:pt x="64571" y="8843"/>
                  </a:cubicBezTo>
                  <a:cubicBezTo>
                    <a:pt x="67936" y="8843"/>
                    <a:pt x="73073" y="9321"/>
                    <a:pt x="77502" y="10597"/>
                  </a:cubicBezTo>
                  <a:cubicBezTo>
                    <a:pt x="79450" y="11075"/>
                    <a:pt x="83879" y="12350"/>
                    <a:pt x="83879" y="17452"/>
                  </a:cubicBezTo>
                  <a:cubicBezTo>
                    <a:pt x="83879" y="22872"/>
                    <a:pt x="74668" y="33075"/>
                    <a:pt x="73959" y="34032"/>
                  </a:cubicBezTo>
                  <a:cubicBezTo>
                    <a:pt x="73251" y="34669"/>
                    <a:pt x="72719" y="35307"/>
                    <a:pt x="72719" y="35945"/>
                  </a:cubicBezTo>
                  <a:cubicBezTo>
                    <a:pt x="72719" y="37061"/>
                    <a:pt x="73605" y="37061"/>
                    <a:pt x="74668" y="37061"/>
                  </a:cubicBezTo>
                  <a:cubicBezTo>
                    <a:pt x="79805" y="37061"/>
                    <a:pt x="85650" y="32756"/>
                    <a:pt x="90433" y="26858"/>
                  </a:cubicBezTo>
                  <a:cubicBezTo>
                    <a:pt x="91850" y="25104"/>
                    <a:pt x="98935" y="16176"/>
                    <a:pt x="98935" y="10756"/>
                  </a:cubicBezTo>
                  <a:cubicBezTo>
                    <a:pt x="98935" y="4220"/>
                    <a:pt x="93444" y="2625"/>
                    <a:pt x="91318" y="1988"/>
                  </a:cubicBezTo>
                  <a:cubicBezTo>
                    <a:pt x="84764" y="75"/>
                    <a:pt x="78742" y="75"/>
                    <a:pt x="76262" y="75"/>
                  </a:cubicBezTo>
                  <a:cubicBezTo>
                    <a:pt x="36229" y="75"/>
                    <a:pt x="271" y="31640"/>
                    <a:pt x="271" y="69105"/>
                  </a:cubicBezTo>
                  <a:cubicBezTo>
                    <a:pt x="271" y="85206"/>
                    <a:pt x="8242" y="101627"/>
                    <a:pt x="31092" y="101627"/>
                  </a:cubicBezTo>
                  <a:cubicBezTo>
                    <a:pt x="44377" y="101627"/>
                    <a:pt x="58017" y="95569"/>
                    <a:pt x="69708" y="87119"/>
                  </a:cubicBezTo>
                  <a:close/>
                </a:path>
              </a:pathLst>
            </a:custGeom>
            <a:solidFill>
              <a:srgbClr val="000000"/>
            </a:solidFill>
            <a:ln w="17731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/>
            </a:p>
          </p:txBody>
        </p:sp>
        <p:sp>
          <p:nvSpPr>
            <p:cNvPr id="944" name="任意形状 943">
              <a:extLst>
                <a:ext uri="{FF2B5EF4-FFF2-40B4-BE49-F238E27FC236}">
                  <a16:creationId xmlns:a16="http://schemas.microsoft.com/office/drawing/2014/main" id="{5B2C4E84-13F6-4F8C-20D7-11985923FE9D}"/>
                </a:ext>
              </a:extLst>
            </p:cNvPr>
            <p:cNvSpPr/>
            <p:nvPr>
              <p:custDataLst>
                <p:tags r:id="rId265"/>
              </p:custDataLst>
            </p:nvPr>
          </p:nvSpPr>
          <p:spPr>
            <a:xfrm>
              <a:off x="5120672" y="4223375"/>
              <a:ext cx="42902" cy="69747"/>
            </a:xfrm>
            <a:custGeom>
              <a:avLst/>
              <a:gdLst>
                <a:gd name="connsiteX0" fmla="*/ 21604 w 42902"/>
                <a:gd name="connsiteY0" fmla="*/ 24627 h 69747"/>
                <a:gd name="connsiteX1" fmla="*/ 40947 w 42902"/>
                <a:gd name="connsiteY1" fmla="*/ 24627 h 69747"/>
                <a:gd name="connsiteX2" fmla="*/ 40947 w 42902"/>
                <a:gd name="connsiteY2" fmla="*/ 20610 h 69747"/>
                <a:gd name="connsiteX3" fmla="*/ 21604 w 42902"/>
                <a:gd name="connsiteY3" fmla="*/ 20610 h 69747"/>
                <a:gd name="connsiteX4" fmla="*/ 21604 w 42902"/>
                <a:gd name="connsiteY4" fmla="*/ 76 h 69747"/>
                <a:gd name="connsiteX5" fmla="*/ 17388 w 42902"/>
                <a:gd name="connsiteY5" fmla="*/ 76 h 69747"/>
                <a:gd name="connsiteX6" fmla="*/ 277 w 42902"/>
                <a:gd name="connsiteY6" fmla="*/ 21503 h 69747"/>
                <a:gd name="connsiteX7" fmla="*/ 277 w 42902"/>
                <a:gd name="connsiteY7" fmla="*/ 24627 h 69747"/>
                <a:gd name="connsiteX8" fmla="*/ 11808 w 42902"/>
                <a:gd name="connsiteY8" fmla="*/ 24627 h 69747"/>
                <a:gd name="connsiteX9" fmla="*/ 11808 w 42902"/>
                <a:gd name="connsiteY9" fmla="*/ 54758 h 69747"/>
                <a:gd name="connsiteX10" fmla="*/ 29167 w 42902"/>
                <a:gd name="connsiteY10" fmla="*/ 69823 h 69747"/>
                <a:gd name="connsiteX11" fmla="*/ 43179 w 42902"/>
                <a:gd name="connsiteY11" fmla="*/ 54646 h 69747"/>
                <a:gd name="connsiteX12" fmla="*/ 43179 w 42902"/>
                <a:gd name="connsiteY12" fmla="*/ 48509 h 69747"/>
                <a:gd name="connsiteX13" fmla="*/ 38963 w 42902"/>
                <a:gd name="connsiteY13" fmla="*/ 48509 h 69747"/>
                <a:gd name="connsiteX14" fmla="*/ 38963 w 42902"/>
                <a:gd name="connsiteY14" fmla="*/ 54535 h 69747"/>
                <a:gd name="connsiteX15" fmla="*/ 30159 w 42902"/>
                <a:gd name="connsiteY15" fmla="*/ 66252 h 69747"/>
                <a:gd name="connsiteX16" fmla="*/ 21604 w 42902"/>
                <a:gd name="connsiteY16" fmla="*/ 54870 h 69747"/>
                <a:gd name="connsiteX17" fmla="*/ 21604 w 42902"/>
                <a:gd name="connsiteY17" fmla="*/ 24627 h 697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42902" h="69747">
                  <a:moveTo>
                    <a:pt x="21604" y="24627"/>
                  </a:moveTo>
                  <a:lnTo>
                    <a:pt x="40947" y="24627"/>
                  </a:lnTo>
                  <a:lnTo>
                    <a:pt x="40947" y="20610"/>
                  </a:lnTo>
                  <a:lnTo>
                    <a:pt x="21604" y="20610"/>
                  </a:lnTo>
                  <a:lnTo>
                    <a:pt x="21604" y="76"/>
                  </a:lnTo>
                  <a:lnTo>
                    <a:pt x="17388" y="76"/>
                  </a:lnTo>
                  <a:cubicBezTo>
                    <a:pt x="17264" y="10120"/>
                    <a:pt x="12180" y="21168"/>
                    <a:pt x="277" y="21503"/>
                  </a:cubicBezTo>
                  <a:lnTo>
                    <a:pt x="277" y="24627"/>
                  </a:lnTo>
                  <a:lnTo>
                    <a:pt x="11808" y="24627"/>
                  </a:lnTo>
                  <a:lnTo>
                    <a:pt x="11808" y="54758"/>
                  </a:lnTo>
                  <a:cubicBezTo>
                    <a:pt x="11808" y="67257"/>
                    <a:pt x="22224" y="69823"/>
                    <a:pt x="29167" y="69823"/>
                  </a:cubicBezTo>
                  <a:cubicBezTo>
                    <a:pt x="37475" y="69823"/>
                    <a:pt x="43179" y="63462"/>
                    <a:pt x="43179" y="54646"/>
                  </a:cubicBezTo>
                  <a:lnTo>
                    <a:pt x="43179" y="48509"/>
                  </a:lnTo>
                  <a:lnTo>
                    <a:pt x="38963" y="48509"/>
                  </a:lnTo>
                  <a:lnTo>
                    <a:pt x="38963" y="54535"/>
                  </a:lnTo>
                  <a:cubicBezTo>
                    <a:pt x="38963" y="62123"/>
                    <a:pt x="34995" y="66252"/>
                    <a:pt x="30159" y="66252"/>
                  </a:cubicBezTo>
                  <a:cubicBezTo>
                    <a:pt x="21604" y="66252"/>
                    <a:pt x="21604" y="56878"/>
                    <a:pt x="21604" y="54870"/>
                  </a:cubicBezTo>
                  <a:lnTo>
                    <a:pt x="21604" y="24627"/>
                  </a:lnTo>
                  <a:close/>
                </a:path>
              </a:pathLst>
            </a:custGeom>
            <a:solidFill>
              <a:srgbClr val="000000"/>
            </a:solidFill>
            <a:ln w="17731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/>
            </a:p>
          </p:txBody>
        </p:sp>
        <p:sp>
          <p:nvSpPr>
            <p:cNvPr id="945" name="任意形状 944">
              <a:extLst>
                <a:ext uri="{FF2B5EF4-FFF2-40B4-BE49-F238E27FC236}">
                  <a16:creationId xmlns:a16="http://schemas.microsoft.com/office/drawing/2014/main" id="{56BA02C7-A2BF-4258-5403-E34917A21CCB}"/>
                </a:ext>
              </a:extLst>
            </p:cNvPr>
            <p:cNvSpPr/>
            <p:nvPr>
              <p:custDataLst>
                <p:tags r:id="rId266"/>
              </p:custDataLst>
            </p:nvPr>
          </p:nvSpPr>
          <p:spPr>
            <a:xfrm>
              <a:off x="5178507" y="4242792"/>
              <a:ext cx="44390" cy="49213"/>
            </a:xfrm>
            <a:custGeom>
              <a:avLst/>
              <a:gdLst>
                <a:gd name="connsiteX0" fmla="*/ 18879 w 44390"/>
                <a:gd name="connsiteY0" fmla="*/ 23846 h 49213"/>
                <a:gd name="connsiteX1" fmla="*/ 35494 w 44390"/>
                <a:gd name="connsiteY1" fmla="*/ 3201 h 49213"/>
                <a:gd name="connsiteX2" fmla="*/ 33386 w 44390"/>
                <a:gd name="connsiteY2" fmla="*/ 7218 h 49213"/>
                <a:gd name="connsiteX3" fmla="*/ 38966 w 44390"/>
                <a:gd name="connsiteY3" fmla="*/ 12352 h 49213"/>
                <a:gd name="connsiteX4" fmla="*/ 44670 w 44390"/>
                <a:gd name="connsiteY4" fmla="*/ 7218 h 49213"/>
                <a:gd name="connsiteX5" fmla="*/ 34874 w 44390"/>
                <a:gd name="connsiteY5" fmla="*/ 76 h 49213"/>
                <a:gd name="connsiteX6" fmla="*/ 18135 w 44390"/>
                <a:gd name="connsiteY6" fmla="*/ 12017 h 49213"/>
                <a:gd name="connsiteX7" fmla="*/ 18011 w 44390"/>
                <a:gd name="connsiteY7" fmla="*/ 12017 h 49213"/>
                <a:gd name="connsiteX8" fmla="*/ 18011 w 44390"/>
                <a:gd name="connsiteY8" fmla="*/ 76 h 49213"/>
                <a:gd name="connsiteX9" fmla="*/ 280 w 44390"/>
                <a:gd name="connsiteY9" fmla="*/ 1304 h 49213"/>
                <a:gd name="connsiteX10" fmla="*/ 280 w 44390"/>
                <a:gd name="connsiteY10" fmla="*/ 5321 h 49213"/>
                <a:gd name="connsiteX11" fmla="*/ 9579 w 44390"/>
                <a:gd name="connsiteY11" fmla="*/ 11571 h 49213"/>
                <a:gd name="connsiteX12" fmla="*/ 9579 w 44390"/>
                <a:gd name="connsiteY12" fmla="*/ 40474 h 49213"/>
                <a:gd name="connsiteX13" fmla="*/ 280 w 44390"/>
                <a:gd name="connsiteY13" fmla="*/ 45272 h 49213"/>
                <a:gd name="connsiteX14" fmla="*/ 280 w 44390"/>
                <a:gd name="connsiteY14" fmla="*/ 49290 h 49213"/>
                <a:gd name="connsiteX15" fmla="*/ 14415 w 44390"/>
                <a:gd name="connsiteY15" fmla="*/ 48843 h 49213"/>
                <a:gd name="connsiteX16" fmla="*/ 30534 w 44390"/>
                <a:gd name="connsiteY16" fmla="*/ 49290 h 49213"/>
                <a:gd name="connsiteX17" fmla="*/ 30534 w 44390"/>
                <a:gd name="connsiteY17" fmla="*/ 45272 h 49213"/>
                <a:gd name="connsiteX18" fmla="*/ 28055 w 44390"/>
                <a:gd name="connsiteY18" fmla="*/ 45272 h 49213"/>
                <a:gd name="connsiteX19" fmla="*/ 18879 w 44390"/>
                <a:gd name="connsiteY19" fmla="*/ 40251 h 49213"/>
                <a:gd name="connsiteX20" fmla="*/ 18879 w 44390"/>
                <a:gd name="connsiteY20" fmla="*/ 23846 h 492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44390" h="49213">
                  <a:moveTo>
                    <a:pt x="18879" y="23846"/>
                  </a:moveTo>
                  <a:cubicBezTo>
                    <a:pt x="18879" y="14472"/>
                    <a:pt x="23715" y="3201"/>
                    <a:pt x="35494" y="3201"/>
                  </a:cubicBezTo>
                  <a:cubicBezTo>
                    <a:pt x="34378" y="3982"/>
                    <a:pt x="33386" y="5433"/>
                    <a:pt x="33386" y="7218"/>
                  </a:cubicBezTo>
                  <a:cubicBezTo>
                    <a:pt x="33386" y="10901"/>
                    <a:pt x="36610" y="12352"/>
                    <a:pt x="38966" y="12352"/>
                  </a:cubicBezTo>
                  <a:cubicBezTo>
                    <a:pt x="41942" y="12352"/>
                    <a:pt x="44670" y="10566"/>
                    <a:pt x="44670" y="7218"/>
                  </a:cubicBezTo>
                  <a:cubicBezTo>
                    <a:pt x="44670" y="3424"/>
                    <a:pt x="40702" y="76"/>
                    <a:pt x="34874" y="76"/>
                  </a:cubicBezTo>
                  <a:cubicBezTo>
                    <a:pt x="28674" y="76"/>
                    <a:pt x="21855" y="3536"/>
                    <a:pt x="18135" y="12017"/>
                  </a:cubicBezTo>
                  <a:lnTo>
                    <a:pt x="18011" y="12017"/>
                  </a:lnTo>
                  <a:lnTo>
                    <a:pt x="18011" y="76"/>
                  </a:lnTo>
                  <a:lnTo>
                    <a:pt x="280" y="1304"/>
                  </a:lnTo>
                  <a:lnTo>
                    <a:pt x="280" y="5321"/>
                  </a:lnTo>
                  <a:cubicBezTo>
                    <a:pt x="8587" y="5321"/>
                    <a:pt x="9579" y="6102"/>
                    <a:pt x="9579" y="11571"/>
                  </a:cubicBezTo>
                  <a:lnTo>
                    <a:pt x="9579" y="40474"/>
                  </a:lnTo>
                  <a:cubicBezTo>
                    <a:pt x="9579" y="45272"/>
                    <a:pt x="8339" y="45272"/>
                    <a:pt x="280" y="45272"/>
                  </a:cubicBezTo>
                  <a:lnTo>
                    <a:pt x="280" y="49290"/>
                  </a:lnTo>
                  <a:cubicBezTo>
                    <a:pt x="900" y="49290"/>
                    <a:pt x="9331" y="48843"/>
                    <a:pt x="14415" y="48843"/>
                  </a:cubicBezTo>
                  <a:cubicBezTo>
                    <a:pt x="19747" y="48843"/>
                    <a:pt x="25203" y="49067"/>
                    <a:pt x="30534" y="49290"/>
                  </a:cubicBezTo>
                  <a:lnTo>
                    <a:pt x="30534" y="45272"/>
                  </a:lnTo>
                  <a:lnTo>
                    <a:pt x="28055" y="45272"/>
                  </a:lnTo>
                  <a:cubicBezTo>
                    <a:pt x="18879" y="45272"/>
                    <a:pt x="18879" y="44045"/>
                    <a:pt x="18879" y="40251"/>
                  </a:cubicBezTo>
                  <a:lnTo>
                    <a:pt x="18879" y="23846"/>
                  </a:lnTo>
                  <a:close/>
                </a:path>
              </a:pathLst>
            </a:custGeom>
            <a:solidFill>
              <a:srgbClr val="000000"/>
            </a:solidFill>
            <a:ln w="17731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/>
            </a:p>
          </p:txBody>
        </p:sp>
        <p:sp>
          <p:nvSpPr>
            <p:cNvPr id="946" name="任意形状 945">
              <a:extLst>
                <a:ext uri="{FF2B5EF4-FFF2-40B4-BE49-F238E27FC236}">
                  <a16:creationId xmlns:a16="http://schemas.microsoft.com/office/drawing/2014/main" id="{C5F4E7A6-EAE5-59BA-FA7E-2A040757ED1B}"/>
                </a:ext>
              </a:extLst>
            </p:cNvPr>
            <p:cNvSpPr/>
            <p:nvPr>
              <p:custDataLst>
                <p:tags r:id="rId267"/>
              </p:custDataLst>
            </p:nvPr>
          </p:nvSpPr>
          <p:spPr>
            <a:xfrm>
              <a:off x="5234606" y="4242234"/>
              <a:ext cx="61873" cy="50887"/>
            </a:xfrm>
            <a:custGeom>
              <a:avLst/>
              <a:gdLst>
                <a:gd name="connsiteX0" fmla="*/ 48765 w 61873"/>
                <a:gd name="connsiteY0" fmla="*/ 19940 h 50887"/>
                <a:gd name="connsiteX1" fmla="*/ 43061 w 61873"/>
                <a:gd name="connsiteY1" fmla="*/ 5656 h 50887"/>
                <a:gd name="connsiteX2" fmla="*/ 24710 w 61873"/>
                <a:gd name="connsiteY2" fmla="*/ 76 h 50887"/>
                <a:gd name="connsiteX3" fmla="*/ 4623 w 61873"/>
                <a:gd name="connsiteY3" fmla="*/ 10901 h 50887"/>
                <a:gd name="connsiteX4" fmla="*/ 10574 w 61873"/>
                <a:gd name="connsiteY4" fmla="*/ 16369 h 50887"/>
                <a:gd name="connsiteX5" fmla="*/ 16402 w 61873"/>
                <a:gd name="connsiteY5" fmla="*/ 11124 h 50887"/>
                <a:gd name="connsiteX6" fmla="*/ 12062 w 61873"/>
                <a:gd name="connsiteY6" fmla="*/ 5991 h 50887"/>
                <a:gd name="connsiteX7" fmla="*/ 24462 w 61873"/>
                <a:gd name="connsiteY7" fmla="*/ 3201 h 50887"/>
                <a:gd name="connsiteX8" fmla="*/ 38969 w 61873"/>
                <a:gd name="connsiteY8" fmla="*/ 16704 h 50887"/>
                <a:gd name="connsiteX9" fmla="*/ 38969 w 61873"/>
                <a:gd name="connsiteY9" fmla="*/ 20163 h 50887"/>
                <a:gd name="connsiteX10" fmla="*/ 14914 w 61873"/>
                <a:gd name="connsiteY10" fmla="*/ 23734 h 50887"/>
                <a:gd name="connsiteX11" fmla="*/ 283 w 61873"/>
                <a:gd name="connsiteY11" fmla="*/ 38577 h 50887"/>
                <a:gd name="connsiteX12" fmla="*/ 21982 w 61873"/>
                <a:gd name="connsiteY12" fmla="*/ 50964 h 50887"/>
                <a:gd name="connsiteX13" fmla="*/ 40333 w 61873"/>
                <a:gd name="connsiteY13" fmla="*/ 41590 h 50887"/>
                <a:gd name="connsiteX14" fmla="*/ 49881 w 61873"/>
                <a:gd name="connsiteY14" fmla="*/ 50406 h 50887"/>
                <a:gd name="connsiteX15" fmla="*/ 62156 w 61873"/>
                <a:gd name="connsiteY15" fmla="*/ 39804 h 50887"/>
                <a:gd name="connsiteX16" fmla="*/ 62156 w 61873"/>
                <a:gd name="connsiteY16" fmla="*/ 33666 h 50887"/>
                <a:gd name="connsiteX17" fmla="*/ 57940 w 61873"/>
                <a:gd name="connsiteY17" fmla="*/ 33666 h 50887"/>
                <a:gd name="connsiteX18" fmla="*/ 57940 w 61873"/>
                <a:gd name="connsiteY18" fmla="*/ 39693 h 50887"/>
                <a:gd name="connsiteX19" fmla="*/ 53353 w 61873"/>
                <a:gd name="connsiteY19" fmla="*/ 46165 h 50887"/>
                <a:gd name="connsiteX20" fmla="*/ 48765 w 61873"/>
                <a:gd name="connsiteY20" fmla="*/ 39469 h 50887"/>
                <a:gd name="connsiteX21" fmla="*/ 48765 w 61873"/>
                <a:gd name="connsiteY21" fmla="*/ 19940 h 50887"/>
                <a:gd name="connsiteX22" fmla="*/ 38969 w 61873"/>
                <a:gd name="connsiteY22" fmla="*/ 34113 h 50887"/>
                <a:gd name="connsiteX23" fmla="*/ 22974 w 61873"/>
                <a:gd name="connsiteY23" fmla="*/ 47839 h 50887"/>
                <a:gd name="connsiteX24" fmla="*/ 10698 w 61873"/>
                <a:gd name="connsiteY24" fmla="*/ 38577 h 50887"/>
                <a:gd name="connsiteX25" fmla="*/ 38969 w 61873"/>
                <a:gd name="connsiteY25" fmla="*/ 23065 h 50887"/>
                <a:gd name="connsiteX26" fmla="*/ 38969 w 61873"/>
                <a:gd name="connsiteY26" fmla="*/ 34113 h 508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61873" h="50887">
                  <a:moveTo>
                    <a:pt x="48765" y="19940"/>
                  </a:moveTo>
                  <a:cubicBezTo>
                    <a:pt x="48765" y="14026"/>
                    <a:pt x="48765" y="9785"/>
                    <a:pt x="43061" y="5656"/>
                  </a:cubicBezTo>
                  <a:cubicBezTo>
                    <a:pt x="37977" y="1862"/>
                    <a:pt x="32025" y="76"/>
                    <a:pt x="24710" y="76"/>
                  </a:cubicBezTo>
                  <a:cubicBezTo>
                    <a:pt x="12930" y="76"/>
                    <a:pt x="4623" y="4094"/>
                    <a:pt x="4623" y="10901"/>
                  </a:cubicBezTo>
                  <a:cubicBezTo>
                    <a:pt x="4623" y="14472"/>
                    <a:pt x="7350" y="16369"/>
                    <a:pt x="10574" y="16369"/>
                  </a:cubicBezTo>
                  <a:cubicBezTo>
                    <a:pt x="13922" y="16369"/>
                    <a:pt x="16402" y="14137"/>
                    <a:pt x="16402" y="11124"/>
                  </a:cubicBezTo>
                  <a:cubicBezTo>
                    <a:pt x="16402" y="9227"/>
                    <a:pt x="15410" y="6884"/>
                    <a:pt x="12062" y="5991"/>
                  </a:cubicBezTo>
                  <a:cubicBezTo>
                    <a:pt x="16526" y="3201"/>
                    <a:pt x="23718" y="3201"/>
                    <a:pt x="24462" y="3201"/>
                  </a:cubicBezTo>
                  <a:cubicBezTo>
                    <a:pt x="31405" y="3201"/>
                    <a:pt x="38969" y="7330"/>
                    <a:pt x="38969" y="16704"/>
                  </a:cubicBezTo>
                  <a:lnTo>
                    <a:pt x="38969" y="20163"/>
                  </a:lnTo>
                  <a:cubicBezTo>
                    <a:pt x="32149" y="20387"/>
                    <a:pt x="23966" y="20721"/>
                    <a:pt x="14914" y="23734"/>
                  </a:cubicBezTo>
                  <a:cubicBezTo>
                    <a:pt x="3755" y="27417"/>
                    <a:pt x="283" y="33555"/>
                    <a:pt x="283" y="38577"/>
                  </a:cubicBezTo>
                  <a:cubicBezTo>
                    <a:pt x="283" y="48174"/>
                    <a:pt x="13178" y="50964"/>
                    <a:pt x="21982" y="50964"/>
                  </a:cubicBezTo>
                  <a:cubicBezTo>
                    <a:pt x="31901" y="50964"/>
                    <a:pt x="37729" y="45942"/>
                    <a:pt x="40333" y="41590"/>
                  </a:cubicBezTo>
                  <a:cubicBezTo>
                    <a:pt x="40829" y="46165"/>
                    <a:pt x="44177" y="50406"/>
                    <a:pt x="49881" y="50406"/>
                  </a:cubicBezTo>
                  <a:cubicBezTo>
                    <a:pt x="50129" y="50406"/>
                    <a:pt x="62156" y="50406"/>
                    <a:pt x="62156" y="39804"/>
                  </a:cubicBezTo>
                  <a:lnTo>
                    <a:pt x="62156" y="33666"/>
                  </a:lnTo>
                  <a:lnTo>
                    <a:pt x="57940" y="33666"/>
                  </a:lnTo>
                  <a:lnTo>
                    <a:pt x="57940" y="39693"/>
                  </a:lnTo>
                  <a:cubicBezTo>
                    <a:pt x="57940" y="40809"/>
                    <a:pt x="57940" y="46165"/>
                    <a:pt x="53353" y="46165"/>
                  </a:cubicBezTo>
                  <a:cubicBezTo>
                    <a:pt x="48765" y="46165"/>
                    <a:pt x="48765" y="40920"/>
                    <a:pt x="48765" y="39469"/>
                  </a:cubicBezTo>
                  <a:lnTo>
                    <a:pt x="48765" y="19940"/>
                  </a:lnTo>
                  <a:close/>
                  <a:moveTo>
                    <a:pt x="38969" y="34113"/>
                  </a:moveTo>
                  <a:cubicBezTo>
                    <a:pt x="38969" y="44826"/>
                    <a:pt x="28554" y="47839"/>
                    <a:pt x="22974" y="47839"/>
                  </a:cubicBezTo>
                  <a:cubicBezTo>
                    <a:pt x="16650" y="47839"/>
                    <a:pt x="10698" y="44045"/>
                    <a:pt x="10698" y="38577"/>
                  </a:cubicBezTo>
                  <a:cubicBezTo>
                    <a:pt x="10698" y="32439"/>
                    <a:pt x="16650" y="23846"/>
                    <a:pt x="38969" y="23065"/>
                  </a:cubicBezTo>
                  <a:lnTo>
                    <a:pt x="38969" y="34113"/>
                  </a:lnTo>
                  <a:close/>
                </a:path>
              </a:pathLst>
            </a:custGeom>
            <a:solidFill>
              <a:srgbClr val="000000"/>
            </a:solidFill>
            <a:ln w="17731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/>
            </a:p>
          </p:txBody>
        </p:sp>
        <p:sp>
          <p:nvSpPr>
            <p:cNvPr id="947" name="任意形状 946">
              <a:extLst>
                <a:ext uri="{FF2B5EF4-FFF2-40B4-BE49-F238E27FC236}">
                  <a16:creationId xmlns:a16="http://schemas.microsoft.com/office/drawing/2014/main" id="{037F2E74-9D81-16F9-3247-1FF785F88EF5}"/>
                </a:ext>
              </a:extLst>
            </p:cNvPr>
            <p:cNvSpPr/>
            <p:nvPr>
              <p:custDataLst>
                <p:tags r:id="rId268"/>
              </p:custDataLst>
            </p:nvPr>
          </p:nvSpPr>
          <p:spPr>
            <a:xfrm>
              <a:off x="5305339" y="4216790"/>
              <a:ext cx="27030" cy="75215"/>
            </a:xfrm>
            <a:custGeom>
              <a:avLst/>
              <a:gdLst>
                <a:gd name="connsiteX0" fmla="*/ 19506 w 27030"/>
                <a:gd name="connsiteY0" fmla="*/ 6437 h 75215"/>
                <a:gd name="connsiteX1" fmla="*/ 12314 w 27030"/>
                <a:gd name="connsiteY1" fmla="*/ 76 h 75215"/>
                <a:gd name="connsiteX2" fmla="*/ 5247 w 27030"/>
                <a:gd name="connsiteY2" fmla="*/ 6437 h 75215"/>
                <a:gd name="connsiteX3" fmla="*/ 12314 w 27030"/>
                <a:gd name="connsiteY3" fmla="*/ 12910 h 75215"/>
                <a:gd name="connsiteX4" fmla="*/ 19506 w 27030"/>
                <a:gd name="connsiteY4" fmla="*/ 6437 h 75215"/>
                <a:gd name="connsiteX5" fmla="*/ 659 w 27030"/>
                <a:gd name="connsiteY5" fmla="*/ 27306 h 75215"/>
                <a:gd name="connsiteX6" fmla="*/ 659 w 27030"/>
                <a:gd name="connsiteY6" fmla="*/ 31323 h 75215"/>
                <a:gd name="connsiteX7" fmla="*/ 9586 w 27030"/>
                <a:gd name="connsiteY7" fmla="*/ 37461 h 75215"/>
                <a:gd name="connsiteX8" fmla="*/ 9586 w 27030"/>
                <a:gd name="connsiteY8" fmla="*/ 66476 h 75215"/>
                <a:gd name="connsiteX9" fmla="*/ 287 w 27030"/>
                <a:gd name="connsiteY9" fmla="*/ 71274 h 75215"/>
                <a:gd name="connsiteX10" fmla="*/ 287 w 27030"/>
                <a:gd name="connsiteY10" fmla="*/ 75292 h 75215"/>
                <a:gd name="connsiteX11" fmla="*/ 14174 w 27030"/>
                <a:gd name="connsiteY11" fmla="*/ 74845 h 75215"/>
                <a:gd name="connsiteX12" fmla="*/ 27318 w 27030"/>
                <a:gd name="connsiteY12" fmla="*/ 75292 h 75215"/>
                <a:gd name="connsiteX13" fmla="*/ 27318 w 27030"/>
                <a:gd name="connsiteY13" fmla="*/ 71274 h 75215"/>
                <a:gd name="connsiteX14" fmla="*/ 18886 w 27030"/>
                <a:gd name="connsiteY14" fmla="*/ 66587 h 75215"/>
                <a:gd name="connsiteX15" fmla="*/ 18886 w 27030"/>
                <a:gd name="connsiteY15" fmla="*/ 26078 h 75215"/>
                <a:gd name="connsiteX16" fmla="*/ 659 w 27030"/>
                <a:gd name="connsiteY16" fmla="*/ 27306 h 752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7030" h="75215">
                  <a:moveTo>
                    <a:pt x="19506" y="6437"/>
                  </a:moveTo>
                  <a:cubicBezTo>
                    <a:pt x="19506" y="3201"/>
                    <a:pt x="16530" y="76"/>
                    <a:pt x="12314" y="76"/>
                  </a:cubicBezTo>
                  <a:cubicBezTo>
                    <a:pt x="8594" y="76"/>
                    <a:pt x="5247" y="2755"/>
                    <a:pt x="5247" y="6437"/>
                  </a:cubicBezTo>
                  <a:cubicBezTo>
                    <a:pt x="5247" y="10455"/>
                    <a:pt x="8842" y="12910"/>
                    <a:pt x="12314" y="12910"/>
                  </a:cubicBezTo>
                  <a:cubicBezTo>
                    <a:pt x="16282" y="12910"/>
                    <a:pt x="19506" y="10120"/>
                    <a:pt x="19506" y="6437"/>
                  </a:cubicBezTo>
                  <a:close/>
                  <a:moveTo>
                    <a:pt x="659" y="27306"/>
                  </a:moveTo>
                  <a:lnTo>
                    <a:pt x="659" y="31323"/>
                  </a:lnTo>
                  <a:cubicBezTo>
                    <a:pt x="8470" y="31323"/>
                    <a:pt x="9586" y="31993"/>
                    <a:pt x="9586" y="37461"/>
                  </a:cubicBezTo>
                  <a:lnTo>
                    <a:pt x="9586" y="66476"/>
                  </a:lnTo>
                  <a:cubicBezTo>
                    <a:pt x="9586" y="71274"/>
                    <a:pt x="8346" y="71274"/>
                    <a:pt x="287" y="71274"/>
                  </a:cubicBezTo>
                  <a:lnTo>
                    <a:pt x="287" y="75292"/>
                  </a:lnTo>
                  <a:cubicBezTo>
                    <a:pt x="535" y="75292"/>
                    <a:pt x="9214" y="74845"/>
                    <a:pt x="14174" y="74845"/>
                  </a:cubicBezTo>
                  <a:cubicBezTo>
                    <a:pt x="18514" y="74845"/>
                    <a:pt x="22978" y="74957"/>
                    <a:pt x="27318" y="75292"/>
                  </a:cubicBezTo>
                  <a:lnTo>
                    <a:pt x="27318" y="71274"/>
                  </a:lnTo>
                  <a:cubicBezTo>
                    <a:pt x="20126" y="71274"/>
                    <a:pt x="18886" y="71274"/>
                    <a:pt x="18886" y="66587"/>
                  </a:cubicBezTo>
                  <a:lnTo>
                    <a:pt x="18886" y="26078"/>
                  </a:lnTo>
                  <a:lnTo>
                    <a:pt x="659" y="27306"/>
                  </a:lnTo>
                  <a:close/>
                </a:path>
              </a:pathLst>
            </a:custGeom>
            <a:solidFill>
              <a:srgbClr val="000000"/>
            </a:solidFill>
            <a:ln w="17731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/>
            </a:p>
          </p:txBody>
        </p:sp>
        <p:sp>
          <p:nvSpPr>
            <p:cNvPr id="948" name="任意形状 947">
              <a:extLst>
                <a:ext uri="{FF2B5EF4-FFF2-40B4-BE49-F238E27FC236}">
                  <a16:creationId xmlns:a16="http://schemas.microsoft.com/office/drawing/2014/main" id="{EF80B3B7-CD84-244F-82DC-23E5C9755082}"/>
                </a:ext>
              </a:extLst>
            </p:cNvPr>
            <p:cNvSpPr/>
            <p:nvPr>
              <p:custDataLst>
                <p:tags r:id="rId269"/>
              </p:custDataLst>
            </p:nvPr>
          </p:nvSpPr>
          <p:spPr>
            <a:xfrm>
              <a:off x="5345193" y="4242792"/>
              <a:ext cx="66461" cy="49213"/>
            </a:xfrm>
            <a:custGeom>
              <a:avLst/>
              <a:gdLst>
                <a:gd name="connsiteX0" fmla="*/ 57451 w 66461"/>
                <a:gd name="connsiteY0" fmla="*/ 15476 h 49213"/>
                <a:gd name="connsiteX1" fmla="*/ 38851 w 66461"/>
                <a:gd name="connsiteY1" fmla="*/ 76 h 49213"/>
                <a:gd name="connsiteX2" fmla="*/ 18640 w 66461"/>
                <a:gd name="connsiteY2" fmla="*/ 10901 h 49213"/>
                <a:gd name="connsiteX3" fmla="*/ 18516 w 66461"/>
                <a:gd name="connsiteY3" fmla="*/ 10901 h 49213"/>
                <a:gd name="connsiteX4" fmla="*/ 18516 w 66461"/>
                <a:gd name="connsiteY4" fmla="*/ 76 h 49213"/>
                <a:gd name="connsiteX5" fmla="*/ 289 w 66461"/>
                <a:gd name="connsiteY5" fmla="*/ 1304 h 49213"/>
                <a:gd name="connsiteX6" fmla="*/ 289 w 66461"/>
                <a:gd name="connsiteY6" fmla="*/ 5321 h 49213"/>
                <a:gd name="connsiteX7" fmla="*/ 9589 w 66461"/>
                <a:gd name="connsiteY7" fmla="*/ 11571 h 49213"/>
                <a:gd name="connsiteX8" fmla="*/ 9589 w 66461"/>
                <a:gd name="connsiteY8" fmla="*/ 40474 h 49213"/>
                <a:gd name="connsiteX9" fmla="*/ 289 w 66461"/>
                <a:gd name="connsiteY9" fmla="*/ 45272 h 49213"/>
                <a:gd name="connsiteX10" fmla="*/ 289 w 66461"/>
                <a:gd name="connsiteY10" fmla="*/ 49290 h 49213"/>
                <a:gd name="connsiteX11" fmla="*/ 14424 w 66461"/>
                <a:gd name="connsiteY11" fmla="*/ 48843 h 49213"/>
                <a:gd name="connsiteX12" fmla="*/ 28684 w 66461"/>
                <a:gd name="connsiteY12" fmla="*/ 49290 h 49213"/>
                <a:gd name="connsiteX13" fmla="*/ 28684 w 66461"/>
                <a:gd name="connsiteY13" fmla="*/ 45272 h 49213"/>
                <a:gd name="connsiteX14" fmla="*/ 19384 w 66461"/>
                <a:gd name="connsiteY14" fmla="*/ 40474 h 49213"/>
                <a:gd name="connsiteX15" fmla="*/ 19384 w 66461"/>
                <a:gd name="connsiteY15" fmla="*/ 20387 h 49213"/>
                <a:gd name="connsiteX16" fmla="*/ 37859 w 66461"/>
                <a:gd name="connsiteY16" fmla="*/ 3201 h 49213"/>
                <a:gd name="connsiteX17" fmla="*/ 47655 w 66461"/>
                <a:gd name="connsiteY17" fmla="*/ 15030 h 49213"/>
                <a:gd name="connsiteX18" fmla="*/ 47655 w 66461"/>
                <a:gd name="connsiteY18" fmla="*/ 40474 h 49213"/>
                <a:gd name="connsiteX19" fmla="*/ 38355 w 66461"/>
                <a:gd name="connsiteY19" fmla="*/ 45272 h 49213"/>
                <a:gd name="connsiteX20" fmla="*/ 38355 w 66461"/>
                <a:gd name="connsiteY20" fmla="*/ 49290 h 49213"/>
                <a:gd name="connsiteX21" fmla="*/ 52491 w 66461"/>
                <a:gd name="connsiteY21" fmla="*/ 48843 h 49213"/>
                <a:gd name="connsiteX22" fmla="*/ 66750 w 66461"/>
                <a:gd name="connsiteY22" fmla="*/ 49290 h 49213"/>
                <a:gd name="connsiteX23" fmla="*/ 66750 w 66461"/>
                <a:gd name="connsiteY23" fmla="*/ 45272 h 49213"/>
                <a:gd name="connsiteX24" fmla="*/ 57451 w 66461"/>
                <a:gd name="connsiteY24" fmla="*/ 40474 h 49213"/>
                <a:gd name="connsiteX25" fmla="*/ 57451 w 66461"/>
                <a:gd name="connsiteY25" fmla="*/ 15476 h 492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66461" h="49213">
                  <a:moveTo>
                    <a:pt x="57451" y="15476"/>
                  </a:moveTo>
                  <a:cubicBezTo>
                    <a:pt x="57451" y="5768"/>
                    <a:pt x="52119" y="76"/>
                    <a:pt x="38851" y="76"/>
                  </a:cubicBezTo>
                  <a:cubicBezTo>
                    <a:pt x="28684" y="76"/>
                    <a:pt x="22112" y="5098"/>
                    <a:pt x="18640" y="10901"/>
                  </a:cubicBezTo>
                  <a:lnTo>
                    <a:pt x="18516" y="10901"/>
                  </a:lnTo>
                  <a:lnTo>
                    <a:pt x="18516" y="76"/>
                  </a:lnTo>
                  <a:lnTo>
                    <a:pt x="289" y="1304"/>
                  </a:lnTo>
                  <a:lnTo>
                    <a:pt x="289" y="5321"/>
                  </a:lnTo>
                  <a:cubicBezTo>
                    <a:pt x="8597" y="5321"/>
                    <a:pt x="9589" y="6102"/>
                    <a:pt x="9589" y="11571"/>
                  </a:cubicBezTo>
                  <a:lnTo>
                    <a:pt x="9589" y="40474"/>
                  </a:lnTo>
                  <a:cubicBezTo>
                    <a:pt x="9589" y="45272"/>
                    <a:pt x="8349" y="45272"/>
                    <a:pt x="289" y="45272"/>
                  </a:cubicBezTo>
                  <a:lnTo>
                    <a:pt x="289" y="49290"/>
                  </a:lnTo>
                  <a:cubicBezTo>
                    <a:pt x="537" y="49290"/>
                    <a:pt x="9217" y="48843"/>
                    <a:pt x="14424" y="48843"/>
                  </a:cubicBezTo>
                  <a:cubicBezTo>
                    <a:pt x="19012" y="48843"/>
                    <a:pt x="27568" y="49178"/>
                    <a:pt x="28684" y="49290"/>
                  </a:cubicBezTo>
                  <a:lnTo>
                    <a:pt x="28684" y="45272"/>
                  </a:lnTo>
                  <a:cubicBezTo>
                    <a:pt x="20624" y="45272"/>
                    <a:pt x="19384" y="45272"/>
                    <a:pt x="19384" y="40474"/>
                  </a:cubicBezTo>
                  <a:lnTo>
                    <a:pt x="19384" y="20387"/>
                  </a:lnTo>
                  <a:cubicBezTo>
                    <a:pt x="19384" y="8669"/>
                    <a:pt x="29676" y="3201"/>
                    <a:pt x="37859" y="3201"/>
                  </a:cubicBezTo>
                  <a:cubicBezTo>
                    <a:pt x="46539" y="3201"/>
                    <a:pt x="47655" y="9339"/>
                    <a:pt x="47655" y="15030"/>
                  </a:cubicBezTo>
                  <a:lnTo>
                    <a:pt x="47655" y="40474"/>
                  </a:lnTo>
                  <a:cubicBezTo>
                    <a:pt x="47655" y="45272"/>
                    <a:pt x="46415" y="45272"/>
                    <a:pt x="38355" y="45272"/>
                  </a:cubicBezTo>
                  <a:lnTo>
                    <a:pt x="38355" y="49290"/>
                  </a:lnTo>
                  <a:cubicBezTo>
                    <a:pt x="38603" y="49290"/>
                    <a:pt x="47283" y="48843"/>
                    <a:pt x="52491" y="48843"/>
                  </a:cubicBezTo>
                  <a:cubicBezTo>
                    <a:pt x="57079" y="48843"/>
                    <a:pt x="65634" y="49178"/>
                    <a:pt x="66750" y="49290"/>
                  </a:cubicBezTo>
                  <a:lnTo>
                    <a:pt x="66750" y="45272"/>
                  </a:lnTo>
                  <a:cubicBezTo>
                    <a:pt x="58691" y="45272"/>
                    <a:pt x="57451" y="45272"/>
                    <a:pt x="57451" y="40474"/>
                  </a:cubicBezTo>
                  <a:lnTo>
                    <a:pt x="57451" y="15476"/>
                  </a:lnTo>
                  <a:close/>
                </a:path>
              </a:pathLst>
            </a:custGeom>
            <a:solidFill>
              <a:srgbClr val="000000"/>
            </a:solidFill>
            <a:ln w="17731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/>
            </a:p>
          </p:txBody>
        </p:sp>
        <p:sp>
          <p:nvSpPr>
            <p:cNvPr id="949" name="任意形状 948">
              <a:extLst>
                <a:ext uri="{FF2B5EF4-FFF2-40B4-BE49-F238E27FC236}">
                  <a16:creationId xmlns:a16="http://schemas.microsoft.com/office/drawing/2014/main" id="{9FC3E5EA-5F44-D47D-ADA0-5AEF9D2F1AC0}"/>
                </a:ext>
              </a:extLst>
            </p:cNvPr>
            <p:cNvSpPr/>
            <p:nvPr>
              <p:custDataLst>
                <p:tags r:id="rId270"/>
              </p:custDataLst>
            </p:nvPr>
          </p:nvSpPr>
          <p:spPr>
            <a:xfrm>
              <a:off x="5438343" y="4148526"/>
              <a:ext cx="62883" cy="159422"/>
            </a:xfrm>
            <a:custGeom>
              <a:avLst/>
              <a:gdLst>
                <a:gd name="connsiteX0" fmla="*/ 25801 w 62883"/>
                <a:gd name="connsiteY0" fmla="*/ 138294 h 159422"/>
                <a:gd name="connsiteX1" fmla="*/ 1888 w 62883"/>
                <a:gd name="connsiteY1" fmla="*/ 155990 h 159422"/>
                <a:gd name="connsiteX2" fmla="*/ 294 w 62883"/>
                <a:gd name="connsiteY2" fmla="*/ 157743 h 159422"/>
                <a:gd name="connsiteX3" fmla="*/ 3837 w 62883"/>
                <a:gd name="connsiteY3" fmla="*/ 159497 h 159422"/>
                <a:gd name="connsiteX4" fmla="*/ 37670 w 62883"/>
                <a:gd name="connsiteY4" fmla="*/ 139569 h 159422"/>
                <a:gd name="connsiteX5" fmla="*/ 37670 w 62883"/>
                <a:gd name="connsiteY5" fmla="*/ 103221 h 159422"/>
                <a:gd name="connsiteX6" fmla="*/ 44755 w 62883"/>
                <a:gd name="connsiteY6" fmla="*/ 86641 h 159422"/>
                <a:gd name="connsiteX7" fmla="*/ 61583 w 62883"/>
                <a:gd name="connsiteY7" fmla="*/ 81539 h 159422"/>
                <a:gd name="connsiteX8" fmla="*/ 63177 w 62883"/>
                <a:gd name="connsiteY8" fmla="*/ 79786 h 159422"/>
                <a:gd name="connsiteX9" fmla="*/ 60343 w 62883"/>
                <a:gd name="connsiteY9" fmla="*/ 78032 h 159422"/>
                <a:gd name="connsiteX10" fmla="*/ 38201 w 62883"/>
                <a:gd name="connsiteY10" fmla="*/ 63844 h 159422"/>
                <a:gd name="connsiteX11" fmla="*/ 37670 w 62883"/>
                <a:gd name="connsiteY11" fmla="*/ 56032 h 159422"/>
                <a:gd name="connsiteX12" fmla="*/ 37670 w 62883"/>
                <a:gd name="connsiteY12" fmla="*/ 24466 h 159422"/>
                <a:gd name="connsiteX13" fmla="*/ 29167 w 62883"/>
                <a:gd name="connsiteY13" fmla="*/ 6611 h 159422"/>
                <a:gd name="connsiteX14" fmla="*/ 3837 w 62883"/>
                <a:gd name="connsiteY14" fmla="*/ 75 h 159422"/>
                <a:gd name="connsiteX15" fmla="*/ 294 w 62883"/>
                <a:gd name="connsiteY15" fmla="*/ 1828 h 159422"/>
                <a:gd name="connsiteX16" fmla="*/ 3128 w 62883"/>
                <a:gd name="connsiteY16" fmla="*/ 3582 h 159422"/>
                <a:gd name="connsiteX17" fmla="*/ 25270 w 62883"/>
                <a:gd name="connsiteY17" fmla="*/ 17452 h 159422"/>
                <a:gd name="connsiteX18" fmla="*/ 25801 w 62883"/>
                <a:gd name="connsiteY18" fmla="*/ 24945 h 159422"/>
                <a:gd name="connsiteX19" fmla="*/ 25801 w 62883"/>
                <a:gd name="connsiteY19" fmla="*/ 58423 h 159422"/>
                <a:gd name="connsiteX20" fmla="*/ 32887 w 62883"/>
                <a:gd name="connsiteY20" fmla="*/ 73568 h 159422"/>
                <a:gd name="connsiteX21" fmla="*/ 46703 w 62883"/>
                <a:gd name="connsiteY21" fmla="*/ 79786 h 159422"/>
                <a:gd name="connsiteX22" fmla="*/ 25801 w 62883"/>
                <a:gd name="connsiteY22" fmla="*/ 100032 h 159422"/>
                <a:gd name="connsiteX23" fmla="*/ 25801 w 62883"/>
                <a:gd name="connsiteY23" fmla="*/ 138294 h 1594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62883" h="159422">
                  <a:moveTo>
                    <a:pt x="25801" y="138294"/>
                  </a:moveTo>
                  <a:cubicBezTo>
                    <a:pt x="25801" y="144671"/>
                    <a:pt x="21196" y="154874"/>
                    <a:pt x="1888" y="155990"/>
                  </a:cubicBezTo>
                  <a:cubicBezTo>
                    <a:pt x="1002" y="156149"/>
                    <a:pt x="294" y="156787"/>
                    <a:pt x="294" y="157743"/>
                  </a:cubicBezTo>
                  <a:cubicBezTo>
                    <a:pt x="294" y="159497"/>
                    <a:pt x="2242" y="159497"/>
                    <a:pt x="3837" y="159497"/>
                  </a:cubicBezTo>
                  <a:cubicBezTo>
                    <a:pt x="21019" y="159497"/>
                    <a:pt x="37492" y="151685"/>
                    <a:pt x="37670" y="139569"/>
                  </a:cubicBezTo>
                  <a:lnTo>
                    <a:pt x="37670" y="103221"/>
                  </a:lnTo>
                  <a:cubicBezTo>
                    <a:pt x="37670" y="97003"/>
                    <a:pt x="37670" y="91902"/>
                    <a:pt x="44755" y="86641"/>
                  </a:cubicBezTo>
                  <a:cubicBezTo>
                    <a:pt x="50955" y="82018"/>
                    <a:pt x="57686" y="81699"/>
                    <a:pt x="61583" y="81539"/>
                  </a:cubicBezTo>
                  <a:cubicBezTo>
                    <a:pt x="62469" y="81380"/>
                    <a:pt x="63177" y="80742"/>
                    <a:pt x="63177" y="79786"/>
                  </a:cubicBezTo>
                  <a:cubicBezTo>
                    <a:pt x="63177" y="78192"/>
                    <a:pt x="62114" y="78192"/>
                    <a:pt x="60343" y="78032"/>
                  </a:cubicBezTo>
                  <a:cubicBezTo>
                    <a:pt x="48652" y="77394"/>
                    <a:pt x="40149" y="71655"/>
                    <a:pt x="38201" y="63844"/>
                  </a:cubicBezTo>
                  <a:cubicBezTo>
                    <a:pt x="37670" y="62090"/>
                    <a:pt x="37670" y="61771"/>
                    <a:pt x="37670" y="56032"/>
                  </a:cubicBezTo>
                  <a:lnTo>
                    <a:pt x="37670" y="24466"/>
                  </a:lnTo>
                  <a:cubicBezTo>
                    <a:pt x="37670" y="17771"/>
                    <a:pt x="37670" y="12669"/>
                    <a:pt x="29167" y="6611"/>
                  </a:cubicBezTo>
                  <a:cubicBezTo>
                    <a:pt x="22082" y="1669"/>
                    <a:pt x="9859" y="75"/>
                    <a:pt x="3837" y="75"/>
                  </a:cubicBezTo>
                  <a:cubicBezTo>
                    <a:pt x="2242" y="75"/>
                    <a:pt x="294" y="75"/>
                    <a:pt x="294" y="1828"/>
                  </a:cubicBezTo>
                  <a:cubicBezTo>
                    <a:pt x="294" y="3423"/>
                    <a:pt x="1357" y="3423"/>
                    <a:pt x="3128" y="3582"/>
                  </a:cubicBezTo>
                  <a:cubicBezTo>
                    <a:pt x="14288" y="4220"/>
                    <a:pt x="22967" y="9321"/>
                    <a:pt x="25270" y="17452"/>
                  </a:cubicBezTo>
                  <a:cubicBezTo>
                    <a:pt x="25801" y="18887"/>
                    <a:pt x="25801" y="19205"/>
                    <a:pt x="25801" y="24945"/>
                  </a:cubicBezTo>
                  <a:lnTo>
                    <a:pt x="25801" y="58423"/>
                  </a:lnTo>
                  <a:cubicBezTo>
                    <a:pt x="25801" y="65757"/>
                    <a:pt x="27218" y="68467"/>
                    <a:pt x="32887" y="73568"/>
                  </a:cubicBezTo>
                  <a:cubicBezTo>
                    <a:pt x="36607" y="76916"/>
                    <a:pt x="41744" y="78510"/>
                    <a:pt x="46703" y="79786"/>
                  </a:cubicBezTo>
                  <a:cubicBezTo>
                    <a:pt x="32178" y="83453"/>
                    <a:pt x="25801" y="90786"/>
                    <a:pt x="25801" y="100032"/>
                  </a:cubicBezTo>
                  <a:lnTo>
                    <a:pt x="25801" y="138294"/>
                  </a:lnTo>
                  <a:close/>
                </a:path>
              </a:pathLst>
            </a:custGeom>
            <a:solidFill>
              <a:srgbClr val="000000"/>
            </a:solidFill>
            <a:ln w="17731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/>
            </a:p>
          </p:txBody>
        </p:sp>
      </p:grpSp>
      <p:grpSp>
        <p:nvGrpSpPr>
          <p:cNvPr id="1008" name="组合 1007">
            <a:extLst>
              <a:ext uri="{FF2B5EF4-FFF2-40B4-BE49-F238E27FC236}">
                <a16:creationId xmlns:a16="http://schemas.microsoft.com/office/drawing/2014/main" id="{ED78ACD2-9A7C-1C9B-11D1-3DA9B7A278E5}"/>
              </a:ext>
            </a:extLst>
          </p:cNvPr>
          <p:cNvGrpSpPr>
            <a:grpSpLocks noChangeAspect="1"/>
          </p:cNvGrpSpPr>
          <p:nvPr>
            <p:custDataLst>
              <p:tags r:id="rId2"/>
            </p:custDataLst>
          </p:nvPr>
        </p:nvGrpSpPr>
        <p:grpSpPr>
          <a:xfrm>
            <a:off x="383029" y="2944618"/>
            <a:ext cx="2434908" cy="160094"/>
            <a:chOff x="3133963" y="4424846"/>
            <a:chExt cx="2434908" cy="160094"/>
          </a:xfrm>
        </p:grpSpPr>
        <p:sp>
          <p:nvSpPr>
            <p:cNvPr id="980" name="任意形状 979">
              <a:extLst>
                <a:ext uri="{FF2B5EF4-FFF2-40B4-BE49-F238E27FC236}">
                  <a16:creationId xmlns:a16="http://schemas.microsoft.com/office/drawing/2014/main" id="{74AE14B3-3C1A-8072-6BE5-B47783A3783E}"/>
                </a:ext>
              </a:extLst>
            </p:cNvPr>
            <p:cNvSpPr/>
            <p:nvPr>
              <p:custDataLst>
                <p:tags r:id="rId218"/>
              </p:custDataLst>
            </p:nvPr>
          </p:nvSpPr>
          <p:spPr>
            <a:xfrm>
              <a:off x="3133963" y="4436006"/>
              <a:ext cx="128561" cy="108407"/>
            </a:xfrm>
            <a:custGeom>
              <a:avLst/>
              <a:gdLst>
                <a:gd name="connsiteX0" fmla="*/ 118846 w 128561"/>
                <a:gd name="connsiteY0" fmla="*/ 71336 h 108407"/>
                <a:gd name="connsiteX1" fmla="*/ 119731 w 128561"/>
                <a:gd name="connsiteY1" fmla="*/ 69105 h 108407"/>
                <a:gd name="connsiteX2" fmla="*/ 117606 w 128561"/>
                <a:gd name="connsiteY2" fmla="*/ 67351 h 108407"/>
                <a:gd name="connsiteX3" fmla="*/ 115303 w 128561"/>
                <a:gd name="connsiteY3" fmla="*/ 69264 h 108407"/>
                <a:gd name="connsiteX4" fmla="*/ 66945 w 128561"/>
                <a:gd name="connsiteY4" fmla="*/ 103540 h 108407"/>
                <a:gd name="connsiteX5" fmla="*/ 41083 w 128561"/>
                <a:gd name="connsiteY5" fmla="*/ 103540 h 108407"/>
                <a:gd name="connsiteX6" fmla="*/ 37186 w 128561"/>
                <a:gd name="connsiteY6" fmla="*/ 103380 h 108407"/>
                <a:gd name="connsiteX7" fmla="*/ 34883 w 128561"/>
                <a:gd name="connsiteY7" fmla="*/ 101786 h 108407"/>
                <a:gd name="connsiteX8" fmla="*/ 35769 w 128561"/>
                <a:gd name="connsiteY8" fmla="*/ 98119 h 108407"/>
                <a:gd name="connsiteX9" fmla="*/ 47814 w 128561"/>
                <a:gd name="connsiteY9" fmla="*/ 54597 h 108407"/>
                <a:gd name="connsiteX10" fmla="*/ 65351 w 128561"/>
                <a:gd name="connsiteY10" fmla="*/ 54597 h 108407"/>
                <a:gd name="connsiteX11" fmla="*/ 80407 w 128561"/>
                <a:gd name="connsiteY11" fmla="*/ 61931 h 108407"/>
                <a:gd name="connsiteX12" fmla="*/ 79167 w 128561"/>
                <a:gd name="connsiteY12" fmla="*/ 69742 h 108407"/>
                <a:gd name="connsiteX13" fmla="*/ 78636 w 128561"/>
                <a:gd name="connsiteY13" fmla="*/ 71496 h 108407"/>
                <a:gd name="connsiteX14" fmla="*/ 80939 w 128561"/>
                <a:gd name="connsiteY14" fmla="*/ 73249 h 108407"/>
                <a:gd name="connsiteX15" fmla="*/ 83596 w 128561"/>
                <a:gd name="connsiteY15" fmla="*/ 70061 h 108407"/>
                <a:gd name="connsiteX16" fmla="*/ 93692 w 128561"/>
                <a:gd name="connsiteY16" fmla="*/ 32756 h 108407"/>
                <a:gd name="connsiteX17" fmla="*/ 91567 w 128561"/>
                <a:gd name="connsiteY17" fmla="*/ 31003 h 108407"/>
                <a:gd name="connsiteX18" fmla="*/ 89087 w 128561"/>
                <a:gd name="connsiteY18" fmla="*/ 33872 h 108407"/>
                <a:gd name="connsiteX19" fmla="*/ 65882 w 128561"/>
                <a:gd name="connsiteY19" fmla="*/ 49655 h 108407"/>
                <a:gd name="connsiteX20" fmla="*/ 49231 w 128561"/>
                <a:gd name="connsiteY20" fmla="*/ 49655 h 108407"/>
                <a:gd name="connsiteX21" fmla="*/ 59859 w 128561"/>
                <a:gd name="connsiteY21" fmla="*/ 11234 h 108407"/>
                <a:gd name="connsiteX22" fmla="*/ 69425 w 128561"/>
                <a:gd name="connsiteY22" fmla="*/ 5017 h 108407"/>
                <a:gd name="connsiteX23" fmla="*/ 94401 w 128561"/>
                <a:gd name="connsiteY23" fmla="*/ 5017 h 108407"/>
                <a:gd name="connsiteX24" fmla="*/ 121325 w 128561"/>
                <a:gd name="connsiteY24" fmla="*/ 22713 h 108407"/>
                <a:gd name="connsiteX25" fmla="*/ 120617 w 128561"/>
                <a:gd name="connsiteY25" fmla="*/ 31162 h 108407"/>
                <a:gd name="connsiteX26" fmla="*/ 120440 w 128561"/>
                <a:gd name="connsiteY26" fmla="*/ 34032 h 108407"/>
                <a:gd name="connsiteX27" fmla="*/ 122565 w 128561"/>
                <a:gd name="connsiteY27" fmla="*/ 35945 h 108407"/>
                <a:gd name="connsiteX28" fmla="*/ 125045 w 128561"/>
                <a:gd name="connsiteY28" fmla="*/ 31959 h 108407"/>
                <a:gd name="connsiteX29" fmla="*/ 128588 w 128561"/>
                <a:gd name="connsiteY29" fmla="*/ 4379 h 108407"/>
                <a:gd name="connsiteX30" fmla="*/ 123805 w 128561"/>
                <a:gd name="connsiteY30" fmla="*/ 75 h 108407"/>
                <a:gd name="connsiteX31" fmla="*/ 34352 w 128561"/>
                <a:gd name="connsiteY31" fmla="*/ 75 h 108407"/>
                <a:gd name="connsiteX32" fmla="*/ 29038 w 128561"/>
                <a:gd name="connsiteY32" fmla="*/ 3263 h 108407"/>
                <a:gd name="connsiteX33" fmla="*/ 33998 w 128561"/>
                <a:gd name="connsiteY33" fmla="*/ 5017 h 108407"/>
                <a:gd name="connsiteX34" fmla="*/ 45511 w 128561"/>
                <a:gd name="connsiteY34" fmla="*/ 7886 h 108407"/>
                <a:gd name="connsiteX35" fmla="*/ 44626 w 128561"/>
                <a:gd name="connsiteY35" fmla="*/ 11713 h 108407"/>
                <a:gd name="connsiteX36" fmla="*/ 21244 w 128561"/>
                <a:gd name="connsiteY36" fmla="*/ 96047 h 108407"/>
                <a:gd name="connsiteX37" fmla="*/ 5124 w 128561"/>
                <a:gd name="connsiteY37" fmla="*/ 103540 h 108407"/>
                <a:gd name="connsiteX38" fmla="*/ 165 w 128561"/>
                <a:gd name="connsiteY38" fmla="*/ 106569 h 108407"/>
                <a:gd name="connsiteX39" fmla="*/ 5124 w 128561"/>
                <a:gd name="connsiteY39" fmla="*/ 108482 h 108407"/>
                <a:gd name="connsiteX40" fmla="*/ 97058 w 128561"/>
                <a:gd name="connsiteY40" fmla="*/ 108482 h 108407"/>
                <a:gd name="connsiteX41" fmla="*/ 102549 w 128561"/>
                <a:gd name="connsiteY41" fmla="*/ 105772 h 108407"/>
                <a:gd name="connsiteX42" fmla="*/ 118846 w 128561"/>
                <a:gd name="connsiteY42" fmla="*/ 71336 h 1084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</a:cxnLst>
              <a:rect l="l" t="t" r="r" b="b"/>
              <a:pathLst>
                <a:path w="128561" h="108407">
                  <a:moveTo>
                    <a:pt x="118846" y="71336"/>
                  </a:moveTo>
                  <a:cubicBezTo>
                    <a:pt x="119200" y="70539"/>
                    <a:pt x="119731" y="69423"/>
                    <a:pt x="119731" y="69105"/>
                  </a:cubicBezTo>
                  <a:cubicBezTo>
                    <a:pt x="119731" y="68945"/>
                    <a:pt x="119731" y="67351"/>
                    <a:pt x="117606" y="67351"/>
                  </a:cubicBezTo>
                  <a:cubicBezTo>
                    <a:pt x="116011" y="67351"/>
                    <a:pt x="115657" y="68307"/>
                    <a:pt x="115303" y="69264"/>
                  </a:cubicBezTo>
                  <a:cubicBezTo>
                    <a:pt x="103789" y="92858"/>
                    <a:pt x="97235" y="103540"/>
                    <a:pt x="66945" y="103540"/>
                  </a:cubicBezTo>
                  <a:lnTo>
                    <a:pt x="41083" y="103540"/>
                  </a:lnTo>
                  <a:cubicBezTo>
                    <a:pt x="38603" y="103540"/>
                    <a:pt x="38249" y="103540"/>
                    <a:pt x="37186" y="103380"/>
                  </a:cubicBezTo>
                  <a:cubicBezTo>
                    <a:pt x="35415" y="103221"/>
                    <a:pt x="34883" y="103061"/>
                    <a:pt x="34883" y="101786"/>
                  </a:cubicBezTo>
                  <a:cubicBezTo>
                    <a:pt x="34883" y="101308"/>
                    <a:pt x="34883" y="100989"/>
                    <a:pt x="35769" y="98119"/>
                  </a:cubicBezTo>
                  <a:lnTo>
                    <a:pt x="47814" y="54597"/>
                  </a:lnTo>
                  <a:lnTo>
                    <a:pt x="65351" y="54597"/>
                  </a:lnTo>
                  <a:cubicBezTo>
                    <a:pt x="80407" y="54597"/>
                    <a:pt x="80407" y="57945"/>
                    <a:pt x="80407" y="61931"/>
                  </a:cubicBezTo>
                  <a:cubicBezTo>
                    <a:pt x="80407" y="63046"/>
                    <a:pt x="80407" y="64960"/>
                    <a:pt x="79167" y="69742"/>
                  </a:cubicBezTo>
                  <a:cubicBezTo>
                    <a:pt x="78813" y="70539"/>
                    <a:pt x="78636" y="71018"/>
                    <a:pt x="78636" y="71496"/>
                  </a:cubicBezTo>
                  <a:cubicBezTo>
                    <a:pt x="78636" y="72293"/>
                    <a:pt x="79344" y="73249"/>
                    <a:pt x="80939" y="73249"/>
                  </a:cubicBezTo>
                  <a:cubicBezTo>
                    <a:pt x="82356" y="73249"/>
                    <a:pt x="82887" y="72452"/>
                    <a:pt x="83596" y="70061"/>
                  </a:cubicBezTo>
                  <a:lnTo>
                    <a:pt x="93692" y="32756"/>
                  </a:lnTo>
                  <a:cubicBezTo>
                    <a:pt x="93692" y="31800"/>
                    <a:pt x="92807" y="31003"/>
                    <a:pt x="91567" y="31003"/>
                  </a:cubicBezTo>
                  <a:cubicBezTo>
                    <a:pt x="89972" y="31003"/>
                    <a:pt x="89618" y="31959"/>
                    <a:pt x="89087" y="33872"/>
                  </a:cubicBezTo>
                  <a:cubicBezTo>
                    <a:pt x="85367" y="45988"/>
                    <a:pt x="82178" y="49655"/>
                    <a:pt x="65882" y="49655"/>
                  </a:cubicBezTo>
                  <a:lnTo>
                    <a:pt x="49231" y="49655"/>
                  </a:lnTo>
                  <a:lnTo>
                    <a:pt x="59859" y="11234"/>
                  </a:lnTo>
                  <a:cubicBezTo>
                    <a:pt x="61454" y="5654"/>
                    <a:pt x="61631" y="5017"/>
                    <a:pt x="69425" y="5017"/>
                  </a:cubicBezTo>
                  <a:lnTo>
                    <a:pt x="94401" y="5017"/>
                  </a:lnTo>
                  <a:cubicBezTo>
                    <a:pt x="116011" y="5017"/>
                    <a:pt x="121325" y="9640"/>
                    <a:pt x="121325" y="22713"/>
                  </a:cubicBezTo>
                  <a:cubicBezTo>
                    <a:pt x="121325" y="26539"/>
                    <a:pt x="121325" y="26858"/>
                    <a:pt x="120617" y="31162"/>
                  </a:cubicBezTo>
                  <a:cubicBezTo>
                    <a:pt x="120617" y="32119"/>
                    <a:pt x="120440" y="33235"/>
                    <a:pt x="120440" y="34032"/>
                  </a:cubicBezTo>
                  <a:cubicBezTo>
                    <a:pt x="120440" y="34829"/>
                    <a:pt x="120971" y="35945"/>
                    <a:pt x="122565" y="35945"/>
                  </a:cubicBezTo>
                  <a:cubicBezTo>
                    <a:pt x="124514" y="35945"/>
                    <a:pt x="124691" y="34988"/>
                    <a:pt x="125045" y="31959"/>
                  </a:cubicBezTo>
                  <a:lnTo>
                    <a:pt x="128588" y="4379"/>
                  </a:lnTo>
                  <a:cubicBezTo>
                    <a:pt x="129119" y="75"/>
                    <a:pt x="128234" y="75"/>
                    <a:pt x="123805" y="75"/>
                  </a:cubicBezTo>
                  <a:lnTo>
                    <a:pt x="34352" y="75"/>
                  </a:lnTo>
                  <a:cubicBezTo>
                    <a:pt x="30809" y="75"/>
                    <a:pt x="29038" y="75"/>
                    <a:pt x="29038" y="3263"/>
                  </a:cubicBezTo>
                  <a:cubicBezTo>
                    <a:pt x="29038" y="5017"/>
                    <a:pt x="30632" y="5017"/>
                    <a:pt x="33998" y="5017"/>
                  </a:cubicBezTo>
                  <a:cubicBezTo>
                    <a:pt x="40552" y="5017"/>
                    <a:pt x="45511" y="5017"/>
                    <a:pt x="45511" y="7886"/>
                  </a:cubicBezTo>
                  <a:cubicBezTo>
                    <a:pt x="45511" y="8524"/>
                    <a:pt x="45511" y="8843"/>
                    <a:pt x="44626" y="11713"/>
                  </a:cubicBezTo>
                  <a:lnTo>
                    <a:pt x="21244" y="96047"/>
                  </a:lnTo>
                  <a:cubicBezTo>
                    <a:pt x="19472" y="102264"/>
                    <a:pt x="19118" y="103540"/>
                    <a:pt x="5124" y="103540"/>
                  </a:cubicBezTo>
                  <a:cubicBezTo>
                    <a:pt x="2113" y="103540"/>
                    <a:pt x="165" y="103540"/>
                    <a:pt x="165" y="106569"/>
                  </a:cubicBezTo>
                  <a:cubicBezTo>
                    <a:pt x="165" y="108482"/>
                    <a:pt x="1759" y="108482"/>
                    <a:pt x="5124" y="108482"/>
                  </a:cubicBezTo>
                  <a:lnTo>
                    <a:pt x="97058" y="108482"/>
                  </a:lnTo>
                  <a:cubicBezTo>
                    <a:pt x="101132" y="108482"/>
                    <a:pt x="101309" y="108322"/>
                    <a:pt x="102549" y="105772"/>
                  </a:cubicBezTo>
                  <a:lnTo>
                    <a:pt x="118846" y="71336"/>
                  </a:lnTo>
                  <a:close/>
                </a:path>
              </a:pathLst>
            </a:custGeom>
            <a:solidFill>
              <a:srgbClr val="000000"/>
            </a:solidFill>
            <a:ln w="1518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/>
            </a:p>
          </p:txBody>
        </p:sp>
        <p:sp>
          <p:nvSpPr>
            <p:cNvPr id="981" name="任意形状 980">
              <a:extLst>
                <a:ext uri="{FF2B5EF4-FFF2-40B4-BE49-F238E27FC236}">
                  <a16:creationId xmlns:a16="http://schemas.microsoft.com/office/drawing/2014/main" id="{9A6C6203-E163-2836-E1A1-1C90C4E4F9BA}"/>
                </a:ext>
              </a:extLst>
            </p:cNvPr>
            <p:cNvSpPr/>
            <p:nvPr>
              <p:custDataLst>
                <p:tags r:id="rId219"/>
              </p:custDataLst>
            </p:nvPr>
          </p:nvSpPr>
          <p:spPr>
            <a:xfrm>
              <a:off x="3274278" y="4429375"/>
              <a:ext cx="44390" cy="49213"/>
            </a:xfrm>
            <a:custGeom>
              <a:avLst/>
              <a:gdLst>
                <a:gd name="connsiteX0" fmla="*/ 18772 w 44390"/>
                <a:gd name="connsiteY0" fmla="*/ 23840 h 49213"/>
                <a:gd name="connsiteX1" fmla="*/ 35387 w 44390"/>
                <a:gd name="connsiteY1" fmla="*/ 3195 h 49213"/>
                <a:gd name="connsiteX2" fmla="*/ 33279 w 44390"/>
                <a:gd name="connsiteY2" fmla="*/ 7213 h 49213"/>
                <a:gd name="connsiteX3" fmla="*/ 38859 w 44390"/>
                <a:gd name="connsiteY3" fmla="*/ 12346 h 49213"/>
                <a:gd name="connsiteX4" fmla="*/ 44563 w 44390"/>
                <a:gd name="connsiteY4" fmla="*/ 7213 h 49213"/>
                <a:gd name="connsiteX5" fmla="*/ 34767 w 44390"/>
                <a:gd name="connsiteY5" fmla="*/ 71 h 49213"/>
                <a:gd name="connsiteX6" fmla="*/ 18028 w 44390"/>
                <a:gd name="connsiteY6" fmla="*/ 12011 h 49213"/>
                <a:gd name="connsiteX7" fmla="*/ 17904 w 44390"/>
                <a:gd name="connsiteY7" fmla="*/ 12011 h 49213"/>
                <a:gd name="connsiteX8" fmla="*/ 17904 w 44390"/>
                <a:gd name="connsiteY8" fmla="*/ 71 h 49213"/>
                <a:gd name="connsiteX9" fmla="*/ 173 w 44390"/>
                <a:gd name="connsiteY9" fmla="*/ 1298 h 49213"/>
                <a:gd name="connsiteX10" fmla="*/ 173 w 44390"/>
                <a:gd name="connsiteY10" fmla="*/ 5316 h 49213"/>
                <a:gd name="connsiteX11" fmla="*/ 9472 w 44390"/>
                <a:gd name="connsiteY11" fmla="*/ 11565 h 49213"/>
                <a:gd name="connsiteX12" fmla="*/ 9472 w 44390"/>
                <a:gd name="connsiteY12" fmla="*/ 40468 h 49213"/>
                <a:gd name="connsiteX13" fmla="*/ 173 w 44390"/>
                <a:gd name="connsiteY13" fmla="*/ 45267 h 49213"/>
                <a:gd name="connsiteX14" fmla="*/ 173 w 44390"/>
                <a:gd name="connsiteY14" fmla="*/ 49284 h 49213"/>
                <a:gd name="connsiteX15" fmla="*/ 14308 w 44390"/>
                <a:gd name="connsiteY15" fmla="*/ 48838 h 49213"/>
                <a:gd name="connsiteX16" fmla="*/ 30427 w 44390"/>
                <a:gd name="connsiteY16" fmla="*/ 49284 h 49213"/>
                <a:gd name="connsiteX17" fmla="*/ 30427 w 44390"/>
                <a:gd name="connsiteY17" fmla="*/ 45267 h 49213"/>
                <a:gd name="connsiteX18" fmla="*/ 27947 w 44390"/>
                <a:gd name="connsiteY18" fmla="*/ 45267 h 49213"/>
                <a:gd name="connsiteX19" fmla="*/ 18772 w 44390"/>
                <a:gd name="connsiteY19" fmla="*/ 40245 h 49213"/>
                <a:gd name="connsiteX20" fmla="*/ 18772 w 44390"/>
                <a:gd name="connsiteY20" fmla="*/ 23840 h 492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44390" h="49213">
                  <a:moveTo>
                    <a:pt x="18772" y="23840"/>
                  </a:moveTo>
                  <a:cubicBezTo>
                    <a:pt x="18772" y="14466"/>
                    <a:pt x="23608" y="3195"/>
                    <a:pt x="35387" y="3195"/>
                  </a:cubicBezTo>
                  <a:cubicBezTo>
                    <a:pt x="34271" y="3976"/>
                    <a:pt x="33279" y="5427"/>
                    <a:pt x="33279" y="7213"/>
                  </a:cubicBezTo>
                  <a:cubicBezTo>
                    <a:pt x="33279" y="10895"/>
                    <a:pt x="36503" y="12346"/>
                    <a:pt x="38859" y="12346"/>
                  </a:cubicBezTo>
                  <a:cubicBezTo>
                    <a:pt x="41835" y="12346"/>
                    <a:pt x="44563" y="10561"/>
                    <a:pt x="44563" y="7213"/>
                  </a:cubicBezTo>
                  <a:cubicBezTo>
                    <a:pt x="44563" y="3418"/>
                    <a:pt x="40595" y="71"/>
                    <a:pt x="34767" y="71"/>
                  </a:cubicBezTo>
                  <a:cubicBezTo>
                    <a:pt x="28567" y="71"/>
                    <a:pt x="21748" y="3530"/>
                    <a:pt x="18028" y="12011"/>
                  </a:cubicBezTo>
                  <a:lnTo>
                    <a:pt x="17904" y="12011"/>
                  </a:lnTo>
                  <a:lnTo>
                    <a:pt x="17904" y="71"/>
                  </a:lnTo>
                  <a:lnTo>
                    <a:pt x="173" y="1298"/>
                  </a:lnTo>
                  <a:lnTo>
                    <a:pt x="173" y="5316"/>
                  </a:lnTo>
                  <a:cubicBezTo>
                    <a:pt x="8480" y="5316"/>
                    <a:pt x="9472" y="6097"/>
                    <a:pt x="9472" y="11565"/>
                  </a:cubicBezTo>
                  <a:lnTo>
                    <a:pt x="9472" y="40468"/>
                  </a:lnTo>
                  <a:cubicBezTo>
                    <a:pt x="9472" y="45267"/>
                    <a:pt x="8232" y="45267"/>
                    <a:pt x="173" y="45267"/>
                  </a:cubicBezTo>
                  <a:lnTo>
                    <a:pt x="173" y="49284"/>
                  </a:lnTo>
                  <a:cubicBezTo>
                    <a:pt x="792" y="49284"/>
                    <a:pt x="9224" y="48838"/>
                    <a:pt x="14308" y="48838"/>
                  </a:cubicBezTo>
                  <a:cubicBezTo>
                    <a:pt x="19640" y="48838"/>
                    <a:pt x="25096" y="49061"/>
                    <a:pt x="30427" y="49284"/>
                  </a:cubicBezTo>
                  <a:lnTo>
                    <a:pt x="30427" y="45267"/>
                  </a:lnTo>
                  <a:lnTo>
                    <a:pt x="27947" y="45267"/>
                  </a:lnTo>
                  <a:cubicBezTo>
                    <a:pt x="18772" y="45267"/>
                    <a:pt x="18772" y="44039"/>
                    <a:pt x="18772" y="40245"/>
                  </a:cubicBezTo>
                  <a:lnTo>
                    <a:pt x="18772" y="23840"/>
                  </a:lnTo>
                  <a:close/>
                </a:path>
              </a:pathLst>
            </a:custGeom>
            <a:solidFill>
              <a:srgbClr val="000000"/>
            </a:solidFill>
            <a:ln w="1518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/>
            </a:p>
          </p:txBody>
        </p:sp>
        <p:sp>
          <p:nvSpPr>
            <p:cNvPr id="982" name="任意形状 981">
              <a:extLst>
                <a:ext uri="{FF2B5EF4-FFF2-40B4-BE49-F238E27FC236}">
                  <a16:creationId xmlns:a16="http://schemas.microsoft.com/office/drawing/2014/main" id="{3A1CA87B-BF72-B6A6-9630-35040BD03C03}"/>
                </a:ext>
              </a:extLst>
            </p:cNvPr>
            <p:cNvSpPr/>
            <p:nvPr>
              <p:custDataLst>
                <p:tags r:id="rId220"/>
              </p:custDataLst>
            </p:nvPr>
          </p:nvSpPr>
          <p:spPr>
            <a:xfrm>
              <a:off x="3328394" y="4428817"/>
              <a:ext cx="53193" cy="50887"/>
            </a:xfrm>
            <a:custGeom>
              <a:avLst/>
              <a:gdLst>
                <a:gd name="connsiteX0" fmla="*/ 49898 w 53193"/>
                <a:gd name="connsiteY0" fmla="*/ 24398 h 50887"/>
                <a:gd name="connsiteX1" fmla="*/ 53370 w 53193"/>
                <a:gd name="connsiteY1" fmla="*/ 21943 h 50887"/>
                <a:gd name="connsiteX2" fmla="*/ 28818 w 53193"/>
                <a:gd name="connsiteY2" fmla="*/ 71 h 50887"/>
                <a:gd name="connsiteX3" fmla="*/ 176 w 53193"/>
                <a:gd name="connsiteY3" fmla="*/ 25403 h 50887"/>
                <a:gd name="connsiteX4" fmla="*/ 30430 w 53193"/>
                <a:gd name="connsiteY4" fmla="*/ 50958 h 50887"/>
                <a:gd name="connsiteX5" fmla="*/ 53370 w 53193"/>
                <a:gd name="connsiteY5" fmla="*/ 36451 h 50887"/>
                <a:gd name="connsiteX6" fmla="*/ 51262 w 53193"/>
                <a:gd name="connsiteY6" fmla="*/ 34888 h 50887"/>
                <a:gd name="connsiteX7" fmla="*/ 49030 w 53193"/>
                <a:gd name="connsiteY7" fmla="*/ 36674 h 50887"/>
                <a:gd name="connsiteX8" fmla="*/ 31298 w 53193"/>
                <a:gd name="connsiteY8" fmla="*/ 47387 h 50887"/>
                <a:gd name="connsiteX9" fmla="*/ 16171 w 53193"/>
                <a:gd name="connsiteY9" fmla="*/ 40803 h 50887"/>
                <a:gd name="connsiteX10" fmla="*/ 11459 w 53193"/>
                <a:gd name="connsiteY10" fmla="*/ 24398 h 50887"/>
                <a:gd name="connsiteX11" fmla="*/ 49898 w 53193"/>
                <a:gd name="connsiteY11" fmla="*/ 24398 h 50887"/>
                <a:gd name="connsiteX12" fmla="*/ 11583 w 53193"/>
                <a:gd name="connsiteY12" fmla="*/ 21497 h 50887"/>
                <a:gd name="connsiteX13" fmla="*/ 28818 w 53193"/>
                <a:gd name="connsiteY13" fmla="*/ 3195 h 50887"/>
                <a:gd name="connsiteX14" fmla="*/ 44690 w 53193"/>
                <a:gd name="connsiteY14" fmla="*/ 21497 h 50887"/>
                <a:gd name="connsiteX15" fmla="*/ 11583 w 53193"/>
                <a:gd name="connsiteY15" fmla="*/ 21497 h 508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53193" h="50887">
                  <a:moveTo>
                    <a:pt x="49898" y="24398"/>
                  </a:moveTo>
                  <a:cubicBezTo>
                    <a:pt x="52502" y="24398"/>
                    <a:pt x="53370" y="24398"/>
                    <a:pt x="53370" y="21943"/>
                  </a:cubicBezTo>
                  <a:cubicBezTo>
                    <a:pt x="53370" y="12123"/>
                    <a:pt x="47294" y="71"/>
                    <a:pt x="28818" y="71"/>
                  </a:cubicBezTo>
                  <a:cubicBezTo>
                    <a:pt x="12575" y="71"/>
                    <a:pt x="176" y="11677"/>
                    <a:pt x="176" y="25403"/>
                  </a:cubicBezTo>
                  <a:cubicBezTo>
                    <a:pt x="176" y="39575"/>
                    <a:pt x="13939" y="50958"/>
                    <a:pt x="30430" y="50958"/>
                  </a:cubicBezTo>
                  <a:cubicBezTo>
                    <a:pt x="47170" y="50958"/>
                    <a:pt x="53370" y="38906"/>
                    <a:pt x="53370" y="36451"/>
                  </a:cubicBezTo>
                  <a:cubicBezTo>
                    <a:pt x="53370" y="36004"/>
                    <a:pt x="53122" y="34888"/>
                    <a:pt x="51262" y="34888"/>
                  </a:cubicBezTo>
                  <a:cubicBezTo>
                    <a:pt x="49650" y="34888"/>
                    <a:pt x="49402" y="35558"/>
                    <a:pt x="49030" y="36674"/>
                  </a:cubicBezTo>
                  <a:cubicBezTo>
                    <a:pt x="45186" y="45713"/>
                    <a:pt x="35762" y="47387"/>
                    <a:pt x="31298" y="47387"/>
                  </a:cubicBezTo>
                  <a:cubicBezTo>
                    <a:pt x="25471" y="47387"/>
                    <a:pt x="19891" y="45044"/>
                    <a:pt x="16171" y="40803"/>
                  </a:cubicBezTo>
                  <a:cubicBezTo>
                    <a:pt x="11583" y="35558"/>
                    <a:pt x="11459" y="28751"/>
                    <a:pt x="11459" y="24398"/>
                  </a:cubicBezTo>
                  <a:lnTo>
                    <a:pt x="49898" y="24398"/>
                  </a:lnTo>
                  <a:close/>
                  <a:moveTo>
                    <a:pt x="11583" y="21497"/>
                  </a:moveTo>
                  <a:cubicBezTo>
                    <a:pt x="12947" y="5762"/>
                    <a:pt x="24107" y="3195"/>
                    <a:pt x="28818" y="3195"/>
                  </a:cubicBezTo>
                  <a:cubicBezTo>
                    <a:pt x="44070" y="3195"/>
                    <a:pt x="44566" y="18707"/>
                    <a:pt x="44690" y="21497"/>
                  </a:cubicBezTo>
                  <a:lnTo>
                    <a:pt x="11583" y="21497"/>
                  </a:lnTo>
                  <a:close/>
                </a:path>
              </a:pathLst>
            </a:custGeom>
            <a:solidFill>
              <a:srgbClr val="000000"/>
            </a:solidFill>
            <a:ln w="1518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/>
            </a:p>
          </p:txBody>
        </p:sp>
        <p:sp>
          <p:nvSpPr>
            <p:cNvPr id="983" name="任意形状 982">
              <a:extLst>
                <a:ext uri="{FF2B5EF4-FFF2-40B4-BE49-F238E27FC236}">
                  <a16:creationId xmlns:a16="http://schemas.microsoft.com/office/drawing/2014/main" id="{04024EC6-7A9D-45AF-D68E-AA35C568C029}"/>
                </a:ext>
              </a:extLst>
            </p:cNvPr>
            <p:cNvSpPr/>
            <p:nvPr>
              <p:custDataLst>
                <p:tags r:id="rId221"/>
              </p:custDataLst>
            </p:nvPr>
          </p:nvSpPr>
          <p:spPr>
            <a:xfrm>
              <a:off x="3390384" y="4430491"/>
              <a:ext cx="66585" cy="49213"/>
            </a:xfrm>
            <a:custGeom>
              <a:avLst/>
              <a:gdLst>
                <a:gd name="connsiteX0" fmla="*/ 55109 w 66585"/>
                <a:gd name="connsiteY0" fmla="*/ 11007 h 49213"/>
                <a:gd name="connsiteX1" fmla="*/ 66765 w 66585"/>
                <a:gd name="connsiteY1" fmla="*/ 4088 h 49213"/>
                <a:gd name="connsiteX2" fmla="*/ 66765 w 66585"/>
                <a:gd name="connsiteY2" fmla="*/ 71 h 49213"/>
                <a:gd name="connsiteX3" fmla="*/ 57341 w 66585"/>
                <a:gd name="connsiteY3" fmla="*/ 517 h 49213"/>
                <a:gd name="connsiteX4" fmla="*/ 46057 w 66585"/>
                <a:gd name="connsiteY4" fmla="*/ 71 h 49213"/>
                <a:gd name="connsiteX5" fmla="*/ 46057 w 66585"/>
                <a:gd name="connsiteY5" fmla="*/ 4088 h 49213"/>
                <a:gd name="connsiteX6" fmla="*/ 51265 w 66585"/>
                <a:gd name="connsiteY6" fmla="*/ 8329 h 49213"/>
                <a:gd name="connsiteX7" fmla="*/ 50273 w 66585"/>
                <a:gd name="connsiteY7" fmla="*/ 11565 h 49213"/>
                <a:gd name="connsiteX8" fmla="*/ 36262 w 66585"/>
                <a:gd name="connsiteY8" fmla="*/ 39129 h 49213"/>
                <a:gd name="connsiteX9" fmla="*/ 20886 w 66585"/>
                <a:gd name="connsiteY9" fmla="*/ 8775 h 49213"/>
                <a:gd name="connsiteX10" fmla="*/ 20142 w 66585"/>
                <a:gd name="connsiteY10" fmla="*/ 6655 h 49213"/>
                <a:gd name="connsiteX11" fmla="*/ 26466 w 66585"/>
                <a:gd name="connsiteY11" fmla="*/ 4088 h 49213"/>
                <a:gd name="connsiteX12" fmla="*/ 26466 w 66585"/>
                <a:gd name="connsiteY12" fmla="*/ 71 h 49213"/>
                <a:gd name="connsiteX13" fmla="*/ 12331 w 66585"/>
                <a:gd name="connsiteY13" fmla="*/ 517 h 49213"/>
                <a:gd name="connsiteX14" fmla="*/ 179 w 66585"/>
                <a:gd name="connsiteY14" fmla="*/ 71 h 49213"/>
                <a:gd name="connsiteX15" fmla="*/ 179 w 66585"/>
                <a:gd name="connsiteY15" fmla="*/ 4088 h 49213"/>
                <a:gd name="connsiteX16" fmla="*/ 10347 w 66585"/>
                <a:gd name="connsiteY16" fmla="*/ 8105 h 49213"/>
                <a:gd name="connsiteX17" fmla="*/ 29938 w 66585"/>
                <a:gd name="connsiteY17" fmla="*/ 46941 h 49213"/>
                <a:gd name="connsiteX18" fmla="*/ 33410 w 66585"/>
                <a:gd name="connsiteY18" fmla="*/ 49284 h 49213"/>
                <a:gd name="connsiteX19" fmla="*/ 36882 w 66585"/>
                <a:gd name="connsiteY19" fmla="*/ 47052 h 49213"/>
                <a:gd name="connsiteX20" fmla="*/ 55109 w 66585"/>
                <a:gd name="connsiteY20" fmla="*/ 11007 h 492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66585" h="49213">
                  <a:moveTo>
                    <a:pt x="55109" y="11007"/>
                  </a:moveTo>
                  <a:cubicBezTo>
                    <a:pt x="58581" y="4200"/>
                    <a:pt x="64781" y="4088"/>
                    <a:pt x="66765" y="4088"/>
                  </a:cubicBezTo>
                  <a:lnTo>
                    <a:pt x="66765" y="71"/>
                  </a:lnTo>
                  <a:cubicBezTo>
                    <a:pt x="63665" y="294"/>
                    <a:pt x="60441" y="517"/>
                    <a:pt x="57341" y="517"/>
                  </a:cubicBezTo>
                  <a:cubicBezTo>
                    <a:pt x="53993" y="517"/>
                    <a:pt x="49405" y="405"/>
                    <a:pt x="46057" y="71"/>
                  </a:cubicBezTo>
                  <a:lnTo>
                    <a:pt x="46057" y="4088"/>
                  </a:lnTo>
                  <a:cubicBezTo>
                    <a:pt x="51265" y="4311"/>
                    <a:pt x="51265" y="7994"/>
                    <a:pt x="51265" y="8329"/>
                  </a:cubicBezTo>
                  <a:cubicBezTo>
                    <a:pt x="51265" y="8887"/>
                    <a:pt x="51141" y="10003"/>
                    <a:pt x="50273" y="11565"/>
                  </a:cubicBezTo>
                  <a:lnTo>
                    <a:pt x="36262" y="39129"/>
                  </a:lnTo>
                  <a:lnTo>
                    <a:pt x="20886" y="8775"/>
                  </a:lnTo>
                  <a:cubicBezTo>
                    <a:pt x="20886" y="8663"/>
                    <a:pt x="20142" y="7436"/>
                    <a:pt x="20142" y="6655"/>
                  </a:cubicBezTo>
                  <a:cubicBezTo>
                    <a:pt x="20142" y="4088"/>
                    <a:pt x="24358" y="4088"/>
                    <a:pt x="26466" y="4088"/>
                  </a:cubicBezTo>
                  <a:lnTo>
                    <a:pt x="26466" y="71"/>
                  </a:lnTo>
                  <a:cubicBezTo>
                    <a:pt x="26218" y="71"/>
                    <a:pt x="17414" y="517"/>
                    <a:pt x="12331" y="517"/>
                  </a:cubicBezTo>
                  <a:cubicBezTo>
                    <a:pt x="8611" y="517"/>
                    <a:pt x="3775" y="405"/>
                    <a:pt x="179" y="71"/>
                  </a:cubicBezTo>
                  <a:lnTo>
                    <a:pt x="179" y="4088"/>
                  </a:lnTo>
                  <a:cubicBezTo>
                    <a:pt x="6999" y="4088"/>
                    <a:pt x="8487" y="4311"/>
                    <a:pt x="10347" y="8105"/>
                  </a:cubicBezTo>
                  <a:lnTo>
                    <a:pt x="29938" y="46941"/>
                  </a:lnTo>
                  <a:cubicBezTo>
                    <a:pt x="30558" y="48280"/>
                    <a:pt x="31302" y="49284"/>
                    <a:pt x="33410" y="49284"/>
                  </a:cubicBezTo>
                  <a:cubicBezTo>
                    <a:pt x="35766" y="49284"/>
                    <a:pt x="36262" y="48280"/>
                    <a:pt x="36882" y="47052"/>
                  </a:cubicBezTo>
                  <a:lnTo>
                    <a:pt x="55109" y="11007"/>
                  </a:lnTo>
                  <a:close/>
                </a:path>
              </a:pathLst>
            </a:custGeom>
            <a:solidFill>
              <a:srgbClr val="000000"/>
            </a:solidFill>
            <a:ln w="1518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/>
            </a:p>
          </p:txBody>
        </p:sp>
        <p:sp>
          <p:nvSpPr>
            <p:cNvPr id="984" name="任意形状 983">
              <a:extLst>
                <a:ext uri="{FF2B5EF4-FFF2-40B4-BE49-F238E27FC236}">
                  <a16:creationId xmlns:a16="http://schemas.microsoft.com/office/drawing/2014/main" id="{CCB9952E-9752-5D4B-B6A9-22F3FF0D6C38}"/>
                </a:ext>
              </a:extLst>
            </p:cNvPr>
            <p:cNvSpPr/>
            <p:nvPr>
              <p:custDataLst>
                <p:tags r:id="rId222"/>
              </p:custDataLst>
            </p:nvPr>
          </p:nvSpPr>
          <p:spPr>
            <a:xfrm>
              <a:off x="3263821" y="4534611"/>
              <a:ext cx="57657" cy="50329"/>
            </a:xfrm>
            <a:custGeom>
              <a:avLst/>
              <a:gdLst>
                <a:gd name="connsiteX0" fmla="*/ 23483 w 57657"/>
                <a:gd name="connsiteY0" fmla="*/ 26749 h 50329"/>
                <a:gd name="connsiteX1" fmla="*/ 26707 w 57657"/>
                <a:gd name="connsiteY1" fmla="*/ 15477 h 50329"/>
                <a:gd name="connsiteX2" fmla="*/ 34519 w 57657"/>
                <a:gd name="connsiteY2" fmla="*/ 6327 h 50329"/>
                <a:gd name="connsiteX3" fmla="*/ 44562 w 57657"/>
                <a:gd name="connsiteY3" fmla="*/ 3202 h 50329"/>
                <a:gd name="connsiteX4" fmla="*/ 51382 w 57657"/>
                <a:gd name="connsiteY4" fmla="*/ 4764 h 50329"/>
                <a:gd name="connsiteX5" fmla="*/ 45926 w 57657"/>
                <a:gd name="connsiteY5" fmla="*/ 10902 h 50329"/>
                <a:gd name="connsiteX6" fmla="*/ 50886 w 57657"/>
                <a:gd name="connsiteY6" fmla="*/ 15031 h 50329"/>
                <a:gd name="connsiteX7" fmla="*/ 57830 w 57657"/>
                <a:gd name="connsiteY7" fmla="*/ 8224 h 50329"/>
                <a:gd name="connsiteX8" fmla="*/ 44686 w 57657"/>
                <a:gd name="connsiteY8" fmla="*/ 77 h 50329"/>
                <a:gd name="connsiteX9" fmla="*/ 27203 w 57657"/>
                <a:gd name="connsiteY9" fmla="*/ 8000 h 50329"/>
                <a:gd name="connsiteX10" fmla="*/ 14431 w 57657"/>
                <a:gd name="connsiteY10" fmla="*/ 77 h 50329"/>
                <a:gd name="connsiteX11" fmla="*/ 4760 w 57657"/>
                <a:gd name="connsiteY11" fmla="*/ 5769 h 50329"/>
                <a:gd name="connsiteX12" fmla="*/ 172 w 57657"/>
                <a:gd name="connsiteY12" fmla="*/ 17151 h 50329"/>
                <a:gd name="connsiteX13" fmla="*/ 2280 w 57657"/>
                <a:gd name="connsiteY13" fmla="*/ 18602 h 50329"/>
                <a:gd name="connsiteX14" fmla="*/ 5008 w 57657"/>
                <a:gd name="connsiteY14" fmla="*/ 15254 h 50329"/>
                <a:gd name="connsiteX15" fmla="*/ 14059 w 57657"/>
                <a:gd name="connsiteY15" fmla="*/ 3202 h 50329"/>
                <a:gd name="connsiteX16" fmla="*/ 18151 w 57657"/>
                <a:gd name="connsiteY16" fmla="*/ 8670 h 50329"/>
                <a:gd name="connsiteX17" fmla="*/ 16167 w 57657"/>
                <a:gd name="connsiteY17" fmla="*/ 17932 h 50329"/>
                <a:gd name="connsiteX18" fmla="*/ 13439 w 57657"/>
                <a:gd name="connsiteY18" fmla="*/ 27976 h 50329"/>
                <a:gd name="connsiteX19" fmla="*/ 9472 w 57657"/>
                <a:gd name="connsiteY19" fmla="*/ 42260 h 50329"/>
                <a:gd name="connsiteX20" fmla="*/ 8232 w 57657"/>
                <a:gd name="connsiteY20" fmla="*/ 46836 h 50329"/>
                <a:gd name="connsiteX21" fmla="*/ 12447 w 57657"/>
                <a:gd name="connsiteY21" fmla="*/ 50407 h 50329"/>
                <a:gd name="connsiteX22" fmla="*/ 17779 w 57657"/>
                <a:gd name="connsiteY22" fmla="*/ 47170 h 50329"/>
                <a:gd name="connsiteX23" fmla="*/ 20135 w 57657"/>
                <a:gd name="connsiteY23" fmla="*/ 38801 h 50329"/>
                <a:gd name="connsiteX24" fmla="*/ 23483 w 57657"/>
                <a:gd name="connsiteY24" fmla="*/ 26749 h 503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57657" h="50329">
                  <a:moveTo>
                    <a:pt x="23483" y="26749"/>
                  </a:moveTo>
                  <a:cubicBezTo>
                    <a:pt x="23607" y="26079"/>
                    <a:pt x="26459" y="16035"/>
                    <a:pt x="26707" y="15477"/>
                  </a:cubicBezTo>
                  <a:cubicBezTo>
                    <a:pt x="26955" y="14585"/>
                    <a:pt x="30551" y="9005"/>
                    <a:pt x="34519" y="6327"/>
                  </a:cubicBezTo>
                  <a:cubicBezTo>
                    <a:pt x="35883" y="5434"/>
                    <a:pt x="39230" y="3202"/>
                    <a:pt x="44562" y="3202"/>
                  </a:cubicBezTo>
                  <a:cubicBezTo>
                    <a:pt x="45802" y="3202"/>
                    <a:pt x="48902" y="3313"/>
                    <a:pt x="51382" y="4764"/>
                  </a:cubicBezTo>
                  <a:cubicBezTo>
                    <a:pt x="47414" y="5769"/>
                    <a:pt x="45926" y="8893"/>
                    <a:pt x="45926" y="10902"/>
                  </a:cubicBezTo>
                  <a:cubicBezTo>
                    <a:pt x="45926" y="13357"/>
                    <a:pt x="48034" y="15031"/>
                    <a:pt x="50886" y="15031"/>
                  </a:cubicBezTo>
                  <a:cubicBezTo>
                    <a:pt x="53738" y="15031"/>
                    <a:pt x="57830" y="12911"/>
                    <a:pt x="57830" y="8224"/>
                  </a:cubicBezTo>
                  <a:cubicBezTo>
                    <a:pt x="57830" y="2421"/>
                    <a:pt x="51010" y="77"/>
                    <a:pt x="44686" y="77"/>
                  </a:cubicBezTo>
                  <a:cubicBezTo>
                    <a:pt x="38238" y="77"/>
                    <a:pt x="32659" y="2421"/>
                    <a:pt x="27203" y="8000"/>
                  </a:cubicBezTo>
                  <a:cubicBezTo>
                    <a:pt x="24971" y="1193"/>
                    <a:pt x="17407" y="77"/>
                    <a:pt x="14431" y="77"/>
                  </a:cubicBezTo>
                  <a:cubicBezTo>
                    <a:pt x="9844" y="77"/>
                    <a:pt x="6744" y="2644"/>
                    <a:pt x="4760" y="5769"/>
                  </a:cubicBezTo>
                  <a:cubicBezTo>
                    <a:pt x="1908" y="10121"/>
                    <a:pt x="172" y="16593"/>
                    <a:pt x="172" y="17151"/>
                  </a:cubicBezTo>
                  <a:cubicBezTo>
                    <a:pt x="172" y="18602"/>
                    <a:pt x="1908" y="18602"/>
                    <a:pt x="2280" y="18602"/>
                  </a:cubicBezTo>
                  <a:cubicBezTo>
                    <a:pt x="4016" y="18602"/>
                    <a:pt x="4140" y="18267"/>
                    <a:pt x="5008" y="15254"/>
                  </a:cubicBezTo>
                  <a:cubicBezTo>
                    <a:pt x="6868" y="8447"/>
                    <a:pt x="9224" y="3202"/>
                    <a:pt x="14059" y="3202"/>
                  </a:cubicBezTo>
                  <a:cubicBezTo>
                    <a:pt x="17283" y="3202"/>
                    <a:pt x="18151" y="5657"/>
                    <a:pt x="18151" y="8670"/>
                  </a:cubicBezTo>
                  <a:cubicBezTo>
                    <a:pt x="18151" y="10790"/>
                    <a:pt x="17035" y="14919"/>
                    <a:pt x="16167" y="17932"/>
                  </a:cubicBezTo>
                  <a:cubicBezTo>
                    <a:pt x="15299" y="20946"/>
                    <a:pt x="14059" y="25521"/>
                    <a:pt x="13439" y="27976"/>
                  </a:cubicBezTo>
                  <a:lnTo>
                    <a:pt x="9472" y="42260"/>
                  </a:lnTo>
                  <a:cubicBezTo>
                    <a:pt x="8976" y="43711"/>
                    <a:pt x="8232" y="46501"/>
                    <a:pt x="8232" y="46836"/>
                  </a:cubicBezTo>
                  <a:cubicBezTo>
                    <a:pt x="8232" y="49291"/>
                    <a:pt x="10464" y="50407"/>
                    <a:pt x="12447" y="50407"/>
                  </a:cubicBezTo>
                  <a:cubicBezTo>
                    <a:pt x="14307" y="50407"/>
                    <a:pt x="16787" y="49402"/>
                    <a:pt x="17779" y="47170"/>
                  </a:cubicBezTo>
                  <a:cubicBezTo>
                    <a:pt x="18027" y="46501"/>
                    <a:pt x="19391" y="41591"/>
                    <a:pt x="20135" y="38801"/>
                  </a:cubicBezTo>
                  <a:lnTo>
                    <a:pt x="23483" y="26749"/>
                  </a:lnTo>
                  <a:close/>
                </a:path>
              </a:pathLst>
            </a:custGeom>
            <a:solidFill>
              <a:srgbClr val="000000"/>
            </a:solidFill>
            <a:ln w="1518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/>
            </a:p>
          </p:txBody>
        </p:sp>
        <p:sp>
          <p:nvSpPr>
            <p:cNvPr id="985" name="任意形状 984">
              <a:extLst>
                <a:ext uri="{FF2B5EF4-FFF2-40B4-BE49-F238E27FC236}">
                  <a16:creationId xmlns:a16="http://schemas.microsoft.com/office/drawing/2014/main" id="{E56B62F8-1DA4-9CA0-FD5F-BDB7403B82D8}"/>
                </a:ext>
              </a:extLst>
            </p:cNvPr>
            <p:cNvSpPr/>
            <p:nvPr>
              <p:custDataLst>
                <p:tags r:id="rId223"/>
              </p:custDataLst>
            </p:nvPr>
          </p:nvSpPr>
          <p:spPr>
            <a:xfrm>
              <a:off x="3530848" y="4485905"/>
              <a:ext cx="117795" cy="37304"/>
            </a:xfrm>
            <a:custGeom>
              <a:avLst/>
              <a:gdLst>
                <a:gd name="connsiteX0" fmla="*/ 111959 w 117795"/>
                <a:gd name="connsiteY0" fmla="*/ 6452 h 37304"/>
                <a:gd name="connsiteX1" fmla="*/ 117982 w 117795"/>
                <a:gd name="connsiteY1" fmla="*/ 3263 h 37304"/>
                <a:gd name="connsiteX2" fmla="*/ 112137 w 117795"/>
                <a:gd name="connsiteY2" fmla="*/ 75 h 37304"/>
                <a:gd name="connsiteX3" fmla="*/ 6032 w 117795"/>
                <a:gd name="connsiteY3" fmla="*/ 75 h 37304"/>
                <a:gd name="connsiteX4" fmla="*/ 187 w 117795"/>
                <a:gd name="connsiteY4" fmla="*/ 3263 h 37304"/>
                <a:gd name="connsiteX5" fmla="*/ 6209 w 117795"/>
                <a:gd name="connsiteY5" fmla="*/ 6452 h 37304"/>
                <a:gd name="connsiteX6" fmla="*/ 111959 w 117795"/>
                <a:gd name="connsiteY6" fmla="*/ 6452 h 37304"/>
                <a:gd name="connsiteX7" fmla="*/ 112137 w 117795"/>
                <a:gd name="connsiteY7" fmla="*/ 37380 h 37304"/>
                <a:gd name="connsiteX8" fmla="*/ 117982 w 117795"/>
                <a:gd name="connsiteY8" fmla="*/ 34191 h 37304"/>
                <a:gd name="connsiteX9" fmla="*/ 111959 w 117795"/>
                <a:gd name="connsiteY9" fmla="*/ 31003 h 37304"/>
                <a:gd name="connsiteX10" fmla="*/ 6209 w 117795"/>
                <a:gd name="connsiteY10" fmla="*/ 31003 h 37304"/>
                <a:gd name="connsiteX11" fmla="*/ 187 w 117795"/>
                <a:gd name="connsiteY11" fmla="*/ 34191 h 37304"/>
                <a:gd name="connsiteX12" fmla="*/ 6032 w 117795"/>
                <a:gd name="connsiteY12" fmla="*/ 37380 h 37304"/>
                <a:gd name="connsiteX13" fmla="*/ 112137 w 117795"/>
                <a:gd name="connsiteY13" fmla="*/ 37380 h 373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17795" h="37304">
                  <a:moveTo>
                    <a:pt x="111959" y="6452"/>
                  </a:moveTo>
                  <a:cubicBezTo>
                    <a:pt x="114616" y="6452"/>
                    <a:pt x="117982" y="6452"/>
                    <a:pt x="117982" y="3263"/>
                  </a:cubicBezTo>
                  <a:cubicBezTo>
                    <a:pt x="117982" y="75"/>
                    <a:pt x="114616" y="75"/>
                    <a:pt x="112137" y="75"/>
                  </a:cubicBezTo>
                  <a:lnTo>
                    <a:pt x="6032" y="75"/>
                  </a:lnTo>
                  <a:cubicBezTo>
                    <a:pt x="3552" y="75"/>
                    <a:pt x="187" y="75"/>
                    <a:pt x="187" y="3263"/>
                  </a:cubicBezTo>
                  <a:cubicBezTo>
                    <a:pt x="187" y="6452"/>
                    <a:pt x="3552" y="6452"/>
                    <a:pt x="6209" y="6452"/>
                  </a:cubicBezTo>
                  <a:lnTo>
                    <a:pt x="111959" y="6452"/>
                  </a:lnTo>
                  <a:close/>
                  <a:moveTo>
                    <a:pt x="112137" y="37380"/>
                  </a:moveTo>
                  <a:cubicBezTo>
                    <a:pt x="114616" y="37380"/>
                    <a:pt x="117982" y="37380"/>
                    <a:pt x="117982" y="34191"/>
                  </a:cubicBezTo>
                  <a:cubicBezTo>
                    <a:pt x="117982" y="31003"/>
                    <a:pt x="114616" y="31003"/>
                    <a:pt x="111959" y="31003"/>
                  </a:cubicBezTo>
                  <a:lnTo>
                    <a:pt x="6209" y="31003"/>
                  </a:lnTo>
                  <a:cubicBezTo>
                    <a:pt x="3552" y="31003"/>
                    <a:pt x="187" y="31003"/>
                    <a:pt x="187" y="34191"/>
                  </a:cubicBezTo>
                  <a:cubicBezTo>
                    <a:pt x="187" y="37380"/>
                    <a:pt x="3552" y="37380"/>
                    <a:pt x="6032" y="37380"/>
                  </a:cubicBezTo>
                  <a:lnTo>
                    <a:pt x="112137" y="37380"/>
                  </a:lnTo>
                  <a:close/>
                </a:path>
              </a:pathLst>
            </a:custGeom>
            <a:solidFill>
              <a:srgbClr val="000000"/>
            </a:solidFill>
            <a:ln w="1518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/>
            </a:p>
          </p:txBody>
        </p:sp>
        <p:sp>
          <p:nvSpPr>
            <p:cNvPr id="986" name="任意形状 985">
              <a:extLst>
                <a:ext uri="{FF2B5EF4-FFF2-40B4-BE49-F238E27FC236}">
                  <a16:creationId xmlns:a16="http://schemas.microsoft.com/office/drawing/2014/main" id="{D2B033BC-B197-233E-8D68-90D505C105A0}"/>
                </a:ext>
              </a:extLst>
            </p:cNvPr>
            <p:cNvSpPr/>
            <p:nvPr>
              <p:custDataLst>
                <p:tags r:id="rId224"/>
              </p:custDataLst>
            </p:nvPr>
          </p:nvSpPr>
          <p:spPr>
            <a:xfrm>
              <a:off x="3720658" y="4424846"/>
              <a:ext cx="62883" cy="159422"/>
            </a:xfrm>
            <a:custGeom>
              <a:avLst/>
              <a:gdLst>
                <a:gd name="connsiteX0" fmla="*/ 37573 w 62883"/>
                <a:gd name="connsiteY0" fmla="*/ 21278 h 159422"/>
                <a:gd name="connsiteX1" fmla="*/ 61486 w 62883"/>
                <a:gd name="connsiteY1" fmla="*/ 3582 h 159422"/>
                <a:gd name="connsiteX2" fmla="*/ 63080 w 62883"/>
                <a:gd name="connsiteY2" fmla="*/ 1828 h 159422"/>
                <a:gd name="connsiteX3" fmla="*/ 59715 w 62883"/>
                <a:gd name="connsiteY3" fmla="*/ 75 h 159422"/>
                <a:gd name="connsiteX4" fmla="*/ 25705 w 62883"/>
                <a:gd name="connsiteY4" fmla="*/ 20002 h 159422"/>
                <a:gd name="connsiteX5" fmla="*/ 25705 w 62883"/>
                <a:gd name="connsiteY5" fmla="*/ 56351 h 159422"/>
                <a:gd name="connsiteX6" fmla="*/ 18619 w 62883"/>
                <a:gd name="connsiteY6" fmla="*/ 72931 h 159422"/>
                <a:gd name="connsiteX7" fmla="*/ 1791 w 62883"/>
                <a:gd name="connsiteY7" fmla="*/ 78032 h 159422"/>
                <a:gd name="connsiteX8" fmla="*/ 197 w 62883"/>
                <a:gd name="connsiteY8" fmla="*/ 79786 h 159422"/>
                <a:gd name="connsiteX9" fmla="*/ 3031 w 62883"/>
                <a:gd name="connsiteY9" fmla="*/ 81539 h 159422"/>
                <a:gd name="connsiteX10" fmla="*/ 25173 w 62883"/>
                <a:gd name="connsiteY10" fmla="*/ 95728 h 159422"/>
                <a:gd name="connsiteX11" fmla="*/ 25705 w 62883"/>
                <a:gd name="connsiteY11" fmla="*/ 103540 h 159422"/>
                <a:gd name="connsiteX12" fmla="*/ 25705 w 62883"/>
                <a:gd name="connsiteY12" fmla="*/ 135105 h 159422"/>
                <a:gd name="connsiteX13" fmla="*/ 34207 w 62883"/>
                <a:gd name="connsiteY13" fmla="*/ 152961 h 159422"/>
                <a:gd name="connsiteX14" fmla="*/ 59715 w 62883"/>
                <a:gd name="connsiteY14" fmla="*/ 159497 h 159422"/>
                <a:gd name="connsiteX15" fmla="*/ 63080 w 62883"/>
                <a:gd name="connsiteY15" fmla="*/ 157743 h 159422"/>
                <a:gd name="connsiteX16" fmla="*/ 60246 w 62883"/>
                <a:gd name="connsiteY16" fmla="*/ 155990 h 159422"/>
                <a:gd name="connsiteX17" fmla="*/ 38104 w 62883"/>
                <a:gd name="connsiteY17" fmla="*/ 142120 h 159422"/>
                <a:gd name="connsiteX18" fmla="*/ 37573 w 62883"/>
                <a:gd name="connsiteY18" fmla="*/ 134627 h 159422"/>
                <a:gd name="connsiteX19" fmla="*/ 37573 w 62883"/>
                <a:gd name="connsiteY19" fmla="*/ 101148 h 159422"/>
                <a:gd name="connsiteX20" fmla="*/ 30487 w 62883"/>
                <a:gd name="connsiteY20" fmla="*/ 86003 h 159422"/>
                <a:gd name="connsiteX21" fmla="*/ 16671 w 62883"/>
                <a:gd name="connsiteY21" fmla="*/ 79786 h 159422"/>
                <a:gd name="connsiteX22" fmla="*/ 37573 w 62883"/>
                <a:gd name="connsiteY22" fmla="*/ 59539 h 159422"/>
                <a:gd name="connsiteX23" fmla="*/ 37573 w 62883"/>
                <a:gd name="connsiteY23" fmla="*/ 21278 h 1594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62883" h="159422">
                  <a:moveTo>
                    <a:pt x="37573" y="21278"/>
                  </a:moveTo>
                  <a:cubicBezTo>
                    <a:pt x="37573" y="14901"/>
                    <a:pt x="42178" y="4698"/>
                    <a:pt x="61486" y="3582"/>
                  </a:cubicBezTo>
                  <a:cubicBezTo>
                    <a:pt x="62372" y="3423"/>
                    <a:pt x="63080" y="2785"/>
                    <a:pt x="63080" y="1828"/>
                  </a:cubicBezTo>
                  <a:cubicBezTo>
                    <a:pt x="63080" y="75"/>
                    <a:pt x="61663" y="75"/>
                    <a:pt x="59715" y="75"/>
                  </a:cubicBezTo>
                  <a:cubicBezTo>
                    <a:pt x="42001" y="75"/>
                    <a:pt x="25882" y="8205"/>
                    <a:pt x="25705" y="20002"/>
                  </a:cubicBezTo>
                  <a:lnTo>
                    <a:pt x="25705" y="56351"/>
                  </a:lnTo>
                  <a:cubicBezTo>
                    <a:pt x="25705" y="62568"/>
                    <a:pt x="25705" y="67670"/>
                    <a:pt x="18619" y="72931"/>
                  </a:cubicBezTo>
                  <a:cubicBezTo>
                    <a:pt x="12420" y="77554"/>
                    <a:pt x="5688" y="77873"/>
                    <a:pt x="1791" y="78032"/>
                  </a:cubicBezTo>
                  <a:cubicBezTo>
                    <a:pt x="906" y="78192"/>
                    <a:pt x="197" y="78829"/>
                    <a:pt x="197" y="79786"/>
                  </a:cubicBezTo>
                  <a:cubicBezTo>
                    <a:pt x="197" y="81380"/>
                    <a:pt x="1260" y="81380"/>
                    <a:pt x="3031" y="81539"/>
                  </a:cubicBezTo>
                  <a:cubicBezTo>
                    <a:pt x="14722" y="82177"/>
                    <a:pt x="23225" y="87916"/>
                    <a:pt x="25173" y="95728"/>
                  </a:cubicBezTo>
                  <a:cubicBezTo>
                    <a:pt x="25705" y="97482"/>
                    <a:pt x="25705" y="97801"/>
                    <a:pt x="25705" y="103540"/>
                  </a:cubicBezTo>
                  <a:lnTo>
                    <a:pt x="25705" y="135105"/>
                  </a:lnTo>
                  <a:cubicBezTo>
                    <a:pt x="25705" y="141801"/>
                    <a:pt x="25705" y="146903"/>
                    <a:pt x="34207" y="152961"/>
                  </a:cubicBezTo>
                  <a:cubicBezTo>
                    <a:pt x="41116" y="157743"/>
                    <a:pt x="52807" y="159497"/>
                    <a:pt x="59715" y="159497"/>
                  </a:cubicBezTo>
                  <a:cubicBezTo>
                    <a:pt x="61663" y="159497"/>
                    <a:pt x="63080" y="159497"/>
                    <a:pt x="63080" y="157743"/>
                  </a:cubicBezTo>
                  <a:cubicBezTo>
                    <a:pt x="63080" y="156149"/>
                    <a:pt x="62018" y="156149"/>
                    <a:pt x="60246" y="155990"/>
                  </a:cubicBezTo>
                  <a:cubicBezTo>
                    <a:pt x="49087" y="155352"/>
                    <a:pt x="40407" y="150250"/>
                    <a:pt x="38104" y="142120"/>
                  </a:cubicBezTo>
                  <a:cubicBezTo>
                    <a:pt x="37573" y="140685"/>
                    <a:pt x="37573" y="140366"/>
                    <a:pt x="37573" y="134627"/>
                  </a:cubicBezTo>
                  <a:lnTo>
                    <a:pt x="37573" y="101148"/>
                  </a:lnTo>
                  <a:cubicBezTo>
                    <a:pt x="37573" y="93815"/>
                    <a:pt x="36156" y="91105"/>
                    <a:pt x="30487" y="86003"/>
                  </a:cubicBezTo>
                  <a:cubicBezTo>
                    <a:pt x="26768" y="82655"/>
                    <a:pt x="21631" y="81061"/>
                    <a:pt x="16671" y="79786"/>
                  </a:cubicBezTo>
                  <a:cubicBezTo>
                    <a:pt x="31196" y="76119"/>
                    <a:pt x="37573" y="68786"/>
                    <a:pt x="37573" y="59539"/>
                  </a:cubicBezTo>
                  <a:lnTo>
                    <a:pt x="37573" y="21278"/>
                  </a:lnTo>
                  <a:close/>
                </a:path>
              </a:pathLst>
            </a:custGeom>
            <a:solidFill>
              <a:srgbClr val="000000"/>
            </a:solidFill>
            <a:ln w="1518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/>
            </a:p>
          </p:txBody>
        </p:sp>
        <p:sp>
          <p:nvSpPr>
            <p:cNvPr id="987" name="任意形状 986">
              <a:extLst>
                <a:ext uri="{FF2B5EF4-FFF2-40B4-BE49-F238E27FC236}">
                  <a16:creationId xmlns:a16="http://schemas.microsoft.com/office/drawing/2014/main" id="{3C93122E-5BA7-817E-34BF-52E0864B4021}"/>
                </a:ext>
              </a:extLst>
            </p:cNvPr>
            <p:cNvSpPr/>
            <p:nvPr>
              <p:custDataLst>
                <p:tags r:id="rId225"/>
              </p:custDataLst>
            </p:nvPr>
          </p:nvSpPr>
          <p:spPr>
            <a:xfrm>
              <a:off x="3814009" y="4424846"/>
              <a:ext cx="41095" cy="159422"/>
            </a:xfrm>
            <a:custGeom>
              <a:avLst/>
              <a:gdLst>
                <a:gd name="connsiteX0" fmla="*/ 41298 w 41095"/>
                <a:gd name="connsiteY0" fmla="*/ 157903 h 159422"/>
                <a:gd name="connsiteX1" fmla="*/ 38286 w 41095"/>
                <a:gd name="connsiteY1" fmla="*/ 154395 h 159422"/>
                <a:gd name="connsiteX2" fmla="*/ 10476 w 41095"/>
                <a:gd name="connsiteY2" fmla="*/ 79786 h 159422"/>
                <a:gd name="connsiteX3" fmla="*/ 38995 w 41095"/>
                <a:gd name="connsiteY3" fmla="*/ 4379 h 159422"/>
                <a:gd name="connsiteX4" fmla="*/ 41298 w 41095"/>
                <a:gd name="connsiteY4" fmla="*/ 1669 h 159422"/>
                <a:gd name="connsiteX5" fmla="*/ 39526 w 41095"/>
                <a:gd name="connsiteY5" fmla="*/ 75 h 159422"/>
                <a:gd name="connsiteX6" fmla="*/ 11362 w 41095"/>
                <a:gd name="connsiteY6" fmla="*/ 31162 h 159422"/>
                <a:gd name="connsiteX7" fmla="*/ 202 w 41095"/>
                <a:gd name="connsiteY7" fmla="*/ 79786 h 159422"/>
                <a:gd name="connsiteX8" fmla="*/ 11893 w 41095"/>
                <a:gd name="connsiteY8" fmla="*/ 129526 h 159422"/>
                <a:gd name="connsiteX9" fmla="*/ 39526 w 41095"/>
                <a:gd name="connsiteY9" fmla="*/ 159497 h 159422"/>
                <a:gd name="connsiteX10" fmla="*/ 41298 w 41095"/>
                <a:gd name="connsiteY10" fmla="*/ 157903 h 1594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41095" h="159422">
                  <a:moveTo>
                    <a:pt x="41298" y="157903"/>
                  </a:moveTo>
                  <a:cubicBezTo>
                    <a:pt x="41298" y="157424"/>
                    <a:pt x="41298" y="157106"/>
                    <a:pt x="38286" y="154395"/>
                  </a:cubicBezTo>
                  <a:cubicBezTo>
                    <a:pt x="16144" y="134308"/>
                    <a:pt x="10476" y="104177"/>
                    <a:pt x="10476" y="79786"/>
                  </a:cubicBezTo>
                  <a:cubicBezTo>
                    <a:pt x="10476" y="52046"/>
                    <a:pt x="17207" y="24307"/>
                    <a:pt x="38995" y="4379"/>
                  </a:cubicBezTo>
                  <a:cubicBezTo>
                    <a:pt x="41298" y="2466"/>
                    <a:pt x="41298" y="2147"/>
                    <a:pt x="41298" y="1669"/>
                  </a:cubicBezTo>
                  <a:cubicBezTo>
                    <a:pt x="41298" y="553"/>
                    <a:pt x="40589" y="75"/>
                    <a:pt x="39526" y="75"/>
                  </a:cubicBezTo>
                  <a:cubicBezTo>
                    <a:pt x="37755" y="75"/>
                    <a:pt x="21813" y="10915"/>
                    <a:pt x="11362" y="31162"/>
                  </a:cubicBezTo>
                  <a:cubicBezTo>
                    <a:pt x="2328" y="48698"/>
                    <a:pt x="202" y="66394"/>
                    <a:pt x="202" y="79786"/>
                  </a:cubicBezTo>
                  <a:cubicBezTo>
                    <a:pt x="202" y="92221"/>
                    <a:pt x="2151" y="111511"/>
                    <a:pt x="11893" y="129526"/>
                  </a:cubicBezTo>
                  <a:cubicBezTo>
                    <a:pt x="22521" y="149134"/>
                    <a:pt x="37755" y="159497"/>
                    <a:pt x="39526" y="159497"/>
                  </a:cubicBezTo>
                  <a:cubicBezTo>
                    <a:pt x="40589" y="159497"/>
                    <a:pt x="41298" y="159019"/>
                    <a:pt x="41298" y="157903"/>
                  </a:cubicBezTo>
                  <a:close/>
                </a:path>
              </a:pathLst>
            </a:custGeom>
            <a:solidFill>
              <a:srgbClr val="000000"/>
            </a:solidFill>
            <a:ln w="1518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/>
            </a:p>
          </p:txBody>
        </p:sp>
        <p:sp>
          <p:nvSpPr>
            <p:cNvPr id="988" name="任意形状 987">
              <a:extLst>
                <a:ext uri="{FF2B5EF4-FFF2-40B4-BE49-F238E27FC236}">
                  <a16:creationId xmlns:a16="http://schemas.microsoft.com/office/drawing/2014/main" id="{82A62FE9-47C8-8D21-0E44-95A34CAF5AAD}"/>
                </a:ext>
              </a:extLst>
            </p:cNvPr>
            <p:cNvSpPr/>
            <p:nvPr>
              <p:custDataLst>
                <p:tags r:id="rId226"/>
              </p:custDataLst>
            </p:nvPr>
          </p:nvSpPr>
          <p:spPr>
            <a:xfrm>
              <a:off x="3869433" y="4444614"/>
              <a:ext cx="54380" cy="101551"/>
            </a:xfrm>
            <a:custGeom>
              <a:avLst/>
              <a:gdLst>
                <a:gd name="connsiteX0" fmla="*/ 32622 w 54380"/>
                <a:gd name="connsiteY0" fmla="*/ 36104 h 101551"/>
                <a:gd name="connsiteX1" fmla="*/ 49273 w 54380"/>
                <a:gd name="connsiteY1" fmla="*/ 36104 h 101551"/>
                <a:gd name="connsiteX2" fmla="*/ 54587 w 54380"/>
                <a:gd name="connsiteY2" fmla="*/ 32916 h 101551"/>
                <a:gd name="connsiteX3" fmla="*/ 49627 w 54380"/>
                <a:gd name="connsiteY3" fmla="*/ 31162 h 101551"/>
                <a:gd name="connsiteX4" fmla="*/ 34039 w 54380"/>
                <a:gd name="connsiteY4" fmla="*/ 31162 h 101551"/>
                <a:gd name="connsiteX5" fmla="*/ 41302 w 54380"/>
                <a:gd name="connsiteY5" fmla="*/ 4379 h 101551"/>
                <a:gd name="connsiteX6" fmla="*/ 36165 w 54380"/>
                <a:gd name="connsiteY6" fmla="*/ 75 h 101551"/>
                <a:gd name="connsiteX7" fmla="*/ 29079 w 54380"/>
                <a:gd name="connsiteY7" fmla="*/ 5814 h 101551"/>
                <a:gd name="connsiteX8" fmla="*/ 22171 w 54380"/>
                <a:gd name="connsiteY8" fmla="*/ 31162 h 101551"/>
                <a:gd name="connsiteX9" fmla="*/ 5520 w 54380"/>
                <a:gd name="connsiteY9" fmla="*/ 31162 h 101551"/>
                <a:gd name="connsiteX10" fmla="*/ 206 w 54380"/>
                <a:gd name="connsiteY10" fmla="*/ 34191 h 101551"/>
                <a:gd name="connsiteX11" fmla="*/ 5166 w 54380"/>
                <a:gd name="connsiteY11" fmla="*/ 36104 h 101551"/>
                <a:gd name="connsiteX12" fmla="*/ 20754 w 54380"/>
                <a:gd name="connsiteY12" fmla="*/ 36104 h 101551"/>
                <a:gd name="connsiteX13" fmla="*/ 7292 w 54380"/>
                <a:gd name="connsiteY13" fmla="*/ 86960 h 101551"/>
                <a:gd name="connsiteX14" fmla="*/ 23588 w 54380"/>
                <a:gd name="connsiteY14" fmla="*/ 101627 h 101551"/>
                <a:gd name="connsiteX15" fmla="*/ 51753 w 54380"/>
                <a:gd name="connsiteY15" fmla="*/ 77076 h 101551"/>
                <a:gd name="connsiteX16" fmla="*/ 49627 w 54380"/>
                <a:gd name="connsiteY16" fmla="*/ 75481 h 101551"/>
                <a:gd name="connsiteX17" fmla="*/ 46970 w 54380"/>
                <a:gd name="connsiteY17" fmla="*/ 77713 h 101551"/>
                <a:gd name="connsiteX18" fmla="*/ 23942 w 54380"/>
                <a:gd name="connsiteY18" fmla="*/ 98119 h 101551"/>
                <a:gd name="connsiteX19" fmla="*/ 18451 w 54380"/>
                <a:gd name="connsiteY19" fmla="*/ 90786 h 101551"/>
                <a:gd name="connsiteX20" fmla="*/ 19514 w 54380"/>
                <a:gd name="connsiteY20" fmla="*/ 83134 h 101551"/>
                <a:gd name="connsiteX21" fmla="*/ 32622 w 54380"/>
                <a:gd name="connsiteY21" fmla="*/ 36104 h 1015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54380" h="101551">
                  <a:moveTo>
                    <a:pt x="32622" y="36104"/>
                  </a:moveTo>
                  <a:lnTo>
                    <a:pt x="49273" y="36104"/>
                  </a:lnTo>
                  <a:cubicBezTo>
                    <a:pt x="52815" y="36104"/>
                    <a:pt x="54587" y="36104"/>
                    <a:pt x="54587" y="32916"/>
                  </a:cubicBezTo>
                  <a:cubicBezTo>
                    <a:pt x="54587" y="31162"/>
                    <a:pt x="52815" y="31162"/>
                    <a:pt x="49627" y="31162"/>
                  </a:cubicBezTo>
                  <a:lnTo>
                    <a:pt x="34039" y="31162"/>
                  </a:lnTo>
                  <a:cubicBezTo>
                    <a:pt x="40416" y="8524"/>
                    <a:pt x="41302" y="5336"/>
                    <a:pt x="41302" y="4379"/>
                  </a:cubicBezTo>
                  <a:cubicBezTo>
                    <a:pt x="41302" y="1669"/>
                    <a:pt x="39176" y="75"/>
                    <a:pt x="36165" y="75"/>
                  </a:cubicBezTo>
                  <a:cubicBezTo>
                    <a:pt x="35633" y="75"/>
                    <a:pt x="30673" y="234"/>
                    <a:pt x="29079" y="5814"/>
                  </a:cubicBezTo>
                  <a:lnTo>
                    <a:pt x="22171" y="31162"/>
                  </a:lnTo>
                  <a:lnTo>
                    <a:pt x="5520" y="31162"/>
                  </a:lnTo>
                  <a:cubicBezTo>
                    <a:pt x="1977" y="31162"/>
                    <a:pt x="206" y="31162"/>
                    <a:pt x="206" y="34191"/>
                  </a:cubicBezTo>
                  <a:cubicBezTo>
                    <a:pt x="206" y="36104"/>
                    <a:pt x="1623" y="36104"/>
                    <a:pt x="5166" y="36104"/>
                  </a:cubicBezTo>
                  <a:lnTo>
                    <a:pt x="20754" y="36104"/>
                  </a:lnTo>
                  <a:cubicBezTo>
                    <a:pt x="8000" y="81380"/>
                    <a:pt x="7292" y="84090"/>
                    <a:pt x="7292" y="86960"/>
                  </a:cubicBezTo>
                  <a:cubicBezTo>
                    <a:pt x="7292" y="95569"/>
                    <a:pt x="14023" y="101627"/>
                    <a:pt x="23588" y="101627"/>
                  </a:cubicBezTo>
                  <a:cubicBezTo>
                    <a:pt x="41656" y="101627"/>
                    <a:pt x="51753" y="78351"/>
                    <a:pt x="51753" y="77076"/>
                  </a:cubicBezTo>
                  <a:cubicBezTo>
                    <a:pt x="51753" y="75481"/>
                    <a:pt x="50336" y="75481"/>
                    <a:pt x="49627" y="75481"/>
                  </a:cubicBezTo>
                  <a:cubicBezTo>
                    <a:pt x="48033" y="75481"/>
                    <a:pt x="47856" y="75960"/>
                    <a:pt x="46970" y="77713"/>
                  </a:cubicBezTo>
                  <a:cubicBezTo>
                    <a:pt x="39353" y="94293"/>
                    <a:pt x="29965" y="98119"/>
                    <a:pt x="23942" y="98119"/>
                  </a:cubicBezTo>
                  <a:cubicBezTo>
                    <a:pt x="20222" y="98119"/>
                    <a:pt x="18451" y="96047"/>
                    <a:pt x="18451" y="90786"/>
                  </a:cubicBezTo>
                  <a:cubicBezTo>
                    <a:pt x="18451" y="86960"/>
                    <a:pt x="18805" y="85844"/>
                    <a:pt x="19514" y="83134"/>
                  </a:cubicBezTo>
                  <a:lnTo>
                    <a:pt x="32622" y="36104"/>
                  </a:lnTo>
                  <a:close/>
                </a:path>
              </a:pathLst>
            </a:custGeom>
            <a:solidFill>
              <a:srgbClr val="000000"/>
            </a:solidFill>
            <a:ln w="1518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/>
            </a:p>
          </p:txBody>
        </p:sp>
        <p:sp>
          <p:nvSpPr>
            <p:cNvPr id="989" name="任意形状 988">
              <a:extLst>
                <a:ext uri="{FF2B5EF4-FFF2-40B4-BE49-F238E27FC236}">
                  <a16:creationId xmlns:a16="http://schemas.microsoft.com/office/drawing/2014/main" id="{2DC12DD8-98B5-1BAF-B8D5-390C447904C4}"/>
                </a:ext>
              </a:extLst>
            </p:cNvPr>
            <p:cNvSpPr/>
            <p:nvPr>
              <p:custDataLst>
                <p:tags r:id="rId227"/>
              </p:custDataLst>
            </p:nvPr>
          </p:nvSpPr>
          <p:spPr>
            <a:xfrm>
              <a:off x="3944558" y="4527514"/>
              <a:ext cx="20724" cy="47667"/>
            </a:xfrm>
            <a:custGeom>
              <a:avLst/>
              <a:gdLst>
                <a:gd name="connsiteX0" fmla="*/ 20935 w 20724"/>
                <a:gd name="connsiteY0" fmla="*/ 16814 h 47667"/>
                <a:gd name="connsiteX1" fmla="*/ 9598 w 20724"/>
                <a:gd name="connsiteY1" fmla="*/ 75 h 47667"/>
                <a:gd name="connsiteX2" fmla="*/ 210 w 20724"/>
                <a:gd name="connsiteY2" fmla="*/ 8524 h 47667"/>
                <a:gd name="connsiteX3" fmla="*/ 9598 w 20724"/>
                <a:gd name="connsiteY3" fmla="*/ 16973 h 47667"/>
                <a:gd name="connsiteX4" fmla="*/ 15798 w 20724"/>
                <a:gd name="connsiteY4" fmla="*/ 14901 h 47667"/>
                <a:gd name="connsiteX5" fmla="*/ 16683 w 20724"/>
                <a:gd name="connsiteY5" fmla="*/ 14423 h 47667"/>
                <a:gd name="connsiteX6" fmla="*/ 17038 w 20724"/>
                <a:gd name="connsiteY6" fmla="*/ 16814 h 47667"/>
                <a:gd name="connsiteX7" fmla="*/ 4992 w 20724"/>
                <a:gd name="connsiteY7" fmla="*/ 43438 h 47667"/>
                <a:gd name="connsiteX8" fmla="*/ 3044 w 20724"/>
                <a:gd name="connsiteY8" fmla="*/ 45988 h 47667"/>
                <a:gd name="connsiteX9" fmla="*/ 4815 w 20724"/>
                <a:gd name="connsiteY9" fmla="*/ 47742 h 47667"/>
                <a:gd name="connsiteX10" fmla="*/ 20935 w 20724"/>
                <a:gd name="connsiteY10" fmla="*/ 16814 h 476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0724" h="47667">
                  <a:moveTo>
                    <a:pt x="20935" y="16814"/>
                  </a:moveTo>
                  <a:cubicBezTo>
                    <a:pt x="20935" y="6292"/>
                    <a:pt x="16506" y="75"/>
                    <a:pt x="9598" y="75"/>
                  </a:cubicBezTo>
                  <a:cubicBezTo>
                    <a:pt x="3752" y="75"/>
                    <a:pt x="210" y="4060"/>
                    <a:pt x="210" y="8524"/>
                  </a:cubicBezTo>
                  <a:cubicBezTo>
                    <a:pt x="210" y="12828"/>
                    <a:pt x="3752" y="16973"/>
                    <a:pt x="9598" y="16973"/>
                  </a:cubicBezTo>
                  <a:cubicBezTo>
                    <a:pt x="11724" y="16973"/>
                    <a:pt x="14026" y="16336"/>
                    <a:pt x="15798" y="14901"/>
                  </a:cubicBezTo>
                  <a:cubicBezTo>
                    <a:pt x="16329" y="14582"/>
                    <a:pt x="16506" y="14423"/>
                    <a:pt x="16683" y="14423"/>
                  </a:cubicBezTo>
                  <a:cubicBezTo>
                    <a:pt x="16860" y="14423"/>
                    <a:pt x="17038" y="14582"/>
                    <a:pt x="17038" y="16814"/>
                  </a:cubicBezTo>
                  <a:cubicBezTo>
                    <a:pt x="17038" y="28611"/>
                    <a:pt x="10838" y="38177"/>
                    <a:pt x="4992" y="43438"/>
                  </a:cubicBezTo>
                  <a:cubicBezTo>
                    <a:pt x="3044" y="45191"/>
                    <a:pt x="3044" y="45510"/>
                    <a:pt x="3044" y="45988"/>
                  </a:cubicBezTo>
                  <a:cubicBezTo>
                    <a:pt x="3044" y="47104"/>
                    <a:pt x="3930" y="47742"/>
                    <a:pt x="4815" y="47742"/>
                  </a:cubicBezTo>
                  <a:cubicBezTo>
                    <a:pt x="6764" y="47742"/>
                    <a:pt x="20935" y="35466"/>
                    <a:pt x="20935" y="16814"/>
                  </a:cubicBezTo>
                  <a:close/>
                </a:path>
              </a:pathLst>
            </a:custGeom>
            <a:solidFill>
              <a:srgbClr val="000000"/>
            </a:solidFill>
            <a:ln w="1518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/>
            </a:p>
          </p:txBody>
        </p:sp>
        <p:sp>
          <p:nvSpPr>
            <p:cNvPr id="990" name="任意形状 989">
              <a:extLst>
                <a:ext uri="{FF2B5EF4-FFF2-40B4-BE49-F238E27FC236}">
                  <a16:creationId xmlns:a16="http://schemas.microsoft.com/office/drawing/2014/main" id="{39DFE753-DD41-DFC1-F38A-667BAB1D7E7F}"/>
                </a:ext>
              </a:extLst>
            </p:cNvPr>
            <p:cNvSpPr/>
            <p:nvPr>
              <p:custDataLst>
                <p:tags r:id="rId228"/>
              </p:custDataLst>
            </p:nvPr>
          </p:nvSpPr>
          <p:spPr>
            <a:xfrm>
              <a:off x="4017793" y="4433774"/>
              <a:ext cx="86973" cy="112392"/>
            </a:xfrm>
            <a:custGeom>
              <a:avLst/>
              <a:gdLst>
                <a:gd name="connsiteX0" fmla="*/ 41310 w 86973"/>
                <a:gd name="connsiteY0" fmla="*/ 1828 h 112392"/>
                <a:gd name="connsiteX1" fmla="*/ 39007 w 86973"/>
                <a:gd name="connsiteY1" fmla="*/ 75 h 112392"/>
                <a:gd name="connsiteX2" fmla="*/ 17396 w 86973"/>
                <a:gd name="connsiteY2" fmla="*/ 1669 h 112392"/>
                <a:gd name="connsiteX3" fmla="*/ 14031 w 86973"/>
                <a:gd name="connsiteY3" fmla="*/ 4857 h 112392"/>
                <a:gd name="connsiteX4" fmla="*/ 18282 w 86973"/>
                <a:gd name="connsiteY4" fmla="*/ 6770 h 112392"/>
                <a:gd name="connsiteX5" fmla="*/ 27139 w 86973"/>
                <a:gd name="connsiteY5" fmla="*/ 9481 h 112392"/>
                <a:gd name="connsiteX6" fmla="*/ 26607 w 86973"/>
                <a:gd name="connsiteY6" fmla="*/ 12669 h 112392"/>
                <a:gd name="connsiteX7" fmla="*/ 923 w 86973"/>
                <a:gd name="connsiteY7" fmla="*/ 104496 h 112392"/>
                <a:gd name="connsiteX8" fmla="*/ 214 w 86973"/>
                <a:gd name="connsiteY8" fmla="*/ 108004 h 112392"/>
                <a:gd name="connsiteX9" fmla="*/ 5351 w 86973"/>
                <a:gd name="connsiteY9" fmla="*/ 112467 h 112392"/>
                <a:gd name="connsiteX10" fmla="*/ 11905 w 86973"/>
                <a:gd name="connsiteY10" fmla="*/ 108322 h 112392"/>
                <a:gd name="connsiteX11" fmla="*/ 15271 w 86973"/>
                <a:gd name="connsiteY11" fmla="*/ 96206 h 112392"/>
                <a:gd name="connsiteX12" fmla="*/ 19168 w 86973"/>
                <a:gd name="connsiteY12" fmla="*/ 81858 h 112392"/>
                <a:gd name="connsiteX13" fmla="*/ 22179 w 86973"/>
                <a:gd name="connsiteY13" fmla="*/ 71177 h 112392"/>
                <a:gd name="connsiteX14" fmla="*/ 24127 w 86973"/>
                <a:gd name="connsiteY14" fmla="*/ 64003 h 112392"/>
                <a:gd name="connsiteX15" fmla="*/ 36173 w 86973"/>
                <a:gd name="connsiteY15" fmla="*/ 49336 h 112392"/>
                <a:gd name="connsiteX16" fmla="*/ 53178 w 86973"/>
                <a:gd name="connsiteY16" fmla="*/ 43756 h 112392"/>
                <a:gd name="connsiteX17" fmla="*/ 62743 w 86973"/>
                <a:gd name="connsiteY17" fmla="*/ 54916 h 112392"/>
                <a:gd name="connsiteX18" fmla="*/ 51761 w 86973"/>
                <a:gd name="connsiteY18" fmla="*/ 90627 h 112392"/>
                <a:gd name="connsiteX19" fmla="*/ 49458 w 86973"/>
                <a:gd name="connsiteY19" fmla="*/ 99395 h 112392"/>
                <a:gd name="connsiteX20" fmla="*/ 63983 w 86973"/>
                <a:gd name="connsiteY20" fmla="*/ 112467 h 112392"/>
                <a:gd name="connsiteX21" fmla="*/ 87188 w 86973"/>
                <a:gd name="connsiteY21" fmla="*/ 87916 h 112392"/>
                <a:gd name="connsiteX22" fmla="*/ 85062 w 86973"/>
                <a:gd name="connsiteY22" fmla="*/ 86322 h 112392"/>
                <a:gd name="connsiteX23" fmla="*/ 82405 w 86973"/>
                <a:gd name="connsiteY23" fmla="*/ 89192 h 112392"/>
                <a:gd name="connsiteX24" fmla="*/ 64337 w 86973"/>
                <a:gd name="connsiteY24" fmla="*/ 108960 h 112392"/>
                <a:gd name="connsiteX25" fmla="*/ 60086 w 86973"/>
                <a:gd name="connsiteY25" fmla="*/ 103699 h 112392"/>
                <a:gd name="connsiteX26" fmla="*/ 63274 w 86973"/>
                <a:gd name="connsiteY26" fmla="*/ 92380 h 112392"/>
                <a:gd name="connsiteX27" fmla="*/ 74080 w 86973"/>
                <a:gd name="connsiteY27" fmla="*/ 57307 h 112392"/>
                <a:gd name="connsiteX28" fmla="*/ 53709 w 86973"/>
                <a:gd name="connsiteY28" fmla="*/ 40249 h 112392"/>
                <a:gd name="connsiteX29" fmla="*/ 27493 w 86973"/>
                <a:gd name="connsiteY29" fmla="*/ 52525 h 112392"/>
                <a:gd name="connsiteX30" fmla="*/ 41310 w 86973"/>
                <a:gd name="connsiteY30" fmla="*/ 1828 h 11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86973" h="112392">
                  <a:moveTo>
                    <a:pt x="41310" y="1828"/>
                  </a:moveTo>
                  <a:cubicBezTo>
                    <a:pt x="41310" y="1669"/>
                    <a:pt x="41310" y="75"/>
                    <a:pt x="39007" y="75"/>
                  </a:cubicBezTo>
                  <a:cubicBezTo>
                    <a:pt x="34933" y="75"/>
                    <a:pt x="22002" y="1350"/>
                    <a:pt x="17396" y="1669"/>
                  </a:cubicBezTo>
                  <a:cubicBezTo>
                    <a:pt x="15979" y="1828"/>
                    <a:pt x="14031" y="1988"/>
                    <a:pt x="14031" y="4857"/>
                  </a:cubicBezTo>
                  <a:cubicBezTo>
                    <a:pt x="14031" y="6770"/>
                    <a:pt x="15625" y="6770"/>
                    <a:pt x="18282" y="6770"/>
                  </a:cubicBezTo>
                  <a:cubicBezTo>
                    <a:pt x="26784" y="6770"/>
                    <a:pt x="27139" y="7886"/>
                    <a:pt x="27139" y="9481"/>
                  </a:cubicBezTo>
                  <a:lnTo>
                    <a:pt x="26607" y="12669"/>
                  </a:lnTo>
                  <a:lnTo>
                    <a:pt x="923" y="104496"/>
                  </a:lnTo>
                  <a:cubicBezTo>
                    <a:pt x="214" y="106728"/>
                    <a:pt x="214" y="107047"/>
                    <a:pt x="214" y="108004"/>
                  </a:cubicBezTo>
                  <a:cubicBezTo>
                    <a:pt x="214" y="111670"/>
                    <a:pt x="3757" y="112467"/>
                    <a:pt x="5351" y="112467"/>
                  </a:cubicBezTo>
                  <a:cubicBezTo>
                    <a:pt x="8185" y="112467"/>
                    <a:pt x="11019" y="110554"/>
                    <a:pt x="11905" y="108322"/>
                  </a:cubicBezTo>
                  <a:lnTo>
                    <a:pt x="15271" y="96206"/>
                  </a:lnTo>
                  <a:lnTo>
                    <a:pt x="19168" y="81858"/>
                  </a:lnTo>
                  <a:cubicBezTo>
                    <a:pt x="20230" y="78351"/>
                    <a:pt x="21293" y="74844"/>
                    <a:pt x="22179" y="71177"/>
                  </a:cubicBezTo>
                  <a:cubicBezTo>
                    <a:pt x="22533" y="70220"/>
                    <a:pt x="23950" y="64960"/>
                    <a:pt x="24127" y="64003"/>
                  </a:cubicBezTo>
                  <a:cubicBezTo>
                    <a:pt x="24659" y="62568"/>
                    <a:pt x="30150" y="53641"/>
                    <a:pt x="36173" y="49336"/>
                  </a:cubicBezTo>
                  <a:cubicBezTo>
                    <a:pt x="40070" y="46785"/>
                    <a:pt x="45561" y="43756"/>
                    <a:pt x="53178" y="43756"/>
                  </a:cubicBezTo>
                  <a:cubicBezTo>
                    <a:pt x="60795" y="43756"/>
                    <a:pt x="62743" y="49177"/>
                    <a:pt x="62743" y="54916"/>
                  </a:cubicBezTo>
                  <a:cubicBezTo>
                    <a:pt x="62743" y="63525"/>
                    <a:pt x="56012" y="80902"/>
                    <a:pt x="51761" y="90627"/>
                  </a:cubicBezTo>
                  <a:cubicBezTo>
                    <a:pt x="50344" y="94293"/>
                    <a:pt x="49458" y="96206"/>
                    <a:pt x="49458" y="99395"/>
                  </a:cubicBezTo>
                  <a:cubicBezTo>
                    <a:pt x="49458" y="106888"/>
                    <a:pt x="55658" y="112467"/>
                    <a:pt x="63983" y="112467"/>
                  </a:cubicBezTo>
                  <a:cubicBezTo>
                    <a:pt x="80634" y="112467"/>
                    <a:pt x="87188" y="89192"/>
                    <a:pt x="87188" y="87916"/>
                  </a:cubicBezTo>
                  <a:cubicBezTo>
                    <a:pt x="87188" y="86322"/>
                    <a:pt x="85594" y="86322"/>
                    <a:pt x="85062" y="86322"/>
                  </a:cubicBezTo>
                  <a:cubicBezTo>
                    <a:pt x="83291" y="86322"/>
                    <a:pt x="83291" y="86800"/>
                    <a:pt x="82405" y="89192"/>
                  </a:cubicBezTo>
                  <a:cubicBezTo>
                    <a:pt x="79748" y="97641"/>
                    <a:pt x="74080" y="108960"/>
                    <a:pt x="64337" y="108960"/>
                  </a:cubicBezTo>
                  <a:cubicBezTo>
                    <a:pt x="61326" y="108960"/>
                    <a:pt x="60086" y="107366"/>
                    <a:pt x="60086" y="103699"/>
                  </a:cubicBezTo>
                  <a:cubicBezTo>
                    <a:pt x="60086" y="99714"/>
                    <a:pt x="61680" y="95887"/>
                    <a:pt x="63274" y="92380"/>
                  </a:cubicBezTo>
                  <a:cubicBezTo>
                    <a:pt x="66109" y="85525"/>
                    <a:pt x="74080" y="66554"/>
                    <a:pt x="74080" y="57307"/>
                  </a:cubicBezTo>
                  <a:cubicBezTo>
                    <a:pt x="74080" y="46945"/>
                    <a:pt x="66994" y="40249"/>
                    <a:pt x="53709" y="40249"/>
                  </a:cubicBezTo>
                  <a:cubicBezTo>
                    <a:pt x="42550" y="40249"/>
                    <a:pt x="34047" y="45191"/>
                    <a:pt x="27493" y="52525"/>
                  </a:cubicBezTo>
                  <a:lnTo>
                    <a:pt x="41310" y="1828"/>
                  </a:lnTo>
                  <a:close/>
                </a:path>
              </a:pathLst>
            </a:custGeom>
            <a:solidFill>
              <a:srgbClr val="000000"/>
            </a:solidFill>
            <a:ln w="1518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/>
            </a:p>
          </p:txBody>
        </p:sp>
        <p:sp>
          <p:nvSpPr>
            <p:cNvPr id="991" name="任意形状 990">
              <a:extLst>
                <a:ext uri="{FF2B5EF4-FFF2-40B4-BE49-F238E27FC236}">
                  <a16:creationId xmlns:a16="http://schemas.microsoft.com/office/drawing/2014/main" id="{67F7A049-83DB-161A-6D9F-04E54D6E0079}"/>
                </a:ext>
              </a:extLst>
            </p:cNvPr>
            <p:cNvSpPr/>
            <p:nvPr>
              <p:custDataLst>
                <p:tags r:id="rId229"/>
              </p:custDataLst>
            </p:nvPr>
          </p:nvSpPr>
          <p:spPr>
            <a:xfrm>
              <a:off x="4120206" y="4424846"/>
              <a:ext cx="41095" cy="159422"/>
            </a:xfrm>
            <a:custGeom>
              <a:avLst/>
              <a:gdLst>
                <a:gd name="connsiteX0" fmla="*/ 41315 w 41095"/>
                <a:gd name="connsiteY0" fmla="*/ 79786 h 159422"/>
                <a:gd name="connsiteX1" fmla="*/ 29624 w 41095"/>
                <a:gd name="connsiteY1" fmla="*/ 30046 h 159422"/>
                <a:gd name="connsiteX2" fmla="*/ 1991 w 41095"/>
                <a:gd name="connsiteY2" fmla="*/ 75 h 159422"/>
                <a:gd name="connsiteX3" fmla="*/ 220 w 41095"/>
                <a:gd name="connsiteY3" fmla="*/ 1669 h 159422"/>
                <a:gd name="connsiteX4" fmla="*/ 3585 w 41095"/>
                <a:gd name="connsiteY4" fmla="*/ 5336 h 159422"/>
                <a:gd name="connsiteX5" fmla="*/ 31042 w 41095"/>
                <a:gd name="connsiteY5" fmla="*/ 79786 h 159422"/>
                <a:gd name="connsiteX6" fmla="*/ 2523 w 41095"/>
                <a:gd name="connsiteY6" fmla="*/ 155192 h 159422"/>
                <a:gd name="connsiteX7" fmla="*/ 220 w 41095"/>
                <a:gd name="connsiteY7" fmla="*/ 157903 h 159422"/>
                <a:gd name="connsiteX8" fmla="*/ 1991 w 41095"/>
                <a:gd name="connsiteY8" fmla="*/ 159497 h 159422"/>
                <a:gd name="connsiteX9" fmla="*/ 30156 w 41095"/>
                <a:gd name="connsiteY9" fmla="*/ 128410 h 159422"/>
                <a:gd name="connsiteX10" fmla="*/ 41315 w 41095"/>
                <a:gd name="connsiteY10" fmla="*/ 79786 h 1594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41095" h="159422">
                  <a:moveTo>
                    <a:pt x="41315" y="79786"/>
                  </a:moveTo>
                  <a:cubicBezTo>
                    <a:pt x="41315" y="67351"/>
                    <a:pt x="39367" y="48061"/>
                    <a:pt x="29624" y="30046"/>
                  </a:cubicBezTo>
                  <a:cubicBezTo>
                    <a:pt x="18996" y="10437"/>
                    <a:pt x="3763" y="75"/>
                    <a:pt x="1991" y="75"/>
                  </a:cubicBezTo>
                  <a:cubicBezTo>
                    <a:pt x="928" y="75"/>
                    <a:pt x="220" y="712"/>
                    <a:pt x="220" y="1669"/>
                  </a:cubicBezTo>
                  <a:cubicBezTo>
                    <a:pt x="220" y="2147"/>
                    <a:pt x="220" y="2466"/>
                    <a:pt x="3585" y="5336"/>
                  </a:cubicBezTo>
                  <a:cubicBezTo>
                    <a:pt x="20945" y="21118"/>
                    <a:pt x="31042" y="46467"/>
                    <a:pt x="31042" y="79786"/>
                  </a:cubicBezTo>
                  <a:cubicBezTo>
                    <a:pt x="31042" y="107047"/>
                    <a:pt x="24487" y="135105"/>
                    <a:pt x="2523" y="155192"/>
                  </a:cubicBezTo>
                  <a:cubicBezTo>
                    <a:pt x="220" y="157106"/>
                    <a:pt x="220" y="157424"/>
                    <a:pt x="220" y="157903"/>
                  </a:cubicBezTo>
                  <a:cubicBezTo>
                    <a:pt x="220" y="158859"/>
                    <a:pt x="928" y="159497"/>
                    <a:pt x="1991" y="159497"/>
                  </a:cubicBezTo>
                  <a:cubicBezTo>
                    <a:pt x="3763" y="159497"/>
                    <a:pt x="19705" y="148656"/>
                    <a:pt x="30156" y="128410"/>
                  </a:cubicBezTo>
                  <a:cubicBezTo>
                    <a:pt x="39190" y="110873"/>
                    <a:pt x="41315" y="93177"/>
                    <a:pt x="41315" y="79786"/>
                  </a:cubicBezTo>
                  <a:close/>
                </a:path>
              </a:pathLst>
            </a:custGeom>
            <a:solidFill>
              <a:srgbClr val="000000"/>
            </a:solidFill>
            <a:ln w="1518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/>
            </a:p>
          </p:txBody>
        </p:sp>
        <p:sp>
          <p:nvSpPr>
            <p:cNvPr id="992" name="任意形状 991">
              <a:extLst>
                <a:ext uri="{FF2B5EF4-FFF2-40B4-BE49-F238E27FC236}">
                  <a16:creationId xmlns:a16="http://schemas.microsoft.com/office/drawing/2014/main" id="{D85509E2-261A-DE15-04D1-309E06794813}"/>
                </a:ext>
              </a:extLst>
            </p:cNvPr>
            <p:cNvSpPr/>
            <p:nvPr>
              <p:custDataLst>
                <p:tags r:id="rId230"/>
              </p:custDataLst>
            </p:nvPr>
          </p:nvSpPr>
          <p:spPr>
            <a:xfrm>
              <a:off x="4249278" y="4424846"/>
              <a:ext cx="7085" cy="159422"/>
            </a:xfrm>
            <a:custGeom>
              <a:avLst/>
              <a:gdLst>
                <a:gd name="connsiteX0" fmla="*/ 7312 w 7085"/>
                <a:gd name="connsiteY0" fmla="*/ 5814 h 159422"/>
                <a:gd name="connsiteX1" fmla="*/ 3769 w 7085"/>
                <a:gd name="connsiteY1" fmla="*/ 75 h 159422"/>
                <a:gd name="connsiteX2" fmla="*/ 227 w 7085"/>
                <a:gd name="connsiteY2" fmla="*/ 5814 h 159422"/>
                <a:gd name="connsiteX3" fmla="*/ 227 w 7085"/>
                <a:gd name="connsiteY3" fmla="*/ 153758 h 159422"/>
                <a:gd name="connsiteX4" fmla="*/ 3769 w 7085"/>
                <a:gd name="connsiteY4" fmla="*/ 159497 h 159422"/>
                <a:gd name="connsiteX5" fmla="*/ 7312 w 7085"/>
                <a:gd name="connsiteY5" fmla="*/ 153758 h 159422"/>
                <a:gd name="connsiteX6" fmla="*/ 7312 w 7085"/>
                <a:gd name="connsiteY6" fmla="*/ 5814 h 1594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085" h="159422">
                  <a:moveTo>
                    <a:pt x="7312" y="5814"/>
                  </a:moveTo>
                  <a:cubicBezTo>
                    <a:pt x="7312" y="2944"/>
                    <a:pt x="7312" y="75"/>
                    <a:pt x="3769" y="75"/>
                  </a:cubicBezTo>
                  <a:cubicBezTo>
                    <a:pt x="227" y="75"/>
                    <a:pt x="227" y="2944"/>
                    <a:pt x="227" y="5814"/>
                  </a:cubicBezTo>
                  <a:lnTo>
                    <a:pt x="227" y="153758"/>
                  </a:lnTo>
                  <a:cubicBezTo>
                    <a:pt x="227" y="156627"/>
                    <a:pt x="227" y="159497"/>
                    <a:pt x="3769" y="159497"/>
                  </a:cubicBezTo>
                  <a:cubicBezTo>
                    <a:pt x="7312" y="159497"/>
                    <a:pt x="7312" y="156627"/>
                    <a:pt x="7312" y="153758"/>
                  </a:cubicBezTo>
                  <a:lnTo>
                    <a:pt x="7312" y="5814"/>
                  </a:lnTo>
                  <a:close/>
                </a:path>
              </a:pathLst>
            </a:custGeom>
            <a:solidFill>
              <a:srgbClr val="000000"/>
            </a:solidFill>
            <a:ln w="1518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/>
            </a:p>
          </p:txBody>
        </p:sp>
        <p:sp>
          <p:nvSpPr>
            <p:cNvPr id="993" name="任意形状 992">
              <a:extLst>
                <a:ext uri="{FF2B5EF4-FFF2-40B4-BE49-F238E27FC236}">
                  <a16:creationId xmlns:a16="http://schemas.microsoft.com/office/drawing/2014/main" id="{2BC4CA37-C37C-DC4B-729A-46569036CA60}"/>
                </a:ext>
              </a:extLst>
            </p:cNvPr>
            <p:cNvSpPr/>
            <p:nvPr>
              <p:custDataLst>
                <p:tags r:id="rId231"/>
              </p:custDataLst>
            </p:nvPr>
          </p:nvSpPr>
          <p:spPr>
            <a:xfrm>
              <a:off x="4344143" y="4424846"/>
              <a:ext cx="41095" cy="159422"/>
            </a:xfrm>
            <a:custGeom>
              <a:avLst/>
              <a:gdLst>
                <a:gd name="connsiteX0" fmla="*/ 41328 w 41095"/>
                <a:gd name="connsiteY0" fmla="*/ 157903 h 159422"/>
                <a:gd name="connsiteX1" fmla="*/ 38316 w 41095"/>
                <a:gd name="connsiteY1" fmla="*/ 154395 h 159422"/>
                <a:gd name="connsiteX2" fmla="*/ 10506 w 41095"/>
                <a:gd name="connsiteY2" fmla="*/ 79786 h 159422"/>
                <a:gd name="connsiteX3" fmla="*/ 39025 w 41095"/>
                <a:gd name="connsiteY3" fmla="*/ 4379 h 159422"/>
                <a:gd name="connsiteX4" fmla="*/ 41328 w 41095"/>
                <a:gd name="connsiteY4" fmla="*/ 1669 h 159422"/>
                <a:gd name="connsiteX5" fmla="*/ 39556 w 41095"/>
                <a:gd name="connsiteY5" fmla="*/ 75 h 159422"/>
                <a:gd name="connsiteX6" fmla="*/ 11392 w 41095"/>
                <a:gd name="connsiteY6" fmla="*/ 31162 h 159422"/>
                <a:gd name="connsiteX7" fmla="*/ 232 w 41095"/>
                <a:gd name="connsiteY7" fmla="*/ 79786 h 159422"/>
                <a:gd name="connsiteX8" fmla="*/ 11923 w 41095"/>
                <a:gd name="connsiteY8" fmla="*/ 129526 h 159422"/>
                <a:gd name="connsiteX9" fmla="*/ 39556 w 41095"/>
                <a:gd name="connsiteY9" fmla="*/ 159497 h 159422"/>
                <a:gd name="connsiteX10" fmla="*/ 41328 w 41095"/>
                <a:gd name="connsiteY10" fmla="*/ 157903 h 1594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41095" h="159422">
                  <a:moveTo>
                    <a:pt x="41328" y="157903"/>
                  </a:moveTo>
                  <a:cubicBezTo>
                    <a:pt x="41328" y="157424"/>
                    <a:pt x="41328" y="157106"/>
                    <a:pt x="38316" y="154395"/>
                  </a:cubicBezTo>
                  <a:cubicBezTo>
                    <a:pt x="16174" y="134308"/>
                    <a:pt x="10506" y="104177"/>
                    <a:pt x="10506" y="79786"/>
                  </a:cubicBezTo>
                  <a:cubicBezTo>
                    <a:pt x="10506" y="52046"/>
                    <a:pt x="17237" y="24307"/>
                    <a:pt x="39025" y="4379"/>
                  </a:cubicBezTo>
                  <a:cubicBezTo>
                    <a:pt x="41328" y="2466"/>
                    <a:pt x="41328" y="2147"/>
                    <a:pt x="41328" y="1669"/>
                  </a:cubicBezTo>
                  <a:cubicBezTo>
                    <a:pt x="41328" y="553"/>
                    <a:pt x="40619" y="75"/>
                    <a:pt x="39556" y="75"/>
                  </a:cubicBezTo>
                  <a:cubicBezTo>
                    <a:pt x="37785" y="75"/>
                    <a:pt x="21843" y="10915"/>
                    <a:pt x="11392" y="31162"/>
                  </a:cubicBezTo>
                  <a:cubicBezTo>
                    <a:pt x="2358" y="48698"/>
                    <a:pt x="232" y="66394"/>
                    <a:pt x="232" y="79786"/>
                  </a:cubicBezTo>
                  <a:cubicBezTo>
                    <a:pt x="232" y="92221"/>
                    <a:pt x="2181" y="111511"/>
                    <a:pt x="11923" y="129526"/>
                  </a:cubicBezTo>
                  <a:cubicBezTo>
                    <a:pt x="22551" y="149134"/>
                    <a:pt x="37785" y="159497"/>
                    <a:pt x="39556" y="159497"/>
                  </a:cubicBezTo>
                  <a:cubicBezTo>
                    <a:pt x="40619" y="159497"/>
                    <a:pt x="41328" y="159019"/>
                    <a:pt x="41328" y="157903"/>
                  </a:cubicBezTo>
                  <a:close/>
                </a:path>
              </a:pathLst>
            </a:custGeom>
            <a:solidFill>
              <a:srgbClr val="000000"/>
            </a:solidFill>
            <a:ln w="1518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/>
            </a:p>
          </p:txBody>
        </p:sp>
        <p:sp>
          <p:nvSpPr>
            <p:cNvPr id="994" name="任意形状 993">
              <a:extLst>
                <a:ext uri="{FF2B5EF4-FFF2-40B4-BE49-F238E27FC236}">
                  <a16:creationId xmlns:a16="http://schemas.microsoft.com/office/drawing/2014/main" id="{B909068C-DBA2-9EB0-06C3-AD1623C8809B}"/>
                </a:ext>
              </a:extLst>
            </p:cNvPr>
            <p:cNvSpPr/>
            <p:nvPr>
              <p:custDataLst>
                <p:tags r:id="rId232"/>
              </p:custDataLst>
            </p:nvPr>
          </p:nvSpPr>
          <p:spPr>
            <a:xfrm>
              <a:off x="4405235" y="4433774"/>
              <a:ext cx="86973" cy="112392"/>
            </a:xfrm>
            <a:custGeom>
              <a:avLst/>
              <a:gdLst>
                <a:gd name="connsiteX0" fmla="*/ 41331 w 86973"/>
                <a:gd name="connsiteY0" fmla="*/ 1828 h 112392"/>
                <a:gd name="connsiteX1" fmla="*/ 39029 w 86973"/>
                <a:gd name="connsiteY1" fmla="*/ 75 h 112392"/>
                <a:gd name="connsiteX2" fmla="*/ 17418 w 86973"/>
                <a:gd name="connsiteY2" fmla="*/ 1669 h 112392"/>
                <a:gd name="connsiteX3" fmla="*/ 14053 w 86973"/>
                <a:gd name="connsiteY3" fmla="*/ 4857 h 112392"/>
                <a:gd name="connsiteX4" fmla="*/ 18304 w 86973"/>
                <a:gd name="connsiteY4" fmla="*/ 6770 h 112392"/>
                <a:gd name="connsiteX5" fmla="*/ 27161 w 86973"/>
                <a:gd name="connsiteY5" fmla="*/ 9481 h 112392"/>
                <a:gd name="connsiteX6" fmla="*/ 26629 w 86973"/>
                <a:gd name="connsiteY6" fmla="*/ 12669 h 112392"/>
                <a:gd name="connsiteX7" fmla="*/ 944 w 86973"/>
                <a:gd name="connsiteY7" fmla="*/ 104496 h 112392"/>
                <a:gd name="connsiteX8" fmla="*/ 236 w 86973"/>
                <a:gd name="connsiteY8" fmla="*/ 108004 h 112392"/>
                <a:gd name="connsiteX9" fmla="*/ 5373 w 86973"/>
                <a:gd name="connsiteY9" fmla="*/ 112467 h 112392"/>
                <a:gd name="connsiteX10" fmla="*/ 11927 w 86973"/>
                <a:gd name="connsiteY10" fmla="*/ 108322 h 112392"/>
                <a:gd name="connsiteX11" fmla="*/ 15292 w 86973"/>
                <a:gd name="connsiteY11" fmla="*/ 96206 h 112392"/>
                <a:gd name="connsiteX12" fmla="*/ 19189 w 86973"/>
                <a:gd name="connsiteY12" fmla="*/ 81858 h 112392"/>
                <a:gd name="connsiteX13" fmla="*/ 22201 w 86973"/>
                <a:gd name="connsiteY13" fmla="*/ 71177 h 112392"/>
                <a:gd name="connsiteX14" fmla="*/ 24149 w 86973"/>
                <a:gd name="connsiteY14" fmla="*/ 64003 h 112392"/>
                <a:gd name="connsiteX15" fmla="*/ 36194 w 86973"/>
                <a:gd name="connsiteY15" fmla="*/ 49336 h 112392"/>
                <a:gd name="connsiteX16" fmla="*/ 53200 w 86973"/>
                <a:gd name="connsiteY16" fmla="*/ 43756 h 112392"/>
                <a:gd name="connsiteX17" fmla="*/ 62765 w 86973"/>
                <a:gd name="connsiteY17" fmla="*/ 54916 h 112392"/>
                <a:gd name="connsiteX18" fmla="*/ 51782 w 86973"/>
                <a:gd name="connsiteY18" fmla="*/ 90627 h 112392"/>
                <a:gd name="connsiteX19" fmla="*/ 49480 w 86973"/>
                <a:gd name="connsiteY19" fmla="*/ 99395 h 112392"/>
                <a:gd name="connsiteX20" fmla="*/ 64005 w 86973"/>
                <a:gd name="connsiteY20" fmla="*/ 112467 h 112392"/>
                <a:gd name="connsiteX21" fmla="*/ 87210 w 86973"/>
                <a:gd name="connsiteY21" fmla="*/ 87916 h 112392"/>
                <a:gd name="connsiteX22" fmla="*/ 85084 w 86973"/>
                <a:gd name="connsiteY22" fmla="*/ 86322 h 112392"/>
                <a:gd name="connsiteX23" fmla="*/ 82427 w 86973"/>
                <a:gd name="connsiteY23" fmla="*/ 89192 h 112392"/>
                <a:gd name="connsiteX24" fmla="*/ 64359 w 86973"/>
                <a:gd name="connsiteY24" fmla="*/ 108960 h 112392"/>
                <a:gd name="connsiteX25" fmla="*/ 60108 w 86973"/>
                <a:gd name="connsiteY25" fmla="*/ 103699 h 112392"/>
                <a:gd name="connsiteX26" fmla="*/ 63296 w 86973"/>
                <a:gd name="connsiteY26" fmla="*/ 92380 h 112392"/>
                <a:gd name="connsiteX27" fmla="*/ 74102 w 86973"/>
                <a:gd name="connsiteY27" fmla="*/ 57307 h 112392"/>
                <a:gd name="connsiteX28" fmla="*/ 53731 w 86973"/>
                <a:gd name="connsiteY28" fmla="*/ 40249 h 112392"/>
                <a:gd name="connsiteX29" fmla="*/ 27515 w 86973"/>
                <a:gd name="connsiteY29" fmla="*/ 52525 h 112392"/>
                <a:gd name="connsiteX30" fmla="*/ 41331 w 86973"/>
                <a:gd name="connsiteY30" fmla="*/ 1828 h 11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86973" h="112392">
                  <a:moveTo>
                    <a:pt x="41331" y="1828"/>
                  </a:moveTo>
                  <a:cubicBezTo>
                    <a:pt x="41331" y="1669"/>
                    <a:pt x="41331" y="75"/>
                    <a:pt x="39029" y="75"/>
                  </a:cubicBezTo>
                  <a:cubicBezTo>
                    <a:pt x="34955" y="75"/>
                    <a:pt x="22024" y="1350"/>
                    <a:pt x="17418" y="1669"/>
                  </a:cubicBezTo>
                  <a:cubicBezTo>
                    <a:pt x="16001" y="1828"/>
                    <a:pt x="14053" y="1988"/>
                    <a:pt x="14053" y="4857"/>
                  </a:cubicBezTo>
                  <a:cubicBezTo>
                    <a:pt x="14053" y="6770"/>
                    <a:pt x="15647" y="6770"/>
                    <a:pt x="18304" y="6770"/>
                  </a:cubicBezTo>
                  <a:cubicBezTo>
                    <a:pt x="26806" y="6770"/>
                    <a:pt x="27161" y="7886"/>
                    <a:pt x="27161" y="9481"/>
                  </a:cubicBezTo>
                  <a:lnTo>
                    <a:pt x="26629" y="12669"/>
                  </a:lnTo>
                  <a:lnTo>
                    <a:pt x="944" y="104496"/>
                  </a:lnTo>
                  <a:cubicBezTo>
                    <a:pt x="236" y="106728"/>
                    <a:pt x="236" y="107047"/>
                    <a:pt x="236" y="108004"/>
                  </a:cubicBezTo>
                  <a:cubicBezTo>
                    <a:pt x="236" y="111670"/>
                    <a:pt x="3779" y="112467"/>
                    <a:pt x="5373" y="112467"/>
                  </a:cubicBezTo>
                  <a:cubicBezTo>
                    <a:pt x="8207" y="112467"/>
                    <a:pt x="11041" y="110554"/>
                    <a:pt x="11927" y="108322"/>
                  </a:cubicBezTo>
                  <a:lnTo>
                    <a:pt x="15292" y="96206"/>
                  </a:lnTo>
                  <a:lnTo>
                    <a:pt x="19189" y="81858"/>
                  </a:lnTo>
                  <a:cubicBezTo>
                    <a:pt x="20252" y="78351"/>
                    <a:pt x="21315" y="74844"/>
                    <a:pt x="22201" y="71177"/>
                  </a:cubicBezTo>
                  <a:cubicBezTo>
                    <a:pt x="22555" y="70220"/>
                    <a:pt x="23972" y="64960"/>
                    <a:pt x="24149" y="64003"/>
                  </a:cubicBezTo>
                  <a:cubicBezTo>
                    <a:pt x="24681" y="62568"/>
                    <a:pt x="30172" y="53641"/>
                    <a:pt x="36194" y="49336"/>
                  </a:cubicBezTo>
                  <a:cubicBezTo>
                    <a:pt x="40091" y="46785"/>
                    <a:pt x="45583" y="43756"/>
                    <a:pt x="53200" y="43756"/>
                  </a:cubicBezTo>
                  <a:cubicBezTo>
                    <a:pt x="60816" y="43756"/>
                    <a:pt x="62765" y="49177"/>
                    <a:pt x="62765" y="54916"/>
                  </a:cubicBezTo>
                  <a:cubicBezTo>
                    <a:pt x="62765" y="63525"/>
                    <a:pt x="56034" y="80902"/>
                    <a:pt x="51782" y="90627"/>
                  </a:cubicBezTo>
                  <a:cubicBezTo>
                    <a:pt x="50365" y="94293"/>
                    <a:pt x="49480" y="96206"/>
                    <a:pt x="49480" y="99395"/>
                  </a:cubicBezTo>
                  <a:cubicBezTo>
                    <a:pt x="49480" y="106888"/>
                    <a:pt x="55679" y="112467"/>
                    <a:pt x="64005" y="112467"/>
                  </a:cubicBezTo>
                  <a:cubicBezTo>
                    <a:pt x="80656" y="112467"/>
                    <a:pt x="87210" y="89192"/>
                    <a:pt x="87210" y="87916"/>
                  </a:cubicBezTo>
                  <a:cubicBezTo>
                    <a:pt x="87210" y="86322"/>
                    <a:pt x="85615" y="86322"/>
                    <a:pt x="85084" y="86322"/>
                  </a:cubicBezTo>
                  <a:cubicBezTo>
                    <a:pt x="83313" y="86322"/>
                    <a:pt x="83313" y="86800"/>
                    <a:pt x="82427" y="89192"/>
                  </a:cubicBezTo>
                  <a:cubicBezTo>
                    <a:pt x="79770" y="97641"/>
                    <a:pt x="74102" y="108960"/>
                    <a:pt x="64359" y="108960"/>
                  </a:cubicBezTo>
                  <a:cubicBezTo>
                    <a:pt x="61348" y="108960"/>
                    <a:pt x="60108" y="107366"/>
                    <a:pt x="60108" y="103699"/>
                  </a:cubicBezTo>
                  <a:cubicBezTo>
                    <a:pt x="60108" y="99714"/>
                    <a:pt x="61702" y="95887"/>
                    <a:pt x="63296" y="92380"/>
                  </a:cubicBezTo>
                  <a:cubicBezTo>
                    <a:pt x="66130" y="85525"/>
                    <a:pt x="74102" y="66554"/>
                    <a:pt x="74102" y="57307"/>
                  </a:cubicBezTo>
                  <a:cubicBezTo>
                    <a:pt x="74102" y="46945"/>
                    <a:pt x="67016" y="40249"/>
                    <a:pt x="53731" y="40249"/>
                  </a:cubicBezTo>
                  <a:cubicBezTo>
                    <a:pt x="42571" y="40249"/>
                    <a:pt x="34069" y="45191"/>
                    <a:pt x="27515" y="52525"/>
                  </a:cubicBezTo>
                  <a:lnTo>
                    <a:pt x="41331" y="1828"/>
                  </a:lnTo>
                  <a:close/>
                </a:path>
              </a:pathLst>
            </a:custGeom>
            <a:solidFill>
              <a:srgbClr val="000000"/>
            </a:solidFill>
            <a:ln w="1518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/>
            </a:p>
          </p:txBody>
        </p:sp>
        <p:sp>
          <p:nvSpPr>
            <p:cNvPr id="995" name="任意形状 994">
              <a:extLst>
                <a:ext uri="{FF2B5EF4-FFF2-40B4-BE49-F238E27FC236}">
                  <a16:creationId xmlns:a16="http://schemas.microsoft.com/office/drawing/2014/main" id="{40BC369F-45A6-194C-62AC-9AB755628ACB}"/>
                </a:ext>
              </a:extLst>
            </p:cNvPr>
            <p:cNvSpPr/>
            <p:nvPr>
              <p:custDataLst>
                <p:tags r:id="rId233"/>
              </p:custDataLst>
            </p:nvPr>
          </p:nvSpPr>
          <p:spPr>
            <a:xfrm>
              <a:off x="4512785" y="4527514"/>
              <a:ext cx="20724" cy="47667"/>
            </a:xfrm>
            <a:custGeom>
              <a:avLst/>
              <a:gdLst>
                <a:gd name="connsiteX0" fmla="*/ 20967 w 20724"/>
                <a:gd name="connsiteY0" fmla="*/ 16814 h 47667"/>
                <a:gd name="connsiteX1" fmla="*/ 9630 w 20724"/>
                <a:gd name="connsiteY1" fmla="*/ 75 h 47667"/>
                <a:gd name="connsiteX2" fmla="*/ 242 w 20724"/>
                <a:gd name="connsiteY2" fmla="*/ 8524 h 47667"/>
                <a:gd name="connsiteX3" fmla="*/ 9630 w 20724"/>
                <a:gd name="connsiteY3" fmla="*/ 16973 h 47667"/>
                <a:gd name="connsiteX4" fmla="*/ 15830 w 20724"/>
                <a:gd name="connsiteY4" fmla="*/ 14901 h 47667"/>
                <a:gd name="connsiteX5" fmla="*/ 16715 w 20724"/>
                <a:gd name="connsiteY5" fmla="*/ 14423 h 47667"/>
                <a:gd name="connsiteX6" fmla="*/ 17070 w 20724"/>
                <a:gd name="connsiteY6" fmla="*/ 16814 h 47667"/>
                <a:gd name="connsiteX7" fmla="*/ 5024 w 20724"/>
                <a:gd name="connsiteY7" fmla="*/ 43438 h 47667"/>
                <a:gd name="connsiteX8" fmla="*/ 3076 w 20724"/>
                <a:gd name="connsiteY8" fmla="*/ 45988 h 47667"/>
                <a:gd name="connsiteX9" fmla="*/ 4847 w 20724"/>
                <a:gd name="connsiteY9" fmla="*/ 47742 h 47667"/>
                <a:gd name="connsiteX10" fmla="*/ 20967 w 20724"/>
                <a:gd name="connsiteY10" fmla="*/ 16814 h 476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0724" h="47667">
                  <a:moveTo>
                    <a:pt x="20967" y="16814"/>
                  </a:moveTo>
                  <a:cubicBezTo>
                    <a:pt x="20967" y="6292"/>
                    <a:pt x="16538" y="75"/>
                    <a:pt x="9630" y="75"/>
                  </a:cubicBezTo>
                  <a:cubicBezTo>
                    <a:pt x="3784" y="75"/>
                    <a:pt x="242" y="4060"/>
                    <a:pt x="242" y="8524"/>
                  </a:cubicBezTo>
                  <a:cubicBezTo>
                    <a:pt x="242" y="12828"/>
                    <a:pt x="3784" y="16973"/>
                    <a:pt x="9630" y="16973"/>
                  </a:cubicBezTo>
                  <a:cubicBezTo>
                    <a:pt x="11755" y="16973"/>
                    <a:pt x="14058" y="16336"/>
                    <a:pt x="15830" y="14901"/>
                  </a:cubicBezTo>
                  <a:cubicBezTo>
                    <a:pt x="16361" y="14582"/>
                    <a:pt x="16538" y="14423"/>
                    <a:pt x="16715" y="14423"/>
                  </a:cubicBezTo>
                  <a:cubicBezTo>
                    <a:pt x="16892" y="14423"/>
                    <a:pt x="17070" y="14582"/>
                    <a:pt x="17070" y="16814"/>
                  </a:cubicBezTo>
                  <a:cubicBezTo>
                    <a:pt x="17070" y="28611"/>
                    <a:pt x="10870" y="38177"/>
                    <a:pt x="5024" y="43438"/>
                  </a:cubicBezTo>
                  <a:cubicBezTo>
                    <a:pt x="3076" y="45191"/>
                    <a:pt x="3076" y="45510"/>
                    <a:pt x="3076" y="45988"/>
                  </a:cubicBezTo>
                  <a:cubicBezTo>
                    <a:pt x="3076" y="47104"/>
                    <a:pt x="3962" y="47742"/>
                    <a:pt x="4847" y="47742"/>
                  </a:cubicBezTo>
                  <a:cubicBezTo>
                    <a:pt x="6796" y="47742"/>
                    <a:pt x="20967" y="35466"/>
                    <a:pt x="20967" y="16814"/>
                  </a:cubicBezTo>
                  <a:close/>
                </a:path>
              </a:pathLst>
            </a:custGeom>
            <a:solidFill>
              <a:srgbClr val="000000"/>
            </a:solidFill>
            <a:ln w="1518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/>
            </a:p>
          </p:txBody>
        </p:sp>
        <p:sp>
          <p:nvSpPr>
            <p:cNvPr id="996" name="任意形状 995">
              <a:extLst>
                <a:ext uri="{FF2B5EF4-FFF2-40B4-BE49-F238E27FC236}">
                  <a16:creationId xmlns:a16="http://schemas.microsoft.com/office/drawing/2014/main" id="{EBA91AAA-BA65-4948-7997-020FDD370F7A}"/>
                </a:ext>
              </a:extLst>
            </p:cNvPr>
            <p:cNvSpPr/>
            <p:nvPr>
              <p:custDataLst>
                <p:tags r:id="rId234"/>
              </p:custDataLst>
            </p:nvPr>
          </p:nvSpPr>
          <p:spPr>
            <a:xfrm>
              <a:off x="4581415" y="4473948"/>
              <a:ext cx="72094" cy="72218"/>
            </a:xfrm>
            <a:custGeom>
              <a:avLst/>
              <a:gdLst>
                <a:gd name="connsiteX0" fmla="*/ 10697 w 72094"/>
                <a:gd name="connsiteY0" fmla="*/ 61133 h 72218"/>
                <a:gd name="connsiteX1" fmla="*/ 9103 w 72094"/>
                <a:gd name="connsiteY1" fmla="*/ 67989 h 72218"/>
                <a:gd name="connsiteX2" fmla="*/ 14240 w 72094"/>
                <a:gd name="connsiteY2" fmla="*/ 72293 h 72218"/>
                <a:gd name="connsiteX3" fmla="*/ 20794 w 72094"/>
                <a:gd name="connsiteY3" fmla="*/ 67829 h 72218"/>
                <a:gd name="connsiteX4" fmla="*/ 27879 w 72094"/>
                <a:gd name="connsiteY4" fmla="*/ 42640 h 72218"/>
                <a:gd name="connsiteX5" fmla="*/ 33548 w 72094"/>
                <a:gd name="connsiteY5" fmla="*/ 21916 h 72218"/>
                <a:gd name="connsiteX6" fmla="*/ 43467 w 72094"/>
                <a:gd name="connsiteY6" fmla="*/ 8843 h 72218"/>
                <a:gd name="connsiteX7" fmla="*/ 57638 w 72094"/>
                <a:gd name="connsiteY7" fmla="*/ 3582 h 72218"/>
                <a:gd name="connsiteX8" fmla="*/ 65078 w 72094"/>
                <a:gd name="connsiteY8" fmla="*/ 5495 h 72218"/>
                <a:gd name="connsiteX9" fmla="*/ 55867 w 72094"/>
                <a:gd name="connsiteY9" fmla="*/ 14263 h 72218"/>
                <a:gd name="connsiteX10" fmla="*/ 62598 w 72094"/>
                <a:gd name="connsiteY10" fmla="*/ 19843 h 72218"/>
                <a:gd name="connsiteX11" fmla="*/ 72340 w 72094"/>
                <a:gd name="connsiteY11" fmla="*/ 10437 h 72218"/>
                <a:gd name="connsiteX12" fmla="*/ 57638 w 72094"/>
                <a:gd name="connsiteY12" fmla="*/ 75 h 72218"/>
                <a:gd name="connsiteX13" fmla="*/ 34965 w 72094"/>
                <a:gd name="connsiteY13" fmla="*/ 12350 h 72218"/>
                <a:gd name="connsiteX14" fmla="*/ 18845 w 72094"/>
                <a:gd name="connsiteY14" fmla="*/ 75 h 72218"/>
                <a:gd name="connsiteX15" fmla="*/ 5737 w 72094"/>
                <a:gd name="connsiteY15" fmla="*/ 9162 h 72218"/>
                <a:gd name="connsiteX16" fmla="*/ 246 w 72094"/>
                <a:gd name="connsiteY16" fmla="*/ 24626 h 72218"/>
                <a:gd name="connsiteX17" fmla="*/ 2372 w 72094"/>
                <a:gd name="connsiteY17" fmla="*/ 26220 h 72218"/>
                <a:gd name="connsiteX18" fmla="*/ 5383 w 72094"/>
                <a:gd name="connsiteY18" fmla="*/ 22553 h 72218"/>
                <a:gd name="connsiteX19" fmla="*/ 18314 w 72094"/>
                <a:gd name="connsiteY19" fmla="*/ 3582 h 72218"/>
                <a:gd name="connsiteX20" fmla="*/ 23805 w 72094"/>
                <a:gd name="connsiteY20" fmla="*/ 10915 h 72218"/>
                <a:gd name="connsiteX21" fmla="*/ 20971 w 72094"/>
                <a:gd name="connsiteY21" fmla="*/ 24307 h 72218"/>
                <a:gd name="connsiteX22" fmla="*/ 10697 w 72094"/>
                <a:gd name="connsiteY22" fmla="*/ 61133 h 722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72094" h="72218">
                  <a:moveTo>
                    <a:pt x="10697" y="61133"/>
                  </a:moveTo>
                  <a:cubicBezTo>
                    <a:pt x="10166" y="63525"/>
                    <a:pt x="9103" y="67191"/>
                    <a:pt x="9103" y="67989"/>
                  </a:cubicBezTo>
                  <a:cubicBezTo>
                    <a:pt x="9103" y="70858"/>
                    <a:pt x="11583" y="72293"/>
                    <a:pt x="14240" y="72293"/>
                  </a:cubicBezTo>
                  <a:cubicBezTo>
                    <a:pt x="16365" y="72293"/>
                    <a:pt x="19554" y="71018"/>
                    <a:pt x="20794" y="67829"/>
                  </a:cubicBezTo>
                  <a:cubicBezTo>
                    <a:pt x="21148" y="67191"/>
                    <a:pt x="27171" y="45510"/>
                    <a:pt x="27879" y="42640"/>
                  </a:cubicBezTo>
                  <a:cubicBezTo>
                    <a:pt x="29296" y="37380"/>
                    <a:pt x="32485" y="26220"/>
                    <a:pt x="33548" y="21916"/>
                  </a:cubicBezTo>
                  <a:cubicBezTo>
                    <a:pt x="34256" y="19843"/>
                    <a:pt x="39216" y="12350"/>
                    <a:pt x="43467" y="8843"/>
                  </a:cubicBezTo>
                  <a:cubicBezTo>
                    <a:pt x="44884" y="7727"/>
                    <a:pt x="50021" y="3582"/>
                    <a:pt x="57638" y="3582"/>
                  </a:cubicBezTo>
                  <a:cubicBezTo>
                    <a:pt x="62244" y="3582"/>
                    <a:pt x="64901" y="5495"/>
                    <a:pt x="65078" y="5495"/>
                  </a:cubicBezTo>
                  <a:cubicBezTo>
                    <a:pt x="59764" y="6292"/>
                    <a:pt x="55867" y="10118"/>
                    <a:pt x="55867" y="14263"/>
                  </a:cubicBezTo>
                  <a:cubicBezTo>
                    <a:pt x="55867" y="16814"/>
                    <a:pt x="57815" y="19843"/>
                    <a:pt x="62598" y="19843"/>
                  </a:cubicBezTo>
                  <a:cubicBezTo>
                    <a:pt x="67381" y="19843"/>
                    <a:pt x="72340" y="16176"/>
                    <a:pt x="72340" y="10437"/>
                  </a:cubicBezTo>
                  <a:cubicBezTo>
                    <a:pt x="72340" y="4857"/>
                    <a:pt x="66672" y="75"/>
                    <a:pt x="57638" y="75"/>
                  </a:cubicBezTo>
                  <a:cubicBezTo>
                    <a:pt x="46124" y="75"/>
                    <a:pt x="38330" y="7886"/>
                    <a:pt x="34965" y="12350"/>
                  </a:cubicBezTo>
                  <a:cubicBezTo>
                    <a:pt x="33548" y="5176"/>
                    <a:pt x="27171" y="75"/>
                    <a:pt x="18845" y="75"/>
                  </a:cubicBezTo>
                  <a:cubicBezTo>
                    <a:pt x="10697" y="75"/>
                    <a:pt x="7332" y="6292"/>
                    <a:pt x="5737" y="9162"/>
                  </a:cubicBezTo>
                  <a:cubicBezTo>
                    <a:pt x="2549" y="14582"/>
                    <a:pt x="246" y="24147"/>
                    <a:pt x="246" y="24626"/>
                  </a:cubicBezTo>
                  <a:cubicBezTo>
                    <a:pt x="246" y="26220"/>
                    <a:pt x="2017" y="26220"/>
                    <a:pt x="2372" y="26220"/>
                  </a:cubicBezTo>
                  <a:cubicBezTo>
                    <a:pt x="4143" y="26220"/>
                    <a:pt x="4320" y="26061"/>
                    <a:pt x="5383" y="22553"/>
                  </a:cubicBezTo>
                  <a:cubicBezTo>
                    <a:pt x="8394" y="11234"/>
                    <a:pt x="11937" y="3582"/>
                    <a:pt x="18314" y="3582"/>
                  </a:cubicBezTo>
                  <a:cubicBezTo>
                    <a:pt x="21325" y="3582"/>
                    <a:pt x="23805" y="4857"/>
                    <a:pt x="23805" y="10915"/>
                  </a:cubicBezTo>
                  <a:cubicBezTo>
                    <a:pt x="23805" y="14263"/>
                    <a:pt x="23274" y="16017"/>
                    <a:pt x="20971" y="24307"/>
                  </a:cubicBezTo>
                  <a:lnTo>
                    <a:pt x="10697" y="61133"/>
                  </a:lnTo>
                  <a:close/>
                </a:path>
              </a:pathLst>
            </a:custGeom>
            <a:solidFill>
              <a:srgbClr val="000000"/>
            </a:solidFill>
            <a:ln w="1518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/>
            </a:p>
          </p:txBody>
        </p:sp>
        <p:sp>
          <p:nvSpPr>
            <p:cNvPr id="997" name="任意形状 996">
              <a:extLst>
                <a:ext uri="{FF2B5EF4-FFF2-40B4-BE49-F238E27FC236}">
                  <a16:creationId xmlns:a16="http://schemas.microsoft.com/office/drawing/2014/main" id="{07EDB96E-1A95-70C1-85D7-832761448C03}"/>
                </a:ext>
              </a:extLst>
            </p:cNvPr>
            <p:cNvSpPr/>
            <p:nvPr>
              <p:custDataLst>
                <p:tags r:id="rId235"/>
              </p:custDataLst>
            </p:nvPr>
          </p:nvSpPr>
          <p:spPr>
            <a:xfrm>
              <a:off x="4666508" y="4527514"/>
              <a:ext cx="20724" cy="47667"/>
            </a:xfrm>
            <a:custGeom>
              <a:avLst/>
              <a:gdLst>
                <a:gd name="connsiteX0" fmla="*/ 20975 w 20724"/>
                <a:gd name="connsiteY0" fmla="*/ 16814 h 47667"/>
                <a:gd name="connsiteX1" fmla="*/ 9639 w 20724"/>
                <a:gd name="connsiteY1" fmla="*/ 75 h 47667"/>
                <a:gd name="connsiteX2" fmla="*/ 250 w 20724"/>
                <a:gd name="connsiteY2" fmla="*/ 8524 h 47667"/>
                <a:gd name="connsiteX3" fmla="*/ 9639 w 20724"/>
                <a:gd name="connsiteY3" fmla="*/ 16973 h 47667"/>
                <a:gd name="connsiteX4" fmla="*/ 15838 w 20724"/>
                <a:gd name="connsiteY4" fmla="*/ 14901 h 47667"/>
                <a:gd name="connsiteX5" fmla="*/ 16724 w 20724"/>
                <a:gd name="connsiteY5" fmla="*/ 14423 h 47667"/>
                <a:gd name="connsiteX6" fmla="*/ 17078 w 20724"/>
                <a:gd name="connsiteY6" fmla="*/ 16814 h 47667"/>
                <a:gd name="connsiteX7" fmla="*/ 5033 w 20724"/>
                <a:gd name="connsiteY7" fmla="*/ 43438 h 47667"/>
                <a:gd name="connsiteX8" fmla="*/ 3084 w 20724"/>
                <a:gd name="connsiteY8" fmla="*/ 45988 h 47667"/>
                <a:gd name="connsiteX9" fmla="*/ 4856 w 20724"/>
                <a:gd name="connsiteY9" fmla="*/ 47742 h 47667"/>
                <a:gd name="connsiteX10" fmla="*/ 20975 w 20724"/>
                <a:gd name="connsiteY10" fmla="*/ 16814 h 476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0724" h="47667">
                  <a:moveTo>
                    <a:pt x="20975" y="16814"/>
                  </a:moveTo>
                  <a:cubicBezTo>
                    <a:pt x="20975" y="6292"/>
                    <a:pt x="16547" y="75"/>
                    <a:pt x="9639" y="75"/>
                  </a:cubicBezTo>
                  <a:cubicBezTo>
                    <a:pt x="3793" y="75"/>
                    <a:pt x="250" y="4060"/>
                    <a:pt x="250" y="8524"/>
                  </a:cubicBezTo>
                  <a:cubicBezTo>
                    <a:pt x="250" y="12828"/>
                    <a:pt x="3793" y="16973"/>
                    <a:pt x="9639" y="16973"/>
                  </a:cubicBezTo>
                  <a:cubicBezTo>
                    <a:pt x="11764" y="16973"/>
                    <a:pt x="14067" y="16336"/>
                    <a:pt x="15838" y="14901"/>
                  </a:cubicBezTo>
                  <a:cubicBezTo>
                    <a:pt x="16370" y="14582"/>
                    <a:pt x="16547" y="14423"/>
                    <a:pt x="16724" y="14423"/>
                  </a:cubicBezTo>
                  <a:cubicBezTo>
                    <a:pt x="16901" y="14423"/>
                    <a:pt x="17078" y="14582"/>
                    <a:pt x="17078" y="16814"/>
                  </a:cubicBezTo>
                  <a:cubicBezTo>
                    <a:pt x="17078" y="28611"/>
                    <a:pt x="10878" y="38177"/>
                    <a:pt x="5033" y="43438"/>
                  </a:cubicBezTo>
                  <a:cubicBezTo>
                    <a:pt x="3084" y="45191"/>
                    <a:pt x="3084" y="45510"/>
                    <a:pt x="3084" y="45988"/>
                  </a:cubicBezTo>
                  <a:cubicBezTo>
                    <a:pt x="3084" y="47104"/>
                    <a:pt x="3970" y="47742"/>
                    <a:pt x="4856" y="47742"/>
                  </a:cubicBezTo>
                  <a:cubicBezTo>
                    <a:pt x="6804" y="47742"/>
                    <a:pt x="20975" y="35466"/>
                    <a:pt x="20975" y="16814"/>
                  </a:cubicBezTo>
                  <a:close/>
                </a:path>
              </a:pathLst>
            </a:custGeom>
            <a:solidFill>
              <a:srgbClr val="000000"/>
            </a:solidFill>
            <a:ln w="1518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/>
            </a:p>
          </p:txBody>
        </p:sp>
        <p:sp>
          <p:nvSpPr>
            <p:cNvPr id="998" name="任意形状 997">
              <a:extLst>
                <a:ext uri="{FF2B5EF4-FFF2-40B4-BE49-F238E27FC236}">
                  <a16:creationId xmlns:a16="http://schemas.microsoft.com/office/drawing/2014/main" id="{B4C90AC9-F367-D19B-C163-215201DFD264}"/>
                </a:ext>
              </a:extLst>
            </p:cNvPr>
            <p:cNvSpPr/>
            <p:nvPr>
              <p:custDataLst>
                <p:tags r:id="rId236"/>
              </p:custDataLst>
            </p:nvPr>
          </p:nvSpPr>
          <p:spPr>
            <a:xfrm>
              <a:off x="4734074" y="4444614"/>
              <a:ext cx="54380" cy="101551"/>
            </a:xfrm>
            <a:custGeom>
              <a:avLst/>
              <a:gdLst>
                <a:gd name="connsiteX0" fmla="*/ 32671 w 54380"/>
                <a:gd name="connsiteY0" fmla="*/ 36104 h 101551"/>
                <a:gd name="connsiteX1" fmla="*/ 49321 w 54380"/>
                <a:gd name="connsiteY1" fmla="*/ 36104 h 101551"/>
                <a:gd name="connsiteX2" fmla="*/ 54635 w 54380"/>
                <a:gd name="connsiteY2" fmla="*/ 32916 h 101551"/>
                <a:gd name="connsiteX3" fmla="*/ 49676 w 54380"/>
                <a:gd name="connsiteY3" fmla="*/ 31162 h 101551"/>
                <a:gd name="connsiteX4" fmla="*/ 34088 w 54380"/>
                <a:gd name="connsiteY4" fmla="*/ 31162 h 101551"/>
                <a:gd name="connsiteX5" fmla="*/ 41350 w 54380"/>
                <a:gd name="connsiteY5" fmla="*/ 4379 h 101551"/>
                <a:gd name="connsiteX6" fmla="*/ 36213 w 54380"/>
                <a:gd name="connsiteY6" fmla="*/ 75 h 101551"/>
                <a:gd name="connsiteX7" fmla="*/ 29128 w 54380"/>
                <a:gd name="connsiteY7" fmla="*/ 5814 h 101551"/>
                <a:gd name="connsiteX8" fmla="*/ 22220 w 54380"/>
                <a:gd name="connsiteY8" fmla="*/ 31162 h 101551"/>
                <a:gd name="connsiteX9" fmla="*/ 5569 w 54380"/>
                <a:gd name="connsiteY9" fmla="*/ 31162 h 101551"/>
                <a:gd name="connsiteX10" fmla="*/ 255 w 54380"/>
                <a:gd name="connsiteY10" fmla="*/ 34191 h 101551"/>
                <a:gd name="connsiteX11" fmla="*/ 5215 w 54380"/>
                <a:gd name="connsiteY11" fmla="*/ 36104 h 101551"/>
                <a:gd name="connsiteX12" fmla="*/ 20802 w 54380"/>
                <a:gd name="connsiteY12" fmla="*/ 36104 h 101551"/>
                <a:gd name="connsiteX13" fmla="*/ 7340 w 54380"/>
                <a:gd name="connsiteY13" fmla="*/ 86960 h 101551"/>
                <a:gd name="connsiteX14" fmla="*/ 23637 w 54380"/>
                <a:gd name="connsiteY14" fmla="*/ 101627 h 101551"/>
                <a:gd name="connsiteX15" fmla="*/ 51801 w 54380"/>
                <a:gd name="connsiteY15" fmla="*/ 77076 h 101551"/>
                <a:gd name="connsiteX16" fmla="*/ 49676 w 54380"/>
                <a:gd name="connsiteY16" fmla="*/ 75481 h 101551"/>
                <a:gd name="connsiteX17" fmla="*/ 47019 w 54380"/>
                <a:gd name="connsiteY17" fmla="*/ 77713 h 101551"/>
                <a:gd name="connsiteX18" fmla="*/ 23991 w 54380"/>
                <a:gd name="connsiteY18" fmla="*/ 98119 h 101551"/>
                <a:gd name="connsiteX19" fmla="*/ 18500 w 54380"/>
                <a:gd name="connsiteY19" fmla="*/ 90786 h 101551"/>
                <a:gd name="connsiteX20" fmla="*/ 19563 w 54380"/>
                <a:gd name="connsiteY20" fmla="*/ 83134 h 101551"/>
                <a:gd name="connsiteX21" fmla="*/ 32671 w 54380"/>
                <a:gd name="connsiteY21" fmla="*/ 36104 h 1015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54380" h="101551">
                  <a:moveTo>
                    <a:pt x="32671" y="36104"/>
                  </a:moveTo>
                  <a:lnTo>
                    <a:pt x="49321" y="36104"/>
                  </a:lnTo>
                  <a:cubicBezTo>
                    <a:pt x="52864" y="36104"/>
                    <a:pt x="54635" y="36104"/>
                    <a:pt x="54635" y="32916"/>
                  </a:cubicBezTo>
                  <a:cubicBezTo>
                    <a:pt x="54635" y="31162"/>
                    <a:pt x="52864" y="31162"/>
                    <a:pt x="49676" y="31162"/>
                  </a:cubicBezTo>
                  <a:lnTo>
                    <a:pt x="34088" y="31162"/>
                  </a:lnTo>
                  <a:cubicBezTo>
                    <a:pt x="40465" y="8524"/>
                    <a:pt x="41350" y="5336"/>
                    <a:pt x="41350" y="4379"/>
                  </a:cubicBezTo>
                  <a:cubicBezTo>
                    <a:pt x="41350" y="1669"/>
                    <a:pt x="39225" y="75"/>
                    <a:pt x="36213" y="75"/>
                  </a:cubicBezTo>
                  <a:cubicBezTo>
                    <a:pt x="35682" y="75"/>
                    <a:pt x="30722" y="234"/>
                    <a:pt x="29128" y="5814"/>
                  </a:cubicBezTo>
                  <a:lnTo>
                    <a:pt x="22220" y="31162"/>
                  </a:lnTo>
                  <a:lnTo>
                    <a:pt x="5569" y="31162"/>
                  </a:lnTo>
                  <a:cubicBezTo>
                    <a:pt x="2026" y="31162"/>
                    <a:pt x="255" y="31162"/>
                    <a:pt x="255" y="34191"/>
                  </a:cubicBezTo>
                  <a:cubicBezTo>
                    <a:pt x="255" y="36104"/>
                    <a:pt x="1672" y="36104"/>
                    <a:pt x="5215" y="36104"/>
                  </a:cubicBezTo>
                  <a:lnTo>
                    <a:pt x="20802" y="36104"/>
                  </a:lnTo>
                  <a:cubicBezTo>
                    <a:pt x="8049" y="81380"/>
                    <a:pt x="7340" y="84090"/>
                    <a:pt x="7340" y="86960"/>
                  </a:cubicBezTo>
                  <a:cubicBezTo>
                    <a:pt x="7340" y="95569"/>
                    <a:pt x="14071" y="101627"/>
                    <a:pt x="23637" y="101627"/>
                  </a:cubicBezTo>
                  <a:cubicBezTo>
                    <a:pt x="41705" y="101627"/>
                    <a:pt x="51801" y="78351"/>
                    <a:pt x="51801" y="77076"/>
                  </a:cubicBezTo>
                  <a:cubicBezTo>
                    <a:pt x="51801" y="75481"/>
                    <a:pt x="50384" y="75481"/>
                    <a:pt x="49676" y="75481"/>
                  </a:cubicBezTo>
                  <a:cubicBezTo>
                    <a:pt x="48081" y="75481"/>
                    <a:pt x="47904" y="75960"/>
                    <a:pt x="47019" y="77713"/>
                  </a:cubicBezTo>
                  <a:cubicBezTo>
                    <a:pt x="39402" y="94293"/>
                    <a:pt x="30014" y="98119"/>
                    <a:pt x="23991" y="98119"/>
                  </a:cubicBezTo>
                  <a:cubicBezTo>
                    <a:pt x="20271" y="98119"/>
                    <a:pt x="18500" y="96047"/>
                    <a:pt x="18500" y="90786"/>
                  </a:cubicBezTo>
                  <a:cubicBezTo>
                    <a:pt x="18500" y="86960"/>
                    <a:pt x="18854" y="85844"/>
                    <a:pt x="19563" y="83134"/>
                  </a:cubicBezTo>
                  <a:lnTo>
                    <a:pt x="32671" y="36104"/>
                  </a:lnTo>
                  <a:close/>
                </a:path>
              </a:pathLst>
            </a:custGeom>
            <a:solidFill>
              <a:srgbClr val="000000"/>
            </a:solidFill>
            <a:ln w="1518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/>
            </a:p>
          </p:txBody>
        </p:sp>
        <p:sp>
          <p:nvSpPr>
            <p:cNvPr id="999" name="任意形状 998">
              <a:extLst>
                <a:ext uri="{FF2B5EF4-FFF2-40B4-BE49-F238E27FC236}">
                  <a16:creationId xmlns:a16="http://schemas.microsoft.com/office/drawing/2014/main" id="{539947E7-FB52-7556-AD1C-C2D60A26D21C}"/>
                </a:ext>
              </a:extLst>
            </p:cNvPr>
            <p:cNvSpPr/>
            <p:nvPr>
              <p:custDataLst>
                <p:tags r:id="rId237"/>
              </p:custDataLst>
            </p:nvPr>
          </p:nvSpPr>
          <p:spPr>
            <a:xfrm>
              <a:off x="4804063" y="4424846"/>
              <a:ext cx="41095" cy="159422"/>
            </a:xfrm>
            <a:custGeom>
              <a:avLst/>
              <a:gdLst>
                <a:gd name="connsiteX0" fmla="*/ 41354 w 41095"/>
                <a:gd name="connsiteY0" fmla="*/ 79786 h 159422"/>
                <a:gd name="connsiteX1" fmla="*/ 29663 w 41095"/>
                <a:gd name="connsiteY1" fmla="*/ 30046 h 159422"/>
                <a:gd name="connsiteX2" fmla="*/ 2030 w 41095"/>
                <a:gd name="connsiteY2" fmla="*/ 75 h 159422"/>
                <a:gd name="connsiteX3" fmla="*/ 258 w 41095"/>
                <a:gd name="connsiteY3" fmla="*/ 1669 h 159422"/>
                <a:gd name="connsiteX4" fmla="*/ 3624 w 41095"/>
                <a:gd name="connsiteY4" fmla="*/ 5336 h 159422"/>
                <a:gd name="connsiteX5" fmla="*/ 31080 w 41095"/>
                <a:gd name="connsiteY5" fmla="*/ 79786 h 159422"/>
                <a:gd name="connsiteX6" fmla="*/ 2561 w 41095"/>
                <a:gd name="connsiteY6" fmla="*/ 155192 h 159422"/>
                <a:gd name="connsiteX7" fmla="*/ 258 w 41095"/>
                <a:gd name="connsiteY7" fmla="*/ 157903 h 159422"/>
                <a:gd name="connsiteX8" fmla="*/ 2030 w 41095"/>
                <a:gd name="connsiteY8" fmla="*/ 159497 h 159422"/>
                <a:gd name="connsiteX9" fmla="*/ 30194 w 41095"/>
                <a:gd name="connsiteY9" fmla="*/ 128410 h 159422"/>
                <a:gd name="connsiteX10" fmla="*/ 41354 w 41095"/>
                <a:gd name="connsiteY10" fmla="*/ 79786 h 1594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41095" h="159422">
                  <a:moveTo>
                    <a:pt x="41354" y="79786"/>
                  </a:moveTo>
                  <a:cubicBezTo>
                    <a:pt x="41354" y="67351"/>
                    <a:pt x="39405" y="48061"/>
                    <a:pt x="29663" y="30046"/>
                  </a:cubicBezTo>
                  <a:cubicBezTo>
                    <a:pt x="19035" y="10437"/>
                    <a:pt x="3801" y="75"/>
                    <a:pt x="2030" y="75"/>
                  </a:cubicBezTo>
                  <a:cubicBezTo>
                    <a:pt x="967" y="75"/>
                    <a:pt x="258" y="712"/>
                    <a:pt x="258" y="1669"/>
                  </a:cubicBezTo>
                  <a:cubicBezTo>
                    <a:pt x="258" y="2147"/>
                    <a:pt x="258" y="2466"/>
                    <a:pt x="3624" y="5336"/>
                  </a:cubicBezTo>
                  <a:cubicBezTo>
                    <a:pt x="20983" y="21118"/>
                    <a:pt x="31080" y="46467"/>
                    <a:pt x="31080" y="79786"/>
                  </a:cubicBezTo>
                  <a:cubicBezTo>
                    <a:pt x="31080" y="107047"/>
                    <a:pt x="24526" y="135105"/>
                    <a:pt x="2561" y="155192"/>
                  </a:cubicBezTo>
                  <a:cubicBezTo>
                    <a:pt x="258" y="157106"/>
                    <a:pt x="258" y="157424"/>
                    <a:pt x="258" y="157903"/>
                  </a:cubicBezTo>
                  <a:cubicBezTo>
                    <a:pt x="258" y="158859"/>
                    <a:pt x="967" y="159497"/>
                    <a:pt x="2030" y="159497"/>
                  </a:cubicBezTo>
                  <a:cubicBezTo>
                    <a:pt x="3801" y="159497"/>
                    <a:pt x="19743" y="148656"/>
                    <a:pt x="30194" y="128410"/>
                  </a:cubicBezTo>
                  <a:cubicBezTo>
                    <a:pt x="39228" y="110873"/>
                    <a:pt x="41354" y="93177"/>
                    <a:pt x="41354" y="79786"/>
                  </a:cubicBezTo>
                  <a:close/>
                </a:path>
              </a:pathLst>
            </a:custGeom>
            <a:solidFill>
              <a:srgbClr val="000000"/>
            </a:solidFill>
            <a:ln w="1518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/>
            </a:p>
          </p:txBody>
        </p:sp>
        <p:sp>
          <p:nvSpPr>
            <p:cNvPr id="1000" name="任意形状 999">
              <a:extLst>
                <a:ext uri="{FF2B5EF4-FFF2-40B4-BE49-F238E27FC236}">
                  <a16:creationId xmlns:a16="http://schemas.microsoft.com/office/drawing/2014/main" id="{3D021CAB-45F4-A650-1CA4-2B0434F45277}"/>
                </a:ext>
              </a:extLst>
            </p:cNvPr>
            <p:cNvSpPr/>
            <p:nvPr>
              <p:custDataLst>
                <p:tags r:id="rId238"/>
              </p:custDataLst>
            </p:nvPr>
          </p:nvSpPr>
          <p:spPr>
            <a:xfrm>
              <a:off x="4926758" y="4458325"/>
              <a:ext cx="88567" cy="92464"/>
            </a:xfrm>
            <a:custGeom>
              <a:avLst/>
              <a:gdLst>
                <a:gd name="connsiteX0" fmla="*/ 82633 w 88567"/>
                <a:gd name="connsiteY0" fmla="*/ 49496 h 92464"/>
                <a:gd name="connsiteX1" fmla="*/ 88833 w 88567"/>
                <a:gd name="connsiteY1" fmla="*/ 46307 h 92464"/>
                <a:gd name="connsiteX2" fmla="*/ 82633 w 88567"/>
                <a:gd name="connsiteY2" fmla="*/ 43119 h 92464"/>
                <a:gd name="connsiteX3" fmla="*/ 7528 w 88567"/>
                <a:gd name="connsiteY3" fmla="*/ 43119 h 92464"/>
                <a:gd name="connsiteX4" fmla="*/ 55000 w 88567"/>
                <a:gd name="connsiteY4" fmla="*/ 6452 h 92464"/>
                <a:gd name="connsiteX5" fmla="*/ 82633 w 88567"/>
                <a:gd name="connsiteY5" fmla="*/ 6452 h 92464"/>
                <a:gd name="connsiteX6" fmla="*/ 88833 w 88567"/>
                <a:gd name="connsiteY6" fmla="*/ 3263 h 92464"/>
                <a:gd name="connsiteX7" fmla="*/ 82633 w 88567"/>
                <a:gd name="connsiteY7" fmla="*/ 75 h 92464"/>
                <a:gd name="connsiteX8" fmla="*/ 54646 w 88567"/>
                <a:gd name="connsiteY8" fmla="*/ 75 h 92464"/>
                <a:gd name="connsiteX9" fmla="*/ 265 w 88567"/>
                <a:gd name="connsiteY9" fmla="*/ 46307 h 92464"/>
                <a:gd name="connsiteX10" fmla="*/ 54646 w 88567"/>
                <a:gd name="connsiteY10" fmla="*/ 92540 h 92464"/>
                <a:gd name="connsiteX11" fmla="*/ 82633 w 88567"/>
                <a:gd name="connsiteY11" fmla="*/ 92540 h 92464"/>
                <a:gd name="connsiteX12" fmla="*/ 88833 w 88567"/>
                <a:gd name="connsiteY12" fmla="*/ 89351 h 92464"/>
                <a:gd name="connsiteX13" fmla="*/ 82633 w 88567"/>
                <a:gd name="connsiteY13" fmla="*/ 86163 h 92464"/>
                <a:gd name="connsiteX14" fmla="*/ 55000 w 88567"/>
                <a:gd name="connsiteY14" fmla="*/ 86163 h 92464"/>
                <a:gd name="connsiteX15" fmla="*/ 7528 w 88567"/>
                <a:gd name="connsiteY15" fmla="*/ 49496 h 92464"/>
                <a:gd name="connsiteX16" fmla="*/ 82633 w 88567"/>
                <a:gd name="connsiteY16" fmla="*/ 49496 h 924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88567" h="92464">
                  <a:moveTo>
                    <a:pt x="82633" y="49496"/>
                  </a:moveTo>
                  <a:cubicBezTo>
                    <a:pt x="85644" y="49496"/>
                    <a:pt x="88833" y="49496"/>
                    <a:pt x="88833" y="46307"/>
                  </a:cubicBezTo>
                  <a:cubicBezTo>
                    <a:pt x="88833" y="43119"/>
                    <a:pt x="85644" y="43119"/>
                    <a:pt x="82633" y="43119"/>
                  </a:cubicBezTo>
                  <a:lnTo>
                    <a:pt x="7528" y="43119"/>
                  </a:lnTo>
                  <a:cubicBezTo>
                    <a:pt x="9653" y="21756"/>
                    <a:pt x="30024" y="6452"/>
                    <a:pt x="55000" y="6452"/>
                  </a:cubicBezTo>
                  <a:lnTo>
                    <a:pt x="82633" y="6452"/>
                  </a:lnTo>
                  <a:cubicBezTo>
                    <a:pt x="85644" y="6452"/>
                    <a:pt x="88833" y="6452"/>
                    <a:pt x="88833" y="3263"/>
                  </a:cubicBezTo>
                  <a:cubicBezTo>
                    <a:pt x="88833" y="75"/>
                    <a:pt x="85644" y="75"/>
                    <a:pt x="82633" y="75"/>
                  </a:cubicBezTo>
                  <a:lnTo>
                    <a:pt x="54646" y="75"/>
                  </a:lnTo>
                  <a:cubicBezTo>
                    <a:pt x="24355" y="75"/>
                    <a:pt x="265" y="20800"/>
                    <a:pt x="265" y="46307"/>
                  </a:cubicBezTo>
                  <a:cubicBezTo>
                    <a:pt x="265" y="71815"/>
                    <a:pt x="24355" y="92540"/>
                    <a:pt x="54646" y="92540"/>
                  </a:cubicBezTo>
                  <a:lnTo>
                    <a:pt x="82633" y="92540"/>
                  </a:lnTo>
                  <a:cubicBezTo>
                    <a:pt x="85644" y="92540"/>
                    <a:pt x="88833" y="92540"/>
                    <a:pt x="88833" y="89351"/>
                  </a:cubicBezTo>
                  <a:cubicBezTo>
                    <a:pt x="88833" y="86163"/>
                    <a:pt x="85644" y="86163"/>
                    <a:pt x="82633" y="86163"/>
                  </a:cubicBezTo>
                  <a:lnTo>
                    <a:pt x="55000" y="86163"/>
                  </a:lnTo>
                  <a:cubicBezTo>
                    <a:pt x="30024" y="86163"/>
                    <a:pt x="9653" y="70858"/>
                    <a:pt x="7528" y="49496"/>
                  </a:cubicBezTo>
                  <a:lnTo>
                    <a:pt x="82633" y="49496"/>
                  </a:lnTo>
                  <a:close/>
                </a:path>
              </a:pathLst>
            </a:custGeom>
            <a:solidFill>
              <a:srgbClr val="000000"/>
            </a:solidFill>
            <a:ln w="1518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/>
            </a:p>
          </p:txBody>
        </p:sp>
        <p:sp>
          <p:nvSpPr>
            <p:cNvPr id="1001" name="任意形状 1000">
              <a:extLst>
                <a:ext uri="{FF2B5EF4-FFF2-40B4-BE49-F238E27FC236}">
                  <a16:creationId xmlns:a16="http://schemas.microsoft.com/office/drawing/2014/main" id="{B3ED20D2-E0A9-42BC-A763-A40A1F621DBD}"/>
                </a:ext>
              </a:extLst>
            </p:cNvPr>
            <p:cNvSpPr/>
            <p:nvPr>
              <p:custDataLst>
                <p:tags r:id="rId239"/>
              </p:custDataLst>
            </p:nvPr>
          </p:nvSpPr>
          <p:spPr>
            <a:xfrm>
              <a:off x="5087144" y="4432020"/>
              <a:ext cx="98664" cy="131363"/>
            </a:xfrm>
            <a:custGeom>
              <a:avLst/>
              <a:gdLst>
                <a:gd name="connsiteX0" fmla="*/ 69712 w 98664"/>
                <a:gd name="connsiteY0" fmla="*/ 87119 h 131363"/>
                <a:gd name="connsiteX1" fmla="*/ 58552 w 98664"/>
                <a:gd name="connsiteY1" fmla="*/ 111511 h 131363"/>
                <a:gd name="connsiteX2" fmla="*/ 41901 w 98664"/>
                <a:gd name="connsiteY2" fmla="*/ 122670 h 131363"/>
                <a:gd name="connsiteX3" fmla="*/ 15862 w 98664"/>
                <a:gd name="connsiteY3" fmla="*/ 115815 h 131363"/>
                <a:gd name="connsiteX4" fmla="*/ 1691 w 98664"/>
                <a:gd name="connsiteY4" fmla="*/ 123467 h 131363"/>
                <a:gd name="connsiteX5" fmla="*/ 30210 w 98664"/>
                <a:gd name="connsiteY5" fmla="*/ 131439 h 131363"/>
                <a:gd name="connsiteX6" fmla="*/ 77151 w 98664"/>
                <a:gd name="connsiteY6" fmla="*/ 99395 h 131363"/>
                <a:gd name="connsiteX7" fmla="*/ 85300 w 98664"/>
                <a:gd name="connsiteY7" fmla="*/ 79467 h 131363"/>
                <a:gd name="connsiteX8" fmla="*/ 92562 w 98664"/>
                <a:gd name="connsiteY8" fmla="*/ 55075 h 131363"/>
                <a:gd name="connsiteX9" fmla="*/ 90614 w 98664"/>
                <a:gd name="connsiteY9" fmla="*/ 53641 h 131363"/>
                <a:gd name="connsiteX10" fmla="*/ 82288 w 98664"/>
                <a:gd name="connsiteY10" fmla="*/ 56670 h 131363"/>
                <a:gd name="connsiteX11" fmla="*/ 76797 w 98664"/>
                <a:gd name="connsiteY11" fmla="*/ 63844 h 131363"/>
                <a:gd name="connsiteX12" fmla="*/ 42610 w 98664"/>
                <a:gd name="connsiteY12" fmla="*/ 92858 h 131363"/>
                <a:gd name="connsiteX13" fmla="*/ 15331 w 98664"/>
                <a:gd name="connsiteY13" fmla="*/ 62249 h 131363"/>
                <a:gd name="connsiteX14" fmla="*/ 31096 w 98664"/>
                <a:gd name="connsiteY14" fmla="*/ 22394 h 131363"/>
                <a:gd name="connsiteX15" fmla="*/ 64575 w 98664"/>
                <a:gd name="connsiteY15" fmla="*/ 8843 h 131363"/>
                <a:gd name="connsiteX16" fmla="*/ 77506 w 98664"/>
                <a:gd name="connsiteY16" fmla="*/ 10597 h 131363"/>
                <a:gd name="connsiteX17" fmla="*/ 83882 w 98664"/>
                <a:gd name="connsiteY17" fmla="*/ 17452 h 131363"/>
                <a:gd name="connsiteX18" fmla="*/ 73963 w 98664"/>
                <a:gd name="connsiteY18" fmla="*/ 34032 h 131363"/>
                <a:gd name="connsiteX19" fmla="*/ 72723 w 98664"/>
                <a:gd name="connsiteY19" fmla="*/ 35945 h 131363"/>
                <a:gd name="connsiteX20" fmla="*/ 74671 w 98664"/>
                <a:gd name="connsiteY20" fmla="*/ 37061 h 131363"/>
                <a:gd name="connsiteX21" fmla="*/ 90436 w 98664"/>
                <a:gd name="connsiteY21" fmla="*/ 26858 h 131363"/>
                <a:gd name="connsiteX22" fmla="*/ 98939 w 98664"/>
                <a:gd name="connsiteY22" fmla="*/ 10756 h 131363"/>
                <a:gd name="connsiteX23" fmla="*/ 91322 w 98664"/>
                <a:gd name="connsiteY23" fmla="*/ 1988 h 131363"/>
                <a:gd name="connsiteX24" fmla="*/ 76266 w 98664"/>
                <a:gd name="connsiteY24" fmla="*/ 75 h 131363"/>
                <a:gd name="connsiteX25" fmla="*/ 274 w 98664"/>
                <a:gd name="connsiteY25" fmla="*/ 69105 h 131363"/>
                <a:gd name="connsiteX26" fmla="*/ 31096 w 98664"/>
                <a:gd name="connsiteY26" fmla="*/ 101627 h 131363"/>
                <a:gd name="connsiteX27" fmla="*/ 69712 w 98664"/>
                <a:gd name="connsiteY27" fmla="*/ 87119 h 1313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98664" h="131363">
                  <a:moveTo>
                    <a:pt x="69712" y="87119"/>
                  </a:moveTo>
                  <a:cubicBezTo>
                    <a:pt x="64929" y="101627"/>
                    <a:pt x="60323" y="108960"/>
                    <a:pt x="58552" y="111511"/>
                  </a:cubicBezTo>
                  <a:cubicBezTo>
                    <a:pt x="51644" y="122352"/>
                    <a:pt x="47924" y="122670"/>
                    <a:pt x="41901" y="122670"/>
                  </a:cubicBezTo>
                  <a:cubicBezTo>
                    <a:pt x="38890" y="122670"/>
                    <a:pt x="26313" y="122192"/>
                    <a:pt x="15862" y="115815"/>
                  </a:cubicBezTo>
                  <a:cubicBezTo>
                    <a:pt x="7891" y="116134"/>
                    <a:pt x="1691" y="121714"/>
                    <a:pt x="1691" y="123467"/>
                  </a:cubicBezTo>
                  <a:cubicBezTo>
                    <a:pt x="1691" y="124902"/>
                    <a:pt x="13737" y="131439"/>
                    <a:pt x="30210" y="131439"/>
                  </a:cubicBezTo>
                  <a:cubicBezTo>
                    <a:pt x="42964" y="131439"/>
                    <a:pt x="63866" y="125381"/>
                    <a:pt x="77151" y="99395"/>
                  </a:cubicBezTo>
                  <a:cubicBezTo>
                    <a:pt x="81757" y="90467"/>
                    <a:pt x="84768" y="81380"/>
                    <a:pt x="85300" y="79467"/>
                  </a:cubicBezTo>
                  <a:cubicBezTo>
                    <a:pt x="88842" y="68467"/>
                    <a:pt x="92562" y="55713"/>
                    <a:pt x="92562" y="55075"/>
                  </a:cubicBezTo>
                  <a:cubicBezTo>
                    <a:pt x="92562" y="54119"/>
                    <a:pt x="92208" y="53641"/>
                    <a:pt x="90614" y="53641"/>
                  </a:cubicBezTo>
                  <a:cubicBezTo>
                    <a:pt x="89019" y="53641"/>
                    <a:pt x="86008" y="54438"/>
                    <a:pt x="82288" y="56670"/>
                  </a:cubicBezTo>
                  <a:cubicBezTo>
                    <a:pt x="78214" y="59061"/>
                    <a:pt x="78037" y="59858"/>
                    <a:pt x="76797" y="63844"/>
                  </a:cubicBezTo>
                  <a:cubicBezTo>
                    <a:pt x="75026" y="69264"/>
                    <a:pt x="64575" y="92858"/>
                    <a:pt x="42610" y="92858"/>
                  </a:cubicBezTo>
                  <a:cubicBezTo>
                    <a:pt x="25428" y="92858"/>
                    <a:pt x="15331" y="80264"/>
                    <a:pt x="15331" y="62249"/>
                  </a:cubicBezTo>
                  <a:cubicBezTo>
                    <a:pt x="15331" y="49974"/>
                    <a:pt x="20822" y="33553"/>
                    <a:pt x="31096" y="22394"/>
                  </a:cubicBezTo>
                  <a:cubicBezTo>
                    <a:pt x="35879" y="17292"/>
                    <a:pt x="44558" y="8843"/>
                    <a:pt x="64575" y="8843"/>
                  </a:cubicBezTo>
                  <a:cubicBezTo>
                    <a:pt x="67940" y="8843"/>
                    <a:pt x="73077" y="9321"/>
                    <a:pt x="77506" y="10597"/>
                  </a:cubicBezTo>
                  <a:cubicBezTo>
                    <a:pt x="79454" y="11075"/>
                    <a:pt x="83882" y="12350"/>
                    <a:pt x="83882" y="17452"/>
                  </a:cubicBezTo>
                  <a:cubicBezTo>
                    <a:pt x="83882" y="22872"/>
                    <a:pt x="74671" y="33075"/>
                    <a:pt x="73963" y="34032"/>
                  </a:cubicBezTo>
                  <a:cubicBezTo>
                    <a:pt x="73254" y="34669"/>
                    <a:pt x="72723" y="35307"/>
                    <a:pt x="72723" y="35945"/>
                  </a:cubicBezTo>
                  <a:cubicBezTo>
                    <a:pt x="72723" y="37061"/>
                    <a:pt x="73609" y="37061"/>
                    <a:pt x="74671" y="37061"/>
                  </a:cubicBezTo>
                  <a:cubicBezTo>
                    <a:pt x="79808" y="37061"/>
                    <a:pt x="85654" y="32756"/>
                    <a:pt x="90436" y="26858"/>
                  </a:cubicBezTo>
                  <a:cubicBezTo>
                    <a:pt x="91854" y="25104"/>
                    <a:pt x="98939" y="16176"/>
                    <a:pt x="98939" y="10756"/>
                  </a:cubicBezTo>
                  <a:cubicBezTo>
                    <a:pt x="98939" y="4220"/>
                    <a:pt x="93448" y="2625"/>
                    <a:pt x="91322" y="1988"/>
                  </a:cubicBezTo>
                  <a:cubicBezTo>
                    <a:pt x="84768" y="75"/>
                    <a:pt x="78746" y="75"/>
                    <a:pt x="76266" y="75"/>
                  </a:cubicBezTo>
                  <a:cubicBezTo>
                    <a:pt x="36233" y="75"/>
                    <a:pt x="274" y="31640"/>
                    <a:pt x="274" y="69105"/>
                  </a:cubicBezTo>
                  <a:cubicBezTo>
                    <a:pt x="274" y="85206"/>
                    <a:pt x="8246" y="101627"/>
                    <a:pt x="31096" y="101627"/>
                  </a:cubicBezTo>
                  <a:cubicBezTo>
                    <a:pt x="44381" y="101627"/>
                    <a:pt x="58021" y="95569"/>
                    <a:pt x="69712" y="87119"/>
                  </a:cubicBezTo>
                  <a:close/>
                </a:path>
              </a:pathLst>
            </a:custGeom>
            <a:solidFill>
              <a:srgbClr val="000000"/>
            </a:solidFill>
            <a:ln w="1518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/>
            </a:p>
          </p:txBody>
        </p:sp>
        <p:sp>
          <p:nvSpPr>
            <p:cNvPr id="1002" name="任意形状 1001">
              <a:extLst>
                <a:ext uri="{FF2B5EF4-FFF2-40B4-BE49-F238E27FC236}">
                  <a16:creationId xmlns:a16="http://schemas.microsoft.com/office/drawing/2014/main" id="{C12B13C6-0AD2-13E4-C032-0B0B63A8BF8C}"/>
                </a:ext>
              </a:extLst>
            </p:cNvPr>
            <p:cNvSpPr/>
            <p:nvPr>
              <p:custDataLst>
                <p:tags r:id="rId240"/>
              </p:custDataLst>
            </p:nvPr>
          </p:nvSpPr>
          <p:spPr>
            <a:xfrm>
              <a:off x="5188318" y="4499695"/>
              <a:ext cx="42902" cy="69747"/>
            </a:xfrm>
            <a:custGeom>
              <a:avLst/>
              <a:gdLst>
                <a:gd name="connsiteX0" fmla="*/ 21607 w 42902"/>
                <a:gd name="connsiteY0" fmla="*/ 24627 h 69747"/>
                <a:gd name="connsiteX1" fmla="*/ 40951 w 42902"/>
                <a:gd name="connsiteY1" fmla="*/ 24627 h 69747"/>
                <a:gd name="connsiteX2" fmla="*/ 40951 w 42902"/>
                <a:gd name="connsiteY2" fmla="*/ 20610 h 69747"/>
                <a:gd name="connsiteX3" fmla="*/ 21607 w 42902"/>
                <a:gd name="connsiteY3" fmla="*/ 20610 h 69747"/>
                <a:gd name="connsiteX4" fmla="*/ 21607 w 42902"/>
                <a:gd name="connsiteY4" fmla="*/ 76 h 69747"/>
                <a:gd name="connsiteX5" fmla="*/ 17392 w 42902"/>
                <a:gd name="connsiteY5" fmla="*/ 76 h 69747"/>
                <a:gd name="connsiteX6" fmla="*/ 280 w 42902"/>
                <a:gd name="connsiteY6" fmla="*/ 21503 h 69747"/>
                <a:gd name="connsiteX7" fmla="*/ 280 w 42902"/>
                <a:gd name="connsiteY7" fmla="*/ 24627 h 69747"/>
                <a:gd name="connsiteX8" fmla="*/ 11812 w 42902"/>
                <a:gd name="connsiteY8" fmla="*/ 24627 h 69747"/>
                <a:gd name="connsiteX9" fmla="*/ 11812 w 42902"/>
                <a:gd name="connsiteY9" fmla="*/ 54758 h 69747"/>
                <a:gd name="connsiteX10" fmla="*/ 29171 w 42902"/>
                <a:gd name="connsiteY10" fmla="*/ 69823 h 69747"/>
                <a:gd name="connsiteX11" fmla="*/ 43183 w 42902"/>
                <a:gd name="connsiteY11" fmla="*/ 54646 h 69747"/>
                <a:gd name="connsiteX12" fmla="*/ 43183 w 42902"/>
                <a:gd name="connsiteY12" fmla="*/ 48509 h 69747"/>
                <a:gd name="connsiteX13" fmla="*/ 38967 w 42902"/>
                <a:gd name="connsiteY13" fmla="*/ 48509 h 69747"/>
                <a:gd name="connsiteX14" fmla="*/ 38967 w 42902"/>
                <a:gd name="connsiteY14" fmla="*/ 54535 h 69747"/>
                <a:gd name="connsiteX15" fmla="*/ 30163 w 42902"/>
                <a:gd name="connsiteY15" fmla="*/ 66252 h 69747"/>
                <a:gd name="connsiteX16" fmla="*/ 21607 w 42902"/>
                <a:gd name="connsiteY16" fmla="*/ 54870 h 69747"/>
                <a:gd name="connsiteX17" fmla="*/ 21607 w 42902"/>
                <a:gd name="connsiteY17" fmla="*/ 24627 h 697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42902" h="69747">
                  <a:moveTo>
                    <a:pt x="21607" y="24627"/>
                  </a:moveTo>
                  <a:lnTo>
                    <a:pt x="40951" y="24627"/>
                  </a:lnTo>
                  <a:lnTo>
                    <a:pt x="40951" y="20610"/>
                  </a:lnTo>
                  <a:lnTo>
                    <a:pt x="21607" y="20610"/>
                  </a:lnTo>
                  <a:lnTo>
                    <a:pt x="21607" y="76"/>
                  </a:lnTo>
                  <a:lnTo>
                    <a:pt x="17392" y="76"/>
                  </a:lnTo>
                  <a:cubicBezTo>
                    <a:pt x="17268" y="10120"/>
                    <a:pt x="12184" y="21168"/>
                    <a:pt x="280" y="21503"/>
                  </a:cubicBezTo>
                  <a:lnTo>
                    <a:pt x="280" y="24627"/>
                  </a:lnTo>
                  <a:lnTo>
                    <a:pt x="11812" y="24627"/>
                  </a:lnTo>
                  <a:lnTo>
                    <a:pt x="11812" y="54758"/>
                  </a:lnTo>
                  <a:cubicBezTo>
                    <a:pt x="11812" y="67257"/>
                    <a:pt x="22227" y="69823"/>
                    <a:pt x="29171" y="69823"/>
                  </a:cubicBezTo>
                  <a:cubicBezTo>
                    <a:pt x="37479" y="69823"/>
                    <a:pt x="43183" y="63462"/>
                    <a:pt x="43183" y="54646"/>
                  </a:cubicBezTo>
                  <a:lnTo>
                    <a:pt x="43183" y="48509"/>
                  </a:lnTo>
                  <a:lnTo>
                    <a:pt x="38967" y="48509"/>
                  </a:lnTo>
                  <a:lnTo>
                    <a:pt x="38967" y="54535"/>
                  </a:lnTo>
                  <a:cubicBezTo>
                    <a:pt x="38967" y="62123"/>
                    <a:pt x="34999" y="66252"/>
                    <a:pt x="30163" y="66252"/>
                  </a:cubicBezTo>
                  <a:cubicBezTo>
                    <a:pt x="21607" y="66252"/>
                    <a:pt x="21607" y="56878"/>
                    <a:pt x="21607" y="54870"/>
                  </a:cubicBezTo>
                  <a:lnTo>
                    <a:pt x="21607" y="24627"/>
                  </a:lnTo>
                  <a:close/>
                </a:path>
              </a:pathLst>
            </a:custGeom>
            <a:solidFill>
              <a:srgbClr val="000000"/>
            </a:solidFill>
            <a:ln w="1518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/>
            </a:p>
          </p:txBody>
        </p:sp>
        <p:sp>
          <p:nvSpPr>
            <p:cNvPr id="1003" name="任意形状 1002">
              <a:extLst>
                <a:ext uri="{FF2B5EF4-FFF2-40B4-BE49-F238E27FC236}">
                  <a16:creationId xmlns:a16="http://schemas.microsoft.com/office/drawing/2014/main" id="{714245D5-E7CB-E9A0-F34C-83D2F47FE41C}"/>
                </a:ext>
              </a:extLst>
            </p:cNvPr>
            <p:cNvSpPr/>
            <p:nvPr>
              <p:custDataLst>
                <p:tags r:id="rId241"/>
              </p:custDataLst>
            </p:nvPr>
          </p:nvSpPr>
          <p:spPr>
            <a:xfrm>
              <a:off x="5246153" y="4519112"/>
              <a:ext cx="44390" cy="49213"/>
            </a:xfrm>
            <a:custGeom>
              <a:avLst/>
              <a:gdLst>
                <a:gd name="connsiteX0" fmla="*/ 18883 w 44390"/>
                <a:gd name="connsiteY0" fmla="*/ 23846 h 49213"/>
                <a:gd name="connsiteX1" fmla="*/ 35498 w 44390"/>
                <a:gd name="connsiteY1" fmla="*/ 3201 h 49213"/>
                <a:gd name="connsiteX2" fmla="*/ 33390 w 44390"/>
                <a:gd name="connsiteY2" fmla="*/ 7218 h 49213"/>
                <a:gd name="connsiteX3" fmla="*/ 38970 w 44390"/>
                <a:gd name="connsiteY3" fmla="*/ 12352 h 49213"/>
                <a:gd name="connsiteX4" fmla="*/ 44674 w 44390"/>
                <a:gd name="connsiteY4" fmla="*/ 7218 h 49213"/>
                <a:gd name="connsiteX5" fmla="*/ 34878 w 44390"/>
                <a:gd name="connsiteY5" fmla="*/ 76 h 49213"/>
                <a:gd name="connsiteX6" fmla="*/ 18139 w 44390"/>
                <a:gd name="connsiteY6" fmla="*/ 12017 h 49213"/>
                <a:gd name="connsiteX7" fmla="*/ 18015 w 44390"/>
                <a:gd name="connsiteY7" fmla="*/ 12017 h 49213"/>
                <a:gd name="connsiteX8" fmla="*/ 18015 w 44390"/>
                <a:gd name="connsiteY8" fmla="*/ 76 h 49213"/>
                <a:gd name="connsiteX9" fmla="*/ 283 w 44390"/>
                <a:gd name="connsiteY9" fmla="*/ 1304 h 49213"/>
                <a:gd name="connsiteX10" fmla="*/ 283 w 44390"/>
                <a:gd name="connsiteY10" fmla="*/ 5321 h 49213"/>
                <a:gd name="connsiteX11" fmla="*/ 9583 w 44390"/>
                <a:gd name="connsiteY11" fmla="*/ 11571 h 49213"/>
                <a:gd name="connsiteX12" fmla="*/ 9583 w 44390"/>
                <a:gd name="connsiteY12" fmla="*/ 40474 h 49213"/>
                <a:gd name="connsiteX13" fmla="*/ 283 w 44390"/>
                <a:gd name="connsiteY13" fmla="*/ 45272 h 49213"/>
                <a:gd name="connsiteX14" fmla="*/ 283 w 44390"/>
                <a:gd name="connsiteY14" fmla="*/ 49290 h 49213"/>
                <a:gd name="connsiteX15" fmla="*/ 14419 w 44390"/>
                <a:gd name="connsiteY15" fmla="*/ 48843 h 49213"/>
                <a:gd name="connsiteX16" fmla="*/ 30538 w 44390"/>
                <a:gd name="connsiteY16" fmla="*/ 49290 h 49213"/>
                <a:gd name="connsiteX17" fmla="*/ 30538 w 44390"/>
                <a:gd name="connsiteY17" fmla="*/ 45272 h 49213"/>
                <a:gd name="connsiteX18" fmla="*/ 28058 w 44390"/>
                <a:gd name="connsiteY18" fmla="*/ 45272 h 49213"/>
                <a:gd name="connsiteX19" fmla="*/ 18883 w 44390"/>
                <a:gd name="connsiteY19" fmla="*/ 40251 h 49213"/>
                <a:gd name="connsiteX20" fmla="*/ 18883 w 44390"/>
                <a:gd name="connsiteY20" fmla="*/ 23846 h 492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44390" h="49213">
                  <a:moveTo>
                    <a:pt x="18883" y="23846"/>
                  </a:moveTo>
                  <a:cubicBezTo>
                    <a:pt x="18883" y="14472"/>
                    <a:pt x="23718" y="3201"/>
                    <a:pt x="35498" y="3201"/>
                  </a:cubicBezTo>
                  <a:cubicBezTo>
                    <a:pt x="34382" y="3982"/>
                    <a:pt x="33390" y="5433"/>
                    <a:pt x="33390" y="7218"/>
                  </a:cubicBezTo>
                  <a:cubicBezTo>
                    <a:pt x="33390" y="10901"/>
                    <a:pt x="36614" y="12352"/>
                    <a:pt x="38970" y="12352"/>
                  </a:cubicBezTo>
                  <a:cubicBezTo>
                    <a:pt x="41946" y="12352"/>
                    <a:pt x="44674" y="10566"/>
                    <a:pt x="44674" y="7218"/>
                  </a:cubicBezTo>
                  <a:cubicBezTo>
                    <a:pt x="44674" y="3424"/>
                    <a:pt x="40706" y="76"/>
                    <a:pt x="34878" y="76"/>
                  </a:cubicBezTo>
                  <a:cubicBezTo>
                    <a:pt x="28678" y="76"/>
                    <a:pt x="21859" y="3536"/>
                    <a:pt x="18139" y="12017"/>
                  </a:cubicBezTo>
                  <a:lnTo>
                    <a:pt x="18015" y="12017"/>
                  </a:lnTo>
                  <a:lnTo>
                    <a:pt x="18015" y="76"/>
                  </a:lnTo>
                  <a:lnTo>
                    <a:pt x="283" y="1304"/>
                  </a:lnTo>
                  <a:lnTo>
                    <a:pt x="283" y="5321"/>
                  </a:lnTo>
                  <a:cubicBezTo>
                    <a:pt x="8591" y="5321"/>
                    <a:pt x="9583" y="6102"/>
                    <a:pt x="9583" y="11571"/>
                  </a:cubicBezTo>
                  <a:lnTo>
                    <a:pt x="9583" y="40474"/>
                  </a:lnTo>
                  <a:cubicBezTo>
                    <a:pt x="9583" y="45272"/>
                    <a:pt x="8343" y="45272"/>
                    <a:pt x="283" y="45272"/>
                  </a:cubicBezTo>
                  <a:lnTo>
                    <a:pt x="283" y="49290"/>
                  </a:lnTo>
                  <a:cubicBezTo>
                    <a:pt x="903" y="49290"/>
                    <a:pt x="9335" y="48843"/>
                    <a:pt x="14419" y="48843"/>
                  </a:cubicBezTo>
                  <a:cubicBezTo>
                    <a:pt x="19751" y="48843"/>
                    <a:pt x="25206" y="49067"/>
                    <a:pt x="30538" y="49290"/>
                  </a:cubicBezTo>
                  <a:lnTo>
                    <a:pt x="30538" y="45272"/>
                  </a:lnTo>
                  <a:lnTo>
                    <a:pt x="28058" y="45272"/>
                  </a:lnTo>
                  <a:cubicBezTo>
                    <a:pt x="18883" y="45272"/>
                    <a:pt x="18883" y="44045"/>
                    <a:pt x="18883" y="40251"/>
                  </a:cubicBezTo>
                  <a:lnTo>
                    <a:pt x="18883" y="23846"/>
                  </a:lnTo>
                  <a:close/>
                </a:path>
              </a:pathLst>
            </a:custGeom>
            <a:solidFill>
              <a:srgbClr val="000000"/>
            </a:solidFill>
            <a:ln w="1518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/>
            </a:p>
          </p:txBody>
        </p:sp>
        <p:sp>
          <p:nvSpPr>
            <p:cNvPr id="1004" name="任意形状 1003">
              <a:extLst>
                <a:ext uri="{FF2B5EF4-FFF2-40B4-BE49-F238E27FC236}">
                  <a16:creationId xmlns:a16="http://schemas.microsoft.com/office/drawing/2014/main" id="{3A57C10B-DDCE-6DF3-0748-BDBF59BE4353}"/>
                </a:ext>
              </a:extLst>
            </p:cNvPr>
            <p:cNvSpPr/>
            <p:nvPr>
              <p:custDataLst>
                <p:tags r:id="rId242"/>
              </p:custDataLst>
            </p:nvPr>
          </p:nvSpPr>
          <p:spPr>
            <a:xfrm>
              <a:off x="5302252" y="4518554"/>
              <a:ext cx="61873" cy="50887"/>
            </a:xfrm>
            <a:custGeom>
              <a:avLst/>
              <a:gdLst>
                <a:gd name="connsiteX0" fmla="*/ 48769 w 61873"/>
                <a:gd name="connsiteY0" fmla="*/ 19940 h 50887"/>
                <a:gd name="connsiteX1" fmla="*/ 43065 w 61873"/>
                <a:gd name="connsiteY1" fmla="*/ 5656 h 50887"/>
                <a:gd name="connsiteX2" fmla="*/ 24714 w 61873"/>
                <a:gd name="connsiteY2" fmla="*/ 76 h 50887"/>
                <a:gd name="connsiteX3" fmla="*/ 4626 w 61873"/>
                <a:gd name="connsiteY3" fmla="*/ 10901 h 50887"/>
                <a:gd name="connsiteX4" fmla="*/ 10578 w 61873"/>
                <a:gd name="connsiteY4" fmla="*/ 16369 h 50887"/>
                <a:gd name="connsiteX5" fmla="*/ 16406 w 61873"/>
                <a:gd name="connsiteY5" fmla="*/ 11124 h 50887"/>
                <a:gd name="connsiteX6" fmla="*/ 12066 w 61873"/>
                <a:gd name="connsiteY6" fmla="*/ 5991 h 50887"/>
                <a:gd name="connsiteX7" fmla="*/ 24466 w 61873"/>
                <a:gd name="connsiteY7" fmla="*/ 3201 h 50887"/>
                <a:gd name="connsiteX8" fmla="*/ 38973 w 61873"/>
                <a:gd name="connsiteY8" fmla="*/ 16704 h 50887"/>
                <a:gd name="connsiteX9" fmla="*/ 38973 w 61873"/>
                <a:gd name="connsiteY9" fmla="*/ 20163 h 50887"/>
                <a:gd name="connsiteX10" fmla="*/ 14918 w 61873"/>
                <a:gd name="connsiteY10" fmla="*/ 23734 h 50887"/>
                <a:gd name="connsiteX11" fmla="*/ 287 w 61873"/>
                <a:gd name="connsiteY11" fmla="*/ 38577 h 50887"/>
                <a:gd name="connsiteX12" fmla="*/ 21986 w 61873"/>
                <a:gd name="connsiteY12" fmla="*/ 50964 h 50887"/>
                <a:gd name="connsiteX13" fmla="*/ 40337 w 61873"/>
                <a:gd name="connsiteY13" fmla="*/ 41590 h 50887"/>
                <a:gd name="connsiteX14" fmla="*/ 49885 w 61873"/>
                <a:gd name="connsiteY14" fmla="*/ 50406 h 50887"/>
                <a:gd name="connsiteX15" fmla="*/ 62160 w 61873"/>
                <a:gd name="connsiteY15" fmla="*/ 39804 h 50887"/>
                <a:gd name="connsiteX16" fmla="*/ 62160 w 61873"/>
                <a:gd name="connsiteY16" fmla="*/ 33666 h 50887"/>
                <a:gd name="connsiteX17" fmla="*/ 57944 w 61873"/>
                <a:gd name="connsiteY17" fmla="*/ 33666 h 50887"/>
                <a:gd name="connsiteX18" fmla="*/ 57944 w 61873"/>
                <a:gd name="connsiteY18" fmla="*/ 39693 h 50887"/>
                <a:gd name="connsiteX19" fmla="*/ 53356 w 61873"/>
                <a:gd name="connsiteY19" fmla="*/ 46165 h 50887"/>
                <a:gd name="connsiteX20" fmla="*/ 48769 w 61873"/>
                <a:gd name="connsiteY20" fmla="*/ 39469 h 50887"/>
                <a:gd name="connsiteX21" fmla="*/ 48769 w 61873"/>
                <a:gd name="connsiteY21" fmla="*/ 19940 h 50887"/>
                <a:gd name="connsiteX22" fmla="*/ 38973 w 61873"/>
                <a:gd name="connsiteY22" fmla="*/ 34113 h 50887"/>
                <a:gd name="connsiteX23" fmla="*/ 22978 w 61873"/>
                <a:gd name="connsiteY23" fmla="*/ 47839 h 50887"/>
                <a:gd name="connsiteX24" fmla="*/ 10702 w 61873"/>
                <a:gd name="connsiteY24" fmla="*/ 38577 h 50887"/>
                <a:gd name="connsiteX25" fmla="*/ 38973 w 61873"/>
                <a:gd name="connsiteY25" fmla="*/ 23065 h 50887"/>
                <a:gd name="connsiteX26" fmla="*/ 38973 w 61873"/>
                <a:gd name="connsiteY26" fmla="*/ 34113 h 508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61873" h="50887">
                  <a:moveTo>
                    <a:pt x="48769" y="19940"/>
                  </a:moveTo>
                  <a:cubicBezTo>
                    <a:pt x="48769" y="14026"/>
                    <a:pt x="48769" y="9785"/>
                    <a:pt x="43065" y="5656"/>
                  </a:cubicBezTo>
                  <a:cubicBezTo>
                    <a:pt x="37981" y="1862"/>
                    <a:pt x="32029" y="76"/>
                    <a:pt x="24714" y="76"/>
                  </a:cubicBezTo>
                  <a:cubicBezTo>
                    <a:pt x="12934" y="76"/>
                    <a:pt x="4626" y="4094"/>
                    <a:pt x="4626" y="10901"/>
                  </a:cubicBezTo>
                  <a:cubicBezTo>
                    <a:pt x="4626" y="14472"/>
                    <a:pt x="7354" y="16369"/>
                    <a:pt x="10578" y="16369"/>
                  </a:cubicBezTo>
                  <a:cubicBezTo>
                    <a:pt x="13926" y="16369"/>
                    <a:pt x="16406" y="14137"/>
                    <a:pt x="16406" y="11124"/>
                  </a:cubicBezTo>
                  <a:cubicBezTo>
                    <a:pt x="16406" y="9227"/>
                    <a:pt x="15414" y="6884"/>
                    <a:pt x="12066" y="5991"/>
                  </a:cubicBezTo>
                  <a:cubicBezTo>
                    <a:pt x="16530" y="3201"/>
                    <a:pt x="23722" y="3201"/>
                    <a:pt x="24466" y="3201"/>
                  </a:cubicBezTo>
                  <a:cubicBezTo>
                    <a:pt x="31409" y="3201"/>
                    <a:pt x="38973" y="7330"/>
                    <a:pt x="38973" y="16704"/>
                  </a:cubicBezTo>
                  <a:lnTo>
                    <a:pt x="38973" y="20163"/>
                  </a:lnTo>
                  <a:cubicBezTo>
                    <a:pt x="32153" y="20387"/>
                    <a:pt x="23970" y="20721"/>
                    <a:pt x="14918" y="23734"/>
                  </a:cubicBezTo>
                  <a:cubicBezTo>
                    <a:pt x="3758" y="27417"/>
                    <a:pt x="287" y="33555"/>
                    <a:pt x="287" y="38577"/>
                  </a:cubicBezTo>
                  <a:cubicBezTo>
                    <a:pt x="287" y="48174"/>
                    <a:pt x="13182" y="50964"/>
                    <a:pt x="21986" y="50964"/>
                  </a:cubicBezTo>
                  <a:cubicBezTo>
                    <a:pt x="31905" y="50964"/>
                    <a:pt x="37733" y="45942"/>
                    <a:pt x="40337" y="41590"/>
                  </a:cubicBezTo>
                  <a:cubicBezTo>
                    <a:pt x="40833" y="46165"/>
                    <a:pt x="44181" y="50406"/>
                    <a:pt x="49885" y="50406"/>
                  </a:cubicBezTo>
                  <a:cubicBezTo>
                    <a:pt x="50133" y="50406"/>
                    <a:pt x="62160" y="50406"/>
                    <a:pt x="62160" y="39804"/>
                  </a:cubicBezTo>
                  <a:lnTo>
                    <a:pt x="62160" y="33666"/>
                  </a:lnTo>
                  <a:lnTo>
                    <a:pt x="57944" y="33666"/>
                  </a:lnTo>
                  <a:lnTo>
                    <a:pt x="57944" y="39693"/>
                  </a:lnTo>
                  <a:cubicBezTo>
                    <a:pt x="57944" y="40809"/>
                    <a:pt x="57944" y="46165"/>
                    <a:pt x="53356" y="46165"/>
                  </a:cubicBezTo>
                  <a:cubicBezTo>
                    <a:pt x="48769" y="46165"/>
                    <a:pt x="48769" y="40920"/>
                    <a:pt x="48769" y="39469"/>
                  </a:cubicBezTo>
                  <a:lnTo>
                    <a:pt x="48769" y="19940"/>
                  </a:lnTo>
                  <a:close/>
                  <a:moveTo>
                    <a:pt x="38973" y="34113"/>
                  </a:moveTo>
                  <a:cubicBezTo>
                    <a:pt x="38973" y="44826"/>
                    <a:pt x="28557" y="47839"/>
                    <a:pt x="22978" y="47839"/>
                  </a:cubicBezTo>
                  <a:cubicBezTo>
                    <a:pt x="16654" y="47839"/>
                    <a:pt x="10702" y="44045"/>
                    <a:pt x="10702" y="38577"/>
                  </a:cubicBezTo>
                  <a:cubicBezTo>
                    <a:pt x="10702" y="32439"/>
                    <a:pt x="16654" y="23846"/>
                    <a:pt x="38973" y="23065"/>
                  </a:cubicBezTo>
                  <a:lnTo>
                    <a:pt x="38973" y="34113"/>
                  </a:lnTo>
                  <a:close/>
                </a:path>
              </a:pathLst>
            </a:custGeom>
            <a:solidFill>
              <a:srgbClr val="000000"/>
            </a:solidFill>
            <a:ln w="1518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/>
            </a:p>
          </p:txBody>
        </p:sp>
        <p:sp>
          <p:nvSpPr>
            <p:cNvPr id="1005" name="任意形状 1004">
              <a:extLst>
                <a:ext uri="{FF2B5EF4-FFF2-40B4-BE49-F238E27FC236}">
                  <a16:creationId xmlns:a16="http://schemas.microsoft.com/office/drawing/2014/main" id="{31954D36-FF35-D327-8588-2DE5AFC27D97}"/>
                </a:ext>
              </a:extLst>
            </p:cNvPr>
            <p:cNvSpPr/>
            <p:nvPr>
              <p:custDataLst>
                <p:tags r:id="rId243"/>
              </p:custDataLst>
            </p:nvPr>
          </p:nvSpPr>
          <p:spPr>
            <a:xfrm>
              <a:off x="5372985" y="4493110"/>
              <a:ext cx="27030" cy="75215"/>
            </a:xfrm>
            <a:custGeom>
              <a:avLst/>
              <a:gdLst>
                <a:gd name="connsiteX0" fmla="*/ 19510 w 27030"/>
                <a:gd name="connsiteY0" fmla="*/ 6437 h 75215"/>
                <a:gd name="connsiteX1" fmla="*/ 12318 w 27030"/>
                <a:gd name="connsiteY1" fmla="*/ 76 h 75215"/>
                <a:gd name="connsiteX2" fmla="*/ 5250 w 27030"/>
                <a:gd name="connsiteY2" fmla="*/ 6437 h 75215"/>
                <a:gd name="connsiteX3" fmla="*/ 12318 w 27030"/>
                <a:gd name="connsiteY3" fmla="*/ 12910 h 75215"/>
                <a:gd name="connsiteX4" fmla="*/ 19510 w 27030"/>
                <a:gd name="connsiteY4" fmla="*/ 6437 h 75215"/>
                <a:gd name="connsiteX5" fmla="*/ 663 w 27030"/>
                <a:gd name="connsiteY5" fmla="*/ 27306 h 75215"/>
                <a:gd name="connsiteX6" fmla="*/ 663 w 27030"/>
                <a:gd name="connsiteY6" fmla="*/ 31323 h 75215"/>
                <a:gd name="connsiteX7" fmla="*/ 9590 w 27030"/>
                <a:gd name="connsiteY7" fmla="*/ 37461 h 75215"/>
                <a:gd name="connsiteX8" fmla="*/ 9590 w 27030"/>
                <a:gd name="connsiteY8" fmla="*/ 66476 h 75215"/>
                <a:gd name="connsiteX9" fmla="*/ 291 w 27030"/>
                <a:gd name="connsiteY9" fmla="*/ 71274 h 75215"/>
                <a:gd name="connsiteX10" fmla="*/ 291 w 27030"/>
                <a:gd name="connsiteY10" fmla="*/ 75292 h 75215"/>
                <a:gd name="connsiteX11" fmla="*/ 14178 w 27030"/>
                <a:gd name="connsiteY11" fmla="*/ 74845 h 75215"/>
                <a:gd name="connsiteX12" fmla="*/ 27321 w 27030"/>
                <a:gd name="connsiteY12" fmla="*/ 75292 h 75215"/>
                <a:gd name="connsiteX13" fmla="*/ 27321 w 27030"/>
                <a:gd name="connsiteY13" fmla="*/ 71274 h 75215"/>
                <a:gd name="connsiteX14" fmla="*/ 18890 w 27030"/>
                <a:gd name="connsiteY14" fmla="*/ 66587 h 75215"/>
                <a:gd name="connsiteX15" fmla="*/ 18890 w 27030"/>
                <a:gd name="connsiteY15" fmla="*/ 26078 h 75215"/>
                <a:gd name="connsiteX16" fmla="*/ 663 w 27030"/>
                <a:gd name="connsiteY16" fmla="*/ 27306 h 752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7030" h="75215">
                  <a:moveTo>
                    <a:pt x="19510" y="6437"/>
                  </a:moveTo>
                  <a:cubicBezTo>
                    <a:pt x="19510" y="3201"/>
                    <a:pt x="16534" y="76"/>
                    <a:pt x="12318" y="76"/>
                  </a:cubicBezTo>
                  <a:cubicBezTo>
                    <a:pt x="8598" y="76"/>
                    <a:pt x="5250" y="2755"/>
                    <a:pt x="5250" y="6437"/>
                  </a:cubicBezTo>
                  <a:cubicBezTo>
                    <a:pt x="5250" y="10455"/>
                    <a:pt x="8846" y="12910"/>
                    <a:pt x="12318" y="12910"/>
                  </a:cubicBezTo>
                  <a:cubicBezTo>
                    <a:pt x="16286" y="12910"/>
                    <a:pt x="19510" y="10120"/>
                    <a:pt x="19510" y="6437"/>
                  </a:cubicBezTo>
                  <a:close/>
                  <a:moveTo>
                    <a:pt x="663" y="27306"/>
                  </a:moveTo>
                  <a:lnTo>
                    <a:pt x="663" y="31323"/>
                  </a:lnTo>
                  <a:cubicBezTo>
                    <a:pt x="8474" y="31323"/>
                    <a:pt x="9590" y="31993"/>
                    <a:pt x="9590" y="37461"/>
                  </a:cubicBezTo>
                  <a:lnTo>
                    <a:pt x="9590" y="66476"/>
                  </a:lnTo>
                  <a:cubicBezTo>
                    <a:pt x="9590" y="71274"/>
                    <a:pt x="8350" y="71274"/>
                    <a:pt x="291" y="71274"/>
                  </a:cubicBezTo>
                  <a:lnTo>
                    <a:pt x="291" y="75292"/>
                  </a:lnTo>
                  <a:cubicBezTo>
                    <a:pt x="539" y="75292"/>
                    <a:pt x="9218" y="74845"/>
                    <a:pt x="14178" y="74845"/>
                  </a:cubicBezTo>
                  <a:cubicBezTo>
                    <a:pt x="18518" y="74845"/>
                    <a:pt x="22982" y="74957"/>
                    <a:pt x="27321" y="75292"/>
                  </a:cubicBezTo>
                  <a:lnTo>
                    <a:pt x="27321" y="71274"/>
                  </a:lnTo>
                  <a:cubicBezTo>
                    <a:pt x="20130" y="71274"/>
                    <a:pt x="18890" y="71274"/>
                    <a:pt x="18890" y="66587"/>
                  </a:cubicBezTo>
                  <a:lnTo>
                    <a:pt x="18890" y="26078"/>
                  </a:lnTo>
                  <a:lnTo>
                    <a:pt x="663" y="27306"/>
                  </a:lnTo>
                  <a:close/>
                </a:path>
              </a:pathLst>
            </a:custGeom>
            <a:solidFill>
              <a:srgbClr val="000000"/>
            </a:solidFill>
            <a:ln w="1518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/>
            </a:p>
          </p:txBody>
        </p:sp>
        <p:sp>
          <p:nvSpPr>
            <p:cNvPr id="1006" name="任意形状 1005">
              <a:extLst>
                <a:ext uri="{FF2B5EF4-FFF2-40B4-BE49-F238E27FC236}">
                  <a16:creationId xmlns:a16="http://schemas.microsoft.com/office/drawing/2014/main" id="{5AE1C942-1C9A-E580-2760-7E78FD407905}"/>
                </a:ext>
              </a:extLst>
            </p:cNvPr>
            <p:cNvSpPr/>
            <p:nvPr>
              <p:custDataLst>
                <p:tags r:id="rId244"/>
              </p:custDataLst>
            </p:nvPr>
          </p:nvSpPr>
          <p:spPr>
            <a:xfrm>
              <a:off x="5412839" y="4519112"/>
              <a:ext cx="66461" cy="49213"/>
            </a:xfrm>
            <a:custGeom>
              <a:avLst/>
              <a:gdLst>
                <a:gd name="connsiteX0" fmla="*/ 57454 w 66461"/>
                <a:gd name="connsiteY0" fmla="*/ 15476 h 49213"/>
                <a:gd name="connsiteX1" fmla="*/ 38855 w 66461"/>
                <a:gd name="connsiteY1" fmla="*/ 76 h 49213"/>
                <a:gd name="connsiteX2" fmla="*/ 18644 w 66461"/>
                <a:gd name="connsiteY2" fmla="*/ 10901 h 49213"/>
                <a:gd name="connsiteX3" fmla="*/ 18520 w 66461"/>
                <a:gd name="connsiteY3" fmla="*/ 10901 h 49213"/>
                <a:gd name="connsiteX4" fmla="*/ 18520 w 66461"/>
                <a:gd name="connsiteY4" fmla="*/ 76 h 49213"/>
                <a:gd name="connsiteX5" fmla="*/ 293 w 66461"/>
                <a:gd name="connsiteY5" fmla="*/ 1304 h 49213"/>
                <a:gd name="connsiteX6" fmla="*/ 293 w 66461"/>
                <a:gd name="connsiteY6" fmla="*/ 5321 h 49213"/>
                <a:gd name="connsiteX7" fmla="*/ 9592 w 66461"/>
                <a:gd name="connsiteY7" fmla="*/ 11571 h 49213"/>
                <a:gd name="connsiteX8" fmla="*/ 9592 w 66461"/>
                <a:gd name="connsiteY8" fmla="*/ 40474 h 49213"/>
                <a:gd name="connsiteX9" fmla="*/ 293 w 66461"/>
                <a:gd name="connsiteY9" fmla="*/ 45272 h 49213"/>
                <a:gd name="connsiteX10" fmla="*/ 293 w 66461"/>
                <a:gd name="connsiteY10" fmla="*/ 49290 h 49213"/>
                <a:gd name="connsiteX11" fmla="*/ 14428 w 66461"/>
                <a:gd name="connsiteY11" fmla="*/ 48843 h 49213"/>
                <a:gd name="connsiteX12" fmla="*/ 28688 w 66461"/>
                <a:gd name="connsiteY12" fmla="*/ 49290 h 49213"/>
                <a:gd name="connsiteX13" fmla="*/ 28688 w 66461"/>
                <a:gd name="connsiteY13" fmla="*/ 45272 h 49213"/>
                <a:gd name="connsiteX14" fmla="*/ 19388 w 66461"/>
                <a:gd name="connsiteY14" fmla="*/ 40474 h 49213"/>
                <a:gd name="connsiteX15" fmla="*/ 19388 w 66461"/>
                <a:gd name="connsiteY15" fmla="*/ 20387 h 49213"/>
                <a:gd name="connsiteX16" fmla="*/ 37863 w 66461"/>
                <a:gd name="connsiteY16" fmla="*/ 3201 h 49213"/>
                <a:gd name="connsiteX17" fmla="*/ 47659 w 66461"/>
                <a:gd name="connsiteY17" fmla="*/ 15030 h 49213"/>
                <a:gd name="connsiteX18" fmla="*/ 47659 w 66461"/>
                <a:gd name="connsiteY18" fmla="*/ 40474 h 49213"/>
                <a:gd name="connsiteX19" fmla="*/ 38359 w 66461"/>
                <a:gd name="connsiteY19" fmla="*/ 45272 h 49213"/>
                <a:gd name="connsiteX20" fmla="*/ 38359 w 66461"/>
                <a:gd name="connsiteY20" fmla="*/ 49290 h 49213"/>
                <a:gd name="connsiteX21" fmla="*/ 52495 w 66461"/>
                <a:gd name="connsiteY21" fmla="*/ 48843 h 49213"/>
                <a:gd name="connsiteX22" fmla="*/ 66754 w 66461"/>
                <a:gd name="connsiteY22" fmla="*/ 49290 h 49213"/>
                <a:gd name="connsiteX23" fmla="*/ 66754 w 66461"/>
                <a:gd name="connsiteY23" fmla="*/ 45272 h 49213"/>
                <a:gd name="connsiteX24" fmla="*/ 57454 w 66461"/>
                <a:gd name="connsiteY24" fmla="*/ 40474 h 49213"/>
                <a:gd name="connsiteX25" fmla="*/ 57454 w 66461"/>
                <a:gd name="connsiteY25" fmla="*/ 15476 h 492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66461" h="49213">
                  <a:moveTo>
                    <a:pt x="57454" y="15476"/>
                  </a:moveTo>
                  <a:cubicBezTo>
                    <a:pt x="57454" y="5768"/>
                    <a:pt x="52123" y="76"/>
                    <a:pt x="38855" y="76"/>
                  </a:cubicBezTo>
                  <a:cubicBezTo>
                    <a:pt x="28688" y="76"/>
                    <a:pt x="22116" y="5098"/>
                    <a:pt x="18644" y="10901"/>
                  </a:cubicBezTo>
                  <a:lnTo>
                    <a:pt x="18520" y="10901"/>
                  </a:lnTo>
                  <a:lnTo>
                    <a:pt x="18520" y="76"/>
                  </a:lnTo>
                  <a:lnTo>
                    <a:pt x="293" y="1304"/>
                  </a:lnTo>
                  <a:lnTo>
                    <a:pt x="293" y="5321"/>
                  </a:lnTo>
                  <a:cubicBezTo>
                    <a:pt x="8600" y="5321"/>
                    <a:pt x="9592" y="6102"/>
                    <a:pt x="9592" y="11571"/>
                  </a:cubicBezTo>
                  <a:lnTo>
                    <a:pt x="9592" y="40474"/>
                  </a:lnTo>
                  <a:cubicBezTo>
                    <a:pt x="9592" y="45272"/>
                    <a:pt x="8352" y="45272"/>
                    <a:pt x="293" y="45272"/>
                  </a:cubicBezTo>
                  <a:lnTo>
                    <a:pt x="293" y="49290"/>
                  </a:lnTo>
                  <a:cubicBezTo>
                    <a:pt x="541" y="49290"/>
                    <a:pt x="9220" y="48843"/>
                    <a:pt x="14428" y="48843"/>
                  </a:cubicBezTo>
                  <a:cubicBezTo>
                    <a:pt x="19016" y="48843"/>
                    <a:pt x="27572" y="49178"/>
                    <a:pt x="28688" y="49290"/>
                  </a:cubicBezTo>
                  <a:lnTo>
                    <a:pt x="28688" y="45272"/>
                  </a:lnTo>
                  <a:cubicBezTo>
                    <a:pt x="20628" y="45272"/>
                    <a:pt x="19388" y="45272"/>
                    <a:pt x="19388" y="40474"/>
                  </a:cubicBezTo>
                  <a:lnTo>
                    <a:pt x="19388" y="20387"/>
                  </a:lnTo>
                  <a:cubicBezTo>
                    <a:pt x="19388" y="8669"/>
                    <a:pt x="29680" y="3201"/>
                    <a:pt x="37863" y="3201"/>
                  </a:cubicBezTo>
                  <a:cubicBezTo>
                    <a:pt x="46543" y="3201"/>
                    <a:pt x="47659" y="9339"/>
                    <a:pt x="47659" y="15030"/>
                  </a:cubicBezTo>
                  <a:lnTo>
                    <a:pt x="47659" y="40474"/>
                  </a:lnTo>
                  <a:cubicBezTo>
                    <a:pt x="47659" y="45272"/>
                    <a:pt x="46419" y="45272"/>
                    <a:pt x="38359" y="45272"/>
                  </a:cubicBezTo>
                  <a:lnTo>
                    <a:pt x="38359" y="49290"/>
                  </a:lnTo>
                  <a:cubicBezTo>
                    <a:pt x="38607" y="49290"/>
                    <a:pt x="47287" y="48843"/>
                    <a:pt x="52495" y="48843"/>
                  </a:cubicBezTo>
                  <a:cubicBezTo>
                    <a:pt x="57082" y="48843"/>
                    <a:pt x="65638" y="49178"/>
                    <a:pt x="66754" y="49290"/>
                  </a:cubicBezTo>
                  <a:lnTo>
                    <a:pt x="66754" y="45272"/>
                  </a:lnTo>
                  <a:cubicBezTo>
                    <a:pt x="58694" y="45272"/>
                    <a:pt x="57454" y="45272"/>
                    <a:pt x="57454" y="40474"/>
                  </a:cubicBezTo>
                  <a:lnTo>
                    <a:pt x="57454" y="15476"/>
                  </a:lnTo>
                  <a:close/>
                </a:path>
              </a:pathLst>
            </a:custGeom>
            <a:solidFill>
              <a:srgbClr val="000000"/>
            </a:solidFill>
            <a:ln w="1518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/>
            </a:p>
          </p:txBody>
        </p:sp>
        <p:sp>
          <p:nvSpPr>
            <p:cNvPr id="1007" name="任意形状 1006">
              <a:extLst>
                <a:ext uri="{FF2B5EF4-FFF2-40B4-BE49-F238E27FC236}">
                  <a16:creationId xmlns:a16="http://schemas.microsoft.com/office/drawing/2014/main" id="{14FB91C4-4262-A4DC-63F0-073402FAEB13}"/>
                </a:ext>
              </a:extLst>
            </p:cNvPr>
            <p:cNvSpPr/>
            <p:nvPr>
              <p:custDataLst>
                <p:tags r:id="rId245"/>
              </p:custDataLst>
            </p:nvPr>
          </p:nvSpPr>
          <p:spPr>
            <a:xfrm>
              <a:off x="5505988" y="4424846"/>
              <a:ext cx="62883" cy="159422"/>
            </a:xfrm>
            <a:custGeom>
              <a:avLst/>
              <a:gdLst>
                <a:gd name="connsiteX0" fmla="*/ 25805 w 62883"/>
                <a:gd name="connsiteY0" fmla="*/ 138294 h 159422"/>
                <a:gd name="connsiteX1" fmla="*/ 1892 w 62883"/>
                <a:gd name="connsiteY1" fmla="*/ 155990 h 159422"/>
                <a:gd name="connsiteX2" fmla="*/ 298 w 62883"/>
                <a:gd name="connsiteY2" fmla="*/ 157743 h 159422"/>
                <a:gd name="connsiteX3" fmla="*/ 3840 w 62883"/>
                <a:gd name="connsiteY3" fmla="*/ 159497 h 159422"/>
                <a:gd name="connsiteX4" fmla="*/ 37673 w 62883"/>
                <a:gd name="connsiteY4" fmla="*/ 139569 h 159422"/>
                <a:gd name="connsiteX5" fmla="*/ 37673 w 62883"/>
                <a:gd name="connsiteY5" fmla="*/ 103221 h 159422"/>
                <a:gd name="connsiteX6" fmla="*/ 44759 w 62883"/>
                <a:gd name="connsiteY6" fmla="*/ 86641 h 159422"/>
                <a:gd name="connsiteX7" fmla="*/ 61587 w 62883"/>
                <a:gd name="connsiteY7" fmla="*/ 81539 h 159422"/>
                <a:gd name="connsiteX8" fmla="*/ 63181 w 62883"/>
                <a:gd name="connsiteY8" fmla="*/ 79786 h 159422"/>
                <a:gd name="connsiteX9" fmla="*/ 60347 w 62883"/>
                <a:gd name="connsiteY9" fmla="*/ 78032 h 159422"/>
                <a:gd name="connsiteX10" fmla="*/ 38205 w 62883"/>
                <a:gd name="connsiteY10" fmla="*/ 63844 h 159422"/>
                <a:gd name="connsiteX11" fmla="*/ 37673 w 62883"/>
                <a:gd name="connsiteY11" fmla="*/ 56032 h 159422"/>
                <a:gd name="connsiteX12" fmla="*/ 37673 w 62883"/>
                <a:gd name="connsiteY12" fmla="*/ 24466 h 159422"/>
                <a:gd name="connsiteX13" fmla="*/ 29171 w 62883"/>
                <a:gd name="connsiteY13" fmla="*/ 6611 h 159422"/>
                <a:gd name="connsiteX14" fmla="*/ 3840 w 62883"/>
                <a:gd name="connsiteY14" fmla="*/ 75 h 159422"/>
                <a:gd name="connsiteX15" fmla="*/ 298 w 62883"/>
                <a:gd name="connsiteY15" fmla="*/ 1828 h 159422"/>
                <a:gd name="connsiteX16" fmla="*/ 3132 w 62883"/>
                <a:gd name="connsiteY16" fmla="*/ 3582 h 159422"/>
                <a:gd name="connsiteX17" fmla="*/ 25274 w 62883"/>
                <a:gd name="connsiteY17" fmla="*/ 17452 h 159422"/>
                <a:gd name="connsiteX18" fmla="*/ 25805 w 62883"/>
                <a:gd name="connsiteY18" fmla="*/ 24945 h 159422"/>
                <a:gd name="connsiteX19" fmla="*/ 25805 w 62883"/>
                <a:gd name="connsiteY19" fmla="*/ 58423 h 159422"/>
                <a:gd name="connsiteX20" fmla="*/ 32891 w 62883"/>
                <a:gd name="connsiteY20" fmla="*/ 73568 h 159422"/>
                <a:gd name="connsiteX21" fmla="*/ 46707 w 62883"/>
                <a:gd name="connsiteY21" fmla="*/ 79786 h 159422"/>
                <a:gd name="connsiteX22" fmla="*/ 25805 w 62883"/>
                <a:gd name="connsiteY22" fmla="*/ 100032 h 159422"/>
                <a:gd name="connsiteX23" fmla="*/ 25805 w 62883"/>
                <a:gd name="connsiteY23" fmla="*/ 138294 h 1594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62883" h="159422">
                  <a:moveTo>
                    <a:pt x="25805" y="138294"/>
                  </a:moveTo>
                  <a:cubicBezTo>
                    <a:pt x="25805" y="144671"/>
                    <a:pt x="21200" y="154874"/>
                    <a:pt x="1892" y="155990"/>
                  </a:cubicBezTo>
                  <a:cubicBezTo>
                    <a:pt x="1006" y="156149"/>
                    <a:pt x="298" y="156787"/>
                    <a:pt x="298" y="157743"/>
                  </a:cubicBezTo>
                  <a:cubicBezTo>
                    <a:pt x="298" y="159497"/>
                    <a:pt x="2246" y="159497"/>
                    <a:pt x="3840" y="159497"/>
                  </a:cubicBezTo>
                  <a:cubicBezTo>
                    <a:pt x="21023" y="159497"/>
                    <a:pt x="37496" y="151685"/>
                    <a:pt x="37673" y="139569"/>
                  </a:cubicBezTo>
                  <a:lnTo>
                    <a:pt x="37673" y="103221"/>
                  </a:lnTo>
                  <a:cubicBezTo>
                    <a:pt x="37673" y="97003"/>
                    <a:pt x="37673" y="91902"/>
                    <a:pt x="44759" y="86641"/>
                  </a:cubicBezTo>
                  <a:cubicBezTo>
                    <a:pt x="50958" y="82018"/>
                    <a:pt x="57690" y="81699"/>
                    <a:pt x="61587" y="81539"/>
                  </a:cubicBezTo>
                  <a:cubicBezTo>
                    <a:pt x="62472" y="81380"/>
                    <a:pt x="63181" y="80742"/>
                    <a:pt x="63181" y="79786"/>
                  </a:cubicBezTo>
                  <a:cubicBezTo>
                    <a:pt x="63181" y="78192"/>
                    <a:pt x="62118" y="78192"/>
                    <a:pt x="60347" y="78032"/>
                  </a:cubicBezTo>
                  <a:cubicBezTo>
                    <a:pt x="48656" y="77394"/>
                    <a:pt x="40153" y="71655"/>
                    <a:pt x="38205" y="63844"/>
                  </a:cubicBezTo>
                  <a:cubicBezTo>
                    <a:pt x="37673" y="62090"/>
                    <a:pt x="37673" y="61771"/>
                    <a:pt x="37673" y="56032"/>
                  </a:cubicBezTo>
                  <a:lnTo>
                    <a:pt x="37673" y="24466"/>
                  </a:lnTo>
                  <a:cubicBezTo>
                    <a:pt x="37673" y="17771"/>
                    <a:pt x="37673" y="12669"/>
                    <a:pt x="29171" y="6611"/>
                  </a:cubicBezTo>
                  <a:cubicBezTo>
                    <a:pt x="22085" y="1669"/>
                    <a:pt x="9863" y="75"/>
                    <a:pt x="3840" y="75"/>
                  </a:cubicBezTo>
                  <a:cubicBezTo>
                    <a:pt x="2246" y="75"/>
                    <a:pt x="298" y="75"/>
                    <a:pt x="298" y="1828"/>
                  </a:cubicBezTo>
                  <a:cubicBezTo>
                    <a:pt x="298" y="3423"/>
                    <a:pt x="1360" y="3423"/>
                    <a:pt x="3132" y="3582"/>
                  </a:cubicBezTo>
                  <a:cubicBezTo>
                    <a:pt x="14291" y="4220"/>
                    <a:pt x="22971" y="9321"/>
                    <a:pt x="25274" y="17452"/>
                  </a:cubicBezTo>
                  <a:cubicBezTo>
                    <a:pt x="25805" y="18887"/>
                    <a:pt x="25805" y="19205"/>
                    <a:pt x="25805" y="24945"/>
                  </a:cubicBezTo>
                  <a:lnTo>
                    <a:pt x="25805" y="58423"/>
                  </a:lnTo>
                  <a:cubicBezTo>
                    <a:pt x="25805" y="65757"/>
                    <a:pt x="27222" y="68467"/>
                    <a:pt x="32891" y="73568"/>
                  </a:cubicBezTo>
                  <a:cubicBezTo>
                    <a:pt x="36610" y="76916"/>
                    <a:pt x="41747" y="78510"/>
                    <a:pt x="46707" y="79786"/>
                  </a:cubicBezTo>
                  <a:cubicBezTo>
                    <a:pt x="32182" y="83453"/>
                    <a:pt x="25805" y="90786"/>
                    <a:pt x="25805" y="100032"/>
                  </a:cubicBezTo>
                  <a:lnTo>
                    <a:pt x="25805" y="138294"/>
                  </a:lnTo>
                  <a:close/>
                </a:path>
              </a:pathLst>
            </a:custGeom>
            <a:solidFill>
              <a:srgbClr val="000000"/>
            </a:solidFill>
            <a:ln w="1518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75" name="文本框 274">
                <a:extLst>
                  <a:ext uri="{FF2B5EF4-FFF2-40B4-BE49-F238E27FC236}">
                    <a16:creationId xmlns:a16="http://schemas.microsoft.com/office/drawing/2014/main" id="{01E1977B-68C0-F84B-EF70-AAD6EB8F8069}"/>
                  </a:ext>
                </a:extLst>
              </p:cNvPr>
              <p:cNvSpPr txBox="1"/>
              <p:nvPr/>
            </p:nvSpPr>
            <p:spPr>
              <a:xfrm>
                <a:off x="298525" y="3415196"/>
                <a:ext cx="5634590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600" b="1" dirty="0"/>
                  <a:t>Baseline directional inverse score:</a:t>
                </a:r>
                <a:br>
                  <a:rPr lang="en-US" altLang="zh-CN" sz="1600" dirty="0"/>
                </a:br>
                <a:r>
                  <a:rPr lang="en-US" altLang="zh-CN" sz="1600" dirty="0"/>
                  <a:t>This measures how much of relation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600" i="1" dirty="0" smtClea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altLang="zh-CN" sz="160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1600" i="1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zh-CN" sz="1600" dirty="0"/>
                  <a:t>is supported by the reversed edges of relation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600" i="1" dirty="0" smtClea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altLang="zh-CN" sz="160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altLang="zh-CN" sz="1600" dirty="0"/>
                  <a:t>.</a:t>
                </a:r>
                <a:endParaRPr kumimoji="1" lang="zh-CN" altLang="en-US" sz="1600" dirty="0"/>
              </a:p>
            </p:txBody>
          </p:sp>
        </mc:Choice>
        <mc:Fallback xmlns="">
          <p:sp>
            <p:nvSpPr>
              <p:cNvPr id="275" name="文本框 274">
                <a:extLst>
                  <a:ext uri="{FF2B5EF4-FFF2-40B4-BE49-F238E27FC236}">
                    <a16:creationId xmlns:a16="http://schemas.microsoft.com/office/drawing/2014/main" id="{01E1977B-68C0-F84B-EF70-AAD6EB8F806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8525" y="3415196"/>
                <a:ext cx="5634590" cy="830997"/>
              </a:xfrm>
              <a:prstGeom prst="rect">
                <a:avLst/>
              </a:prstGeom>
              <a:blipFill>
                <a:blip r:embed="rId274"/>
                <a:stretch>
                  <a:fillRect l="-449" t="-1493" b="-746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069" name="组合 1068">
            <a:extLst>
              <a:ext uri="{FF2B5EF4-FFF2-40B4-BE49-F238E27FC236}">
                <a16:creationId xmlns:a16="http://schemas.microsoft.com/office/drawing/2014/main" id="{D42B1257-3D65-E428-8313-5A92E547EC84}"/>
              </a:ext>
            </a:extLst>
          </p:cNvPr>
          <p:cNvGrpSpPr>
            <a:grpSpLocks noChangeAspect="1"/>
          </p:cNvGrpSpPr>
          <p:nvPr>
            <p:custDataLst>
              <p:tags r:id="rId3"/>
            </p:custDataLst>
          </p:nvPr>
        </p:nvGrpSpPr>
        <p:grpSpPr>
          <a:xfrm>
            <a:off x="403792" y="4338712"/>
            <a:ext cx="1959917" cy="429228"/>
            <a:chOff x="3336555" y="5489184"/>
            <a:chExt cx="1959917" cy="429228"/>
          </a:xfrm>
        </p:grpSpPr>
        <p:sp>
          <p:nvSpPr>
            <p:cNvPr id="1042" name="任意形状 1041">
              <a:extLst>
                <a:ext uri="{FF2B5EF4-FFF2-40B4-BE49-F238E27FC236}">
                  <a16:creationId xmlns:a16="http://schemas.microsoft.com/office/drawing/2014/main" id="{38119528-F052-F4CB-5387-0C683AB32D43}"/>
                </a:ext>
              </a:extLst>
            </p:cNvPr>
            <p:cNvSpPr/>
            <p:nvPr>
              <p:custDataLst>
                <p:tags r:id="rId191"/>
              </p:custDataLst>
            </p:nvPr>
          </p:nvSpPr>
          <p:spPr>
            <a:xfrm>
              <a:off x="3336555" y="5674328"/>
              <a:ext cx="64603" cy="80242"/>
            </a:xfrm>
            <a:custGeom>
              <a:avLst/>
              <a:gdLst>
                <a:gd name="connsiteX0" fmla="*/ 59690 w 64603"/>
                <a:gd name="connsiteY0" fmla="*/ 12124 h 80242"/>
                <a:gd name="connsiteX1" fmla="*/ 51263 w 64603"/>
                <a:gd name="connsiteY1" fmla="*/ 20095 h 80242"/>
                <a:gd name="connsiteX2" fmla="*/ 56706 w 64603"/>
                <a:gd name="connsiteY2" fmla="*/ 25232 h 80242"/>
                <a:gd name="connsiteX3" fmla="*/ 64781 w 64603"/>
                <a:gd name="connsiteY3" fmla="*/ 15312 h 80242"/>
                <a:gd name="connsiteX4" fmla="*/ 43890 w 64603"/>
                <a:gd name="connsiteY4" fmla="*/ 79 h 80242"/>
                <a:gd name="connsiteX5" fmla="*/ 14221 w 64603"/>
                <a:gd name="connsiteY5" fmla="*/ 25940 h 80242"/>
                <a:gd name="connsiteX6" fmla="*/ 32304 w 64603"/>
                <a:gd name="connsiteY6" fmla="*/ 43477 h 80242"/>
                <a:gd name="connsiteX7" fmla="*/ 50561 w 64603"/>
                <a:gd name="connsiteY7" fmla="*/ 56939 h 80242"/>
                <a:gd name="connsiteX8" fmla="*/ 25457 w 64603"/>
                <a:gd name="connsiteY8" fmla="*/ 76424 h 80242"/>
                <a:gd name="connsiteX9" fmla="*/ 5444 w 64603"/>
                <a:gd name="connsiteY9" fmla="*/ 67036 h 80242"/>
                <a:gd name="connsiteX10" fmla="*/ 16504 w 64603"/>
                <a:gd name="connsiteY10" fmla="*/ 57648 h 80242"/>
                <a:gd name="connsiteX11" fmla="*/ 10008 w 64603"/>
                <a:gd name="connsiteY11" fmla="*/ 51448 h 80242"/>
                <a:gd name="connsiteX12" fmla="*/ 177 w 64603"/>
                <a:gd name="connsiteY12" fmla="*/ 63139 h 80242"/>
                <a:gd name="connsiteX13" fmla="*/ 25281 w 64603"/>
                <a:gd name="connsiteY13" fmla="*/ 80321 h 80242"/>
                <a:gd name="connsiteX14" fmla="*/ 60568 w 64603"/>
                <a:gd name="connsiteY14" fmla="*/ 50917 h 80242"/>
                <a:gd name="connsiteX15" fmla="*/ 55126 w 64603"/>
                <a:gd name="connsiteY15" fmla="*/ 37986 h 80242"/>
                <a:gd name="connsiteX16" fmla="*/ 37570 w 64603"/>
                <a:gd name="connsiteY16" fmla="*/ 30546 h 80242"/>
                <a:gd name="connsiteX17" fmla="*/ 24228 w 64603"/>
                <a:gd name="connsiteY17" fmla="*/ 19918 h 80242"/>
                <a:gd name="connsiteX18" fmla="*/ 43890 w 64603"/>
                <a:gd name="connsiteY18" fmla="*/ 3976 h 80242"/>
                <a:gd name="connsiteX19" fmla="*/ 59690 w 64603"/>
                <a:gd name="connsiteY19" fmla="*/ 12124 h 802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64603" h="80242">
                  <a:moveTo>
                    <a:pt x="59690" y="12124"/>
                  </a:moveTo>
                  <a:cubicBezTo>
                    <a:pt x="54775" y="12301"/>
                    <a:pt x="51263" y="16198"/>
                    <a:pt x="51263" y="20095"/>
                  </a:cubicBezTo>
                  <a:cubicBezTo>
                    <a:pt x="51263" y="22575"/>
                    <a:pt x="52843" y="25232"/>
                    <a:pt x="56706" y="25232"/>
                  </a:cubicBezTo>
                  <a:cubicBezTo>
                    <a:pt x="60568" y="25232"/>
                    <a:pt x="64781" y="22221"/>
                    <a:pt x="64781" y="15312"/>
                  </a:cubicBezTo>
                  <a:cubicBezTo>
                    <a:pt x="64781" y="7341"/>
                    <a:pt x="57232" y="79"/>
                    <a:pt x="43890" y="79"/>
                  </a:cubicBezTo>
                  <a:cubicBezTo>
                    <a:pt x="20717" y="79"/>
                    <a:pt x="14221" y="18146"/>
                    <a:pt x="14221" y="25940"/>
                  </a:cubicBezTo>
                  <a:cubicBezTo>
                    <a:pt x="14221" y="39757"/>
                    <a:pt x="27213" y="42414"/>
                    <a:pt x="32304" y="43477"/>
                  </a:cubicBezTo>
                  <a:cubicBezTo>
                    <a:pt x="41432" y="45248"/>
                    <a:pt x="50561" y="47197"/>
                    <a:pt x="50561" y="56939"/>
                  </a:cubicBezTo>
                  <a:cubicBezTo>
                    <a:pt x="50561" y="61545"/>
                    <a:pt x="46523" y="76424"/>
                    <a:pt x="25457" y="76424"/>
                  </a:cubicBezTo>
                  <a:cubicBezTo>
                    <a:pt x="22999" y="76424"/>
                    <a:pt x="9482" y="76424"/>
                    <a:pt x="5444" y="67036"/>
                  </a:cubicBezTo>
                  <a:cubicBezTo>
                    <a:pt x="12115" y="67922"/>
                    <a:pt x="16504" y="62608"/>
                    <a:pt x="16504" y="57648"/>
                  </a:cubicBezTo>
                  <a:cubicBezTo>
                    <a:pt x="16504" y="53574"/>
                    <a:pt x="13695" y="51448"/>
                    <a:pt x="10008" y="51448"/>
                  </a:cubicBezTo>
                  <a:cubicBezTo>
                    <a:pt x="5444" y="51448"/>
                    <a:pt x="177" y="55168"/>
                    <a:pt x="177" y="63139"/>
                  </a:cubicBezTo>
                  <a:cubicBezTo>
                    <a:pt x="177" y="73236"/>
                    <a:pt x="10184" y="80321"/>
                    <a:pt x="25281" y="80321"/>
                  </a:cubicBezTo>
                  <a:cubicBezTo>
                    <a:pt x="53721" y="80321"/>
                    <a:pt x="60568" y="58888"/>
                    <a:pt x="60568" y="50917"/>
                  </a:cubicBezTo>
                  <a:cubicBezTo>
                    <a:pt x="60568" y="44540"/>
                    <a:pt x="57232" y="40111"/>
                    <a:pt x="55126" y="37986"/>
                  </a:cubicBezTo>
                  <a:cubicBezTo>
                    <a:pt x="50386" y="33026"/>
                    <a:pt x="45295" y="32140"/>
                    <a:pt x="37570" y="30546"/>
                  </a:cubicBezTo>
                  <a:cubicBezTo>
                    <a:pt x="31250" y="29129"/>
                    <a:pt x="24228" y="27889"/>
                    <a:pt x="24228" y="19918"/>
                  </a:cubicBezTo>
                  <a:cubicBezTo>
                    <a:pt x="24228" y="14781"/>
                    <a:pt x="28441" y="3976"/>
                    <a:pt x="43890" y="3976"/>
                  </a:cubicBezTo>
                  <a:cubicBezTo>
                    <a:pt x="48279" y="3976"/>
                    <a:pt x="57057" y="5216"/>
                    <a:pt x="59690" y="12124"/>
                  </a:cubicBezTo>
                  <a:close/>
                </a:path>
              </a:pathLst>
            </a:custGeom>
            <a:solidFill>
              <a:srgbClr val="000000"/>
            </a:solidFill>
            <a:ln w="15053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/>
            </a:p>
          </p:txBody>
        </p:sp>
        <p:sp>
          <p:nvSpPr>
            <p:cNvPr id="1043" name="任意形状 1042">
              <a:extLst>
                <a:ext uri="{FF2B5EF4-FFF2-40B4-BE49-F238E27FC236}">
                  <a16:creationId xmlns:a16="http://schemas.microsoft.com/office/drawing/2014/main" id="{FCCCE749-CD9C-4531-A889-06006279E514}"/>
                </a:ext>
              </a:extLst>
            </p:cNvPr>
            <p:cNvSpPr/>
            <p:nvPr>
              <p:custDataLst>
                <p:tags r:id="rId192"/>
              </p:custDataLst>
            </p:nvPr>
          </p:nvSpPr>
          <p:spPr>
            <a:xfrm>
              <a:off x="3427097" y="5619770"/>
              <a:ext cx="40728" cy="177135"/>
            </a:xfrm>
            <a:custGeom>
              <a:avLst/>
              <a:gdLst>
                <a:gd name="connsiteX0" fmla="*/ 40910 w 40728"/>
                <a:gd name="connsiteY0" fmla="*/ 175443 h 177135"/>
                <a:gd name="connsiteX1" fmla="*/ 37926 w 40728"/>
                <a:gd name="connsiteY1" fmla="*/ 171546 h 177135"/>
                <a:gd name="connsiteX2" fmla="*/ 10364 w 40728"/>
                <a:gd name="connsiteY2" fmla="*/ 88646 h 177135"/>
                <a:gd name="connsiteX3" fmla="*/ 38628 w 40728"/>
                <a:gd name="connsiteY3" fmla="*/ 4861 h 177135"/>
                <a:gd name="connsiteX4" fmla="*/ 40910 w 40728"/>
                <a:gd name="connsiteY4" fmla="*/ 1850 h 177135"/>
                <a:gd name="connsiteX5" fmla="*/ 39155 w 40728"/>
                <a:gd name="connsiteY5" fmla="*/ 79 h 177135"/>
                <a:gd name="connsiteX6" fmla="*/ 11242 w 40728"/>
                <a:gd name="connsiteY6" fmla="*/ 34620 h 177135"/>
                <a:gd name="connsiteX7" fmla="*/ 182 w 40728"/>
                <a:gd name="connsiteY7" fmla="*/ 88646 h 177135"/>
                <a:gd name="connsiteX8" fmla="*/ 11768 w 40728"/>
                <a:gd name="connsiteY8" fmla="*/ 143913 h 177135"/>
                <a:gd name="connsiteX9" fmla="*/ 39155 w 40728"/>
                <a:gd name="connsiteY9" fmla="*/ 177214 h 177135"/>
                <a:gd name="connsiteX10" fmla="*/ 40910 w 40728"/>
                <a:gd name="connsiteY10" fmla="*/ 175443 h 1771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40728" h="177135">
                  <a:moveTo>
                    <a:pt x="40910" y="175443"/>
                  </a:moveTo>
                  <a:cubicBezTo>
                    <a:pt x="40910" y="174912"/>
                    <a:pt x="40910" y="174557"/>
                    <a:pt x="37926" y="171546"/>
                  </a:cubicBezTo>
                  <a:cubicBezTo>
                    <a:pt x="15982" y="149227"/>
                    <a:pt x="10364" y="115748"/>
                    <a:pt x="10364" y="88646"/>
                  </a:cubicBezTo>
                  <a:cubicBezTo>
                    <a:pt x="10364" y="57825"/>
                    <a:pt x="17035" y="27003"/>
                    <a:pt x="38628" y="4861"/>
                  </a:cubicBezTo>
                  <a:cubicBezTo>
                    <a:pt x="40910" y="2736"/>
                    <a:pt x="40910" y="2381"/>
                    <a:pt x="40910" y="1850"/>
                  </a:cubicBezTo>
                  <a:cubicBezTo>
                    <a:pt x="40910" y="610"/>
                    <a:pt x="40208" y="79"/>
                    <a:pt x="39155" y="79"/>
                  </a:cubicBezTo>
                  <a:cubicBezTo>
                    <a:pt x="37399" y="79"/>
                    <a:pt x="21599" y="12124"/>
                    <a:pt x="11242" y="34620"/>
                  </a:cubicBezTo>
                  <a:cubicBezTo>
                    <a:pt x="2288" y="54105"/>
                    <a:pt x="182" y="73767"/>
                    <a:pt x="182" y="88646"/>
                  </a:cubicBezTo>
                  <a:cubicBezTo>
                    <a:pt x="182" y="102463"/>
                    <a:pt x="2113" y="123896"/>
                    <a:pt x="11768" y="143913"/>
                  </a:cubicBezTo>
                  <a:cubicBezTo>
                    <a:pt x="22302" y="165700"/>
                    <a:pt x="37399" y="177214"/>
                    <a:pt x="39155" y="177214"/>
                  </a:cubicBezTo>
                  <a:cubicBezTo>
                    <a:pt x="40208" y="177214"/>
                    <a:pt x="40910" y="176683"/>
                    <a:pt x="40910" y="175443"/>
                  </a:cubicBezTo>
                  <a:close/>
                </a:path>
              </a:pathLst>
            </a:custGeom>
            <a:solidFill>
              <a:srgbClr val="000000"/>
            </a:solidFill>
            <a:ln w="15053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/>
            </a:p>
          </p:txBody>
        </p:sp>
        <p:sp>
          <p:nvSpPr>
            <p:cNvPr id="1044" name="任意形状 1043">
              <a:extLst>
                <a:ext uri="{FF2B5EF4-FFF2-40B4-BE49-F238E27FC236}">
                  <a16:creationId xmlns:a16="http://schemas.microsoft.com/office/drawing/2014/main" id="{2D12233A-96FB-3559-FB7B-446E367A694E}"/>
                </a:ext>
              </a:extLst>
            </p:cNvPr>
            <p:cNvSpPr/>
            <p:nvPr>
              <p:custDataLst>
                <p:tags r:id="rId193"/>
              </p:custDataLst>
            </p:nvPr>
          </p:nvSpPr>
          <p:spPr>
            <a:xfrm>
              <a:off x="3483080" y="5674328"/>
              <a:ext cx="71450" cy="80242"/>
            </a:xfrm>
            <a:custGeom>
              <a:avLst/>
              <a:gdLst>
                <a:gd name="connsiteX0" fmla="*/ 10543 w 71450"/>
                <a:gd name="connsiteY0" fmla="*/ 67922 h 80242"/>
                <a:gd name="connsiteX1" fmla="*/ 8963 w 71450"/>
                <a:gd name="connsiteY1" fmla="*/ 75538 h 80242"/>
                <a:gd name="connsiteX2" fmla="*/ 14054 w 71450"/>
                <a:gd name="connsiteY2" fmla="*/ 80321 h 80242"/>
                <a:gd name="connsiteX3" fmla="*/ 20550 w 71450"/>
                <a:gd name="connsiteY3" fmla="*/ 75361 h 80242"/>
                <a:gd name="connsiteX4" fmla="*/ 27572 w 71450"/>
                <a:gd name="connsiteY4" fmla="*/ 47374 h 80242"/>
                <a:gd name="connsiteX5" fmla="*/ 33190 w 71450"/>
                <a:gd name="connsiteY5" fmla="*/ 24346 h 80242"/>
                <a:gd name="connsiteX6" fmla="*/ 43021 w 71450"/>
                <a:gd name="connsiteY6" fmla="*/ 9821 h 80242"/>
                <a:gd name="connsiteX7" fmla="*/ 57065 w 71450"/>
                <a:gd name="connsiteY7" fmla="*/ 3976 h 80242"/>
                <a:gd name="connsiteX8" fmla="*/ 64439 w 71450"/>
                <a:gd name="connsiteY8" fmla="*/ 6101 h 80242"/>
                <a:gd name="connsiteX9" fmla="*/ 55310 w 71450"/>
                <a:gd name="connsiteY9" fmla="*/ 15844 h 80242"/>
                <a:gd name="connsiteX10" fmla="*/ 61981 w 71450"/>
                <a:gd name="connsiteY10" fmla="*/ 22043 h 80242"/>
                <a:gd name="connsiteX11" fmla="*/ 71636 w 71450"/>
                <a:gd name="connsiteY11" fmla="*/ 11592 h 80242"/>
                <a:gd name="connsiteX12" fmla="*/ 57065 w 71450"/>
                <a:gd name="connsiteY12" fmla="*/ 79 h 80242"/>
                <a:gd name="connsiteX13" fmla="*/ 34594 w 71450"/>
                <a:gd name="connsiteY13" fmla="*/ 13718 h 80242"/>
                <a:gd name="connsiteX14" fmla="*/ 18619 w 71450"/>
                <a:gd name="connsiteY14" fmla="*/ 79 h 80242"/>
                <a:gd name="connsiteX15" fmla="*/ 5628 w 71450"/>
                <a:gd name="connsiteY15" fmla="*/ 10175 h 80242"/>
                <a:gd name="connsiteX16" fmla="*/ 186 w 71450"/>
                <a:gd name="connsiteY16" fmla="*/ 27357 h 80242"/>
                <a:gd name="connsiteX17" fmla="*/ 2292 w 71450"/>
                <a:gd name="connsiteY17" fmla="*/ 29129 h 80242"/>
                <a:gd name="connsiteX18" fmla="*/ 5277 w 71450"/>
                <a:gd name="connsiteY18" fmla="*/ 25055 h 80242"/>
                <a:gd name="connsiteX19" fmla="*/ 18092 w 71450"/>
                <a:gd name="connsiteY19" fmla="*/ 3976 h 80242"/>
                <a:gd name="connsiteX20" fmla="*/ 23534 w 71450"/>
                <a:gd name="connsiteY20" fmla="*/ 12124 h 80242"/>
                <a:gd name="connsiteX21" fmla="*/ 20726 w 71450"/>
                <a:gd name="connsiteY21" fmla="*/ 27003 h 80242"/>
                <a:gd name="connsiteX22" fmla="*/ 10543 w 71450"/>
                <a:gd name="connsiteY22" fmla="*/ 67922 h 802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71450" h="80242">
                  <a:moveTo>
                    <a:pt x="10543" y="67922"/>
                  </a:moveTo>
                  <a:cubicBezTo>
                    <a:pt x="10017" y="70579"/>
                    <a:pt x="8963" y="74653"/>
                    <a:pt x="8963" y="75538"/>
                  </a:cubicBezTo>
                  <a:cubicBezTo>
                    <a:pt x="8963" y="78727"/>
                    <a:pt x="11421" y="80321"/>
                    <a:pt x="14054" y="80321"/>
                  </a:cubicBezTo>
                  <a:cubicBezTo>
                    <a:pt x="16161" y="80321"/>
                    <a:pt x="19321" y="78904"/>
                    <a:pt x="20550" y="75361"/>
                  </a:cubicBezTo>
                  <a:cubicBezTo>
                    <a:pt x="20901" y="74653"/>
                    <a:pt x="26870" y="50562"/>
                    <a:pt x="27572" y="47374"/>
                  </a:cubicBezTo>
                  <a:cubicBezTo>
                    <a:pt x="28977" y="41528"/>
                    <a:pt x="32137" y="29129"/>
                    <a:pt x="33190" y="24346"/>
                  </a:cubicBezTo>
                  <a:cubicBezTo>
                    <a:pt x="33892" y="22043"/>
                    <a:pt x="38808" y="13718"/>
                    <a:pt x="43021" y="9821"/>
                  </a:cubicBezTo>
                  <a:cubicBezTo>
                    <a:pt x="44425" y="8581"/>
                    <a:pt x="49516" y="3976"/>
                    <a:pt x="57065" y="3976"/>
                  </a:cubicBezTo>
                  <a:cubicBezTo>
                    <a:pt x="61630" y="3976"/>
                    <a:pt x="64263" y="6101"/>
                    <a:pt x="64439" y="6101"/>
                  </a:cubicBezTo>
                  <a:cubicBezTo>
                    <a:pt x="59172" y="6987"/>
                    <a:pt x="55310" y="11238"/>
                    <a:pt x="55310" y="15844"/>
                  </a:cubicBezTo>
                  <a:cubicBezTo>
                    <a:pt x="55310" y="18678"/>
                    <a:pt x="57241" y="22043"/>
                    <a:pt x="61981" y="22043"/>
                  </a:cubicBezTo>
                  <a:cubicBezTo>
                    <a:pt x="66721" y="22043"/>
                    <a:pt x="71636" y="17969"/>
                    <a:pt x="71636" y="11592"/>
                  </a:cubicBezTo>
                  <a:cubicBezTo>
                    <a:pt x="71636" y="5393"/>
                    <a:pt x="66019" y="79"/>
                    <a:pt x="57065" y="79"/>
                  </a:cubicBezTo>
                  <a:cubicBezTo>
                    <a:pt x="45654" y="79"/>
                    <a:pt x="37930" y="8758"/>
                    <a:pt x="34594" y="13718"/>
                  </a:cubicBezTo>
                  <a:cubicBezTo>
                    <a:pt x="33190" y="5747"/>
                    <a:pt x="26870" y="79"/>
                    <a:pt x="18619" y="79"/>
                  </a:cubicBezTo>
                  <a:cubicBezTo>
                    <a:pt x="10543" y="79"/>
                    <a:pt x="7208" y="6987"/>
                    <a:pt x="5628" y="10175"/>
                  </a:cubicBezTo>
                  <a:cubicBezTo>
                    <a:pt x="2468" y="16198"/>
                    <a:pt x="186" y="26826"/>
                    <a:pt x="186" y="27357"/>
                  </a:cubicBezTo>
                  <a:cubicBezTo>
                    <a:pt x="186" y="29129"/>
                    <a:pt x="1941" y="29129"/>
                    <a:pt x="2292" y="29129"/>
                  </a:cubicBezTo>
                  <a:cubicBezTo>
                    <a:pt x="4048" y="29129"/>
                    <a:pt x="4223" y="28952"/>
                    <a:pt x="5277" y="25055"/>
                  </a:cubicBezTo>
                  <a:cubicBezTo>
                    <a:pt x="8261" y="12478"/>
                    <a:pt x="11772" y="3976"/>
                    <a:pt x="18092" y="3976"/>
                  </a:cubicBezTo>
                  <a:cubicBezTo>
                    <a:pt x="21077" y="3976"/>
                    <a:pt x="23534" y="5393"/>
                    <a:pt x="23534" y="12124"/>
                  </a:cubicBezTo>
                  <a:cubicBezTo>
                    <a:pt x="23534" y="15844"/>
                    <a:pt x="23008" y="17792"/>
                    <a:pt x="20726" y="27003"/>
                  </a:cubicBezTo>
                  <a:lnTo>
                    <a:pt x="10543" y="67922"/>
                  </a:lnTo>
                  <a:close/>
                </a:path>
              </a:pathLst>
            </a:custGeom>
            <a:solidFill>
              <a:srgbClr val="000000"/>
            </a:solidFill>
            <a:ln w="15053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/>
            </a:p>
          </p:txBody>
        </p:sp>
        <p:sp>
          <p:nvSpPr>
            <p:cNvPr id="1045" name="任意形状 1044">
              <a:extLst>
                <a:ext uri="{FF2B5EF4-FFF2-40B4-BE49-F238E27FC236}">
                  <a16:creationId xmlns:a16="http://schemas.microsoft.com/office/drawing/2014/main" id="{0C184447-5CA9-654D-8A9A-93FA828BEF62}"/>
                </a:ext>
              </a:extLst>
            </p:cNvPr>
            <p:cNvSpPr/>
            <p:nvPr>
              <p:custDataLst>
                <p:tags r:id="rId194"/>
              </p:custDataLst>
            </p:nvPr>
          </p:nvSpPr>
          <p:spPr>
            <a:xfrm>
              <a:off x="3570586" y="5696860"/>
              <a:ext cx="44731" cy="82332"/>
            </a:xfrm>
            <a:custGeom>
              <a:avLst/>
              <a:gdLst>
                <a:gd name="connsiteX0" fmla="*/ 27963 w 44731"/>
                <a:gd name="connsiteY0" fmla="*/ 3552 h 82332"/>
                <a:gd name="connsiteX1" fmla="*/ 24276 w 44731"/>
                <a:gd name="connsiteY1" fmla="*/ 80 h 82332"/>
                <a:gd name="connsiteX2" fmla="*/ 190 w 44731"/>
                <a:gd name="connsiteY2" fmla="*/ 8016 h 82332"/>
                <a:gd name="connsiteX3" fmla="*/ 190 w 44731"/>
                <a:gd name="connsiteY3" fmla="*/ 12480 h 82332"/>
                <a:gd name="connsiteX4" fmla="*/ 18009 w 44731"/>
                <a:gd name="connsiteY4" fmla="*/ 9008 h 82332"/>
                <a:gd name="connsiteX5" fmla="*/ 18009 w 44731"/>
                <a:gd name="connsiteY5" fmla="*/ 72245 h 82332"/>
                <a:gd name="connsiteX6" fmla="*/ 5720 w 44731"/>
                <a:gd name="connsiteY6" fmla="*/ 77949 h 82332"/>
                <a:gd name="connsiteX7" fmla="*/ 1050 w 44731"/>
                <a:gd name="connsiteY7" fmla="*/ 77949 h 82332"/>
                <a:gd name="connsiteX8" fmla="*/ 1050 w 44731"/>
                <a:gd name="connsiteY8" fmla="*/ 82413 h 82332"/>
                <a:gd name="connsiteX9" fmla="*/ 22924 w 44731"/>
                <a:gd name="connsiteY9" fmla="*/ 81917 h 82332"/>
                <a:gd name="connsiteX10" fmla="*/ 44921 w 44731"/>
                <a:gd name="connsiteY10" fmla="*/ 82413 h 82332"/>
                <a:gd name="connsiteX11" fmla="*/ 44921 w 44731"/>
                <a:gd name="connsiteY11" fmla="*/ 77949 h 82332"/>
                <a:gd name="connsiteX12" fmla="*/ 40252 w 44731"/>
                <a:gd name="connsiteY12" fmla="*/ 77949 h 82332"/>
                <a:gd name="connsiteX13" fmla="*/ 27963 w 44731"/>
                <a:gd name="connsiteY13" fmla="*/ 72245 h 82332"/>
                <a:gd name="connsiteX14" fmla="*/ 27963 w 44731"/>
                <a:gd name="connsiteY14" fmla="*/ 3552 h 823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44731" h="82332">
                  <a:moveTo>
                    <a:pt x="27963" y="3552"/>
                  </a:moveTo>
                  <a:cubicBezTo>
                    <a:pt x="27963" y="204"/>
                    <a:pt x="27717" y="80"/>
                    <a:pt x="24276" y="80"/>
                  </a:cubicBezTo>
                  <a:cubicBezTo>
                    <a:pt x="16411" y="7892"/>
                    <a:pt x="5229" y="8016"/>
                    <a:pt x="190" y="8016"/>
                  </a:cubicBezTo>
                  <a:lnTo>
                    <a:pt x="190" y="12480"/>
                  </a:lnTo>
                  <a:cubicBezTo>
                    <a:pt x="3140" y="12480"/>
                    <a:pt x="11250" y="12480"/>
                    <a:pt x="18009" y="9008"/>
                  </a:cubicBezTo>
                  <a:lnTo>
                    <a:pt x="18009" y="72245"/>
                  </a:lnTo>
                  <a:cubicBezTo>
                    <a:pt x="18009" y="76337"/>
                    <a:pt x="18009" y="77949"/>
                    <a:pt x="5720" y="77949"/>
                  </a:cubicBezTo>
                  <a:lnTo>
                    <a:pt x="1050" y="77949"/>
                  </a:lnTo>
                  <a:lnTo>
                    <a:pt x="1050" y="82413"/>
                  </a:lnTo>
                  <a:cubicBezTo>
                    <a:pt x="3262" y="82289"/>
                    <a:pt x="18378" y="81917"/>
                    <a:pt x="22924" y="81917"/>
                  </a:cubicBezTo>
                  <a:cubicBezTo>
                    <a:pt x="26734" y="81917"/>
                    <a:pt x="42218" y="82289"/>
                    <a:pt x="44921" y="82413"/>
                  </a:cubicBezTo>
                  <a:lnTo>
                    <a:pt x="44921" y="77949"/>
                  </a:lnTo>
                  <a:lnTo>
                    <a:pt x="40252" y="77949"/>
                  </a:lnTo>
                  <a:cubicBezTo>
                    <a:pt x="27963" y="77949"/>
                    <a:pt x="27963" y="76337"/>
                    <a:pt x="27963" y="72245"/>
                  </a:cubicBezTo>
                  <a:lnTo>
                    <a:pt x="27963" y="3552"/>
                  </a:lnTo>
                  <a:close/>
                </a:path>
              </a:pathLst>
            </a:custGeom>
            <a:solidFill>
              <a:srgbClr val="000000"/>
            </a:solidFill>
            <a:ln w="15053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/>
            </a:p>
          </p:txBody>
        </p:sp>
        <p:sp>
          <p:nvSpPr>
            <p:cNvPr id="1046" name="任意形状 1045">
              <a:extLst>
                <a:ext uri="{FF2B5EF4-FFF2-40B4-BE49-F238E27FC236}">
                  <a16:creationId xmlns:a16="http://schemas.microsoft.com/office/drawing/2014/main" id="{88F6CB26-7044-CBFC-1D8C-BCF5CB66BDDC}"/>
                </a:ext>
              </a:extLst>
            </p:cNvPr>
            <p:cNvSpPr/>
            <p:nvPr>
              <p:custDataLst>
                <p:tags r:id="rId195"/>
              </p:custDataLst>
            </p:nvPr>
          </p:nvSpPr>
          <p:spPr>
            <a:xfrm>
              <a:off x="3694367" y="5662106"/>
              <a:ext cx="155892" cy="92464"/>
            </a:xfrm>
            <a:custGeom>
              <a:avLst/>
              <a:gdLst>
                <a:gd name="connsiteX0" fmla="*/ 136954 w 155892"/>
                <a:gd name="connsiteY0" fmla="*/ 49854 h 92464"/>
                <a:gd name="connsiteX1" fmla="*/ 121154 w 155892"/>
                <a:gd name="connsiteY1" fmla="*/ 66859 h 92464"/>
                <a:gd name="connsiteX2" fmla="*/ 111850 w 155892"/>
                <a:gd name="connsiteY2" fmla="*/ 90418 h 92464"/>
                <a:gd name="connsiteX3" fmla="*/ 115361 w 155892"/>
                <a:gd name="connsiteY3" fmla="*/ 92543 h 92464"/>
                <a:gd name="connsiteX4" fmla="*/ 119223 w 155892"/>
                <a:gd name="connsiteY4" fmla="*/ 89001 h 92464"/>
                <a:gd name="connsiteX5" fmla="*/ 153456 w 155892"/>
                <a:gd name="connsiteY5" fmla="*/ 48614 h 92464"/>
                <a:gd name="connsiteX6" fmla="*/ 156090 w 155892"/>
                <a:gd name="connsiteY6" fmla="*/ 46311 h 92464"/>
                <a:gd name="connsiteX7" fmla="*/ 154685 w 155892"/>
                <a:gd name="connsiteY7" fmla="*/ 44363 h 92464"/>
                <a:gd name="connsiteX8" fmla="*/ 119048 w 155892"/>
                <a:gd name="connsiteY8" fmla="*/ 2736 h 92464"/>
                <a:gd name="connsiteX9" fmla="*/ 115361 w 155892"/>
                <a:gd name="connsiteY9" fmla="*/ 79 h 92464"/>
                <a:gd name="connsiteX10" fmla="*/ 111850 w 155892"/>
                <a:gd name="connsiteY10" fmla="*/ 2204 h 92464"/>
                <a:gd name="connsiteX11" fmla="*/ 120803 w 155892"/>
                <a:gd name="connsiteY11" fmla="*/ 25586 h 92464"/>
                <a:gd name="connsiteX12" fmla="*/ 136954 w 155892"/>
                <a:gd name="connsiteY12" fmla="*/ 42768 h 92464"/>
                <a:gd name="connsiteX13" fmla="*/ 6517 w 155892"/>
                <a:gd name="connsiteY13" fmla="*/ 42768 h 92464"/>
                <a:gd name="connsiteX14" fmla="*/ 197 w 155892"/>
                <a:gd name="connsiteY14" fmla="*/ 46311 h 92464"/>
                <a:gd name="connsiteX15" fmla="*/ 6517 w 155892"/>
                <a:gd name="connsiteY15" fmla="*/ 49854 h 92464"/>
                <a:gd name="connsiteX16" fmla="*/ 136954 w 155892"/>
                <a:gd name="connsiteY16" fmla="*/ 49854 h 924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55892" h="92464">
                  <a:moveTo>
                    <a:pt x="136954" y="49854"/>
                  </a:moveTo>
                  <a:cubicBezTo>
                    <a:pt x="127299" y="57293"/>
                    <a:pt x="122559" y="64556"/>
                    <a:pt x="121154" y="66859"/>
                  </a:cubicBezTo>
                  <a:cubicBezTo>
                    <a:pt x="113254" y="79081"/>
                    <a:pt x="111850" y="90241"/>
                    <a:pt x="111850" y="90418"/>
                  </a:cubicBezTo>
                  <a:cubicBezTo>
                    <a:pt x="111850" y="92543"/>
                    <a:pt x="113957" y="92543"/>
                    <a:pt x="115361" y="92543"/>
                  </a:cubicBezTo>
                  <a:cubicBezTo>
                    <a:pt x="118345" y="92543"/>
                    <a:pt x="118521" y="92189"/>
                    <a:pt x="119223" y="89001"/>
                  </a:cubicBezTo>
                  <a:cubicBezTo>
                    <a:pt x="123261" y="71641"/>
                    <a:pt x="133619" y="56762"/>
                    <a:pt x="153456" y="48614"/>
                  </a:cubicBezTo>
                  <a:cubicBezTo>
                    <a:pt x="155563" y="47905"/>
                    <a:pt x="156090" y="47551"/>
                    <a:pt x="156090" y="46311"/>
                  </a:cubicBezTo>
                  <a:cubicBezTo>
                    <a:pt x="156090" y="45071"/>
                    <a:pt x="155036" y="44540"/>
                    <a:pt x="154685" y="44363"/>
                  </a:cubicBezTo>
                  <a:cubicBezTo>
                    <a:pt x="146961" y="41351"/>
                    <a:pt x="125719" y="32494"/>
                    <a:pt x="119048" y="2736"/>
                  </a:cubicBezTo>
                  <a:cubicBezTo>
                    <a:pt x="118521" y="610"/>
                    <a:pt x="118345" y="79"/>
                    <a:pt x="115361" y="79"/>
                  </a:cubicBezTo>
                  <a:cubicBezTo>
                    <a:pt x="113957" y="79"/>
                    <a:pt x="111850" y="79"/>
                    <a:pt x="111850" y="2204"/>
                  </a:cubicBezTo>
                  <a:cubicBezTo>
                    <a:pt x="111850" y="2558"/>
                    <a:pt x="113430" y="13718"/>
                    <a:pt x="120803" y="25586"/>
                  </a:cubicBezTo>
                  <a:cubicBezTo>
                    <a:pt x="124314" y="30900"/>
                    <a:pt x="129405" y="37100"/>
                    <a:pt x="136954" y="42768"/>
                  </a:cubicBezTo>
                  <a:lnTo>
                    <a:pt x="6517" y="42768"/>
                  </a:lnTo>
                  <a:cubicBezTo>
                    <a:pt x="3357" y="42768"/>
                    <a:pt x="197" y="42768"/>
                    <a:pt x="197" y="46311"/>
                  </a:cubicBezTo>
                  <a:cubicBezTo>
                    <a:pt x="197" y="49854"/>
                    <a:pt x="3357" y="49854"/>
                    <a:pt x="6517" y="49854"/>
                  </a:cubicBezTo>
                  <a:lnTo>
                    <a:pt x="136954" y="49854"/>
                  </a:lnTo>
                  <a:close/>
                </a:path>
              </a:pathLst>
            </a:custGeom>
            <a:solidFill>
              <a:srgbClr val="000000"/>
            </a:solidFill>
            <a:ln w="15053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/>
            </a:p>
          </p:txBody>
        </p:sp>
        <p:sp>
          <p:nvSpPr>
            <p:cNvPr id="1047" name="任意形状 1046">
              <a:extLst>
                <a:ext uri="{FF2B5EF4-FFF2-40B4-BE49-F238E27FC236}">
                  <a16:creationId xmlns:a16="http://schemas.microsoft.com/office/drawing/2014/main" id="{F9B8F208-7757-B10E-E8BC-BBC14746C8E3}"/>
                </a:ext>
              </a:extLst>
            </p:cNvPr>
            <p:cNvSpPr/>
            <p:nvPr>
              <p:custDataLst>
                <p:tags r:id="rId196"/>
              </p:custDataLst>
            </p:nvPr>
          </p:nvSpPr>
          <p:spPr>
            <a:xfrm>
              <a:off x="3914121" y="5674328"/>
              <a:ext cx="71450" cy="80242"/>
            </a:xfrm>
            <a:custGeom>
              <a:avLst/>
              <a:gdLst>
                <a:gd name="connsiteX0" fmla="*/ 10568 w 71450"/>
                <a:gd name="connsiteY0" fmla="*/ 67922 h 80242"/>
                <a:gd name="connsiteX1" fmla="*/ 8988 w 71450"/>
                <a:gd name="connsiteY1" fmla="*/ 75538 h 80242"/>
                <a:gd name="connsiteX2" fmla="*/ 14079 w 71450"/>
                <a:gd name="connsiteY2" fmla="*/ 80321 h 80242"/>
                <a:gd name="connsiteX3" fmla="*/ 20574 w 71450"/>
                <a:gd name="connsiteY3" fmla="*/ 75361 h 80242"/>
                <a:gd name="connsiteX4" fmla="*/ 27597 w 71450"/>
                <a:gd name="connsiteY4" fmla="*/ 47374 h 80242"/>
                <a:gd name="connsiteX5" fmla="*/ 33214 w 71450"/>
                <a:gd name="connsiteY5" fmla="*/ 24346 h 80242"/>
                <a:gd name="connsiteX6" fmla="*/ 43045 w 71450"/>
                <a:gd name="connsiteY6" fmla="*/ 9821 h 80242"/>
                <a:gd name="connsiteX7" fmla="*/ 57090 w 71450"/>
                <a:gd name="connsiteY7" fmla="*/ 3976 h 80242"/>
                <a:gd name="connsiteX8" fmla="*/ 64463 w 71450"/>
                <a:gd name="connsiteY8" fmla="*/ 6101 h 80242"/>
                <a:gd name="connsiteX9" fmla="*/ 55334 w 71450"/>
                <a:gd name="connsiteY9" fmla="*/ 15844 h 80242"/>
                <a:gd name="connsiteX10" fmla="*/ 62005 w 71450"/>
                <a:gd name="connsiteY10" fmla="*/ 22043 h 80242"/>
                <a:gd name="connsiteX11" fmla="*/ 71661 w 71450"/>
                <a:gd name="connsiteY11" fmla="*/ 11592 h 80242"/>
                <a:gd name="connsiteX12" fmla="*/ 57090 w 71450"/>
                <a:gd name="connsiteY12" fmla="*/ 79 h 80242"/>
                <a:gd name="connsiteX13" fmla="*/ 34619 w 71450"/>
                <a:gd name="connsiteY13" fmla="*/ 13718 h 80242"/>
                <a:gd name="connsiteX14" fmla="*/ 18643 w 71450"/>
                <a:gd name="connsiteY14" fmla="*/ 79 h 80242"/>
                <a:gd name="connsiteX15" fmla="*/ 5652 w 71450"/>
                <a:gd name="connsiteY15" fmla="*/ 10175 h 80242"/>
                <a:gd name="connsiteX16" fmla="*/ 210 w 71450"/>
                <a:gd name="connsiteY16" fmla="*/ 27357 h 80242"/>
                <a:gd name="connsiteX17" fmla="*/ 2317 w 71450"/>
                <a:gd name="connsiteY17" fmla="*/ 29129 h 80242"/>
                <a:gd name="connsiteX18" fmla="*/ 5301 w 71450"/>
                <a:gd name="connsiteY18" fmla="*/ 25055 h 80242"/>
                <a:gd name="connsiteX19" fmla="*/ 18117 w 71450"/>
                <a:gd name="connsiteY19" fmla="*/ 3976 h 80242"/>
                <a:gd name="connsiteX20" fmla="*/ 23559 w 71450"/>
                <a:gd name="connsiteY20" fmla="*/ 12124 h 80242"/>
                <a:gd name="connsiteX21" fmla="*/ 20750 w 71450"/>
                <a:gd name="connsiteY21" fmla="*/ 27003 h 80242"/>
                <a:gd name="connsiteX22" fmla="*/ 10568 w 71450"/>
                <a:gd name="connsiteY22" fmla="*/ 67922 h 802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71450" h="80242">
                  <a:moveTo>
                    <a:pt x="10568" y="67922"/>
                  </a:moveTo>
                  <a:cubicBezTo>
                    <a:pt x="10041" y="70579"/>
                    <a:pt x="8988" y="74653"/>
                    <a:pt x="8988" y="75538"/>
                  </a:cubicBezTo>
                  <a:cubicBezTo>
                    <a:pt x="8988" y="78727"/>
                    <a:pt x="11446" y="80321"/>
                    <a:pt x="14079" y="80321"/>
                  </a:cubicBezTo>
                  <a:cubicBezTo>
                    <a:pt x="16186" y="80321"/>
                    <a:pt x="19346" y="78904"/>
                    <a:pt x="20574" y="75361"/>
                  </a:cubicBezTo>
                  <a:cubicBezTo>
                    <a:pt x="20926" y="74653"/>
                    <a:pt x="26894" y="50562"/>
                    <a:pt x="27597" y="47374"/>
                  </a:cubicBezTo>
                  <a:cubicBezTo>
                    <a:pt x="29001" y="41528"/>
                    <a:pt x="32161" y="29129"/>
                    <a:pt x="33214" y="24346"/>
                  </a:cubicBezTo>
                  <a:cubicBezTo>
                    <a:pt x="33917" y="22043"/>
                    <a:pt x="38832" y="13718"/>
                    <a:pt x="43045" y="9821"/>
                  </a:cubicBezTo>
                  <a:cubicBezTo>
                    <a:pt x="44450" y="8581"/>
                    <a:pt x="49541" y="3976"/>
                    <a:pt x="57090" y="3976"/>
                  </a:cubicBezTo>
                  <a:cubicBezTo>
                    <a:pt x="61654" y="3976"/>
                    <a:pt x="64287" y="6101"/>
                    <a:pt x="64463" y="6101"/>
                  </a:cubicBezTo>
                  <a:cubicBezTo>
                    <a:pt x="59196" y="6987"/>
                    <a:pt x="55334" y="11238"/>
                    <a:pt x="55334" y="15844"/>
                  </a:cubicBezTo>
                  <a:cubicBezTo>
                    <a:pt x="55334" y="18678"/>
                    <a:pt x="57265" y="22043"/>
                    <a:pt x="62005" y="22043"/>
                  </a:cubicBezTo>
                  <a:cubicBezTo>
                    <a:pt x="66745" y="22043"/>
                    <a:pt x="71661" y="17969"/>
                    <a:pt x="71661" y="11592"/>
                  </a:cubicBezTo>
                  <a:cubicBezTo>
                    <a:pt x="71661" y="5393"/>
                    <a:pt x="66043" y="79"/>
                    <a:pt x="57090" y="79"/>
                  </a:cubicBezTo>
                  <a:cubicBezTo>
                    <a:pt x="45679" y="79"/>
                    <a:pt x="37954" y="8758"/>
                    <a:pt x="34619" y="13718"/>
                  </a:cubicBezTo>
                  <a:cubicBezTo>
                    <a:pt x="33214" y="5747"/>
                    <a:pt x="26894" y="79"/>
                    <a:pt x="18643" y="79"/>
                  </a:cubicBezTo>
                  <a:cubicBezTo>
                    <a:pt x="10568" y="79"/>
                    <a:pt x="7232" y="6987"/>
                    <a:pt x="5652" y="10175"/>
                  </a:cubicBezTo>
                  <a:cubicBezTo>
                    <a:pt x="2492" y="16198"/>
                    <a:pt x="210" y="26826"/>
                    <a:pt x="210" y="27357"/>
                  </a:cubicBezTo>
                  <a:cubicBezTo>
                    <a:pt x="210" y="29129"/>
                    <a:pt x="1966" y="29129"/>
                    <a:pt x="2317" y="29129"/>
                  </a:cubicBezTo>
                  <a:cubicBezTo>
                    <a:pt x="4072" y="29129"/>
                    <a:pt x="4248" y="28952"/>
                    <a:pt x="5301" y="25055"/>
                  </a:cubicBezTo>
                  <a:cubicBezTo>
                    <a:pt x="8286" y="12478"/>
                    <a:pt x="11797" y="3976"/>
                    <a:pt x="18117" y="3976"/>
                  </a:cubicBezTo>
                  <a:cubicBezTo>
                    <a:pt x="21101" y="3976"/>
                    <a:pt x="23559" y="5393"/>
                    <a:pt x="23559" y="12124"/>
                  </a:cubicBezTo>
                  <a:cubicBezTo>
                    <a:pt x="23559" y="15844"/>
                    <a:pt x="23032" y="17792"/>
                    <a:pt x="20750" y="27003"/>
                  </a:cubicBezTo>
                  <a:lnTo>
                    <a:pt x="10568" y="67922"/>
                  </a:lnTo>
                  <a:close/>
                </a:path>
              </a:pathLst>
            </a:custGeom>
            <a:solidFill>
              <a:srgbClr val="000000"/>
            </a:solidFill>
            <a:ln w="15053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/>
            </a:p>
          </p:txBody>
        </p:sp>
        <p:sp>
          <p:nvSpPr>
            <p:cNvPr id="1048" name="任意形状 1047">
              <a:extLst>
                <a:ext uri="{FF2B5EF4-FFF2-40B4-BE49-F238E27FC236}">
                  <a16:creationId xmlns:a16="http://schemas.microsoft.com/office/drawing/2014/main" id="{02603F5F-A109-7372-7197-2CE504A559AA}"/>
                </a:ext>
              </a:extLst>
            </p:cNvPr>
            <p:cNvSpPr/>
            <p:nvPr>
              <p:custDataLst>
                <p:tags r:id="rId197"/>
              </p:custDataLst>
            </p:nvPr>
          </p:nvSpPr>
          <p:spPr>
            <a:xfrm>
              <a:off x="3995975" y="5696860"/>
              <a:ext cx="54316" cy="82332"/>
            </a:xfrm>
            <a:custGeom>
              <a:avLst/>
              <a:gdLst>
                <a:gd name="connsiteX0" fmla="*/ 54531 w 54316"/>
                <a:gd name="connsiteY0" fmla="*/ 59846 h 82332"/>
                <a:gd name="connsiteX1" fmla="*/ 50353 w 54316"/>
                <a:gd name="connsiteY1" fmla="*/ 59846 h 82332"/>
                <a:gd name="connsiteX2" fmla="*/ 47158 w 54316"/>
                <a:gd name="connsiteY2" fmla="*/ 71129 h 82332"/>
                <a:gd name="connsiteX3" fmla="*/ 34992 w 54316"/>
                <a:gd name="connsiteY3" fmla="*/ 71873 h 82332"/>
                <a:gd name="connsiteX4" fmla="*/ 12381 w 54316"/>
                <a:gd name="connsiteY4" fmla="*/ 71873 h 82332"/>
                <a:gd name="connsiteX5" fmla="*/ 36958 w 54316"/>
                <a:gd name="connsiteY5" fmla="*/ 51042 h 82332"/>
                <a:gd name="connsiteX6" fmla="*/ 54531 w 54316"/>
                <a:gd name="connsiteY6" fmla="*/ 24259 h 82332"/>
                <a:gd name="connsiteX7" fmla="*/ 25775 w 54316"/>
                <a:gd name="connsiteY7" fmla="*/ 80 h 82332"/>
                <a:gd name="connsiteX8" fmla="*/ 215 w 54316"/>
                <a:gd name="connsiteY8" fmla="*/ 22275 h 82332"/>
                <a:gd name="connsiteX9" fmla="*/ 6728 w 54316"/>
                <a:gd name="connsiteY9" fmla="*/ 29219 h 82332"/>
                <a:gd name="connsiteX10" fmla="*/ 13241 w 54316"/>
                <a:gd name="connsiteY10" fmla="*/ 22647 h 82332"/>
                <a:gd name="connsiteX11" fmla="*/ 5990 w 54316"/>
                <a:gd name="connsiteY11" fmla="*/ 16075 h 82332"/>
                <a:gd name="connsiteX12" fmla="*/ 23932 w 54316"/>
                <a:gd name="connsiteY12" fmla="*/ 4544 h 82332"/>
                <a:gd name="connsiteX13" fmla="*/ 42611 w 54316"/>
                <a:gd name="connsiteY13" fmla="*/ 24259 h 82332"/>
                <a:gd name="connsiteX14" fmla="*/ 31060 w 54316"/>
                <a:gd name="connsiteY14" fmla="*/ 48066 h 82332"/>
                <a:gd name="connsiteX15" fmla="*/ 1444 w 54316"/>
                <a:gd name="connsiteY15" fmla="*/ 77577 h 82332"/>
                <a:gd name="connsiteX16" fmla="*/ 215 w 54316"/>
                <a:gd name="connsiteY16" fmla="*/ 82413 h 82332"/>
                <a:gd name="connsiteX17" fmla="*/ 50844 w 54316"/>
                <a:gd name="connsiteY17" fmla="*/ 82413 h 82332"/>
                <a:gd name="connsiteX18" fmla="*/ 54531 w 54316"/>
                <a:gd name="connsiteY18" fmla="*/ 59846 h 823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54316" h="82332">
                  <a:moveTo>
                    <a:pt x="54531" y="59846"/>
                  </a:moveTo>
                  <a:lnTo>
                    <a:pt x="50353" y="59846"/>
                  </a:lnTo>
                  <a:cubicBezTo>
                    <a:pt x="49984" y="62574"/>
                    <a:pt x="48755" y="69889"/>
                    <a:pt x="47158" y="71129"/>
                  </a:cubicBezTo>
                  <a:cubicBezTo>
                    <a:pt x="46175" y="71873"/>
                    <a:pt x="36712" y="71873"/>
                    <a:pt x="34992" y="71873"/>
                  </a:cubicBezTo>
                  <a:lnTo>
                    <a:pt x="12381" y="71873"/>
                  </a:lnTo>
                  <a:cubicBezTo>
                    <a:pt x="25284" y="60342"/>
                    <a:pt x="29585" y="56870"/>
                    <a:pt x="36958" y="51042"/>
                  </a:cubicBezTo>
                  <a:cubicBezTo>
                    <a:pt x="46052" y="43726"/>
                    <a:pt x="54531" y="36039"/>
                    <a:pt x="54531" y="24259"/>
                  </a:cubicBezTo>
                  <a:cubicBezTo>
                    <a:pt x="54531" y="9256"/>
                    <a:pt x="41505" y="80"/>
                    <a:pt x="25775" y="80"/>
                  </a:cubicBezTo>
                  <a:cubicBezTo>
                    <a:pt x="10537" y="80"/>
                    <a:pt x="215" y="10868"/>
                    <a:pt x="215" y="22275"/>
                  </a:cubicBezTo>
                  <a:cubicBezTo>
                    <a:pt x="215" y="28599"/>
                    <a:pt x="5499" y="29219"/>
                    <a:pt x="6728" y="29219"/>
                  </a:cubicBezTo>
                  <a:cubicBezTo>
                    <a:pt x="9677" y="29219"/>
                    <a:pt x="13241" y="27111"/>
                    <a:pt x="13241" y="22647"/>
                  </a:cubicBezTo>
                  <a:cubicBezTo>
                    <a:pt x="13241" y="20415"/>
                    <a:pt x="12381" y="16075"/>
                    <a:pt x="5990" y="16075"/>
                  </a:cubicBezTo>
                  <a:cubicBezTo>
                    <a:pt x="9800" y="7272"/>
                    <a:pt x="18156" y="4544"/>
                    <a:pt x="23932" y="4544"/>
                  </a:cubicBezTo>
                  <a:cubicBezTo>
                    <a:pt x="36221" y="4544"/>
                    <a:pt x="42611" y="14216"/>
                    <a:pt x="42611" y="24259"/>
                  </a:cubicBezTo>
                  <a:cubicBezTo>
                    <a:pt x="42611" y="35047"/>
                    <a:pt x="34992" y="43602"/>
                    <a:pt x="31060" y="48066"/>
                  </a:cubicBezTo>
                  <a:lnTo>
                    <a:pt x="1444" y="77577"/>
                  </a:lnTo>
                  <a:cubicBezTo>
                    <a:pt x="215" y="78693"/>
                    <a:pt x="215" y="78941"/>
                    <a:pt x="215" y="82413"/>
                  </a:cubicBezTo>
                  <a:lnTo>
                    <a:pt x="50844" y="82413"/>
                  </a:lnTo>
                  <a:lnTo>
                    <a:pt x="54531" y="59846"/>
                  </a:lnTo>
                  <a:close/>
                </a:path>
              </a:pathLst>
            </a:custGeom>
            <a:solidFill>
              <a:srgbClr val="000000"/>
            </a:solidFill>
            <a:ln w="15053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/>
            </a:p>
          </p:txBody>
        </p:sp>
        <p:sp>
          <p:nvSpPr>
            <p:cNvPr id="1049" name="任意形状 1048">
              <a:extLst>
                <a:ext uri="{FF2B5EF4-FFF2-40B4-BE49-F238E27FC236}">
                  <a16:creationId xmlns:a16="http://schemas.microsoft.com/office/drawing/2014/main" id="{FAE3A716-E2D0-888C-1F07-674329EED872}"/>
                </a:ext>
              </a:extLst>
            </p:cNvPr>
            <p:cNvSpPr/>
            <p:nvPr>
              <p:custDataLst>
                <p:tags r:id="rId198"/>
              </p:custDataLst>
            </p:nvPr>
          </p:nvSpPr>
          <p:spPr>
            <a:xfrm>
              <a:off x="4076995" y="5619770"/>
              <a:ext cx="40728" cy="177135"/>
            </a:xfrm>
            <a:custGeom>
              <a:avLst/>
              <a:gdLst>
                <a:gd name="connsiteX0" fmla="*/ 40948 w 40728"/>
                <a:gd name="connsiteY0" fmla="*/ 88646 h 177135"/>
                <a:gd name="connsiteX1" fmla="*/ 29361 w 40728"/>
                <a:gd name="connsiteY1" fmla="*/ 33380 h 177135"/>
                <a:gd name="connsiteX2" fmla="*/ 1975 w 40728"/>
                <a:gd name="connsiteY2" fmla="*/ 79 h 177135"/>
                <a:gd name="connsiteX3" fmla="*/ 219 w 40728"/>
                <a:gd name="connsiteY3" fmla="*/ 1850 h 177135"/>
                <a:gd name="connsiteX4" fmla="*/ 3555 w 40728"/>
                <a:gd name="connsiteY4" fmla="*/ 5924 h 177135"/>
                <a:gd name="connsiteX5" fmla="*/ 30766 w 40728"/>
                <a:gd name="connsiteY5" fmla="*/ 88646 h 177135"/>
                <a:gd name="connsiteX6" fmla="*/ 2501 w 40728"/>
                <a:gd name="connsiteY6" fmla="*/ 172432 h 177135"/>
                <a:gd name="connsiteX7" fmla="*/ 219 w 40728"/>
                <a:gd name="connsiteY7" fmla="*/ 175443 h 177135"/>
                <a:gd name="connsiteX8" fmla="*/ 1975 w 40728"/>
                <a:gd name="connsiteY8" fmla="*/ 177214 h 177135"/>
                <a:gd name="connsiteX9" fmla="*/ 29888 w 40728"/>
                <a:gd name="connsiteY9" fmla="*/ 142673 h 177135"/>
                <a:gd name="connsiteX10" fmla="*/ 40948 w 40728"/>
                <a:gd name="connsiteY10" fmla="*/ 88646 h 1771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40728" h="177135">
                  <a:moveTo>
                    <a:pt x="40948" y="88646"/>
                  </a:moveTo>
                  <a:cubicBezTo>
                    <a:pt x="40948" y="74830"/>
                    <a:pt x="39017" y="53396"/>
                    <a:pt x="29361" y="33380"/>
                  </a:cubicBezTo>
                  <a:cubicBezTo>
                    <a:pt x="18828" y="11592"/>
                    <a:pt x="3730" y="79"/>
                    <a:pt x="1975" y="79"/>
                  </a:cubicBezTo>
                  <a:cubicBezTo>
                    <a:pt x="921" y="79"/>
                    <a:pt x="219" y="787"/>
                    <a:pt x="219" y="1850"/>
                  </a:cubicBezTo>
                  <a:cubicBezTo>
                    <a:pt x="219" y="2381"/>
                    <a:pt x="219" y="2736"/>
                    <a:pt x="3555" y="5924"/>
                  </a:cubicBezTo>
                  <a:cubicBezTo>
                    <a:pt x="20759" y="23460"/>
                    <a:pt x="30766" y="51625"/>
                    <a:pt x="30766" y="88646"/>
                  </a:cubicBezTo>
                  <a:cubicBezTo>
                    <a:pt x="30766" y="118937"/>
                    <a:pt x="24270" y="150113"/>
                    <a:pt x="2501" y="172432"/>
                  </a:cubicBezTo>
                  <a:cubicBezTo>
                    <a:pt x="219" y="174557"/>
                    <a:pt x="219" y="174912"/>
                    <a:pt x="219" y="175443"/>
                  </a:cubicBezTo>
                  <a:cubicBezTo>
                    <a:pt x="219" y="176506"/>
                    <a:pt x="921" y="177214"/>
                    <a:pt x="1975" y="177214"/>
                  </a:cubicBezTo>
                  <a:cubicBezTo>
                    <a:pt x="3730" y="177214"/>
                    <a:pt x="19530" y="165169"/>
                    <a:pt x="29888" y="142673"/>
                  </a:cubicBezTo>
                  <a:cubicBezTo>
                    <a:pt x="38841" y="123188"/>
                    <a:pt x="40948" y="103526"/>
                    <a:pt x="40948" y="88646"/>
                  </a:cubicBezTo>
                  <a:close/>
                </a:path>
              </a:pathLst>
            </a:custGeom>
            <a:solidFill>
              <a:srgbClr val="000000"/>
            </a:solidFill>
            <a:ln w="15053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/>
            </a:p>
          </p:txBody>
        </p:sp>
        <p:sp>
          <p:nvSpPr>
            <p:cNvPr id="1050" name="任意形状 1049">
              <a:extLst>
                <a:ext uri="{FF2B5EF4-FFF2-40B4-BE49-F238E27FC236}">
                  <a16:creationId xmlns:a16="http://schemas.microsoft.com/office/drawing/2014/main" id="{010CD24E-CCFC-D6B6-C2C5-AA7018B0BB6F}"/>
                </a:ext>
              </a:extLst>
            </p:cNvPr>
            <p:cNvSpPr/>
            <p:nvPr>
              <p:custDataLst>
                <p:tags r:id="rId199"/>
              </p:custDataLst>
            </p:nvPr>
          </p:nvSpPr>
          <p:spPr>
            <a:xfrm>
              <a:off x="4193855" y="5687613"/>
              <a:ext cx="116743" cy="41449"/>
            </a:xfrm>
            <a:custGeom>
              <a:avLst/>
              <a:gdLst>
                <a:gd name="connsiteX0" fmla="*/ 111000 w 116743"/>
                <a:gd name="connsiteY0" fmla="*/ 7164 h 41449"/>
                <a:gd name="connsiteX1" fmla="*/ 116969 w 116743"/>
                <a:gd name="connsiteY1" fmla="*/ 3621 h 41449"/>
                <a:gd name="connsiteX2" fmla="*/ 111176 w 116743"/>
                <a:gd name="connsiteY2" fmla="*/ 79 h 41449"/>
                <a:gd name="connsiteX3" fmla="*/ 6019 w 116743"/>
                <a:gd name="connsiteY3" fmla="*/ 79 h 41449"/>
                <a:gd name="connsiteX4" fmla="*/ 226 w 116743"/>
                <a:gd name="connsiteY4" fmla="*/ 3621 h 41449"/>
                <a:gd name="connsiteX5" fmla="*/ 6195 w 116743"/>
                <a:gd name="connsiteY5" fmla="*/ 7164 h 41449"/>
                <a:gd name="connsiteX6" fmla="*/ 111000 w 116743"/>
                <a:gd name="connsiteY6" fmla="*/ 7164 h 41449"/>
                <a:gd name="connsiteX7" fmla="*/ 111176 w 116743"/>
                <a:gd name="connsiteY7" fmla="*/ 41528 h 41449"/>
                <a:gd name="connsiteX8" fmla="*/ 116969 w 116743"/>
                <a:gd name="connsiteY8" fmla="*/ 37986 h 41449"/>
                <a:gd name="connsiteX9" fmla="*/ 111000 w 116743"/>
                <a:gd name="connsiteY9" fmla="*/ 34443 h 41449"/>
                <a:gd name="connsiteX10" fmla="*/ 6195 w 116743"/>
                <a:gd name="connsiteY10" fmla="*/ 34443 h 41449"/>
                <a:gd name="connsiteX11" fmla="*/ 226 w 116743"/>
                <a:gd name="connsiteY11" fmla="*/ 37986 h 41449"/>
                <a:gd name="connsiteX12" fmla="*/ 6019 w 116743"/>
                <a:gd name="connsiteY12" fmla="*/ 41528 h 41449"/>
                <a:gd name="connsiteX13" fmla="*/ 111176 w 116743"/>
                <a:gd name="connsiteY13" fmla="*/ 41528 h 414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16743" h="41449">
                  <a:moveTo>
                    <a:pt x="111000" y="7164"/>
                  </a:moveTo>
                  <a:cubicBezTo>
                    <a:pt x="113634" y="7164"/>
                    <a:pt x="116969" y="7164"/>
                    <a:pt x="116969" y="3621"/>
                  </a:cubicBezTo>
                  <a:cubicBezTo>
                    <a:pt x="116969" y="79"/>
                    <a:pt x="113634" y="79"/>
                    <a:pt x="111176" y="79"/>
                  </a:cubicBezTo>
                  <a:lnTo>
                    <a:pt x="6019" y="79"/>
                  </a:lnTo>
                  <a:cubicBezTo>
                    <a:pt x="3561" y="79"/>
                    <a:pt x="226" y="79"/>
                    <a:pt x="226" y="3621"/>
                  </a:cubicBezTo>
                  <a:cubicBezTo>
                    <a:pt x="226" y="7164"/>
                    <a:pt x="3561" y="7164"/>
                    <a:pt x="6195" y="7164"/>
                  </a:cubicBezTo>
                  <a:lnTo>
                    <a:pt x="111000" y="7164"/>
                  </a:lnTo>
                  <a:close/>
                  <a:moveTo>
                    <a:pt x="111176" y="41528"/>
                  </a:moveTo>
                  <a:cubicBezTo>
                    <a:pt x="113634" y="41528"/>
                    <a:pt x="116969" y="41528"/>
                    <a:pt x="116969" y="37986"/>
                  </a:cubicBezTo>
                  <a:cubicBezTo>
                    <a:pt x="116969" y="34443"/>
                    <a:pt x="113634" y="34443"/>
                    <a:pt x="111000" y="34443"/>
                  </a:cubicBezTo>
                  <a:lnTo>
                    <a:pt x="6195" y="34443"/>
                  </a:lnTo>
                  <a:cubicBezTo>
                    <a:pt x="3561" y="34443"/>
                    <a:pt x="226" y="34443"/>
                    <a:pt x="226" y="37986"/>
                  </a:cubicBezTo>
                  <a:cubicBezTo>
                    <a:pt x="226" y="41528"/>
                    <a:pt x="3561" y="41528"/>
                    <a:pt x="6019" y="41528"/>
                  </a:cubicBezTo>
                  <a:lnTo>
                    <a:pt x="111176" y="41528"/>
                  </a:lnTo>
                  <a:close/>
                </a:path>
              </a:pathLst>
            </a:custGeom>
            <a:solidFill>
              <a:srgbClr val="000000"/>
            </a:solidFill>
            <a:ln w="15053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/>
            </a:p>
          </p:txBody>
        </p:sp>
        <p:sp>
          <p:nvSpPr>
            <p:cNvPr id="1051" name="任意形状 1050">
              <a:extLst>
                <a:ext uri="{FF2B5EF4-FFF2-40B4-BE49-F238E27FC236}">
                  <a16:creationId xmlns:a16="http://schemas.microsoft.com/office/drawing/2014/main" id="{A4F267F9-DA70-884B-9972-1C13F50F1F1F}"/>
                </a:ext>
              </a:extLst>
            </p:cNvPr>
            <p:cNvSpPr/>
            <p:nvPr>
              <p:custDataLst>
                <p:tags r:id="rId200"/>
              </p:custDataLst>
            </p:nvPr>
          </p:nvSpPr>
          <p:spPr>
            <a:xfrm>
              <a:off x="4411288" y="5489184"/>
              <a:ext cx="7022" cy="177135"/>
            </a:xfrm>
            <a:custGeom>
              <a:avLst/>
              <a:gdLst>
                <a:gd name="connsiteX0" fmla="*/ 7260 w 7022"/>
                <a:gd name="connsiteY0" fmla="*/ 6448 h 177135"/>
                <a:gd name="connsiteX1" fmla="*/ 3749 w 7022"/>
                <a:gd name="connsiteY1" fmla="*/ 71 h 177135"/>
                <a:gd name="connsiteX2" fmla="*/ 237 w 7022"/>
                <a:gd name="connsiteY2" fmla="*/ 6448 h 177135"/>
                <a:gd name="connsiteX3" fmla="*/ 237 w 7022"/>
                <a:gd name="connsiteY3" fmla="*/ 170830 h 177135"/>
                <a:gd name="connsiteX4" fmla="*/ 3749 w 7022"/>
                <a:gd name="connsiteY4" fmla="*/ 177207 h 177135"/>
                <a:gd name="connsiteX5" fmla="*/ 7260 w 7022"/>
                <a:gd name="connsiteY5" fmla="*/ 170830 h 177135"/>
                <a:gd name="connsiteX6" fmla="*/ 7260 w 7022"/>
                <a:gd name="connsiteY6" fmla="*/ 6448 h 1771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022" h="177135">
                  <a:moveTo>
                    <a:pt x="7260" y="6448"/>
                  </a:moveTo>
                  <a:cubicBezTo>
                    <a:pt x="7260" y="3260"/>
                    <a:pt x="7260" y="71"/>
                    <a:pt x="3749" y="71"/>
                  </a:cubicBezTo>
                  <a:cubicBezTo>
                    <a:pt x="237" y="71"/>
                    <a:pt x="237" y="3260"/>
                    <a:pt x="237" y="6448"/>
                  </a:cubicBezTo>
                  <a:lnTo>
                    <a:pt x="237" y="170830"/>
                  </a:lnTo>
                  <a:cubicBezTo>
                    <a:pt x="237" y="174019"/>
                    <a:pt x="237" y="177207"/>
                    <a:pt x="3749" y="177207"/>
                  </a:cubicBezTo>
                  <a:cubicBezTo>
                    <a:pt x="7260" y="177207"/>
                    <a:pt x="7260" y="174019"/>
                    <a:pt x="7260" y="170830"/>
                  </a:cubicBezTo>
                  <a:lnTo>
                    <a:pt x="7260" y="6448"/>
                  </a:lnTo>
                  <a:close/>
                </a:path>
              </a:pathLst>
            </a:custGeom>
            <a:solidFill>
              <a:srgbClr val="000000"/>
            </a:solidFill>
            <a:ln w="15053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/>
            </a:p>
          </p:txBody>
        </p:sp>
        <p:sp>
          <p:nvSpPr>
            <p:cNvPr id="1052" name="任意形状 1051">
              <a:extLst>
                <a:ext uri="{FF2B5EF4-FFF2-40B4-BE49-F238E27FC236}">
                  <a16:creationId xmlns:a16="http://schemas.microsoft.com/office/drawing/2014/main" id="{E9BD1762-B238-0471-2B2C-18D43B4E1843}"/>
                </a:ext>
              </a:extLst>
            </p:cNvPr>
            <p:cNvSpPr/>
            <p:nvPr>
              <p:custDataLst>
                <p:tags r:id="rId201"/>
              </p:custDataLst>
            </p:nvPr>
          </p:nvSpPr>
          <p:spPr>
            <a:xfrm>
              <a:off x="4445833" y="5501584"/>
              <a:ext cx="127413" cy="120452"/>
            </a:xfrm>
            <a:custGeom>
              <a:avLst/>
              <a:gdLst>
                <a:gd name="connsiteX0" fmla="*/ 117862 w 127413"/>
                <a:gd name="connsiteY0" fmla="*/ 79251 h 120452"/>
                <a:gd name="connsiteX1" fmla="*/ 118739 w 127413"/>
                <a:gd name="connsiteY1" fmla="*/ 76771 h 120452"/>
                <a:gd name="connsiteX2" fmla="*/ 116633 w 127413"/>
                <a:gd name="connsiteY2" fmla="*/ 74823 h 120452"/>
                <a:gd name="connsiteX3" fmla="*/ 114350 w 127413"/>
                <a:gd name="connsiteY3" fmla="*/ 76948 h 120452"/>
                <a:gd name="connsiteX4" fmla="*/ 66424 w 127413"/>
                <a:gd name="connsiteY4" fmla="*/ 115032 h 120452"/>
                <a:gd name="connsiteX5" fmla="*/ 40793 w 127413"/>
                <a:gd name="connsiteY5" fmla="*/ 115032 h 120452"/>
                <a:gd name="connsiteX6" fmla="*/ 36931 w 127413"/>
                <a:gd name="connsiteY6" fmla="*/ 114855 h 120452"/>
                <a:gd name="connsiteX7" fmla="*/ 34649 w 127413"/>
                <a:gd name="connsiteY7" fmla="*/ 113084 h 120452"/>
                <a:gd name="connsiteX8" fmla="*/ 35527 w 127413"/>
                <a:gd name="connsiteY8" fmla="*/ 109010 h 120452"/>
                <a:gd name="connsiteX9" fmla="*/ 47464 w 127413"/>
                <a:gd name="connsiteY9" fmla="*/ 60652 h 120452"/>
                <a:gd name="connsiteX10" fmla="*/ 64844 w 127413"/>
                <a:gd name="connsiteY10" fmla="*/ 60652 h 120452"/>
                <a:gd name="connsiteX11" fmla="*/ 79766 w 127413"/>
                <a:gd name="connsiteY11" fmla="*/ 68800 h 120452"/>
                <a:gd name="connsiteX12" fmla="*/ 78537 w 127413"/>
                <a:gd name="connsiteY12" fmla="*/ 77480 h 120452"/>
                <a:gd name="connsiteX13" fmla="*/ 78011 w 127413"/>
                <a:gd name="connsiteY13" fmla="*/ 79428 h 120452"/>
                <a:gd name="connsiteX14" fmla="*/ 80293 w 127413"/>
                <a:gd name="connsiteY14" fmla="*/ 81377 h 120452"/>
                <a:gd name="connsiteX15" fmla="*/ 82926 w 127413"/>
                <a:gd name="connsiteY15" fmla="*/ 77834 h 120452"/>
                <a:gd name="connsiteX16" fmla="*/ 92933 w 127413"/>
                <a:gd name="connsiteY16" fmla="*/ 36384 h 120452"/>
                <a:gd name="connsiteX17" fmla="*/ 90826 w 127413"/>
                <a:gd name="connsiteY17" fmla="*/ 34436 h 120452"/>
                <a:gd name="connsiteX18" fmla="*/ 88368 w 127413"/>
                <a:gd name="connsiteY18" fmla="*/ 37624 h 120452"/>
                <a:gd name="connsiteX19" fmla="*/ 65371 w 127413"/>
                <a:gd name="connsiteY19" fmla="*/ 55160 h 120452"/>
                <a:gd name="connsiteX20" fmla="*/ 48869 w 127413"/>
                <a:gd name="connsiteY20" fmla="*/ 55160 h 120452"/>
                <a:gd name="connsiteX21" fmla="*/ 59402 w 127413"/>
                <a:gd name="connsiteY21" fmla="*/ 12471 h 120452"/>
                <a:gd name="connsiteX22" fmla="*/ 68882 w 127413"/>
                <a:gd name="connsiteY22" fmla="*/ 5562 h 120452"/>
                <a:gd name="connsiteX23" fmla="*/ 93635 w 127413"/>
                <a:gd name="connsiteY23" fmla="*/ 5562 h 120452"/>
                <a:gd name="connsiteX24" fmla="*/ 120319 w 127413"/>
                <a:gd name="connsiteY24" fmla="*/ 25225 h 120452"/>
                <a:gd name="connsiteX25" fmla="*/ 119617 w 127413"/>
                <a:gd name="connsiteY25" fmla="*/ 34613 h 120452"/>
                <a:gd name="connsiteX26" fmla="*/ 119442 w 127413"/>
                <a:gd name="connsiteY26" fmla="*/ 37801 h 120452"/>
                <a:gd name="connsiteX27" fmla="*/ 121548 w 127413"/>
                <a:gd name="connsiteY27" fmla="*/ 39927 h 120452"/>
                <a:gd name="connsiteX28" fmla="*/ 124006 w 127413"/>
                <a:gd name="connsiteY28" fmla="*/ 35498 h 120452"/>
                <a:gd name="connsiteX29" fmla="*/ 127517 w 127413"/>
                <a:gd name="connsiteY29" fmla="*/ 4854 h 120452"/>
                <a:gd name="connsiteX30" fmla="*/ 122777 w 127413"/>
                <a:gd name="connsiteY30" fmla="*/ 71 h 120452"/>
                <a:gd name="connsiteX31" fmla="*/ 34122 w 127413"/>
                <a:gd name="connsiteY31" fmla="*/ 71 h 120452"/>
                <a:gd name="connsiteX32" fmla="*/ 28856 w 127413"/>
                <a:gd name="connsiteY32" fmla="*/ 3614 h 120452"/>
                <a:gd name="connsiteX33" fmla="*/ 33771 w 127413"/>
                <a:gd name="connsiteY33" fmla="*/ 5562 h 120452"/>
                <a:gd name="connsiteX34" fmla="*/ 45182 w 127413"/>
                <a:gd name="connsiteY34" fmla="*/ 8751 h 120452"/>
                <a:gd name="connsiteX35" fmla="*/ 44304 w 127413"/>
                <a:gd name="connsiteY35" fmla="*/ 13002 h 120452"/>
                <a:gd name="connsiteX36" fmla="*/ 21131 w 127413"/>
                <a:gd name="connsiteY36" fmla="*/ 106707 h 120452"/>
                <a:gd name="connsiteX37" fmla="*/ 5156 w 127413"/>
                <a:gd name="connsiteY37" fmla="*/ 115032 h 120452"/>
                <a:gd name="connsiteX38" fmla="*/ 240 w 127413"/>
                <a:gd name="connsiteY38" fmla="*/ 118398 h 120452"/>
                <a:gd name="connsiteX39" fmla="*/ 5156 w 127413"/>
                <a:gd name="connsiteY39" fmla="*/ 120524 h 120452"/>
                <a:gd name="connsiteX40" fmla="*/ 96268 w 127413"/>
                <a:gd name="connsiteY40" fmla="*/ 120524 h 120452"/>
                <a:gd name="connsiteX41" fmla="*/ 101711 w 127413"/>
                <a:gd name="connsiteY41" fmla="*/ 117512 h 120452"/>
                <a:gd name="connsiteX42" fmla="*/ 117862 w 127413"/>
                <a:gd name="connsiteY42" fmla="*/ 79251 h 1204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</a:cxnLst>
              <a:rect l="l" t="t" r="r" b="b"/>
              <a:pathLst>
                <a:path w="127413" h="120452">
                  <a:moveTo>
                    <a:pt x="117862" y="79251"/>
                  </a:moveTo>
                  <a:cubicBezTo>
                    <a:pt x="118213" y="78365"/>
                    <a:pt x="118739" y="77125"/>
                    <a:pt x="118739" y="76771"/>
                  </a:cubicBezTo>
                  <a:cubicBezTo>
                    <a:pt x="118739" y="76594"/>
                    <a:pt x="118739" y="74823"/>
                    <a:pt x="116633" y="74823"/>
                  </a:cubicBezTo>
                  <a:cubicBezTo>
                    <a:pt x="115053" y="74823"/>
                    <a:pt x="114702" y="75885"/>
                    <a:pt x="114350" y="76948"/>
                  </a:cubicBezTo>
                  <a:cubicBezTo>
                    <a:pt x="102939" y="103164"/>
                    <a:pt x="96444" y="115032"/>
                    <a:pt x="66424" y="115032"/>
                  </a:cubicBezTo>
                  <a:lnTo>
                    <a:pt x="40793" y="115032"/>
                  </a:lnTo>
                  <a:cubicBezTo>
                    <a:pt x="38336" y="115032"/>
                    <a:pt x="37984" y="115032"/>
                    <a:pt x="36931" y="114855"/>
                  </a:cubicBezTo>
                  <a:cubicBezTo>
                    <a:pt x="35176" y="114678"/>
                    <a:pt x="34649" y="114501"/>
                    <a:pt x="34649" y="113084"/>
                  </a:cubicBezTo>
                  <a:cubicBezTo>
                    <a:pt x="34649" y="112552"/>
                    <a:pt x="34649" y="112198"/>
                    <a:pt x="35527" y="109010"/>
                  </a:cubicBezTo>
                  <a:lnTo>
                    <a:pt x="47464" y="60652"/>
                  </a:lnTo>
                  <a:lnTo>
                    <a:pt x="64844" y="60652"/>
                  </a:lnTo>
                  <a:cubicBezTo>
                    <a:pt x="79766" y="60652"/>
                    <a:pt x="79766" y="64371"/>
                    <a:pt x="79766" y="68800"/>
                  </a:cubicBezTo>
                  <a:cubicBezTo>
                    <a:pt x="79766" y="70040"/>
                    <a:pt x="79766" y="72165"/>
                    <a:pt x="78537" y="77480"/>
                  </a:cubicBezTo>
                  <a:cubicBezTo>
                    <a:pt x="78186" y="78365"/>
                    <a:pt x="78011" y="78897"/>
                    <a:pt x="78011" y="79428"/>
                  </a:cubicBezTo>
                  <a:cubicBezTo>
                    <a:pt x="78011" y="80314"/>
                    <a:pt x="78713" y="81377"/>
                    <a:pt x="80293" y="81377"/>
                  </a:cubicBezTo>
                  <a:cubicBezTo>
                    <a:pt x="81697" y="81377"/>
                    <a:pt x="82224" y="80491"/>
                    <a:pt x="82926" y="77834"/>
                  </a:cubicBezTo>
                  <a:lnTo>
                    <a:pt x="92933" y="36384"/>
                  </a:lnTo>
                  <a:cubicBezTo>
                    <a:pt x="92933" y="35321"/>
                    <a:pt x="92055" y="34436"/>
                    <a:pt x="90826" y="34436"/>
                  </a:cubicBezTo>
                  <a:cubicBezTo>
                    <a:pt x="89246" y="34436"/>
                    <a:pt x="88895" y="35498"/>
                    <a:pt x="88368" y="37624"/>
                  </a:cubicBezTo>
                  <a:cubicBezTo>
                    <a:pt x="84682" y="51086"/>
                    <a:pt x="81522" y="55160"/>
                    <a:pt x="65371" y="55160"/>
                  </a:cubicBezTo>
                  <a:lnTo>
                    <a:pt x="48869" y="55160"/>
                  </a:lnTo>
                  <a:lnTo>
                    <a:pt x="59402" y="12471"/>
                  </a:lnTo>
                  <a:cubicBezTo>
                    <a:pt x="60982" y="6271"/>
                    <a:pt x="61158" y="5562"/>
                    <a:pt x="68882" y="5562"/>
                  </a:cubicBezTo>
                  <a:lnTo>
                    <a:pt x="93635" y="5562"/>
                  </a:lnTo>
                  <a:cubicBezTo>
                    <a:pt x="115053" y="5562"/>
                    <a:pt x="120319" y="10699"/>
                    <a:pt x="120319" y="25225"/>
                  </a:cubicBezTo>
                  <a:cubicBezTo>
                    <a:pt x="120319" y="29476"/>
                    <a:pt x="120319" y="29830"/>
                    <a:pt x="119617" y="34613"/>
                  </a:cubicBezTo>
                  <a:cubicBezTo>
                    <a:pt x="119617" y="35675"/>
                    <a:pt x="119442" y="36915"/>
                    <a:pt x="119442" y="37801"/>
                  </a:cubicBezTo>
                  <a:cubicBezTo>
                    <a:pt x="119442" y="38687"/>
                    <a:pt x="119968" y="39927"/>
                    <a:pt x="121548" y="39927"/>
                  </a:cubicBezTo>
                  <a:cubicBezTo>
                    <a:pt x="123479" y="39927"/>
                    <a:pt x="123655" y="38864"/>
                    <a:pt x="124006" y="35498"/>
                  </a:cubicBezTo>
                  <a:lnTo>
                    <a:pt x="127517" y="4854"/>
                  </a:lnTo>
                  <a:cubicBezTo>
                    <a:pt x="128044" y="71"/>
                    <a:pt x="127166" y="71"/>
                    <a:pt x="122777" y="71"/>
                  </a:cubicBezTo>
                  <a:lnTo>
                    <a:pt x="34122" y="71"/>
                  </a:lnTo>
                  <a:cubicBezTo>
                    <a:pt x="30611" y="71"/>
                    <a:pt x="28856" y="71"/>
                    <a:pt x="28856" y="3614"/>
                  </a:cubicBezTo>
                  <a:cubicBezTo>
                    <a:pt x="28856" y="5562"/>
                    <a:pt x="30436" y="5562"/>
                    <a:pt x="33771" y="5562"/>
                  </a:cubicBezTo>
                  <a:cubicBezTo>
                    <a:pt x="40267" y="5562"/>
                    <a:pt x="45182" y="5562"/>
                    <a:pt x="45182" y="8751"/>
                  </a:cubicBezTo>
                  <a:cubicBezTo>
                    <a:pt x="45182" y="9459"/>
                    <a:pt x="45182" y="9814"/>
                    <a:pt x="44304" y="13002"/>
                  </a:cubicBezTo>
                  <a:lnTo>
                    <a:pt x="21131" y="106707"/>
                  </a:lnTo>
                  <a:cubicBezTo>
                    <a:pt x="19376" y="113615"/>
                    <a:pt x="19025" y="115032"/>
                    <a:pt x="5156" y="115032"/>
                  </a:cubicBezTo>
                  <a:cubicBezTo>
                    <a:pt x="2171" y="115032"/>
                    <a:pt x="240" y="115032"/>
                    <a:pt x="240" y="118398"/>
                  </a:cubicBezTo>
                  <a:cubicBezTo>
                    <a:pt x="240" y="120524"/>
                    <a:pt x="1820" y="120524"/>
                    <a:pt x="5156" y="120524"/>
                  </a:cubicBezTo>
                  <a:lnTo>
                    <a:pt x="96268" y="120524"/>
                  </a:lnTo>
                  <a:cubicBezTo>
                    <a:pt x="100306" y="120524"/>
                    <a:pt x="100482" y="120346"/>
                    <a:pt x="101711" y="117512"/>
                  </a:cubicBezTo>
                  <a:lnTo>
                    <a:pt x="117862" y="79251"/>
                  </a:lnTo>
                  <a:close/>
                </a:path>
              </a:pathLst>
            </a:custGeom>
            <a:solidFill>
              <a:srgbClr val="000000"/>
            </a:solidFill>
            <a:ln w="15053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/>
            </a:p>
          </p:txBody>
        </p:sp>
        <p:sp>
          <p:nvSpPr>
            <p:cNvPr id="1053" name="任意形状 1052">
              <a:extLst>
                <a:ext uri="{FF2B5EF4-FFF2-40B4-BE49-F238E27FC236}">
                  <a16:creationId xmlns:a16="http://schemas.microsoft.com/office/drawing/2014/main" id="{ECA8E8D7-CA81-187D-5E3E-6916333FA80D}"/>
                </a:ext>
              </a:extLst>
            </p:cNvPr>
            <p:cNvSpPr/>
            <p:nvPr>
              <p:custDataLst>
                <p:tags r:id="rId202"/>
              </p:custDataLst>
            </p:nvPr>
          </p:nvSpPr>
          <p:spPr>
            <a:xfrm>
              <a:off x="4574531" y="5593924"/>
              <a:ext cx="57142" cy="55921"/>
            </a:xfrm>
            <a:custGeom>
              <a:avLst/>
              <a:gdLst>
                <a:gd name="connsiteX0" fmla="*/ 23351 w 57142"/>
                <a:gd name="connsiteY0" fmla="*/ 29708 h 55921"/>
                <a:gd name="connsiteX1" fmla="*/ 26546 w 57142"/>
                <a:gd name="connsiteY1" fmla="*/ 17184 h 55921"/>
                <a:gd name="connsiteX2" fmla="*/ 34288 w 57142"/>
                <a:gd name="connsiteY2" fmla="*/ 7016 h 55921"/>
                <a:gd name="connsiteX3" fmla="*/ 44241 w 57142"/>
                <a:gd name="connsiteY3" fmla="*/ 3545 h 55921"/>
                <a:gd name="connsiteX4" fmla="*/ 51000 w 57142"/>
                <a:gd name="connsiteY4" fmla="*/ 5281 h 55921"/>
                <a:gd name="connsiteX5" fmla="*/ 45593 w 57142"/>
                <a:gd name="connsiteY5" fmla="*/ 12100 h 55921"/>
                <a:gd name="connsiteX6" fmla="*/ 50509 w 57142"/>
                <a:gd name="connsiteY6" fmla="*/ 16688 h 55921"/>
                <a:gd name="connsiteX7" fmla="*/ 57390 w 57142"/>
                <a:gd name="connsiteY7" fmla="*/ 9124 h 55921"/>
                <a:gd name="connsiteX8" fmla="*/ 44364 w 57142"/>
                <a:gd name="connsiteY8" fmla="*/ 73 h 55921"/>
                <a:gd name="connsiteX9" fmla="*/ 27037 w 57142"/>
                <a:gd name="connsiteY9" fmla="*/ 8876 h 55921"/>
                <a:gd name="connsiteX10" fmla="*/ 14380 w 57142"/>
                <a:gd name="connsiteY10" fmla="*/ 73 h 55921"/>
                <a:gd name="connsiteX11" fmla="*/ 4794 w 57142"/>
                <a:gd name="connsiteY11" fmla="*/ 6396 h 55921"/>
                <a:gd name="connsiteX12" fmla="*/ 248 w 57142"/>
                <a:gd name="connsiteY12" fmla="*/ 19044 h 55921"/>
                <a:gd name="connsiteX13" fmla="*/ 2337 w 57142"/>
                <a:gd name="connsiteY13" fmla="*/ 20656 h 55921"/>
                <a:gd name="connsiteX14" fmla="*/ 5040 w 57142"/>
                <a:gd name="connsiteY14" fmla="*/ 16936 h 55921"/>
                <a:gd name="connsiteX15" fmla="*/ 14011 w 57142"/>
                <a:gd name="connsiteY15" fmla="*/ 3545 h 55921"/>
                <a:gd name="connsiteX16" fmla="*/ 18066 w 57142"/>
                <a:gd name="connsiteY16" fmla="*/ 9620 h 55921"/>
                <a:gd name="connsiteX17" fmla="*/ 16100 w 57142"/>
                <a:gd name="connsiteY17" fmla="*/ 19912 h 55921"/>
                <a:gd name="connsiteX18" fmla="*/ 13397 w 57142"/>
                <a:gd name="connsiteY18" fmla="*/ 31071 h 55921"/>
                <a:gd name="connsiteX19" fmla="*/ 9464 w 57142"/>
                <a:gd name="connsiteY19" fmla="*/ 46943 h 55921"/>
                <a:gd name="connsiteX20" fmla="*/ 8235 w 57142"/>
                <a:gd name="connsiteY20" fmla="*/ 52027 h 55921"/>
                <a:gd name="connsiteX21" fmla="*/ 12414 w 57142"/>
                <a:gd name="connsiteY21" fmla="*/ 55994 h 55921"/>
                <a:gd name="connsiteX22" fmla="*/ 17698 w 57142"/>
                <a:gd name="connsiteY22" fmla="*/ 52399 h 55921"/>
                <a:gd name="connsiteX23" fmla="*/ 20033 w 57142"/>
                <a:gd name="connsiteY23" fmla="*/ 43099 h 55921"/>
                <a:gd name="connsiteX24" fmla="*/ 23351 w 57142"/>
                <a:gd name="connsiteY24" fmla="*/ 29708 h 559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57142" h="55921">
                  <a:moveTo>
                    <a:pt x="23351" y="29708"/>
                  </a:moveTo>
                  <a:cubicBezTo>
                    <a:pt x="23473" y="28964"/>
                    <a:pt x="26300" y="17804"/>
                    <a:pt x="26546" y="17184"/>
                  </a:cubicBezTo>
                  <a:cubicBezTo>
                    <a:pt x="26791" y="16192"/>
                    <a:pt x="30355" y="9992"/>
                    <a:pt x="34288" y="7016"/>
                  </a:cubicBezTo>
                  <a:cubicBezTo>
                    <a:pt x="35639" y="6024"/>
                    <a:pt x="38957" y="3545"/>
                    <a:pt x="44241" y="3545"/>
                  </a:cubicBezTo>
                  <a:cubicBezTo>
                    <a:pt x="45470" y="3545"/>
                    <a:pt x="48543" y="3669"/>
                    <a:pt x="51000" y="5281"/>
                  </a:cubicBezTo>
                  <a:cubicBezTo>
                    <a:pt x="47068" y="6396"/>
                    <a:pt x="45593" y="9868"/>
                    <a:pt x="45593" y="12100"/>
                  </a:cubicBezTo>
                  <a:cubicBezTo>
                    <a:pt x="45593" y="14828"/>
                    <a:pt x="47682" y="16688"/>
                    <a:pt x="50509" y="16688"/>
                  </a:cubicBezTo>
                  <a:cubicBezTo>
                    <a:pt x="53335" y="16688"/>
                    <a:pt x="57390" y="14332"/>
                    <a:pt x="57390" y="9124"/>
                  </a:cubicBezTo>
                  <a:cubicBezTo>
                    <a:pt x="57390" y="2677"/>
                    <a:pt x="50632" y="73"/>
                    <a:pt x="44364" y="73"/>
                  </a:cubicBezTo>
                  <a:cubicBezTo>
                    <a:pt x="37974" y="73"/>
                    <a:pt x="32444" y="2677"/>
                    <a:pt x="27037" y="8876"/>
                  </a:cubicBezTo>
                  <a:cubicBezTo>
                    <a:pt x="24825" y="1313"/>
                    <a:pt x="17329" y="73"/>
                    <a:pt x="14380" y="73"/>
                  </a:cubicBezTo>
                  <a:cubicBezTo>
                    <a:pt x="9833" y="73"/>
                    <a:pt x="6761" y="2925"/>
                    <a:pt x="4794" y="6396"/>
                  </a:cubicBezTo>
                  <a:cubicBezTo>
                    <a:pt x="1968" y="11232"/>
                    <a:pt x="248" y="18424"/>
                    <a:pt x="248" y="19044"/>
                  </a:cubicBezTo>
                  <a:cubicBezTo>
                    <a:pt x="248" y="20656"/>
                    <a:pt x="1968" y="20656"/>
                    <a:pt x="2337" y="20656"/>
                  </a:cubicBezTo>
                  <a:cubicBezTo>
                    <a:pt x="4057" y="20656"/>
                    <a:pt x="4180" y="20284"/>
                    <a:pt x="5040" y="16936"/>
                  </a:cubicBezTo>
                  <a:cubicBezTo>
                    <a:pt x="6884" y="9372"/>
                    <a:pt x="9218" y="3545"/>
                    <a:pt x="14011" y="3545"/>
                  </a:cubicBezTo>
                  <a:cubicBezTo>
                    <a:pt x="17206" y="3545"/>
                    <a:pt x="18066" y="6272"/>
                    <a:pt x="18066" y="9620"/>
                  </a:cubicBezTo>
                  <a:cubicBezTo>
                    <a:pt x="18066" y="11976"/>
                    <a:pt x="16960" y="16564"/>
                    <a:pt x="16100" y="19912"/>
                  </a:cubicBezTo>
                  <a:cubicBezTo>
                    <a:pt x="15240" y="23260"/>
                    <a:pt x="14011" y="28344"/>
                    <a:pt x="13397" y="31071"/>
                  </a:cubicBezTo>
                  <a:lnTo>
                    <a:pt x="9464" y="46943"/>
                  </a:lnTo>
                  <a:cubicBezTo>
                    <a:pt x="8973" y="48555"/>
                    <a:pt x="8235" y="51655"/>
                    <a:pt x="8235" y="52027"/>
                  </a:cubicBezTo>
                  <a:cubicBezTo>
                    <a:pt x="8235" y="54755"/>
                    <a:pt x="10447" y="55994"/>
                    <a:pt x="12414" y="55994"/>
                  </a:cubicBezTo>
                  <a:cubicBezTo>
                    <a:pt x="14257" y="55994"/>
                    <a:pt x="16715" y="54879"/>
                    <a:pt x="17698" y="52399"/>
                  </a:cubicBezTo>
                  <a:cubicBezTo>
                    <a:pt x="17943" y="51655"/>
                    <a:pt x="19295" y="46199"/>
                    <a:pt x="20033" y="43099"/>
                  </a:cubicBezTo>
                  <a:lnTo>
                    <a:pt x="23351" y="29708"/>
                  </a:lnTo>
                  <a:close/>
                </a:path>
              </a:pathLst>
            </a:custGeom>
            <a:solidFill>
              <a:srgbClr val="000000"/>
            </a:solidFill>
            <a:ln w="15053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/>
            </a:p>
          </p:txBody>
        </p:sp>
        <p:sp>
          <p:nvSpPr>
            <p:cNvPr id="1054" name="任意形状 1053">
              <a:extLst>
                <a:ext uri="{FF2B5EF4-FFF2-40B4-BE49-F238E27FC236}">
                  <a16:creationId xmlns:a16="http://schemas.microsoft.com/office/drawing/2014/main" id="{80CDD902-9F57-DBB6-B053-59447006FDFB}"/>
                </a:ext>
              </a:extLst>
            </p:cNvPr>
            <p:cNvSpPr/>
            <p:nvPr>
              <p:custDataLst>
                <p:tags r:id="rId203"/>
              </p:custDataLst>
            </p:nvPr>
          </p:nvSpPr>
          <p:spPr>
            <a:xfrm>
              <a:off x="4646490" y="5607334"/>
              <a:ext cx="36076" cy="58986"/>
            </a:xfrm>
            <a:custGeom>
              <a:avLst/>
              <a:gdLst>
                <a:gd name="connsiteX0" fmla="*/ 22634 w 36076"/>
                <a:gd name="connsiteY0" fmla="*/ 2731 h 58986"/>
                <a:gd name="connsiteX1" fmla="*/ 19474 w 36076"/>
                <a:gd name="connsiteY1" fmla="*/ 74 h 58986"/>
                <a:gd name="connsiteX2" fmla="*/ 1744 w 36076"/>
                <a:gd name="connsiteY2" fmla="*/ 5742 h 58986"/>
                <a:gd name="connsiteX3" fmla="*/ 251 w 36076"/>
                <a:gd name="connsiteY3" fmla="*/ 5742 h 58986"/>
                <a:gd name="connsiteX4" fmla="*/ 251 w 36076"/>
                <a:gd name="connsiteY4" fmla="*/ 9639 h 58986"/>
                <a:gd name="connsiteX5" fmla="*/ 1744 w 36076"/>
                <a:gd name="connsiteY5" fmla="*/ 9639 h 58986"/>
                <a:gd name="connsiteX6" fmla="*/ 14559 w 36076"/>
                <a:gd name="connsiteY6" fmla="*/ 7159 h 58986"/>
                <a:gd name="connsiteX7" fmla="*/ 14559 w 36076"/>
                <a:gd name="connsiteY7" fmla="*/ 51443 h 58986"/>
                <a:gd name="connsiteX8" fmla="*/ 5255 w 36076"/>
                <a:gd name="connsiteY8" fmla="*/ 55163 h 58986"/>
                <a:gd name="connsiteX9" fmla="*/ 866 w 36076"/>
                <a:gd name="connsiteY9" fmla="*/ 55163 h 58986"/>
                <a:gd name="connsiteX10" fmla="*/ 866 w 36076"/>
                <a:gd name="connsiteY10" fmla="*/ 59060 h 58986"/>
                <a:gd name="connsiteX11" fmla="*/ 18597 w 36076"/>
                <a:gd name="connsiteY11" fmla="*/ 58706 h 58986"/>
                <a:gd name="connsiteX12" fmla="*/ 36328 w 36076"/>
                <a:gd name="connsiteY12" fmla="*/ 59060 h 58986"/>
                <a:gd name="connsiteX13" fmla="*/ 36328 w 36076"/>
                <a:gd name="connsiteY13" fmla="*/ 55163 h 58986"/>
                <a:gd name="connsiteX14" fmla="*/ 31939 w 36076"/>
                <a:gd name="connsiteY14" fmla="*/ 55163 h 58986"/>
                <a:gd name="connsiteX15" fmla="*/ 22634 w 36076"/>
                <a:gd name="connsiteY15" fmla="*/ 51443 h 58986"/>
                <a:gd name="connsiteX16" fmla="*/ 22634 w 36076"/>
                <a:gd name="connsiteY16" fmla="*/ 2731 h 589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36076" h="58986">
                  <a:moveTo>
                    <a:pt x="22634" y="2731"/>
                  </a:moveTo>
                  <a:cubicBezTo>
                    <a:pt x="22634" y="74"/>
                    <a:pt x="22371" y="74"/>
                    <a:pt x="19474" y="74"/>
                  </a:cubicBezTo>
                  <a:cubicBezTo>
                    <a:pt x="13242" y="5742"/>
                    <a:pt x="3499" y="5742"/>
                    <a:pt x="1744" y="5742"/>
                  </a:cubicBezTo>
                  <a:lnTo>
                    <a:pt x="251" y="5742"/>
                  </a:lnTo>
                  <a:lnTo>
                    <a:pt x="251" y="9639"/>
                  </a:lnTo>
                  <a:lnTo>
                    <a:pt x="1744" y="9639"/>
                  </a:lnTo>
                  <a:cubicBezTo>
                    <a:pt x="3762" y="9639"/>
                    <a:pt x="9468" y="9373"/>
                    <a:pt x="14559" y="7159"/>
                  </a:cubicBezTo>
                  <a:lnTo>
                    <a:pt x="14559" y="51443"/>
                  </a:lnTo>
                  <a:cubicBezTo>
                    <a:pt x="14559" y="54189"/>
                    <a:pt x="14559" y="55163"/>
                    <a:pt x="5255" y="55163"/>
                  </a:cubicBezTo>
                  <a:lnTo>
                    <a:pt x="866" y="55163"/>
                  </a:lnTo>
                  <a:lnTo>
                    <a:pt x="866" y="59060"/>
                  </a:lnTo>
                  <a:cubicBezTo>
                    <a:pt x="5693" y="58706"/>
                    <a:pt x="13506" y="58706"/>
                    <a:pt x="18597" y="58706"/>
                  </a:cubicBezTo>
                  <a:cubicBezTo>
                    <a:pt x="23688" y="58706"/>
                    <a:pt x="31500" y="58706"/>
                    <a:pt x="36328" y="59060"/>
                  </a:cubicBezTo>
                  <a:lnTo>
                    <a:pt x="36328" y="55163"/>
                  </a:lnTo>
                  <a:lnTo>
                    <a:pt x="31939" y="55163"/>
                  </a:lnTo>
                  <a:cubicBezTo>
                    <a:pt x="22634" y="55163"/>
                    <a:pt x="22634" y="54189"/>
                    <a:pt x="22634" y="51443"/>
                  </a:cubicBezTo>
                  <a:lnTo>
                    <a:pt x="22634" y="2731"/>
                  </a:lnTo>
                  <a:close/>
                </a:path>
              </a:pathLst>
            </a:custGeom>
            <a:solidFill>
              <a:srgbClr val="000000"/>
            </a:solidFill>
            <a:ln w="15053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/>
            </a:p>
          </p:txBody>
        </p:sp>
        <p:sp>
          <p:nvSpPr>
            <p:cNvPr id="1055" name="任意形状 1054">
              <a:extLst>
                <a:ext uri="{FF2B5EF4-FFF2-40B4-BE49-F238E27FC236}">
                  <a16:creationId xmlns:a16="http://schemas.microsoft.com/office/drawing/2014/main" id="{E8F2A727-2329-AF88-C58E-D30D5D954FA6}"/>
                </a:ext>
              </a:extLst>
            </p:cNvPr>
            <p:cNvSpPr/>
            <p:nvPr>
              <p:custDataLst>
                <p:tags r:id="rId204"/>
              </p:custDataLst>
            </p:nvPr>
          </p:nvSpPr>
          <p:spPr>
            <a:xfrm>
              <a:off x="4759898" y="5516109"/>
              <a:ext cx="97608" cy="109824"/>
            </a:xfrm>
            <a:custGeom>
              <a:avLst/>
              <a:gdLst>
                <a:gd name="connsiteX0" fmla="*/ 97866 w 97608"/>
                <a:gd name="connsiteY0" fmla="*/ 38687 h 109824"/>
                <a:gd name="connsiteX1" fmla="*/ 49062 w 97608"/>
                <a:gd name="connsiteY1" fmla="*/ 71 h 109824"/>
                <a:gd name="connsiteX2" fmla="*/ 258 w 97608"/>
                <a:gd name="connsiteY2" fmla="*/ 38510 h 109824"/>
                <a:gd name="connsiteX3" fmla="*/ 258 w 97608"/>
                <a:gd name="connsiteY3" fmla="*/ 103519 h 109824"/>
                <a:gd name="connsiteX4" fmla="*/ 3769 w 97608"/>
                <a:gd name="connsiteY4" fmla="*/ 109895 h 109824"/>
                <a:gd name="connsiteX5" fmla="*/ 7280 w 97608"/>
                <a:gd name="connsiteY5" fmla="*/ 103519 h 109824"/>
                <a:gd name="connsiteX6" fmla="*/ 7280 w 97608"/>
                <a:gd name="connsiteY6" fmla="*/ 39395 h 109824"/>
                <a:gd name="connsiteX7" fmla="*/ 49062 w 97608"/>
                <a:gd name="connsiteY7" fmla="*/ 7157 h 109824"/>
                <a:gd name="connsiteX8" fmla="*/ 77326 w 97608"/>
                <a:gd name="connsiteY8" fmla="*/ 14773 h 109824"/>
                <a:gd name="connsiteX9" fmla="*/ 90844 w 97608"/>
                <a:gd name="connsiteY9" fmla="*/ 39573 h 109824"/>
                <a:gd name="connsiteX10" fmla="*/ 90844 w 97608"/>
                <a:gd name="connsiteY10" fmla="*/ 103519 h 109824"/>
                <a:gd name="connsiteX11" fmla="*/ 94355 w 97608"/>
                <a:gd name="connsiteY11" fmla="*/ 109895 h 109824"/>
                <a:gd name="connsiteX12" fmla="*/ 97866 w 97608"/>
                <a:gd name="connsiteY12" fmla="*/ 103519 h 109824"/>
                <a:gd name="connsiteX13" fmla="*/ 97866 w 97608"/>
                <a:gd name="connsiteY13" fmla="*/ 38687 h 1098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97608" h="109824">
                  <a:moveTo>
                    <a:pt x="97866" y="38687"/>
                  </a:moveTo>
                  <a:cubicBezTo>
                    <a:pt x="97866" y="11762"/>
                    <a:pt x="71006" y="71"/>
                    <a:pt x="49062" y="71"/>
                  </a:cubicBezTo>
                  <a:cubicBezTo>
                    <a:pt x="26240" y="71"/>
                    <a:pt x="258" y="12471"/>
                    <a:pt x="258" y="38510"/>
                  </a:cubicBezTo>
                  <a:lnTo>
                    <a:pt x="258" y="103519"/>
                  </a:lnTo>
                  <a:cubicBezTo>
                    <a:pt x="258" y="106707"/>
                    <a:pt x="258" y="109895"/>
                    <a:pt x="3769" y="109895"/>
                  </a:cubicBezTo>
                  <a:cubicBezTo>
                    <a:pt x="7280" y="109895"/>
                    <a:pt x="7280" y="106707"/>
                    <a:pt x="7280" y="103519"/>
                  </a:cubicBezTo>
                  <a:lnTo>
                    <a:pt x="7280" y="39395"/>
                  </a:lnTo>
                  <a:cubicBezTo>
                    <a:pt x="7280" y="12825"/>
                    <a:pt x="35895" y="7157"/>
                    <a:pt x="49062" y="7157"/>
                  </a:cubicBezTo>
                  <a:cubicBezTo>
                    <a:pt x="56962" y="7157"/>
                    <a:pt x="68022" y="8751"/>
                    <a:pt x="77326" y="14773"/>
                  </a:cubicBezTo>
                  <a:cubicBezTo>
                    <a:pt x="90844" y="23453"/>
                    <a:pt x="90844" y="34790"/>
                    <a:pt x="90844" y="39573"/>
                  </a:cubicBezTo>
                  <a:lnTo>
                    <a:pt x="90844" y="103519"/>
                  </a:lnTo>
                  <a:cubicBezTo>
                    <a:pt x="90844" y="106707"/>
                    <a:pt x="90844" y="109895"/>
                    <a:pt x="94355" y="109895"/>
                  </a:cubicBezTo>
                  <a:cubicBezTo>
                    <a:pt x="97866" y="109895"/>
                    <a:pt x="97866" y="106707"/>
                    <a:pt x="97866" y="103519"/>
                  </a:cubicBezTo>
                  <a:lnTo>
                    <a:pt x="97866" y="38687"/>
                  </a:lnTo>
                  <a:close/>
                </a:path>
              </a:pathLst>
            </a:custGeom>
            <a:solidFill>
              <a:srgbClr val="000000"/>
            </a:solidFill>
            <a:ln w="15053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/>
            </a:p>
          </p:txBody>
        </p:sp>
        <p:sp>
          <p:nvSpPr>
            <p:cNvPr id="1056" name="任意形状 1055">
              <a:extLst>
                <a:ext uri="{FF2B5EF4-FFF2-40B4-BE49-F238E27FC236}">
                  <a16:creationId xmlns:a16="http://schemas.microsoft.com/office/drawing/2014/main" id="{250533A6-3124-ED34-A386-C514638A35FA}"/>
                </a:ext>
              </a:extLst>
            </p:cNvPr>
            <p:cNvSpPr/>
            <p:nvPr>
              <p:custDataLst>
                <p:tags r:id="rId205"/>
              </p:custDataLst>
            </p:nvPr>
          </p:nvSpPr>
          <p:spPr>
            <a:xfrm>
              <a:off x="4912961" y="5501584"/>
              <a:ext cx="127413" cy="120452"/>
            </a:xfrm>
            <a:custGeom>
              <a:avLst/>
              <a:gdLst>
                <a:gd name="connsiteX0" fmla="*/ 117888 w 127413"/>
                <a:gd name="connsiteY0" fmla="*/ 79251 h 120452"/>
                <a:gd name="connsiteX1" fmla="*/ 118766 w 127413"/>
                <a:gd name="connsiteY1" fmla="*/ 76771 h 120452"/>
                <a:gd name="connsiteX2" fmla="*/ 116659 w 127413"/>
                <a:gd name="connsiteY2" fmla="*/ 74823 h 120452"/>
                <a:gd name="connsiteX3" fmla="*/ 114377 w 127413"/>
                <a:gd name="connsiteY3" fmla="*/ 76948 h 120452"/>
                <a:gd name="connsiteX4" fmla="*/ 66451 w 127413"/>
                <a:gd name="connsiteY4" fmla="*/ 115032 h 120452"/>
                <a:gd name="connsiteX5" fmla="*/ 40820 w 127413"/>
                <a:gd name="connsiteY5" fmla="*/ 115032 h 120452"/>
                <a:gd name="connsiteX6" fmla="*/ 36958 w 127413"/>
                <a:gd name="connsiteY6" fmla="*/ 114855 h 120452"/>
                <a:gd name="connsiteX7" fmla="*/ 34675 w 127413"/>
                <a:gd name="connsiteY7" fmla="*/ 113084 h 120452"/>
                <a:gd name="connsiteX8" fmla="*/ 35553 w 127413"/>
                <a:gd name="connsiteY8" fmla="*/ 109010 h 120452"/>
                <a:gd name="connsiteX9" fmla="*/ 47491 w 127413"/>
                <a:gd name="connsiteY9" fmla="*/ 60652 h 120452"/>
                <a:gd name="connsiteX10" fmla="*/ 64871 w 127413"/>
                <a:gd name="connsiteY10" fmla="*/ 60652 h 120452"/>
                <a:gd name="connsiteX11" fmla="*/ 79793 w 127413"/>
                <a:gd name="connsiteY11" fmla="*/ 68800 h 120452"/>
                <a:gd name="connsiteX12" fmla="*/ 78564 w 127413"/>
                <a:gd name="connsiteY12" fmla="*/ 77480 h 120452"/>
                <a:gd name="connsiteX13" fmla="*/ 78037 w 127413"/>
                <a:gd name="connsiteY13" fmla="*/ 79428 h 120452"/>
                <a:gd name="connsiteX14" fmla="*/ 80319 w 127413"/>
                <a:gd name="connsiteY14" fmla="*/ 81377 h 120452"/>
                <a:gd name="connsiteX15" fmla="*/ 82953 w 127413"/>
                <a:gd name="connsiteY15" fmla="*/ 77834 h 120452"/>
                <a:gd name="connsiteX16" fmla="*/ 92959 w 127413"/>
                <a:gd name="connsiteY16" fmla="*/ 36384 h 120452"/>
                <a:gd name="connsiteX17" fmla="*/ 90853 w 127413"/>
                <a:gd name="connsiteY17" fmla="*/ 34436 h 120452"/>
                <a:gd name="connsiteX18" fmla="*/ 88395 w 127413"/>
                <a:gd name="connsiteY18" fmla="*/ 37624 h 120452"/>
                <a:gd name="connsiteX19" fmla="*/ 65397 w 127413"/>
                <a:gd name="connsiteY19" fmla="*/ 55160 h 120452"/>
                <a:gd name="connsiteX20" fmla="*/ 48895 w 127413"/>
                <a:gd name="connsiteY20" fmla="*/ 55160 h 120452"/>
                <a:gd name="connsiteX21" fmla="*/ 59429 w 127413"/>
                <a:gd name="connsiteY21" fmla="*/ 12471 h 120452"/>
                <a:gd name="connsiteX22" fmla="*/ 68908 w 127413"/>
                <a:gd name="connsiteY22" fmla="*/ 5562 h 120452"/>
                <a:gd name="connsiteX23" fmla="*/ 93662 w 127413"/>
                <a:gd name="connsiteY23" fmla="*/ 5562 h 120452"/>
                <a:gd name="connsiteX24" fmla="*/ 120346 w 127413"/>
                <a:gd name="connsiteY24" fmla="*/ 25225 h 120452"/>
                <a:gd name="connsiteX25" fmla="*/ 119644 w 127413"/>
                <a:gd name="connsiteY25" fmla="*/ 34613 h 120452"/>
                <a:gd name="connsiteX26" fmla="*/ 119468 w 127413"/>
                <a:gd name="connsiteY26" fmla="*/ 37801 h 120452"/>
                <a:gd name="connsiteX27" fmla="*/ 121575 w 127413"/>
                <a:gd name="connsiteY27" fmla="*/ 39927 h 120452"/>
                <a:gd name="connsiteX28" fmla="*/ 124032 w 127413"/>
                <a:gd name="connsiteY28" fmla="*/ 35498 h 120452"/>
                <a:gd name="connsiteX29" fmla="*/ 127544 w 127413"/>
                <a:gd name="connsiteY29" fmla="*/ 4854 h 120452"/>
                <a:gd name="connsiteX30" fmla="*/ 122804 w 127413"/>
                <a:gd name="connsiteY30" fmla="*/ 71 h 120452"/>
                <a:gd name="connsiteX31" fmla="*/ 34149 w 127413"/>
                <a:gd name="connsiteY31" fmla="*/ 71 h 120452"/>
                <a:gd name="connsiteX32" fmla="*/ 28882 w 127413"/>
                <a:gd name="connsiteY32" fmla="*/ 3614 h 120452"/>
                <a:gd name="connsiteX33" fmla="*/ 33798 w 127413"/>
                <a:gd name="connsiteY33" fmla="*/ 5562 h 120452"/>
                <a:gd name="connsiteX34" fmla="*/ 45209 w 127413"/>
                <a:gd name="connsiteY34" fmla="*/ 8751 h 120452"/>
                <a:gd name="connsiteX35" fmla="*/ 44331 w 127413"/>
                <a:gd name="connsiteY35" fmla="*/ 13002 h 120452"/>
                <a:gd name="connsiteX36" fmla="*/ 21158 w 127413"/>
                <a:gd name="connsiteY36" fmla="*/ 106707 h 120452"/>
                <a:gd name="connsiteX37" fmla="*/ 5182 w 127413"/>
                <a:gd name="connsiteY37" fmla="*/ 115032 h 120452"/>
                <a:gd name="connsiteX38" fmla="*/ 267 w 127413"/>
                <a:gd name="connsiteY38" fmla="*/ 118398 h 120452"/>
                <a:gd name="connsiteX39" fmla="*/ 5182 w 127413"/>
                <a:gd name="connsiteY39" fmla="*/ 120524 h 120452"/>
                <a:gd name="connsiteX40" fmla="*/ 96295 w 127413"/>
                <a:gd name="connsiteY40" fmla="*/ 120524 h 120452"/>
                <a:gd name="connsiteX41" fmla="*/ 101737 w 127413"/>
                <a:gd name="connsiteY41" fmla="*/ 117512 h 120452"/>
                <a:gd name="connsiteX42" fmla="*/ 117888 w 127413"/>
                <a:gd name="connsiteY42" fmla="*/ 79251 h 1204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</a:cxnLst>
              <a:rect l="l" t="t" r="r" b="b"/>
              <a:pathLst>
                <a:path w="127413" h="120452">
                  <a:moveTo>
                    <a:pt x="117888" y="79251"/>
                  </a:moveTo>
                  <a:cubicBezTo>
                    <a:pt x="118239" y="78365"/>
                    <a:pt x="118766" y="77125"/>
                    <a:pt x="118766" y="76771"/>
                  </a:cubicBezTo>
                  <a:cubicBezTo>
                    <a:pt x="118766" y="76594"/>
                    <a:pt x="118766" y="74823"/>
                    <a:pt x="116659" y="74823"/>
                  </a:cubicBezTo>
                  <a:cubicBezTo>
                    <a:pt x="115079" y="74823"/>
                    <a:pt x="114728" y="75885"/>
                    <a:pt x="114377" y="76948"/>
                  </a:cubicBezTo>
                  <a:cubicBezTo>
                    <a:pt x="102966" y="103164"/>
                    <a:pt x="96470" y="115032"/>
                    <a:pt x="66451" y="115032"/>
                  </a:cubicBezTo>
                  <a:lnTo>
                    <a:pt x="40820" y="115032"/>
                  </a:lnTo>
                  <a:cubicBezTo>
                    <a:pt x="38362" y="115032"/>
                    <a:pt x="38011" y="115032"/>
                    <a:pt x="36958" y="114855"/>
                  </a:cubicBezTo>
                  <a:cubicBezTo>
                    <a:pt x="35202" y="114678"/>
                    <a:pt x="34675" y="114501"/>
                    <a:pt x="34675" y="113084"/>
                  </a:cubicBezTo>
                  <a:cubicBezTo>
                    <a:pt x="34675" y="112552"/>
                    <a:pt x="34675" y="112198"/>
                    <a:pt x="35553" y="109010"/>
                  </a:cubicBezTo>
                  <a:lnTo>
                    <a:pt x="47491" y="60652"/>
                  </a:lnTo>
                  <a:lnTo>
                    <a:pt x="64871" y="60652"/>
                  </a:lnTo>
                  <a:cubicBezTo>
                    <a:pt x="79793" y="60652"/>
                    <a:pt x="79793" y="64371"/>
                    <a:pt x="79793" y="68800"/>
                  </a:cubicBezTo>
                  <a:cubicBezTo>
                    <a:pt x="79793" y="70040"/>
                    <a:pt x="79793" y="72165"/>
                    <a:pt x="78564" y="77480"/>
                  </a:cubicBezTo>
                  <a:cubicBezTo>
                    <a:pt x="78213" y="78365"/>
                    <a:pt x="78037" y="78897"/>
                    <a:pt x="78037" y="79428"/>
                  </a:cubicBezTo>
                  <a:cubicBezTo>
                    <a:pt x="78037" y="80314"/>
                    <a:pt x="78739" y="81377"/>
                    <a:pt x="80319" y="81377"/>
                  </a:cubicBezTo>
                  <a:cubicBezTo>
                    <a:pt x="81724" y="81377"/>
                    <a:pt x="82251" y="80491"/>
                    <a:pt x="82953" y="77834"/>
                  </a:cubicBezTo>
                  <a:lnTo>
                    <a:pt x="92959" y="36384"/>
                  </a:lnTo>
                  <a:cubicBezTo>
                    <a:pt x="92959" y="35321"/>
                    <a:pt x="92082" y="34436"/>
                    <a:pt x="90853" y="34436"/>
                  </a:cubicBezTo>
                  <a:cubicBezTo>
                    <a:pt x="89273" y="34436"/>
                    <a:pt x="88922" y="35498"/>
                    <a:pt x="88395" y="37624"/>
                  </a:cubicBezTo>
                  <a:cubicBezTo>
                    <a:pt x="84708" y="51086"/>
                    <a:pt x="81548" y="55160"/>
                    <a:pt x="65397" y="55160"/>
                  </a:cubicBezTo>
                  <a:lnTo>
                    <a:pt x="48895" y="55160"/>
                  </a:lnTo>
                  <a:lnTo>
                    <a:pt x="59429" y="12471"/>
                  </a:lnTo>
                  <a:cubicBezTo>
                    <a:pt x="61009" y="6271"/>
                    <a:pt x="61184" y="5562"/>
                    <a:pt x="68908" y="5562"/>
                  </a:cubicBezTo>
                  <a:lnTo>
                    <a:pt x="93662" y="5562"/>
                  </a:lnTo>
                  <a:cubicBezTo>
                    <a:pt x="115079" y="5562"/>
                    <a:pt x="120346" y="10699"/>
                    <a:pt x="120346" y="25225"/>
                  </a:cubicBezTo>
                  <a:cubicBezTo>
                    <a:pt x="120346" y="29476"/>
                    <a:pt x="120346" y="29830"/>
                    <a:pt x="119644" y="34613"/>
                  </a:cubicBezTo>
                  <a:cubicBezTo>
                    <a:pt x="119644" y="35675"/>
                    <a:pt x="119468" y="36915"/>
                    <a:pt x="119468" y="37801"/>
                  </a:cubicBezTo>
                  <a:cubicBezTo>
                    <a:pt x="119468" y="38687"/>
                    <a:pt x="119995" y="39927"/>
                    <a:pt x="121575" y="39927"/>
                  </a:cubicBezTo>
                  <a:cubicBezTo>
                    <a:pt x="123506" y="39927"/>
                    <a:pt x="123681" y="38864"/>
                    <a:pt x="124032" y="35498"/>
                  </a:cubicBezTo>
                  <a:lnTo>
                    <a:pt x="127544" y="4854"/>
                  </a:lnTo>
                  <a:cubicBezTo>
                    <a:pt x="128070" y="71"/>
                    <a:pt x="127192" y="71"/>
                    <a:pt x="122804" y="71"/>
                  </a:cubicBezTo>
                  <a:lnTo>
                    <a:pt x="34149" y="71"/>
                  </a:lnTo>
                  <a:cubicBezTo>
                    <a:pt x="30638" y="71"/>
                    <a:pt x="28882" y="71"/>
                    <a:pt x="28882" y="3614"/>
                  </a:cubicBezTo>
                  <a:cubicBezTo>
                    <a:pt x="28882" y="5562"/>
                    <a:pt x="30462" y="5562"/>
                    <a:pt x="33798" y="5562"/>
                  </a:cubicBezTo>
                  <a:cubicBezTo>
                    <a:pt x="40293" y="5562"/>
                    <a:pt x="45209" y="5562"/>
                    <a:pt x="45209" y="8751"/>
                  </a:cubicBezTo>
                  <a:cubicBezTo>
                    <a:pt x="45209" y="9459"/>
                    <a:pt x="45209" y="9814"/>
                    <a:pt x="44331" y="13002"/>
                  </a:cubicBezTo>
                  <a:lnTo>
                    <a:pt x="21158" y="106707"/>
                  </a:lnTo>
                  <a:cubicBezTo>
                    <a:pt x="19402" y="113615"/>
                    <a:pt x="19051" y="115032"/>
                    <a:pt x="5182" y="115032"/>
                  </a:cubicBezTo>
                  <a:cubicBezTo>
                    <a:pt x="2198" y="115032"/>
                    <a:pt x="267" y="115032"/>
                    <a:pt x="267" y="118398"/>
                  </a:cubicBezTo>
                  <a:cubicBezTo>
                    <a:pt x="267" y="120524"/>
                    <a:pt x="1847" y="120524"/>
                    <a:pt x="5182" y="120524"/>
                  </a:cubicBezTo>
                  <a:lnTo>
                    <a:pt x="96295" y="120524"/>
                  </a:lnTo>
                  <a:cubicBezTo>
                    <a:pt x="100333" y="120524"/>
                    <a:pt x="100508" y="120346"/>
                    <a:pt x="101737" y="117512"/>
                  </a:cubicBezTo>
                  <a:lnTo>
                    <a:pt x="117888" y="79251"/>
                  </a:lnTo>
                  <a:close/>
                </a:path>
              </a:pathLst>
            </a:custGeom>
            <a:solidFill>
              <a:srgbClr val="000000"/>
            </a:solidFill>
            <a:ln w="15053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/>
            </a:p>
          </p:txBody>
        </p:sp>
        <p:sp>
          <p:nvSpPr>
            <p:cNvPr id="1057" name="任意形状 1056">
              <a:extLst>
                <a:ext uri="{FF2B5EF4-FFF2-40B4-BE49-F238E27FC236}">
                  <a16:creationId xmlns:a16="http://schemas.microsoft.com/office/drawing/2014/main" id="{1A671CF4-1BF3-0D8A-4FD8-1712C910C0C0}"/>
                </a:ext>
              </a:extLst>
            </p:cNvPr>
            <p:cNvSpPr/>
            <p:nvPr>
              <p:custDataLst>
                <p:tags r:id="rId206"/>
              </p:custDataLst>
            </p:nvPr>
          </p:nvSpPr>
          <p:spPr>
            <a:xfrm>
              <a:off x="5052023" y="5503073"/>
              <a:ext cx="43993" cy="54681"/>
            </a:xfrm>
            <a:custGeom>
              <a:avLst/>
              <a:gdLst>
                <a:gd name="connsiteX0" fmla="*/ 18708 w 43993"/>
                <a:gd name="connsiteY0" fmla="*/ 26479 h 54681"/>
                <a:gd name="connsiteX1" fmla="*/ 35175 w 43993"/>
                <a:gd name="connsiteY1" fmla="*/ 3539 h 54681"/>
                <a:gd name="connsiteX2" fmla="*/ 33086 w 43993"/>
                <a:gd name="connsiteY2" fmla="*/ 8003 h 54681"/>
                <a:gd name="connsiteX3" fmla="*/ 38616 w 43993"/>
                <a:gd name="connsiteY3" fmla="*/ 13707 h 54681"/>
                <a:gd name="connsiteX4" fmla="*/ 44269 w 43993"/>
                <a:gd name="connsiteY4" fmla="*/ 8003 h 54681"/>
                <a:gd name="connsiteX5" fmla="*/ 34560 w 43993"/>
                <a:gd name="connsiteY5" fmla="*/ 68 h 54681"/>
                <a:gd name="connsiteX6" fmla="*/ 17971 w 43993"/>
                <a:gd name="connsiteY6" fmla="*/ 13335 h 54681"/>
                <a:gd name="connsiteX7" fmla="*/ 17848 w 43993"/>
                <a:gd name="connsiteY7" fmla="*/ 13335 h 54681"/>
                <a:gd name="connsiteX8" fmla="*/ 17848 w 43993"/>
                <a:gd name="connsiteY8" fmla="*/ 68 h 54681"/>
                <a:gd name="connsiteX9" fmla="*/ 275 w 43993"/>
                <a:gd name="connsiteY9" fmla="*/ 1432 h 54681"/>
                <a:gd name="connsiteX10" fmla="*/ 275 w 43993"/>
                <a:gd name="connsiteY10" fmla="*/ 5895 h 54681"/>
                <a:gd name="connsiteX11" fmla="*/ 9491 w 43993"/>
                <a:gd name="connsiteY11" fmla="*/ 12839 h 54681"/>
                <a:gd name="connsiteX12" fmla="*/ 9491 w 43993"/>
                <a:gd name="connsiteY12" fmla="*/ 44954 h 54681"/>
                <a:gd name="connsiteX13" fmla="*/ 275 w 43993"/>
                <a:gd name="connsiteY13" fmla="*/ 50286 h 54681"/>
                <a:gd name="connsiteX14" fmla="*/ 275 w 43993"/>
                <a:gd name="connsiteY14" fmla="*/ 54749 h 54681"/>
                <a:gd name="connsiteX15" fmla="*/ 14284 w 43993"/>
                <a:gd name="connsiteY15" fmla="*/ 54253 h 54681"/>
                <a:gd name="connsiteX16" fmla="*/ 30259 w 43993"/>
                <a:gd name="connsiteY16" fmla="*/ 54749 h 54681"/>
                <a:gd name="connsiteX17" fmla="*/ 30259 w 43993"/>
                <a:gd name="connsiteY17" fmla="*/ 50286 h 54681"/>
                <a:gd name="connsiteX18" fmla="*/ 27802 w 43993"/>
                <a:gd name="connsiteY18" fmla="*/ 50286 h 54681"/>
                <a:gd name="connsiteX19" fmla="*/ 18708 w 43993"/>
                <a:gd name="connsiteY19" fmla="*/ 44706 h 54681"/>
                <a:gd name="connsiteX20" fmla="*/ 18708 w 43993"/>
                <a:gd name="connsiteY20" fmla="*/ 26479 h 546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43993" h="54681">
                  <a:moveTo>
                    <a:pt x="18708" y="26479"/>
                  </a:moveTo>
                  <a:cubicBezTo>
                    <a:pt x="18708" y="16063"/>
                    <a:pt x="23500" y="3539"/>
                    <a:pt x="35175" y="3539"/>
                  </a:cubicBezTo>
                  <a:cubicBezTo>
                    <a:pt x="34069" y="4407"/>
                    <a:pt x="33086" y="6019"/>
                    <a:pt x="33086" y="8003"/>
                  </a:cubicBezTo>
                  <a:cubicBezTo>
                    <a:pt x="33086" y="12095"/>
                    <a:pt x="36281" y="13707"/>
                    <a:pt x="38616" y="13707"/>
                  </a:cubicBezTo>
                  <a:cubicBezTo>
                    <a:pt x="41565" y="13707"/>
                    <a:pt x="44269" y="11723"/>
                    <a:pt x="44269" y="8003"/>
                  </a:cubicBezTo>
                  <a:cubicBezTo>
                    <a:pt x="44269" y="3787"/>
                    <a:pt x="40336" y="68"/>
                    <a:pt x="34560" y="68"/>
                  </a:cubicBezTo>
                  <a:cubicBezTo>
                    <a:pt x="28416" y="68"/>
                    <a:pt x="21657" y="3911"/>
                    <a:pt x="17971" y="13335"/>
                  </a:cubicBezTo>
                  <a:lnTo>
                    <a:pt x="17848" y="13335"/>
                  </a:lnTo>
                  <a:lnTo>
                    <a:pt x="17848" y="68"/>
                  </a:lnTo>
                  <a:lnTo>
                    <a:pt x="275" y="1432"/>
                  </a:lnTo>
                  <a:lnTo>
                    <a:pt x="275" y="5895"/>
                  </a:lnTo>
                  <a:cubicBezTo>
                    <a:pt x="8508" y="5895"/>
                    <a:pt x="9491" y="6763"/>
                    <a:pt x="9491" y="12839"/>
                  </a:cubicBezTo>
                  <a:lnTo>
                    <a:pt x="9491" y="44954"/>
                  </a:lnTo>
                  <a:cubicBezTo>
                    <a:pt x="9491" y="50286"/>
                    <a:pt x="8262" y="50286"/>
                    <a:pt x="275" y="50286"/>
                  </a:cubicBezTo>
                  <a:lnTo>
                    <a:pt x="275" y="54749"/>
                  </a:lnTo>
                  <a:cubicBezTo>
                    <a:pt x="889" y="54749"/>
                    <a:pt x="9245" y="54253"/>
                    <a:pt x="14284" y="54253"/>
                  </a:cubicBezTo>
                  <a:cubicBezTo>
                    <a:pt x="19568" y="54253"/>
                    <a:pt x="24975" y="54501"/>
                    <a:pt x="30259" y="54749"/>
                  </a:cubicBezTo>
                  <a:lnTo>
                    <a:pt x="30259" y="50286"/>
                  </a:lnTo>
                  <a:lnTo>
                    <a:pt x="27802" y="50286"/>
                  </a:lnTo>
                  <a:cubicBezTo>
                    <a:pt x="18708" y="50286"/>
                    <a:pt x="18708" y="48922"/>
                    <a:pt x="18708" y="44706"/>
                  </a:cubicBezTo>
                  <a:lnTo>
                    <a:pt x="18708" y="26479"/>
                  </a:lnTo>
                  <a:close/>
                </a:path>
              </a:pathLst>
            </a:custGeom>
            <a:solidFill>
              <a:srgbClr val="000000"/>
            </a:solidFill>
            <a:ln w="15053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/>
            </a:p>
          </p:txBody>
        </p:sp>
        <p:sp>
          <p:nvSpPr>
            <p:cNvPr id="1058" name="任意形状 1057">
              <a:extLst>
                <a:ext uri="{FF2B5EF4-FFF2-40B4-BE49-F238E27FC236}">
                  <a16:creationId xmlns:a16="http://schemas.microsoft.com/office/drawing/2014/main" id="{91FBB0A2-2A90-311A-FD05-718B4C531DED}"/>
                </a:ext>
              </a:extLst>
            </p:cNvPr>
            <p:cNvSpPr/>
            <p:nvPr>
              <p:custDataLst>
                <p:tags r:id="rId207"/>
              </p:custDataLst>
            </p:nvPr>
          </p:nvSpPr>
          <p:spPr>
            <a:xfrm>
              <a:off x="5105656" y="5502453"/>
              <a:ext cx="52718" cy="56541"/>
            </a:xfrm>
            <a:custGeom>
              <a:avLst/>
              <a:gdLst>
                <a:gd name="connsiteX0" fmla="*/ 49556 w 52718"/>
                <a:gd name="connsiteY0" fmla="*/ 27099 h 56541"/>
                <a:gd name="connsiteX1" fmla="*/ 52997 w 52718"/>
                <a:gd name="connsiteY1" fmla="*/ 24371 h 56541"/>
                <a:gd name="connsiteX2" fmla="*/ 28665 w 52718"/>
                <a:gd name="connsiteY2" fmla="*/ 68 h 56541"/>
                <a:gd name="connsiteX3" fmla="*/ 278 w 52718"/>
                <a:gd name="connsiteY3" fmla="*/ 28214 h 56541"/>
                <a:gd name="connsiteX4" fmla="*/ 30262 w 52718"/>
                <a:gd name="connsiteY4" fmla="*/ 56609 h 56541"/>
                <a:gd name="connsiteX5" fmla="*/ 52997 w 52718"/>
                <a:gd name="connsiteY5" fmla="*/ 40490 h 56541"/>
                <a:gd name="connsiteX6" fmla="*/ 50908 w 52718"/>
                <a:gd name="connsiteY6" fmla="*/ 38754 h 56541"/>
                <a:gd name="connsiteX7" fmla="*/ 48696 w 52718"/>
                <a:gd name="connsiteY7" fmla="*/ 40738 h 56541"/>
                <a:gd name="connsiteX8" fmla="*/ 31123 w 52718"/>
                <a:gd name="connsiteY8" fmla="*/ 52641 h 56541"/>
                <a:gd name="connsiteX9" fmla="*/ 16130 w 52718"/>
                <a:gd name="connsiteY9" fmla="*/ 45326 h 56541"/>
                <a:gd name="connsiteX10" fmla="*/ 11461 w 52718"/>
                <a:gd name="connsiteY10" fmla="*/ 27099 h 56541"/>
                <a:gd name="connsiteX11" fmla="*/ 49556 w 52718"/>
                <a:gd name="connsiteY11" fmla="*/ 27099 h 56541"/>
                <a:gd name="connsiteX12" fmla="*/ 11583 w 52718"/>
                <a:gd name="connsiteY12" fmla="*/ 23875 h 56541"/>
                <a:gd name="connsiteX13" fmla="*/ 28665 w 52718"/>
                <a:gd name="connsiteY13" fmla="*/ 3539 h 56541"/>
                <a:gd name="connsiteX14" fmla="*/ 44395 w 52718"/>
                <a:gd name="connsiteY14" fmla="*/ 23875 h 56541"/>
                <a:gd name="connsiteX15" fmla="*/ 11583 w 52718"/>
                <a:gd name="connsiteY15" fmla="*/ 23875 h 565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52718" h="56541">
                  <a:moveTo>
                    <a:pt x="49556" y="27099"/>
                  </a:moveTo>
                  <a:cubicBezTo>
                    <a:pt x="52137" y="27099"/>
                    <a:pt x="52997" y="27099"/>
                    <a:pt x="52997" y="24371"/>
                  </a:cubicBezTo>
                  <a:cubicBezTo>
                    <a:pt x="52997" y="13459"/>
                    <a:pt x="46975" y="68"/>
                    <a:pt x="28665" y="68"/>
                  </a:cubicBezTo>
                  <a:cubicBezTo>
                    <a:pt x="12567" y="68"/>
                    <a:pt x="278" y="12963"/>
                    <a:pt x="278" y="28214"/>
                  </a:cubicBezTo>
                  <a:cubicBezTo>
                    <a:pt x="278" y="43962"/>
                    <a:pt x="13918" y="56609"/>
                    <a:pt x="30262" y="56609"/>
                  </a:cubicBezTo>
                  <a:cubicBezTo>
                    <a:pt x="46852" y="56609"/>
                    <a:pt x="52997" y="43218"/>
                    <a:pt x="52997" y="40490"/>
                  </a:cubicBezTo>
                  <a:cubicBezTo>
                    <a:pt x="52997" y="39994"/>
                    <a:pt x="52751" y="38754"/>
                    <a:pt x="50908" y="38754"/>
                  </a:cubicBezTo>
                  <a:cubicBezTo>
                    <a:pt x="49310" y="38754"/>
                    <a:pt x="49064" y="39498"/>
                    <a:pt x="48696" y="40738"/>
                  </a:cubicBezTo>
                  <a:cubicBezTo>
                    <a:pt x="44886" y="50782"/>
                    <a:pt x="35547" y="52641"/>
                    <a:pt x="31123" y="52641"/>
                  </a:cubicBezTo>
                  <a:cubicBezTo>
                    <a:pt x="25347" y="52641"/>
                    <a:pt x="19817" y="50038"/>
                    <a:pt x="16130" y="45326"/>
                  </a:cubicBezTo>
                  <a:cubicBezTo>
                    <a:pt x="11583" y="39498"/>
                    <a:pt x="11461" y="31934"/>
                    <a:pt x="11461" y="27099"/>
                  </a:cubicBezTo>
                  <a:lnTo>
                    <a:pt x="49556" y="27099"/>
                  </a:lnTo>
                  <a:close/>
                  <a:moveTo>
                    <a:pt x="11583" y="23875"/>
                  </a:moveTo>
                  <a:cubicBezTo>
                    <a:pt x="12935" y="6391"/>
                    <a:pt x="23995" y="3539"/>
                    <a:pt x="28665" y="3539"/>
                  </a:cubicBezTo>
                  <a:cubicBezTo>
                    <a:pt x="43780" y="3539"/>
                    <a:pt x="44272" y="20775"/>
                    <a:pt x="44395" y="23875"/>
                  </a:cubicBezTo>
                  <a:lnTo>
                    <a:pt x="11583" y="23875"/>
                  </a:lnTo>
                  <a:close/>
                </a:path>
              </a:pathLst>
            </a:custGeom>
            <a:solidFill>
              <a:srgbClr val="000000"/>
            </a:solidFill>
            <a:ln w="15053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/>
            </a:p>
          </p:txBody>
        </p:sp>
        <p:sp>
          <p:nvSpPr>
            <p:cNvPr id="1059" name="任意形状 1058">
              <a:extLst>
                <a:ext uri="{FF2B5EF4-FFF2-40B4-BE49-F238E27FC236}">
                  <a16:creationId xmlns:a16="http://schemas.microsoft.com/office/drawing/2014/main" id="{EECA6B82-8AC0-A53C-B11F-0F1944D97E18}"/>
                </a:ext>
              </a:extLst>
            </p:cNvPr>
            <p:cNvSpPr/>
            <p:nvPr>
              <p:custDataLst>
                <p:tags r:id="rId208"/>
              </p:custDataLst>
            </p:nvPr>
          </p:nvSpPr>
          <p:spPr>
            <a:xfrm>
              <a:off x="5167092" y="5504313"/>
              <a:ext cx="65990" cy="54681"/>
            </a:xfrm>
            <a:custGeom>
              <a:avLst/>
              <a:gdLst>
                <a:gd name="connsiteX0" fmla="*/ 54721 w 65990"/>
                <a:gd name="connsiteY0" fmla="*/ 12219 h 54681"/>
                <a:gd name="connsiteX1" fmla="*/ 66272 w 65990"/>
                <a:gd name="connsiteY1" fmla="*/ 4531 h 54681"/>
                <a:gd name="connsiteX2" fmla="*/ 66272 w 65990"/>
                <a:gd name="connsiteY2" fmla="*/ 68 h 54681"/>
                <a:gd name="connsiteX3" fmla="*/ 56933 w 65990"/>
                <a:gd name="connsiteY3" fmla="*/ 564 h 54681"/>
                <a:gd name="connsiteX4" fmla="*/ 45750 w 65990"/>
                <a:gd name="connsiteY4" fmla="*/ 68 h 54681"/>
                <a:gd name="connsiteX5" fmla="*/ 45750 w 65990"/>
                <a:gd name="connsiteY5" fmla="*/ 4531 h 54681"/>
                <a:gd name="connsiteX6" fmla="*/ 50911 w 65990"/>
                <a:gd name="connsiteY6" fmla="*/ 9243 h 54681"/>
                <a:gd name="connsiteX7" fmla="*/ 49928 w 65990"/>
                <a:gd name="connsiteY7" fmla="*/ 12839 h 54681"/>
                <a:gd name="connsiteX8" fmla="*/ 36042 w 65990"/>
                <a:gd name="connsiteY8" fmla="*/ 43466 h 54681"/>
                <a:gd name="connsiteX9" fmla="*/ 20804 w 65990"/>
                <a:gd name="connsiteY9" fmla="*/ 9739 h 54681"/>
                <a:gd name="connsiteX10" fmla="*/ 20066 w 65990"/>
                <a:gd name="connsiteY10" fmla="*/ 7383 h 54681"/>
                <a:gd name="connsiteX11" fmla="*/ 26334 w 65990"/>
                <a:gd name="connsiteY11" fmla="*/ 4531 h 54681"/>
                <a:gd name="connsiteX12" fmla="*/ 26334 w 65990"/>
                <a:gd name="connsiteY12" fmla="*/ 68 h 54681"/>
                <a:gd name="connsiteX13" fmla="*/ 12324 w 65990"/>
                <a:gd name="connsiteY13" fmla="*/ 564 h 54681"/>
                <a:gd name="connsiteX14" fmla="*/ 281 w 65990"/>
                <a:gd name="connsiteY14" fmla="*/ 68 h 54681"/>
                <a:gd name="connsiteX15" fmla="*/ 281 w 65990"/>
                <a:gd name="connsiteY15" fmla="*/ 4531 h 54681"/>
                <a:gd name="connsiteX16" fmla="*/ 10358 w 65990"/>
                <a:gd name="connsiteY16" fmla="*/ 8995 h 54681"/>
                <a:gd name="connsiteX17" fmla="*/ 29774 w 65990"/>
                <a:gd name="connsiteY17" fmla="*/ 52146 h 54681"/>
                <a:gd name="connsiteX18" fmla="*/ 33215 w 65990"/>
                <a:gd name="connsiteY18" fmla="*/ 54749 h 54681"/>
                <a:gd name="connsiteX19" fmla="*/ 36656 w 65990"/>
                <a:gd name="connsiteY19" fmla="*/ 52270 h 54681"/>
                <a:gd name="connsiteX20" fmla="*/ 54721 w 65990"/>
                <a:gd name="connsiteY20" fmla="*/ 12219 h 546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65990" h="54681">
                  <a:moveTo>
                    <a:pt x="54721" y="12219"/>
                  </a:moveTo>
                  <a:cubicBezTo>
                    <a:pt x="58162" y="4655"/>
                    <a:pt x="64306" y="4531"/>
                    <a:pt x="66272" y="4531"/>
                  </a:cubicBezTo>
                  <a:lnTo>
                    <a:pt x="66272" y="68"/>
                  </a:lnTo>
                  <a:cubicBezTo>
                    <a:pt x="63200" y="316"/>
                    <a:pt x="60005" y="564"/>
                    <a:pt x="56933" y="564"/>
                  </a:cubicBezTo>
                  <a:cubicBezTo>
                    <a:pt x="53615" y="564"/>
                    <a:pt x="49068" y="440"/>
                    <a:pt x="45750" y="68"/>
                  </a:cubicBezTo>
                  <a:lnTo>
                    <a:pt x="45750" y="4531"/>
                  </a:lnTo>
                  <a:cubicBezTo>
                    <a:pt x="50911" y="4779"/>
                    <a:pt x="50911" y="8871"/>
                    <a:pt x="50911" y="9243"/>
                  </a:cubicBezTo>
                  <a:cubicBezTo>
                    <a:pt x="50911" y="9863"/>
                    <a:pt x="50788" y="11103"/>
                    <a:pt x="49928" y="12839"/>
                  </a:cubicBezTo>
                  <a:lnTo>
                    <a:pt x="36042" y="43466"/>
                  </a:lnTo>
                  <a:lnTo>
                    <a:pt x="20804" y="9739"/>
                  </a:lnTo>
                  <a:cubicBezTo>
                    <a:pt x="20804" y="9615"/>
                    <a:pt x="20066" y="8251"/>
                    <a:pt x="20066" y="7383"/>
                  </a:cubicBezTo>
                  <a:cubicBezTo>
                    <a:pt x="20066" y="4531"/>
                    <a:pt x="24244" y="4531"/>
                    <a:pt x="26334" y="4531"/>
                  </a:cubicBezTo>
                  <a:lnTo>
                    <a:pt x="26334" y="68"/>
                  </a:lnTo>
                  <a:cubicBezTo>
                    <a:pt x="26088" y="68"/>
                    <a:pt x="17363" y="564"/>
                    <a:pt x="12324" y="564"/>
                  </a:cubicBezTo>
                  <a:cubicBezTo>
                    <a:pt x="8638" y="564"/>
                    <a:pt x="3845" y="440"/>
                    <a:pt x="281" y="68"/>
                  </a:cubicBezTo>
                  <a:lnTo>
                    <a:pt x="281" y="4531"/>
                  </a:lnTo>
                  <a:cubicBezTo>
                    <a:pt x="7040" y="4531"/>
                    <a:pt x="8515" y="4779"/>
                    <a:pt x="10358" y="8995"/>
                  </a:cubicBezTo>
                  <a:lnTo>
                    <a:pt x="29774" y="52146"/>
                  </a:lnTo>
                  <a:cubicBezTo>
                    <a:pt x="30389" y="53633"/>
                    <a:pt x="31126" y="54749"/>
                    <a:pt x="33215" y="54749"/>
                  </a:cubicBezTo>
                  <a:cubicBezTo>
                    <a:pt x="35550" y="54749"/>
                    <a:pt x="36042" y="53633"/>
                    <a:pt x="36656" y="52270"/>
                  </a:cubicBezTo>
                  <a:lnTo>
                    <a:pt x="54721" y="12219"/>
                  </a:lnTo>
                  <a:close/>
                </a:path>
              </a:pathLst>
            </a:custGeom>
            <a:solidFill>
              <a:srgbClr val="000000"/>
            </a:solidFill>
            <a:ln w="15053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/>
            </a:p>
          </p:txBody>
        </p:sp>
        <p:sp>
          <p:nvSpPr>
            <p:cNvPr id="1060" name="任意形状 1059">
              <a:extLst>
                <a:ext uri="{FF2B5EF4-FFF2-40B4-BE49-F238E27FC236}">
                  <a16:creationId xmlns:a16="http://schemas.microsoft.com/office/drawing/2014/main" id="{F69398BB-DDBC-5BAA-FFA0-BEB5F16D7110}"/>
                </a:ext>
              </a:extLst>
            </p:cNvPr>
            <p:cNvSpPr/>
            <p:nvPr>
              <p:custDataLst>
                <p:tags r:id="rId209"/>
              </p:custDataLst>
            </p:nvPr>
          </p:nvSpPr>
          <p:spPr>
            <a:xfrm>
              <a:off x="5041659" y="5611145"/>
              <a:ext cx="57142" cy="55921"/>
            </a:xfrm>
            <a:custGeom>
              <a:avLst/>
              <a:gdLst>
                <a:gd name="connsiteX0" fmla="*/ 23377 w 57142"/>
                <a:gd name="connsiteY0" fmla="*/ 29709 h 55921"/>
                <a:gd name="connsiteX1" fmla="*/ 26572 w 57142"/>
                <a:gd name="connsiteY1" fmla="*/ 17185 h 55921"/>
                <a:gd name="connsiteX2" fmla="*/ 34314 w 57142"/>
                <a:gd name="connsiteY2" fmla="*/ 7017 h 55921"/>
                <a:gd name="connsiteX3" fmla="*/ 44268 w 57142"/>
                <a:gd name="connsiteY3" fmla="*/ 3546 h 55921"/>
                <a:gd name="connsiteX4" fmla="*/ 51027 w 57142"/>
                <a:gd name="connsiteY4" fmla="*/ 5281 h 55921"/>
                <a:gd name="connsiteX5" fmla="*/ 45620 w 57142"/>
                <a:gd name="connsiteY5" fmla="*/ 12101 h 55921"/>
                <a:gd name="connsiteX6" fmla="*/ 50535 w 57142"/>
                <a:gd name="connsiteY6" fmla="*/ 16689 h 55921"/>
                <a:gd name="connsiteX7" fmla="*/ 57417 w 57142"/>
                <a:gd name="connsiteY7" fmla="*/ 9125 h 55921"/>
                <a:gd name="connsiteX8" fmla="*/ 44391 w 57142"/>
                <a:gd name="connsiteY8" fmla="*/ 74 h 55921"/>
                <a:gd name="connsiteX9" fmla="*/ 27064 w 57142"/>
                <a:gd name="connsiteY9" fmla="*/ 8877 h 55921"/>
                <a:gd name="connsiteX10" fmla="*/ 14406 w 57142"/>
                <a:gd name="connsiteY10" fmla="*/ 74 h 55921"/>
                <a:gd name="connsiteX11" fmla="*/ 4821 w 57142"/>
                <a:gd name="connsiteY11" fmla="*/ 6397 h 55921"/>
                <a:gd name="connsiteX12" fmla="*/ 274 w 57142"/>
                <a:gd name="connsiteY12" fmla="*/ 19045 h 55921"/>
                <a:gd name="connsiteX13" fmla="*/ 2363 w 57142"/>
                <a:gd name="connsiteY13" fmla="*/ 20657 h 55921"/>
                <a:gd name="connsiteX14" fmla="*/ 5067 w 57142"/>
                <a:gd name="connsiteY14" fmla="*/ 16937 h 55921"/>
                <a:gd name="connsiteX15" fmla="*/ 14038 w 57142"/>
                <a:gd name="connsiteY15" fmla="*/ 3546 h 55921"/>
                <a:gd name="connsiteX16" fmla="*/ 18093 w 57142"/>
                <a:gd name="connsiteY16" fmla="*/ 9621 h 55921"/>
                <a:gd name="connsiteX17" fmla="*/ 16127 w 57142"/>
                <a:gd name="connsiteY17" fmla="*/ 19913 h 55921"/>
                <a:gd name="connsiteX18" fmla="*/ 13423 w 57142"/>
                <a:gd name="connsiteY18" fmla="*/ 31072 h 55921"/>
                <a:gd name="connsiteX19" fmla="*/ 9491 w 57142"/>
                <a:gd name="connsiteY19" fmla="*/ 46944 h 55921"/>
                <a:gd name="connsiteX20" fmla="*/ 8262 w 57142"/>
                <a:gd name="connsiteY20" fmla="*/ 52028 h 55921"/>
                <a:gd name="connsiteX21" fmla="*/ 12440 w 57142"/>
                <a:gd name="connsiteY21" fmla="*/ 55995 h 55921"/>
                <a:gd name="connsiteX22" fmla="*/ 17724 w 57142"/>
                <a:gd name="connsiteY22" fmla="*/ 52400 h 55921"/>
                <a:gd name="connsiteX23" fmla="*/ 20059 w 57142"/>
                <a:gd name="connsiteY23" fmla="*/ 43100 h 55921"/>
                <a:gd name="connsiteX24" fmla="*/ 23377 w 57142"/>
                <a:gd name="connsiteY24" fmla="*/ 29709 h 559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57142" h="55921">
                  <a:moveTo>
                    <a:pt x="23377" y="29709"/>
                  </a:moveTo>
                  <a:cubicBezTo>
                    <a:pt x="23500" y="28965"/>
                    <a:pt x="26326" y="17805"/>
                    <a:pt x="26572" y="17185"/>
                  </a:cubicBezTo>
                  <a:cubicBezTo>
                    <a:pt x="26818" y="16193"/>
                    <a:pt x="30382" y="9993"/>
                    <a:pt x="34314" y="7017"/>
                  </a:cubicBezTo>
                  <a:cubicBezTo>
                    <a:pt x="35666" y="6025"/>
                    <a:pt x="38984" y="3546"/>
                    <a:pt x="44268" y="3546"/>
                  </a:cubicBezTo>
                  <a:cubicBezTo>
                    <a:pt x="45497" y="3546"/>
                    <a:pt x="48569" y="3670"/>
                    <a:pt x="51027" y="5281"/>
                  </a:cubicBezTo>
                  <a:cubicBezTo>
                    <a:pt x="47094" y="6397"/>
                    <a:pt x="45620" y="9869"/>
                    <a:pt x="45620" y="12101"/>
                  </a:cubicBezTo>
                  <a:cubicBezTo>
                    <a:pt x="45620" y="14829"/>
                    <a:pt x="47709" y="16689"/>
                    <a:pt x="50535" y="16689"/>
                  </a:cubicBezTo>
                  <a:cubicBezTo>
                    <a:pt x="53362" y="16689"/>
                    <a:pt x="57417" y="14333"/>
                    <a:pt x="57417" y="9125"/>
                  </a:cubicBezTo>
                  <a:cubicBezTo>
                    <a:pt x="57417" y="2678"/>
                    <a:pt x="50658" y="74"/>
                    <a:pt x="44391" y="74"/>
                  </a:cubicBezTo>
                  <a:cubicBezTo>
                    <a:pt x="38001" y="74"/>
                    <a:pt x="32471" y="2678"/>
                    <a:pt x="27064" y="8877"/>
                  </a:cubicBezTo>
                  <a:cubicBezTo>
                    <a:pt x="24852" y="1314"/>
                    <a:pt x="17356" y="74"/>
                    <a:pt x="14406" y="74"/>
                  </a:cubicBezTo>
                  <a:cubicBezTo>
                    <a:pt x="9859" y="74"/>
                    <a:pt x="6787" y="2926"/>
                    <a:pt x="4821" y="6397"/>
                  </a:cubicBezTo>
                  <a:cubicBezTo>
                    <a:pt x="1995" y="11233"/>
                    <a:pt x="274" y="18425"/>
                    <a:pt x="274" y="19045"/>
                  </a:cubicBezTo>
                  <a:cubicBezTo>
                    <a:pt x="274" y="20657"/>
                    <a:pt x="1995" y="20657"/>
                    <a:pt x="2363" y="20657"/>
                  </a:cubicBezTo>
                  <a:cubicBezTo>
                    <a:pt x="4084" y="20657"/>
                    <a:pt x="4207" y="20285"/>
                    <a:pt x="5067" y="16937"/>
                  </a:cubicBezTo>
                  <a:cubicBezTo>
                    <a:pt x="6910" y="9373"/>
                    <a:pt x="9245" y="3546"/>
                    <a:pt x="14038" y="3546"/>
                  </a:cubicBezTo>
                  <a:cubicBezTo>
                    <a:pt x="17233" y="3546"/>
                    <a:pt x="18093" y="6273"/>
                    <a:pt x="18093" y="9621"/>
                  </a:cubicBezTo>
                  <a:cubicBezTo>
                    <a:pt x="18093" y="11977"/>
                    <a:pt x="16987" y="16565"/>
                    <a:pt x="16127" y="19913"/>
                  </a:cubicBezTo>
                  <a:cubicBezTo>
                    <a:pt x="15266" y="23261"/>
                    <a:pt x="14038" y="28345"/>
                    <a:pt x="13423" y="31072"/>
                  </a:cubicBezTo>
                  <a:lnTo>
                    <a:pt x="9491" y="46944"/>
                  </a:lnTo>
                  <a:cubicBezTo>
                    <a:pt x="8999" y="48556"/>
                    <a:pt x="8262" y="51656"/>
                    <a:pt x="8262" y="52028"/>
                  </a:cubicBezTo>
                  <a:cubicBezTo>
                    <a:pt x="8262" y="54756"/>
                    <a:pt x="10474" y="55995"/>
                    <a:pt x="12440" y="55995"/>
                  </a:cubicBezTo>
                  <a:cubicBezTo>
                    <a:pt x="14283" y="55995"/>
                    <a:pt x="16741" y="54880"/>
                    <a:pt x="17724" y="52400"/>
                  </a:cubicBezTo>
                  <a:cubicBezTo>
                    <a:pt x="17970" y="51656"/>
                    <a:pt x="19322" y="46200"/>
                    <a:pt x="20059" y="43100"/>
                  </a:cubicBezTo>
                  <a:lnTo>
                    <a:pt x="23377" y="29709"/>
                  </a:lnTo>
                  <a:close/>
                </a:path>
              </a:pathLst>
            </a:custGeom>
            <a:solidFill>
              <a:srgbClr val="000000"/>
            </a:solidFill>
            <a:ln w="15053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/>
            </a:p>
          </p:txBody>
        </p:sp>
        <p:sp>
          <p:nvSpPr>
            <p:cNvPr id="1061" name="任意形状 1060">
              <a:extLst>
                <a:ext uri="{FF2B5EF4-FFF2-40B4-BE49-F238E27FC236}">
                  <a16:creationId xmlns:a16="http://schemas.microsoft.com/office/drawing/2014/main" id="{C5ED3231-B692-78BF-9748-502ACB631E98}"/>
                </a:ext>
              </a:extLst>
            </p:cNvPr>
            <p:cNvSpPr/>
            <p:nvPr>
              <p:custDataLst>
                <p:tags r:id="rId210"/>
              </p:custDataLst>
            </p:nvPr>
          </p:nvSpPr>
          <p:spPr>
            <a:xfrm>
              <a:off x="5109054" y="5624554"/>
              <a:ext cx="43713" cy="58986"/>
            </a:xfrm>
            <a:custGeom>
              <a:avLst/>
              <a:gdLst>
                <a:gd name="connsiteX0" fmla="*/ 43991 w 43713"/>
                <a:gd name="connsiteY0" fmla="*/ 41967 h 58986"/>
                <a:gd name="connsiteX1" fmla="*/ 40304 w 43713"/>
                <a:gd name="connsiteY1" fmla="*/ 41967 h 58986"/>
                <a:gd name="connsiteX2" fmla="*/ 37759 w 43713"/>
                <a:gd name="connsiteY2" fmla="*/ 50027 h 58986"/>
                <a:gd name="connsiteX3" fmla="*/ 28366 w 43713"/>
                <a:gd name="connsiteY3" fmla="*/ 50558 h 58986"/>
                <a:gd name="connsiteX4" fmla="*/ 11162 w 43713"/>
                <a:gd name="connsiteY4" fmla="*/ 50558 h 58986"/>
                <a:gd name="connsiteX5" fmla="*/ 28718 w 43713"/>
                <a:gd name="connsiteY5" fmla="*/ 37716 h 58986"/>
                <a:gd name="connsiteX6" fmla="*/ 43991 w 43713"/>
                <a:gd name="connsiteY6" fmla="*/ 17700 h 58986"/>
                <a:gd name="connsiteX7" fmla="*/ 20818 w 43713"/>
                <a:gd name="connsiteY7" fmla="*/ 75 h 58986"/>
                <a:gd name="connsiteX8" fmla="*/ 278 w 43713"/>
                <a:gd name="connsiteY8" fmla="*/ 15663 h 58986"/>
                <a:gd name="connsiteX9" fmla="*/ 5369 w 43713"/>
                <a:gd name="connsiteY9" fmla="*/ 21065 h 58986"/>
                <a:gd name="connsiteX10" fmla="*/ 10548 w 43713"/>
                <a:gd name="connsiteY10" fmla="*/ 15840 h 58986"/>
                <a:gd name="connsiteX11" fmla="*/ 5544 w 43713"/>
                <a:gd name="connsiteY11" fmla="*/ 10614 h 58986"/>
                <a:gd name="connsiteX12" fmla="*/ 18974 w 43713"/>
                <a:gd name="connsiteY12" fmla="*/ 3972 h 58986"/>
                <a:gd name="connsiteX13" fmla="*/ 34599 w 43713"/>
                <a:gd name="connsiteY13" fmla="*/ 17788 h 58986"/>
                <a:gd name="connsiteX14" fmla="*/ 22749 w 43713"/>
                <a:gd name="connsiteY14" fmla="*/ 36653 h 58986"/>
                <a:gd name="connsiteX15" fmla="*/ 1331 w 43713"/>
                <a:gd name="connsiteY15" fmla="*/ 54987 h 58986"/>
                <a:gd name="connsiteX16" fmla="*/ 278 w 43713"/>
                <a:gd name="connsiteY16" fmla="*/ 56404 h 58986"/>
                <a:gd name="connsiteX17" fmla="*/ 278 w 43713"/>
                <a:gd name="connsiteY17" fmla="*/ 59061 h 58986"/>
                <a:gd name="connsiteX18" fmla="*/ 41094 w 43713"/>
                <a:gd name="connsiteY18" fmla="*/ 59061 h 58986"/>
                <a:gd name="connsiteX19" fmla="*/ 43991 w 43713"/>
                <a:gd name="connsiteY19" fmla="*/ 41967 h 589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43713" h="58986">
                  <a:moveTo>
                    <a:pt x="43991" y="41967"/>
                  </a:moveTo>
                  <a:lnTo>
                    <a:pt x="40304" y="41967"/>
                  </a:lnTo>
                  <a:cubicBezTo>
                    <a:pt x="40041" y="43650"/>
                    <a:pt x="39163" y="49141"/>
                    <a:pt x="37759" y="50027"/>
                  </a:cubicBezTo>
                  <a:cubicBezTo>
                    <a:pt x="37056" y="50558"/>
                    <a:pt x="29683" y="50558"/>
                    <a:pt x="28366" y="50558"/>
                  </a:cubicBezTo>
                  <a:lnTo>
                    <a:pt x="11162" y="50558"/>
                  </a:lnTo>
                  <a:cubicBezTo>
                    <a:pt x="16955" y="46219"/>
                    <a:pt x="23451" y="41259"/>
                    <a:pt x="28718" y="37716"/>
                  </a:cubicBezTo>
                  <a:cubicBezTo>
                    <a:pt x="36618" y="32225"/>
                    <a:pt x="43991" y="27088"/>
                    <a:pt x="43991" y="17700"/>
                  </a:cubicBezTo>
                  <a:cubicBezTo>
                    <a:pt x="43991" y="6363"/>
                    <a:pt x="33370" y="75"/>
                    <a:pt x="20818" y="75"/>
                  </a:cubicBezTo>
                  <a:cubicBezTo>
                    <a:pt x="8968" y="75"/>
                    <a:pt x="278" y="6983"/>
                    <a:pt x="278" y="15663"/>
                  </a:cubicBezTo>
                  <a:cubicBezTo>
                    <a:pt x="278" y="20268"/>
                    <a:pt x="4140" y="21065"/>
                    <a:pt x="5369" y="21065"/>
                  </a:cubicBezTo>
                  <a:cubicBezTo>
                    <a:pt x="7739" y="21065"/>
                    <a:pt x="10548" y="19471"/>
                    <a:pt x="10548" y="15840"/>
                  </a:cubicBezTo>
                  <a:cubicBezTo>
                    <a:pt x="10548" y="12651"/>
                    <a:pt x="8266" y="10880"/>
                    <a:pt x="5544" y="10614"/>
                  </a:cubicBezTo>
                  <a:cubicBezTo>
                    <a:pt x="8002" y="6629"/>
                    <a:pt x="13093" y="3972"/>
                    <a:pt x="18974" y="3972"/>
                  </a:cubicBezTo>
                  <a:cubicBezTo>
                    <a:pt x="27489" y="3972"/>
                    <a:pt x="34599" y="9109"/>
                    <a:pt x="34599" y="17788"/>
                  </a:cubicBezTo>
                  <a:cubicBezTo>
                    <a:pt x="34599" y="25228"/>
                    <a:pt x="29508" y="30896"/>
                    <a:pt x="22749" y="36653"/>
                  </a:cubicBezTo>
                  <a:lnTo>
                    <a:pt x="1331" y="54987"/>
                  </a:lnTo>
                  <a:cubicBezTo>
                    <a:pt x="453" y="55784"/>
                    <a:pt x="366" y="55784"/>
                    <a:pt x="278" y="56404"/>
                  </a:cubicBezTo>
                  <a:lnTo>
                    <a:pt x="278" y="59061"/>
                  </a:lnTo>
                  <a:lnTo>
                    <a:pt x="41094" y="59061"/>
                  </a:lnTo>
                  <a:lnTo>
                    <a:pt x="43991" y="41967"/>
                  </a:lnTo>
                  <a:close/>
                </a:path>
              </a:pathLst>
            </a:custGeom>
            <a:solidFill>
              <a:srgbClr val="000000"/>
            </a:solidFill>
            <a:ln w="15053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/>
            </a:p>
          </p:txBody>
        </p:sp>
        <p:sp>
          <p:nvSpPr>
            <p:cNvPr id="1062" name="任意形状 1061">
              <a:extLst>
                <a:ext uri="{FF2B5EF4-FFF2-40B4-BE49-F238E27FC236}">
                  <a16:creationId xmlns:a16="http://schemas.microsoft.com/office/drawing/2014/main" id="{D8043845-671B-54EF-F29E-E2F7F373B25F}"/>
                </a:ext>
              </a:extLst>
            </p:cNvPr>
            <p:cNvSpPr/>
            <p:nvPr>
              <p:custDataLst>
                <p:tags r:id="rId211"/>
              </p:custDataLst>
            </p:nvPr>
          </p:nvSpPr>
          <p:spPr>
            <a:xfrm>
              <a:off x="5268598" y="5489184"/>
              <a:ext cx="7022" cy="177135"/>
            </a:xfrm>
            <a:custGeom>
              <a:avLst/>
              <a:gdLst>
                <a:gd name="connsiteX0" fmla="*/ 7308 w 7022"/>
                <a:gd name="connsiteY0" fmla="*/ 6448 h 177135"/>
                <a:gd name="connsiteX1" fmla="*/ 3797 w 7022"/>
                <a:gd name="connsiteY1" fmla="*/ 71 h 177135"/>
                <a:gd name="connsiteX2" fmla="*/ 286 w 7022"/>
                <a:gd name="connsiteY2" fmla="*/ 6448 h 177135"/>
                <a:gd name="connsiteX3" fmla="*/ 286 w 7022"/>
                <a:gd name="connsiteY3" fmla="*/ 170830 h 177135"/>
                <a:gd name="connsiteX4" fmla="*/ 3797 w 7022"/>
                <a:gd name="connsiteY4" fmla="*/ 177207 h 177135"/>
                <a:gd name="connsiteX5" fmla="*/ 7308 w 7022"/>
                <a:gd name="connsiteY5" fmla="*/ 170830 h 177135"/>
                <a:gd name="connsiteX6" fmla="*/ 7308 w 7022"/>
                <a:gd name="connsiteY6" fmla="*/ 6448 h 1771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022" h="177135">
                  <a:moveTo>
                    <a:pt x="7308" y="6448"/>
                  </a:moveTo>
                  <a:cubicBezTo>
                    <a:pt x="7308" y="3260"/>
                    <a:pt x="7308" y="71"/>
                    <a:pt x="3797" y="71"/>
                  </a:cubicBezTo>
                  <a:cubicBezTo>
                    <a:pt x="286" y="71"/>
                    <a:pt x="286" y="3260"/>
                    <a:pt x="286" y="6448"/>
                  </a:cubicBezTo>
                  <a:lnTo>
                    <a:pt x="286" y="170830"/>
                  </a:lnTo>
                  <a:cubicBezTo>
                    <a:pt x="286" y="174019"/>
                    <a:pt x="286" y="177207"/>
                    <a:pt x="3797" y="177207"/>
                  </a:cubicBezTo>
                  <a:cubicBezTo>
                    <a:pt x="7308" y="177207"/>
                    <a:pt x="7308" y="174019"/>
                    <a:pt x="7308" y="170830"/>
                  </a:cubicBezTo>
                  <a:lnTo>
                    <a:pt x="7308" y="6448"/>
                  </a:lnTo>
                  <a:close/>
                </a:path>
              </a:pathLst>
            </a:custGeom>
            <a:solidFill>
              <a:srgbClr val="000000"/>
            </a:solidFill>
            <a:ln w="15053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/>
            </a:p>
          </p:txBody>
        </p:sp>
        <p:sp>
          <p:nvSpPr>
            <p:cNvPr id="1063" name="任意形状 1062">
              <a:extLst>
                <a:ext uri="{FF2B5EF4-FFF2-40B4-BE49-F238E27FC236}">
                  <a16:creationId xmlns:a16="http://schemas.microsoft.com/office/drawing/2014/main" id="{1F4DB867-695F-DD16-728C-618245BA0152}"/>
                </a:ext>
              </a:extLst>
            </p:cNvPr>
            <p:cNvSpPr/>
            <p:nvPr>
              <p:custDataLst>
                <p:tags r:id="rId212"/>
              </p:custDataLst>
            </p:nvPr>
          </p:nvSpPr>
          <p:spPr>
            <a:xfrm>
              <a:off x="4390397" y="5704796"/>
              <a:ext cx="906075" cy="7085"/>
            </a:xfrm>
            <a:custGeom>
              <a:avLst/>
              <a:gdLst>
                <a:gd name="connsiteX0" fmla="*/ 0 w 906075"/>
                <a:gd name="connsiteY0" fmla="*/ 0 h 7085"/>
                <a:gd name="connsiteX1" fmla="*/ 906075 w 906075"/>
                <a:gd name="connsiteY1" fmla="*/ 0 h 7085"/>
                <a:gd name="connsiteX2" fmla="*/ 906075 w 906075"/>
                <a:gd name="connsiteY2" fmla="*/ 7085 h 7085"/>
                <a:gd name="connsiteX3" fmla="*/ 0 w 906075"/>
                <a:gd name="connsiteY3" fmla="*/ 7085 h 70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06075" h="7085">
                  <a:moveTo>
                    <a:pt x="0" y="0"/>
                  </a:moveTo>
                  <a:lnTo>
                    <a:pt x="906075" y="0"/>
                  </a:lnTo>
                  <a:lnTo>
                    <a:pt x="906075" y="7085"/>
                  </a:lnTo>
                  <a:lnTo>
                    <a:pt x="0" y="7085"/>
                  </a:lnTo>
                  <a:close/>
                </a:path>
              </a:pathLst>
            </a:custGeom>
            <a:solidFill>
              <a:srgbClr val="000000"/>
            </a:solidFill>
            <a:ln w="15053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/>
            </a:p>
          </p:txBody>
        </p:sp>
        <p:sp>
          <p:nvSpPr>
            <p:cNvPr id="1064" name="任意形状 1063">
              <a:extLst>
                <a:ext uri="{FF2B5EF4-FFF2-40B4-BE49-F238E27FC236}">
                  <a16:creationId xmlns:a16="http://schemas.microsoft.com/office/drawing/2014/main" id="{88D58428-53F6-487A-02A3-BBE536250CE0}"/>
                </a:ext>
              </a:extLst>
            </p:cNvPr>
            <p:cNvSpPr/>
            <p:nvPr>
              <p:custDataLst>
                <p:tags r:id="rId213"/>
              </p:custDataLst>
            </p:nvPr>
          </p:nvSpPr>
          <p:spPr>
            <a:xfrm>
              <a:off x="4679525" y="5741277"/>
              <a:ext cx="7022" cy="177135"/>
            </a:xfrm>
            <a:custGeom>
              <a:avLst/>
              <a:gdLst>
                <a:gd name="connsiteX0" fmla="*/ 7275 w 7022"/>
                <a:gd name="connsiteY0" fmla="*/ 6462 h 177135"/>
                <a:gd name="connsiteX1" fmla="*/ 3764 w 7022"/>
                <a:gd name="connsiteY1" fmla="*/ 85 h 177135"/>
                <a:gd name="connsiteX2" fmla="*/ 253 w 7022"/>
                <a:gd name="connsiteY2" fmla="*/ 6462 h 177135"/>
                <a:gd name="connsiteX3" fmla="*/ 253 w 7022"/>
                <a:gd name="connsiteY3" fmla="*/ 170844 h 177135"/>
                <a:gd name="connsiteX4" fmla="*/ 3764 w 7022"/>
                <a:gd name="connsiteY4" fmla="*/ 177221 h 177135"/>
                <a:gd name="connsiteX5" fmla="*/ 7275 w 7022"/>
                <a:gd name="connsiteY5" fmla="*/ 170844 h 177135"/>
                <a:gd name="connsiteX6" fmla="*/ 7275 w 7022"/>
                <a:gd name="connsiteY6" fmla="*/ 6462 h 1771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022" h="177135">
                  <a:moveTo>
                    <a:pt x="7275" y="6462"/>
                  </a:moveTo>
                  <a:cubicBezTo>
                    <a:pt x="7275" y="3274"/>
                    <a:pt x="7275" y="85"/>
                    <a:pt x="3764" y="85"/>
                  </a:cubicBezTo>
                  <a:cubicBezTo>
                    <a:pt x="253" y="85"/>
                    <a:pt x="253" y="3274"/>
                    <a:pt x="253" y="6462"/>
                  </a:cubicBezTo>
                  <a:lnTo>
                    <a:pt x="253" y="170844"/>
                  </a:lnTo>
                  <a:cubicBezTo>
                    <a:pt x="253" y="174033"/>
                    <a:pt x="253" y="177221"/>
                    <a:pt x="3764" y="177221"/>
                  </a:cubicBezTo>
                  <a:cubicBezTo>
                    <a:pt x="7275" y="177221"/>
                    <a:pt x="7275" y="174033"/>
                    <a:pt x="7275" y="170844"/>
                  </a:cubicBezTo>
                  <a:lnTo>
                    <a:pt x="7275" y="6462"/>
                  </a:lnTo>
                  <a:close/>
                </a:path>
              </a:pathLst>
            </a:custGeom>
            <a:solidFill>
              <a:srgbClr val="000000"/>
            </a:solidFill>
            <a:ln w="15053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/>
            </a:p>
          </p:txBody>
        </p:sp>
        <p:sp>
          <p:nvSpPr>
            <p:cNvPr id="1065" name="任意形状 1064">
              <a:extLst>
                <a:ext uri="{FF2B5EF4-FFF2-40B4-BE49-F238E27FC236}">
                  <a16:creationId xmlns:a16="http://schemas.microsoft.com/office/drawing/2014/main" id="{4BB504E7-BF05-A1AF-08A5-BBA3E30FF0D8}"/>
                </a:ext>
              </a:extLst>
            </p:cNvPr>
            <p:cNvSpPr/>
            <p:nvPr>
              <p:custDataLst>
                <p:tags r:id="rId214"/>
              </p:custDataLst>
            </p:nvPr>
          </p:nvSpPr>
          <p:spPr>
            <a:xfrm>
              <a:off x="4714070" y="5753676"/>
              <a:ext cx="127413" cy="120452"/>
            </a:xfrm>
            <a:custGeom>
              <a:avLst/>
              <a:gdLst>
                <a:gd name="connsiteX0" fmla="*/ 117877 w 127413"/>
                <a:gd name="connsiteY0" fmla="*/ 79265 h 120452"/>
                <a:gd name="connsiteX1" fmla="*/ 118755 w 127413"/>
                <a:gd name="connsiteY1" fmla="*/ 76785 h 120452"/>
                <a:gd name="connsiteX2" fmla="*/ 116648 w 127413"/>
                <a:gd name="connsiteY2" fmla="*/ 74837 h 120452"/>
                <a:gd name="connsiteX3" fmla="*/ 114366 w 127413"/>
                <a:gd name="connsiteY3" fmla="*/ 76962 h 120452"/>
                <a:gd name="connsiteX4" fmla="*/ 66439 w 127413"/>
                <a:gd name="connsiteY4" fmla="*/ 115046 h 120452"/>
                <a:gd name="connsiteX5" fmla="*/ 40808 w 127413"/>
                <a:gd name="connsiteY5" fmla="*/ 115046 h 120452"/>
                <a:gd name="connsiteX6" fmla="*/ 36946 w 127413"/>
                <a:gd name="connsiteY6" fmla="*/ 114869 h 120452"/>
                <a:gd name="connsiteX7" fmla="*/ 34664 w 127413"/>
                <a:gd name="connsiteY7" fmla="*/ 113098 h 120452"/>
                <a:gd name="connsiteX8" fmla="*/ 35542 w 127413"/>
                <a:gd name="connsiteY8" fmla="*/ 109024 h 120452"/>
                <a:gd name="connsiteX9" fmla="*/ 47480 w 127413"/>
                <a:gd name="connsiteY9" fmla="*/ 60666 h 120452"/>
                <a:gd name="connsiteX10" fmla="*/ 64859 w 127413"/>
                <a:gd name="connsiteY10" fmla="*/ 60666 h 120452"/>
                <a:gd name="connsiteX11" fmla="*/ 79782 w 127413"/>
                <a:gd name="connsiteY11" fmla="*/ 68814 h 120452"/>
                <a:gd name="connsiteX12" fmla="*/ 78553 w 127413"/>
                <a:gd name="connsiteY12" fmla="*/ 77494 h 120452"/>
                <a:gd name="connsiteX13" fmla="*/ 78026 w 127413"/>
                <a:gd name="connsiteY13" fmla="*/ 79442 h 120452"/>
                <a:gd name="connsiteX14" fmla="*/ 80308 w 127413"/>
                <a:gd name="connsiteY14" fmla="*/ 81391 h 120452"/>
                <a:gd name="connsiteX15" fmla="*/ 82941 w 127413"/>
                <a:gd name="connsiteY15" fmla="*/ 77848 h 120452"/>
                <a:gd name="connsiteX16" fmla="*/ 92948 w 127413"/>
                <a:gd name="connsiteY16" fmla="*/ 36398 h 120452"/>
                <a:gd name="connsiteX17" fmla="*/ 90841 w 127413"/>
                <a:gd name="connsiteY17" fmla="*/ 34450 h 120452"/>
                <a:gd name="connsiteX18" fmla="*/ 88384 w 127413"/>
                <a:gd name="connsiteY18" fmla="*/ 37638 h 120452"/>
                <a:gd name="connsiteX19" fmla="*/ 65386 w 127413"/>
                <a:gd name="connsiteY19" fmla="*/ 55175 h 120452"/>
                <a:gd name="connsiteX20" fmla="*/ 48884 w 127413"/>
                <a:gd name="connsiteY20" fmla="*/ 55175 h 120452"/>
                <a:gd name="connsiteX21" fmla="*/ 59417 w 127413"/>
                <a:gd name="connsiteY21" fmla="*/ 12485 h 120452"/>
                <a:gd name="connsiteX22" fmla="*/ 68897 w 127413"/>
                <a:gd name="connsiteY22" fmla="*/ 5577 h 120452"/>
                <a:gd name="connsiteX23" fmla="*/ 93650 w 127413"/>
                <a:gd name="connsiteY23" fmla="*/ 5577 h 120452"/>
                <a:gd name="connsiteX24" fmla="*/ 120335 w 127413"/>
                <a:gd name="connsiteY24" fmla="*/ 25239 h 120452"/>
                <a:gd name="connsiteX25" fmla="*/ 119632 w 127413"/>
                <a:gd name="connsiteY25" fmla="*/ 34627 h 120452"/>
                <a:gd name="connsiteX26" fmla="*/ 119457 w 127413"/>
                <a:gd name="connsiteY26" fmla="*/ 37815 h 120452"/>
                <a:gd name="connsiteX27" fmla="*/ 121563 w 127413"/>
                <a:gd name="connsiteY27" fmla="*/ 39941 h 120452"/>
                <a:gd name="connsiteX28" fmla="*/ 124021 w 127413"/>
                <a:gd name="connsiteY28" fmla="*/ 35513 h 120452"/>
                <a:gd name="connsiteX29" fmla="*/ 127532 w 127413"/>
                <a:gd name="connsiteY29" fmla="*/ 4868 h 120452"/>
                <a:gd name="connsiteX30" fmla="*/ 122792 w 127413"/>
                <a:gd name="connsiteY30" fmla="*/ 85 h 120452"/>
                <a:gd name="connsiteX31" fmla="*/ 34137 w 127413"/>
                <a:gd name="connsiteY31" fmla="*/ 85 h 120452"/>
                <a:gd name="connsiteX32" fmla="*/ 28871 w 127413"/>
                <a:gd name="connsiteY32" fmla="*/ 3628 h 120452"/>
                <a:gd name="connsiteX33" fmla="*/ 33786 w 127413"/>
                <a:gd name="connsiteY33" fmla="*/ 5577 h 120452"/>
                <a:gd name="connsiteX34" fmla="*/ 45197 w 127413"/>
                <a:gd name="connsiteY34" fmla="*/ 8765 h 120452"/>
                <a:gd name="connsiteX35" fmla="*/ 44320 w 127413"/>
                <a:gd name="connsiteY35" fmla="*/ 13016 h 120452"/>
                <a:gd name="connsiteX36" fmla="*/ 21146 w 127413"/>
                <a:gd name="connsiteY36" fmla="*/ 106721 h 120452"/>
                <a:gd name="connsiteX37" fmla="*/ 5171 w 127413"/>
                <a:gd name="connsiteY37" fmla="*/ 115046 h 120452"/>
                <a:gd name="connsiteX38" fmla="*/ 255 w 127413"/>
                <a:gd name="connsiteY38" fmla="*/ 118412 h 120452"/>
                <a:gd name="connsiteX39" fmla="*/ 5171 w 127413"/>
                <a:gd name="connsiteY39" fmla="*/ 120538 h 120452"/>
                <a:gd name="connsiteX40" fmla="*/ 96284 w 127413"/>
                <a:gd name="connsiteY40" fmla="*/ 120538 h 120452"/>
                <a:gd name="connsiteX41" fmla="*/ 101726 w 127413"/>
                <a:gd name="connsiteY41" fmla="*/ 117526 h 120452"/>
                <a:gd name="connsiteX42" fmla="*/ 117877 w 127413"/>
                <a:gd name="connsiteY42" fmla="*/ 79265 h 1204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</a:cxnLst>
              <a:rect l="l" t="t" r="r" b="b"/>
              <a:pathLst>
                <a:path w="127413" h="120452">
                  <a:moveTo>
                    <a:pt x="117877" y="79265"/>
                  </a:moveTo>
                  <a:cubicBezTo>
                    <a:pt x="118228" y="78379"/>
                    <a:pt x="118755" y="77139"/>
                    <a:pt x="118755" y="76785"/>
                  </a:cubicBezTo>
                  <a:cubicBezTo>
                    <a:pt x="118755" y="76608"/>
                    <a:pt x="118755" y="74837"/>
                    <a:pt x="116648" y="74837"/>
                  </a:cubicBezTo>
                  <a:cubicBezTo>
                    <a:pt x="115068" y="74837"/>
                    <a:pt x="114717" y="75900"/>
                    <a:pt x="114366" y="76962"/>
                  </a:cubicBezTo>
                  <a:cubicBezTo>
                    <a:pt x="102955" y="103178"/>
                    <a:pt x="96459" y="115046"/>
                    <a:pt x="66439" y="115046"/>
                  </a:cubicBezTo>
                  <a:lnTo>
                    <a:pt x="40808" y="115046"/>
                  </a:lnTo>
                  <a:cubicBezTo>
                    <a:pt x="38351" y="115046"/>
                    <a:pt x="38000" y="115046"/>
                    <a:pt x="36946" y="114869"/>
                  </a:cubicBezTo>
                  <a:cubicBezTo>
                    <a:pt x="35191" y="114692"/>
                    <a:pt x="34664" y="114515"/>
                    <a:pt x="34664" y="113098"/>
                  </a:cubicBezTo>
                  <a:cubicBezTo>
                    <a:pt x="34664" y="112567"/>
                    <a:pt x="34664" y="112212"/>
                    <a:pt x="35542" y="109024"/>
                  </a:cubicBezTo>
                  <a:lnTo>
                    <a:pt x="47480" y="60666"/>
                  </a:lnTo>
                  <a:lnTo>
                    <a:pt x="64859" y="60666"/>
                  </a:lnTo>
                  <a:cubicBezTo>
                    <a:pt x="79782" y="60666"/>
                    <a:pt x="79782" y="64386"/>
                    <a:pt x="79782" y="68814"/>
                  </a:cubicBezTo>
                  <a:cubicBezTo>
                    <a:pt x="79782" y="70054"/>
                    <a:pt x="79782" y="72180"/>
                    <a:pt x="78553" y="77494"/>
                  </a:cubicBezTo>
                  <a:cubicBezTo>
                    <a:pt x="78202" y="78379"/>
                    <a:pt x="78026" y="78911"/>
                    <a:pt x="78026" y="79442"/>
                  </a:cubicBezTo>
                  <a:cubicBezTo>
                    <a:pt x="78026" y="80328"/>
                    <a:pt x="78728" y="81391"/>
                    <a:pt x="80308" y="81391"/>
                  </a:cubicBezTo>
                  <a:cubicBezTo>
                    <a:pt x="81713" y="81391"/>
                    <a:pt x="82239" y="80505"/>
                    <a:pt x="82941" y="77848"/>
                  </a:cubicBezTo>
                  <a:lnTo>
                    <a:pt x="92948" y="36398"/>
                  </a:lnTo>
                  <a:cubicBezTo>
                    <a:pt x="92948" y="35335"/>
                    <a:pt x="92070" y="34450"/>
                    <a:pt x="90841" y="34450"/>
                  </a:cubicBezTo>
                  <a:cubicBezTo>
                    <a:pt x="89261" y="34450"/>
                    <a:pt x="88910" y="35513"/>
                    <a:pt x="88384" y="37638"/>
                  </a:cubicBezTo>
                  <a:cubicBezTo>
                    <a:pt x="84697" y="51100"/>
                    <a:pt x="81537" y="55175"/>
                    <a:pt x="65386" y="55175"/>
                  </a:cubicBezTo>
                  <a:lnTo>
                    <a:pt x="48884" y="55175"/>
                  </a:lnTo>
                  <a:lnTo>
                    <a:pt x="59417" y="12485"/>
                  </a:lnTo>
                  <a:cubicBezTo>
                    <a:pt x="60997" y="6285"/>
                    <a:pt x="61173" y="5577"/>
                    <a:pt x="68897" y="5577"/>
                  </a:cubicBezTo>
                  <a:lnTo>
                    <a:pt x="93650" y="5577"/>
                  </a:lnTo>
                  <a:cubicBezTo>
                    <a:pt x="115068" y="5577"/>
                    <a:pt x="120335" y="10714"/>
                    <a:pt x="120335" y="25239"/>
                  </a:cubicBezTo>
                  <a:cubicBezTo>
                    <a:pt x="120335" y="29490"/>
                    <a:pt x="120335" y="29844"/>
                    <a:pt x="119632" y="34627"/>
                  </a:cubicBezTo>
                  <a:cubicBezTo>
                    <a:pt x="119632" y="35690"/>
                    <a:pt x="119457" y="36930"/>
                    <a:pt x="119457" y="37815"/>
                  </a:cubicBezTo>
                  <a:cubicBezTo>
                    <a:pt x="119457" y="38701"/>
                    <a:pt x="119983" y="39941"/>
                    <a:pt x="121563" y="39941"/>
                  </a:cubicBezTo>
                  <a:cubicBezTo>
                    <a:pt x="123495" y="39941"/>
                    <a:pt x="123670" y="38878"/>
                    <a:pt x="124021" y="35513"/>
                  </a:cubicBezTo>
                  <a:lnTo>
                    <a:pt x="127532" y="4868"/>
                  </a:lnTo>
                  <a:cubicBezTo>
                    <a:pt x="128059" y="85"/>
                    <a:pt x="127181" y="85"/>
                    <a:pt x="122792" y="85"/>
                  </a:cubicBezTo>
                  <a:lnTo>
                    <a:pt x="34137" y="85"/>
                  </a:lnTo>
                  <a:cubicBezTo>
                    <a:pt x="30626" y="85"/>
                    <a:pt x="28871" y="85"/>
                    <a:pt x="28871" y="3628"/>
                  </a:cubicBezTo>
                  <a:cubicBezTo>
                    <a:pt x="28871" y="5577"/>
                    <a:pt x="30451" y="5577"/>
                    <a:pt x="33786" y="5577"/>
                  </a:cubicBezTo>
                  <a:cubicBezTo>
                    <a:pt x="40282" y="5577"/>
                    <a:pt x="45197" y="5577"/>
                    <a:pt x="45197" y="8765"/>
                  </a:cubicBezTo>
                  <a:cubicBezTo>
                    <a:pt x="45197" y="9474"/>
                    <a:pt x="45197" y="9828"/>
                    <a:pt x="44320" y="13016"/>
                  </a:cubicBezTo>
                  <a:lnTo>
                    <a:pt x="21146" y="106721"/>
                  </a:lnTo>
                  <a:cubicBezTo>
                    <a:pt x="19391" y="113629"/>
                    <a:pt x="19040" y="115046"/>
                    <a:pt x="5171" y="115046"/>
                  </a:cubicBezTo>
                  <a:cubicBezTo>
                    <a:pt x="2187" y="115046"/>
                    <a:pt x="255" y="115046"/>
                    <a:pt x="255" y="118412"/>
                  </a:cubicBezTo>
                  <a:cubicBezTo>
                    <a:pt x="255" y="120538"/>
                    <a:pt x="1835" y="120538"/>
                    <a:pt x="5171" y="120538"/>
                  </a:cubicBezTo>
                  <a:lnTo>
                    <a:pt x="96284" y="120538"/>
                  </a:lnTo>
                  <a:cubicBezTo>
                    <a:pt x="100321" y="120538"/>
                    <a:pt x="100497" y="120361"/>
                    <a:pt x="101726" y="117526"/>
                  </a:cubicBezTo>
                  <a:lnTo>
                    <a:pt x="117877" y="79265"/>
                  </a:lnTo>
                  <a:close/>
                </a:path>
              </a:pathLst>
            </a:custGeom>
            <a:solidFill>
              <a:srgbClr val="000000"/>
            </a:solidFill>
            <a:ln w="15053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/>
            </a:p>
          </p:txBody>
        </p:sp>
        <p:sp>
          <p:nvSpPr>
            <p:cNvPr id="1066" name="任意形状 1065">
              <a:extLst>
                <a:ext uri="{FF2B5EF4-FFF2-40B4-BE49-F238E27FC236}">
                  <a16:creationId xmlns:a16="http://schemas.microsoft.com/office/drawing/2014/main" id="{602196BB-3B2E-6416-0FAE-16C3194BF2A7}"/>
                </a:ext>
              </a:extLst>
            </p:cNvPr>
            <p:cNvSpPr/>
            <p:nvPr>
              <p:custDataLst>
                <p:tags r:id="rId215"/>
              </p:custDataLst>
            </p:nvPr>
          </p:nvSpPr>
          <p:spPr>
            <a:xfrm>
              <a:off x="4842768" y="5846017"/>
              <a:ext cx="57142" cy="55921"/>
            </a:xfrm>
            <a:custGeom>
              <a:avLst/>
              <a:gdLst>
                <a:gd name="connsiteX0" fmla="*/ 23366 w 57142"/>
                <a:gd name="connsiteY0" fmla="*/ 29722 h 55921"/>
                <a:gd name="connsiteX1" fmla="*/ 26561 w 57142"/>
                <a:gd name="connsiteY1" fmla="*/ 17198 h 55921"/>
                <a:gd name="connsiteX2" fmla="*/ 34303 w 57142"/>
                <a:gd name="connsiteY2" fmla="*/ 7031 h 55921"/>
                <a:gd name="connsiteX3" fmla="*/ 44257 w 57142"/>
                <a:gd name="connsiteY3" fmla="*/ 3559 h 55921"/>
                <a:gd name="connsiteX4" fmla="*/ 51016 w 57142"/>
                <a:gd name="connsiteY4" fmla="*/ 5295 h 55921"/>
                <a:gd name="connsiteX5" fmla="*/ 45608 w 57142"/>
                <a:gd name="connsiteY5" fmla="*/ 12114 h 55921"/>
                <a:gd name="connsiteX6" fmla="*/ 50524 w 57142"/>
                <a:gd name="connsiteY6" fmla="*/ 16702 h 55921"/>
                <a:gd name="connsiteX7" fmla="*/ 57406 w 57142"/>
                <a:gd name="connsiteY7" fmla="*/ 9139 h 55921"/>
                <a:gd name="connsiteX8" fmla="*/ 44380 w 57142"/>
                <a:gd name="connsiteY8" fmla="*/ 87 h 55921"/>
                <a:gd name="connsiteX9" fmla="*/ 27052 w 57142"/>
                <a:gd name="connsiteY9" fmla="*/ 8891 h 55921"/>
                <a:gd name="connsiteX10" fmla="*/ 14395 w 57142"/>
                <a:gd name="connsiteY10" fmla="*/ 87 h 55921"/>
                <a:gd name="connsiteX11" fmla="*/ 4810 w 57142"/>
                <a:gd name="connsiteY11" fmla="*/ 6411 h 55921"/>
                <a:gd name="connsiteX12" fmla="*/ 263 w 57142"/>
                <a:gd name="connsiteY12" fmla="*/ 19058 h 55921"/>
                <a:gd name="connsiteX13" fmla="*/ 2352 w 57142"/>
                <a:gd name="connsiteY13" fmla="*/ 20670 h 55921"/>
                <a:gd name="connsiteX14" fmla="*/ 5055 w 57142"/>
                <a:gd name="connsiteY14" fmla="*/ 16950 h 55921"/>
                <a:gd name="connsiteX15" fmla="*/ 14026 w 57142"/>
                <a:gd name="connsiteY15" fmla="*/ 3559 h 55921"/>
                <a:gd name="connsiteX16" fmla="*/ 18082 w 57142"/>
                <a:gd name="connsiteY16" fmla="*/ 9635 h 55921"/>
                <a:gd name="connsiteX17" fmla="*/ 16115 w 57142"/>
                <a:gd name="connsiteY17" fmla="*/ 19926 h 55921"/>
                <a:gd name="connsiteX18" fmla="*/ 13412 w 57142"/>
                <a:gd name="connsiteY18" fmla="*/ 31086 h 55921"/>
                <a:gd name="connsiteX19" fmla="*/ 9479 w 57142"/>
                <a:gd name="connsiteY19" fmla="*/ 46957 h 55921"/>
                <a:gd name="connsiteX20" fmla="*/ 8251 w 57142"/>
                <a:gd name="connsiteY20" fmla="*/ 52041 h 55921"/>
                <a:gd name="connsiteX21" fmla="*/ 12429 w 57142"/>
                <a:gd name="connsiteY21" fmla="*/ 56009 h 55921"/>
                <a:gd name="connsiteX22" fmla="*/ 17713 w 57142"/>
                <a:gd name="connsiteY22" fmla="*/ 52413 h 55921"/>
                <a:gd name="connsiteX23" fmla="*/ 20048 w 57142"/>
                <a:gd name="connsiteY23" fmla="*/ 43113 h 55921"/>
                <a:gd name="connsiteX24" fmla="*/ 23366 w 57142"/>
                <a:gd name="connsiteY24" fmla="*/ 29722 h 559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57142" h="55921">
                  <a:moveTo>
                    <a:pt x="23366" y="29722"/>
                  </a:moveTo>
                  <a:cubicBezTo>
                    <a:pt x="23489" y="28978"/>
                    <a:pt x="26315" y="17818"/>
                    <a:pt x="26561" y="17198"/>
                  </a:cubicBezTo>
                  <a:cubicBezTo>
                    <a:pt x="26807" y="16206"/>
                    <a:pt x="30370" y="10007"/>
                    <a:pt x="34303" y="7031"/>
                  </a:cubicBezTo>
                  <a:cubicBezTo>
                    <a:pt x="35655" y="6039"/>
                    <a:pt x="38973" y="3559"/>
                    <a:pt x="44257" y="3559"/>
                  </a:cubicBezTo>
                  <a:cubicBezTo>
                    <a:pt x="45486" y="3559"/>
                    <a:pt x="48558" y="3683"/>
                    <a:pt x="51016" y="5295"/>
                  </a:cubicBezTo>
                  <a:cubicBezTo>
                    <a:pt x="47083" y="6411"/>
                    <a:pt x="45608" y="9883"/>
                    <a:pt x="45608" y="12114"/>
                  </a:cubicBezTo>
                  <a:cubicBezTo>
                    <a:pt x="45608" y="14842"/>
                    <a:pt x="47698" y="16702"/>
                    <a:pt x="50524" y="16702"/>
                  </a:cubicBezTo>
                  <a:cubicBezTo>
                    <a:pt x="53350" y="16702"/>
                    <a:pt x="57406" y="14346"/>
                    <a:pt x="57406" y="9139"/>
                  </a:cubicBezTo>
                  <a:cubicBezTo>
                    <a:pt x="57406" y="2691"/>
                    <a:pt x="50647" y="87"/>
                    <a:pt x="44380" y="87"/>
                  </a:cubicBezTo>
                  <a:cubicBezTo>
                    <a:pt x="37989" y="87"/>
                    <a:pt x="32459" y="2691"/>
                    <a:pt x="27052" y="8891"/>
                  </a:cubicBezTo>
                  <a:cubicBezTo>
                    <a:pt x="24840" y="1327"/>
                    <a:pt x="17344" y="87"/>
                    <a:pt x="14395" y="87"/>
                  </a:cubicBezTo>
                  <a:cubicBezTo>
                    <a:pt x="9848" y="87"/>
                    <a:pt x="6776" y="2939"/>
                    <a:pt x="4810" y="6411"/>
                  </a:cubicBezTo>
                  <a:cubicBezTo>
                    <a:pt x="1983" y="11246"/>
                    <a:pt x="263" y="18438"/>
                    <a:pt x="263" y="19058"/>
                  </a:cubicBezTo>
                  <a:cubicBezTo>
                    <a:pt x="263" y="20670"/>
                    <a:pt x="1983" y="20670"/>
                    <a:pt x="2352" y="20670"/>
                  </a:cubicBezTo>
                  <a:cubicBezTo>
                    <a:pt x="4072" y="20670"/>
                    <a:pt x="4195" y="20298"/>
                    <a:pt x="5055" y="16950"/>
                  </a:cubicBezTo>
                  <a:cubicBezTo>
                    <a:pt x="6899" y="9387"/>
                    <a:pt x="9234" y="3559"/>
                    <a:pt x="14026" y="3559"/>
                  </a:cubicBezTo>
                  <a:cubicBezTo>
                    <a:pt x="17221" y="3559"/>
                    <a:pt x="18082" y="6287"/>
                    <a:pt x="18082" y="9635"/>
                  </a:cubicBezTo>
                  <a:cubicBezTo>
                    <a:pt x="18082" y="11990"/>
                    <a:pt x="16976" y="16578"/>
                    <a:pt x="16115" y="19926"/>
                  </a:cubicBezTo>
                  <a:cubicBezTo>
                    <a:pt x="15255" y="23274"/>
                    <a:pt x="14026" y="28358"/>
                    <a:pt x="13412" y="31086"/>
                  </a:cubicBezTo>
                  <a:lnTo>
                    <a:pt x="9479" y="46957"/>
                  </a:lnTo>
                  <a:cubicBezTo>
                    <a:pt x="8988" y="48569"/>
                    <a:pt x="8251" y="51669"/>
                    <a:pt x="8251" y="52041"/>
                  </a:cubicBezTo>
                  <a:cubicBezTo>
                    <a:pt x="8251" y="54769"/>
                    <a:pt x="10463" y="56009"/>
                    <a:pt x="12429" y="56009"/>
                  </a:cubicBezTo>
                  <a:cubicBezTo>
                    <a:pt x="14272" y="56009"/>
                    <a:pt x="16730" y="54893"/>
                    <a:pt x="17713" y="52413"/>
                  </a:cubicBezTo>
                  <a:cubicBezTo>
                    <a:pt x="17959" y="51669"/>
                    <a:pt x="19310" y="46213"/>
                    <a:pt x="20048" y="43113"/>
                  </a:cubicBezTo>
                  <a:lnTo>
                    <a:pt x="23366" y="29722"/>
                  </a:lnTo>
                  <a:close/>
                </a:path>
              </a:pathLst>
            </a:custGeom>
            <a:solidFill>
              <a:srgbClr val="000000"/>
            </a:solidFill>
            <a:ln w="15053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/>
            </a:p>
          </p:txBody>
        </p:sp>
        <p:sp>
          <p:nvSpPr>
            <p:cNvPr id="1067" name="任意形状 1066">
              <a:extLst>
                <a:ext uri="{FF2B5EF4-FFF2-40B4-BE49-F238E27FC236}">
                  <a16:creationId xmlns:a16="http://schemas.microsoft.com/office/drawing/2014/main" id="{0FD2972B-6009-71E7-8BF8-13D930477807}"/>
                </a:ext>
              </a:extLst>
            </p:cNvPr>
            <p:cNvSpPr/>
            <p:nvPr>
              <p:custDataLst>
                <p:tags r:id="rId216"/>
              </p:custDataLst>
            </p:nvPr>
          </p:nvSpPr>
          <p:spPr>
            <a:xfrm>
              <a:off x="4914728" y="5859426"/>
              <a:ext cx="36076" cy="58986"/>
            </a:xfrm>
            <a:custGeom>
              <a:avLst/>
              <a:gdLst>
                <a:gd name="connsiteX0" fmla="*/ 22650 w 36076"/>
                <a:gd name="connsiteY0" fmla="*/ 2745 h 58986"/>
                <a:gd name="connsiteX1" fmla="*/ 19490 w 36076"/>
                <a:gd name="connsiteY1" fmla="*/ 88 h 58986"/>
                <a:gd name="connsiteX2" fmla="*/ 1759 w 36076"/>
                <a:gd name="connsiteY2" fmla="*/ 5756 h 58986"/>
                <a:gd name="connsiteX3" fmla="*/ 267 w 36076"/>
                <a:gd name="connsiteY3" fmla="*/ 5756 h 58986"/>
                <a:gd name="connsiteX4" fmla="*/ 267 w 36076"/>
                <a:gd name="connsiteY4" fmla="*/ 9653 h 58986"/>
                <a:gd name="connsiteX5" fmla="*/ 1759 w 36076"/>
                <a:gd name="connsiteY5" fmla="*/ 9653 h 58986"/>
                <a:gd name="connsiteX6" fmla="*/ 14574 w 36076"/>
                <a:gd name="connsiteY6" fmla="*/ 7173 h 58986"/>
                <a:gd name="connsiteX7" fmla="*/ 14574 w 36076"/>
                <a:gd name="connsiteY7" fmla="*/ 51457 h 58986"/>
                <a:gd name="connsiteX8" fmla="*/ 5270 w 36076"/>
                <a:gd name="connsiteY8" fmla="*/ 55177 h 58986"/>
                <a:gd name="connsiteX9" fmla="*/ 881 w 36076"/>
                <a:gd name="connsiteY9" fmla="*/ 55177 h 58986"/>
                <a:gd name="connsiteX10" fmla="*/ 881 w 36076"/>
                <a:gd name="connsiteY10" fmla="*/ 59074 h 58986"/>
                <a:gd name="connsiteX11" fmla="*/ 18612 w 36076"/>
                <a:gd name="connsiteY11" fmla="*/ 58720 h 58986"/>
                <a:gd name="connsiteX12" fmla="*/ 36343 w 36076"/>
                <a:gd name="connsiteY12" fmla="*/ 59074 h 58986"/>
                <a:gd name="connsiteX13" fmla="*/ 36343 w 36076"/>
                <a:gd name="connsiteY13" fmla="*/ 55177 h 58986"/>
                <a:gd name="connsiteX14" fmla="*/ 31954 w 36076"/>
                <a:gd name="connsiteY14" fmla="*/ 55177 h 58986"/>
                <a:gd name="connsiteX15" fmla="*/ 22650 w 36076"/>
                <a:gd name="connsiteY15" fmla="*/ 51457 h 58986"/>
                <a:gd name="connsiteX16" fmla="*/ 22650 w 36076"/>
                <a:gd name="connsiteY16" fmla="*/ 2745 h 589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36076" h="58986">
                  <a:moveTo>
                    <a:pt x="22650" y="2745"/>
                  </a:moveTo>
                  <a:cubicBezTo>
                    <a:pt x="22650" y="88"/>
                    <a:pt x="22386" y="88"/>
                    <a:pt x="19490" y="88"/>
                  </a:cubicBezTo>
                  <a:cubicBezTo>
                    <a:pt x="13258" y="5756"/>
                    <a:pt x="3514" y="5756"/>
                    <a:pt x="1759" y="5756"/>
                  </a:cubicBezTo>
                  <a:lnTo>
                    <a:pt x="267" y="5756"/>
                  </a:lnTo>
                  <a:lnTo>
                    <a:pt x="267" y="9653"/>
                  </a:lnTo>
                  <a:lnTo>
                    <a:pt x="1759" y="9653"/>
                  </a:lnTo>
                  <a:cubicBezTo>
                    <a:pt x="3778" y="9653"/>
                    <a:pt x="9483" y="9388"/>
                    <a:pt x="14574" y="7173"/>
                  </a:cubicBezTo>
                  <a:lnTo>
                    <a:pt x="14574" y="51457"/>
                  </a:lnTo>
                  <a:cubicBezTo>
                    <a:pt x="14574" y="54203"/>
                    <a:pt x="14574" y="55177"/>
                    <a:pt x="5270" y="55177"/>
                  </a:cubicBezTo>
                  <a:lnTo>
                    <a:pt x="881" y="55177"/>
                  </a:lnTo>
                  <a:lnTo>
                    <a:pt x="881" y="59074"/>
                  </a:lnTo>
                  <a:cubicBezTo>
                    <a:pt x="5709" y="58720"/>
                    <a:pt x="13521" y="58720"/>
                    <a:pt x="18612" y="58720"/>
                  </a:cubicBezTo>
                  <a:cubicBezTo>
                    <a:pt x="23703" y="58720"/>
                    <a:pt x="31515" y="58720"/>
                    <a:pt x="36343" y="59074"/>
                  </a:cubicBezTo>
                  <a:lnTo>
                    <a:pt x="36343" y="55177"/>
                  </a:lnTo>
                  <a:lnTo>
                    <a:pt x="31954" y="55177"/>
                  </a:lnTo>
                  <a:cubicBezTo>
                    <a:pt x="22650" y="55177"/>
                    <a:pt x="22650" y="54203"/>
                    <a:pt x="22650" y="51457"/>
                  </a:cubicBezTo>
                  <a:lnTo>
                    <a:pt x="22650" y="2745"/>
                  </a:lnTo>
                  <a:close/>
                </a:path>
              </a:pathLst>
            </a:custGeom>
            <a:solidFill>
              <a:srgbClr val="000000"/>
            </a:solidFill>
            <a:ln w="15053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/>
            </a:p>
          </p:txBody>
        </p:sp>
        <p:sp>
          <p:nvSpPr>
            <p:cNvPr id="1068" name="任意形状 1067">
              <a:extLst>
                <a:ext uri="{FF2B5EF4-FFF2-40B4-BE49-F238E27FC236}">
                  <a16:creationId xmlns:a16="http://schemas.microsoft.com/office/drawing/2014/main" id="{20417C39-1629-AB23-546D-A17892451026}"/>
                </a:ext>
              </a:extLst>
            </p:cNvPr>
            <p:cNvSpPr/>
            <p:nvPr>
              <p:custDataLst>
                <p:tags r:id="rId217"/>
              </p:custDataLst>
            </p:nvPr>
          </p:nvSpPr>
          <p:spPr>
            <a:xfrm>
              <a:off x="5000360" y="5741277"/>
              <a:ext cx="7022" cy="177135"/>
            </a:xfrm>
            <a:custGeom>
              <a:avLst/>
              <a:gdLst>
                <a:gd name="connsiteX0" fmla="*/ 7293 w 7022"/>
                <a:gd name="connsiteY0" fmla="*/ 6462 h 177135"/>
                <a:gd name="connsiteX1" fmla="*/ 3782 w 7022"/>
                <a:gd name="connsiteY1" fmla="*/ 85 h 177135"/>
                <a:gd name="connsiteX2" fmla="*/ 271 w 7022"/>
                <a:gd name="connsiteY2" fmla="*/ 6462 h 177135"/>
                <a:gd name="connsiteX3" fmla="*/ 271 w 7022"/>
                <a:gd name="connsiteY3" fmla="*/ 170844 h 177135"/>
                <a:gd name="connsiteX4" fmla="*/ 3782 w 7022"/>
                <a:gd name="connsiteY4" fmla="*/ 177221 h 177135"/>
                <a:gd name="connsiteX5" fmla="*/ 7293 w 7022"/>
                <a:gd name="connsiteY5" fmla="*/ 170844 h 177135"/>
                <a:gd name="connsiteX6" fmla="*/ 7293 w 7022"/>
                <a:gd name="connsiteY6" fmla="*/ 6462 h 1771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022" h="177135">
                  <a:moveTo>
                    <a:pt x="7293" y="6462"/>
                  </a:moveTo>
                  <a:cubicBezTo>
                    <a:pt x="7293" y="3274"/>
                    <a:pt x="7293" y="85"/>
                    <a:pt x="3782" y="85"/>
                  </a:cubicBezTo>
                  <a:cubicBezTo>
                    <a:pt x="271" y="85"/>
                    <a:pt x="271" y="3274"/>
                    <a:pt x="271" y="6462"/>
                  </a:cubicBezTo>
                  <a:lnTo>
                    <a:pt x="271" y="170844"/>
                  </a:lnTo>
                  <a:cubicBezTo>
                    <a:pt x="271" y="174033"/>
                    <a:pt x="271" y="177221"/>
                    <a:pt x="3782" y="177221"/>
                  </a:cubicBezTo>
                  <a:cubicBezTo>
                    <a:pt x="7293" y="177221"/>
                    <a:pt x="7293" y="174033"/>
                    <a:pt x="7293" y="170844"/>
                  </a:cubicBezTo>
                  <a:lnTo>
                    <a:pt x="7293" y="6462"/>
                  </a:lnTo>
                  <a:close/>
                </a:path>
              </a:pathLst>
            </a:custGeom>
            <a:solidFill>
              <a:srgbClr val="000000"/>
            </a:solidFill>
            <a:ln w="15053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/>
            </a:p>
          </p:txBody>
        </p:sp>
      </p:grpSp>
      <p:sp>
        <p:nvSpPr>
          <p:cNvPr id="307" name="文本框 306">
            <a:extLst>
              <a:ext uri="{FF2B5EF4-FFF2-40B4-BE49-F238E27FC236}">
                <a16:creationId xmlns:a16="http://schemas.microsoft.com/office/drawing/2014/main" id="{D683372A-AA6C-C6DA-881E-765590833587}"/>
              </a:ext>
            </a:extLst>
          </p:cNvPr>
          <p:cNvSpPr txBox="1"/>
          <p:nvPr/>
        </p:nvSpPr>
        <p:spPr>
          <a:xfrm>
            <a:off x="298525" y="5293524"/>
            <a:ext cx="215956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b="1" dirty="0"/>
              <a:t>Mutual inverse score:</a:t>
            </a:r>
            <a:endParaRPr kumimoji="1" lang="zh-CN" altLang="en-US" sz="1600" b="1" dirty="0"/>
          </a:p>
        </p:txBody>
      </p:sp>
      <p:grpSp>
        <p:nvGrpSpPr>
          <p:cNvPr id="1126" name="组合 1125">
            <a:extLst>
              <a:ext uri="{FF2B5EF4-FFF2-40B4-BE49-F238E27FC236}">
                <a16:creationId xmlns:a16="http://schemas.microsoft.com/office/drawing/2014/main" id="{B5012439-DD42-870F-55DE-69E5BFE976A1}"/>
              </a:ext>
            </a:extLst>
          </p:cNvPr>
          <p:cNvGrpSpPr>
            <a:grpSpLocks noChangeAspect="1"/>
          </p:cNvGrpSpPr>
          <p:nvPr>
            <p:custDataLst>
              <p:tags r:id="rId4"/>
            </p:custDataLst>
          </p:nvPr>
        </p:nvGrpSpPr>
        <p:grpSpPr>
          <a:xfrm>
            <a:off x="403794" y="5723082"/>
            <a:ext cx="2957284" cy="159422"/>
            <a:chOff x="2885047" y="6858827"/>
            <a:chExt cx="2957284" cy="159422"/>
          </a:xfrm>
        </p:grpSpPr>
        <p:sp>
          <p:nvSpPr>
            <p:cNvPr id="1101" name="任意形状 1100">
              <a:extLst>
                <a:ext uri="{FF2B5EF4-FFF2-40B4-BE49-F238E27FC236}">
                  <a16:creationId xmlns:a16="http://schemas.microsoft.com/office/drawing/2014/main" id="{D6E6F8D6-6F73-B987-77E7-D9B77AF5B45C}"/>
                </a:ext>
              </a:extLst>
            </p:cNvPr>
            <p:cNvSpPr/>
            <p:nvPr>
              <p:custDataLst>
                <p:tags r:id="rId166"/>
              </p:custDataLst>
            </p:nvPr>
          </p:nvSpPr>
          <p:spPr>
            <a:xfrm>
              <a:off x="2885047" y="6907929"/>
              <a:ext cx="64800" cy="72218"/>
            </a:xfrm>
            <a:custGeom>
              <a:avLst/>
              <a:gdLst>
                <a:gd name="connsiteX0" fmla="*/ 59843 w 64800"/>
                <a:gd name="connsiteY0" fmla="*/ 10915 h 72218"/>
                <a:gd name="connsiteX1" fmla="*/ 51391 w 64800"/>
                <a:gd name="connsiteY1" fmla="*/ 18089 h 72218"/>
                <a:gd name="connsiteX2" fmla="*/ 56849 w 64800"/>
                <a:gd name="connsiteY2" fmla="*/ 22713 h 72218"/>
                <a:gd name="connsiteX3" fmla="*/ 64949 w 64800"/>
                <a:gd name="connsiteY3" fmla="*/ 13785 h 72218"/>
                <a:gd name="connsiteX4" fmla="*/ 43995 w 64800"/>
                <a:gd name="connsiteY4" fmla="*/ 75 h 72218"/>
                <a:gd name="connsiteX5" fmla="*/ 14236 w 64800"/>
                <a:gd name="connsiteY5" fmla="*/ 23350 h 72218"/>
                <a:gd name="connsiteX6" fmla="*/ 32373 w 64800"/>
                <a:gd name="connsiteY6" fmla="*/ 39133 h 72218"/>
                <a:gd name="connsiteX7" fmla="*/ 50686 w 64800"/>
                <a:gd name="connsiteY7" fmla="*/ 51249 h 72218"/>
                <a:gd name="connsiteX8" fmla="*/ 25506 w 64800"/>
                <a:gd name="connsiteY8" fmla="*/ 68786 h 72218"/>
                <a:gd name="connsiteX9" fmla="*/ 5432 w 64800"/>
                <a:gd name="connsiteY9" fmla="*/ 60336 h 72218"/>
                <a:gd name="connsiteX10" fmla="*/ 16525 w 64800"/>
                <a:gd name="connsiteY10" fmla="*/ 51887 h 72218"/>
                <a:gd name="connsiteX11" fmla="*/ 10010 w 64800"/>
                <a:gd name="connsiteY11" fmla="*/ 46307 h 72218"/>
                <a:gd name="connsiteX12" fmla="*/ 149 w 64800"/>
                <a:gd name="connsiteY12" fmla="*/ 56829 h 72218"/>
                <a:gd name="connsiteX13" fmla="*/ 25330 w 64800"/>
                <a:gd name="connsiteY13" fmla="*/ 72293 h 72218"/>
                <a:gd name="connsiteX14" fmla="*/ 60723 w 64800"/>
                <a:gd name="connsiteY14" fmla="*/ 45829 h 72218"/>
                <a:gd name="connsiteX15" fmla="*/ 55265 w 64800"/>
                <a:gd name="connsiteY15" fmla="*/ 34191 h 72218"/>
                <a:gd name="connsiteX16" fmla="*/ 37656 w 64800"/>
                <a:gd name="connsiteY16" fmla="*/ 27495 h 72218"/>
                <a:gd name="connsiteX17" fmla="*/ 24273 w 64800"/>
                <a:gd name="connsiteY17" fmla="*/ 17930 h 72218"/>
                <a:gd name="connsiteX18" fmla="*/ 43995 w 64800"/>
                <a:gd name="connsiteY18" fmla="*/ 3582 h 72218"/>
                <a:gd name="connsiteX19" fmla="*/ 59843 w 64800"/>
                <a:gd name="connsiteY19" fmla="*/ 10915 h 722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64800" h="72218">
                  <a:moveTo>
                    <a:pt x="59843" y="10915"/>
                  </a:moveTo>
                  <a:cubicBezTo>
                    <a:pt x="54912" y="11075"/>
                    <a:pt x="51391" y="14582"/>
                    <a:pt x="51391" y="18089"/>
                  </a:cubicBezTo>
                  <a:cubicBezTo>
                    <a:pt x="51391" y="20321"/>
                    <a:pt x="52975" y="22713"/>
                    <a:pt x="56849" y="22713"/>
                  </a:cubicBezTo>
                  <a:cubicBezTo>
                    <a:pt x="60723" y="22713"/>
                    <a:pt x="64949" y="20002"/>
                    <a:pt x="64949" y="13785"/>
                  </a:cubicBezTo>
                  <a:cubicBezTo>
                    <a:pt x="64949" y="6611"/>
                    <a:pt x="57378" y="75"/>
                    <a:pt x="43995" y="75"/>
                  </a:cubicBezTo>
                  <a:cubicBezTo>
                    <a:pt x="20751" y="75"/>
                    <a:pt x="14236" y="16336"/>
                    <a:pt x="14236" y="23350"/>
                  </a:cubicBezTo>
                  <a:cubicBezTo>
                    <a:pt x="14236" y="35785"/>
                    <a:pt x="27267" y="38177"/>
                    <a:pt x="32373" y="39133"/>
                  </a:cubicBezTo>
                  <a:cubicBezTo>
                    <a:pt x="41530" y="40727"/>
                    <a:pt x="50686" y="42481"/>
                    <a:pt x="50686" y="51249"/>
                  </a:cubicBezTo>
                  <a:cubicBezTo>
                    <a:pt x="50686" y="55394"/>
                    <a:pt x="46636" y="68786"/>
                    <a:pt x="25506" y="68786"/>
                  </a:cubicBezTo>
                  <a:cubicBezTo>
                    <a:pt x="23041" y="68786"/>
                    <a:pt x="9482" y="68786"/>
                    <a:pt x="5432" y="60336"/>
                  </a:cubicBezTo>
                  <a:cubicBezTo>
                    <a:pt x="12123" y="61133"/>
                    <a:pt x="16525" y="56351"/>
                    <a:pt x="16525" y="51887"/>
                  </a:cubicBezTo>
                  <a:cubicBezTo>
                    <a:pt x="16525" y="48220"/>
                    <a:pt x="13708" y="46307"/>
                    <a:pt x="10010" y="46307"/>
                  </a:cubicBezTo>
                  <a:cubicBezTo>
                    <a:pt x="5432" y="46307"/>
                    <a:pt x="149" y="49655"/>
                    <a:pt x="149" y="56829"/>
                  </a:cubicBezTo>
                  <a:cubicBezTo>
                    <a:pt x="149" y="65916"/>
                    <a:pt x="10186" y="72293"/>
                    <a:pt x="25330" y="72293"/>
                  </a:cubicBezTo>
                  <a:cubicBezTo>
                    <a:pt x="53856" y="72293"/>
                    <a:pt x="60723" y="53003"/>
                    <a:pt x="60723" y="45829"/>
                  </a:cubicBezTo>
                  <a:cubicBezTo>
                    <a:pt x="60723" y="40090"/>
                    <a:pt x="57378" y="36104"/>
                    <a:pt x="55265" y="34191"/>
                  </a:cubicBezTo>
                  <a:cubicBezTo>
                    <a:pt x="50510" y="29727"/>
                    <a:pt x="45404" y="28930"/>
                    <a:pt x="37656" y="27495"/>
                  </a:cubicBezTo>
                  <a:cubicBezTo>
                    <a:pt x="31317" y="26220"/>
                    <a:pt x="24273" y="25104"/>
                    <a:pt x="24273" y="17930"/>
                  </a:cubicBezTo>
                  <a:cubicBezTo>
                    <a:pt x="24273" y="13307"/>
                    <a:pt x="28499" y="3582"/>
                    <a:pt x="43995" y="3582"/>
                  </a:cubicBezTo>
                  <a:cubicBezTo>
                    <a:pt x="48397" y="3582"/>
                    <a:pt x="57202" y="4698"/>
                    <a:pt x="59843" y="10915"/>
                  </a:cubicBezTo>
                  <a:close/>
                </a:path>
              </a:pathLst>
            </a:custGeom>
            <a:solidFill>
              <a:srgbClr val="000000"/>
            </a:solidFill>
            <a:ln w="1510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/>
            </a:p>
          </p:txBody>
        </p:sp>
        <p:sp>
          <p:nvSpPr>
            <p:cNvPr id="1102" name="任意形状 1101">
              <a:extLst>
                <a:ext uri="{FF2B5EF4-FFF2-40B4-BE49-F238E27FC236}">
                  <a16:creationId xmlns:a16="http://schemas.microsoft.com/office/drawing/2014/main" id="{67700AEC-B30C-768E-8F47-9D0481A752E1}"/>
                </a:ext>
              </a:extLst>
            </p:cNvPr>
            <p:cNvSpPr/>
            <p:nvPr>
              <p:custDataLst>
                <p:tags r:id="rId167"/>
              </p:custDataLst>
            </p:nvPr>
          </p:nvSpPr>
          <p:spPr>
            <a:xfrm>
              <a:off x="2971867" y="6928207"/>
              <a:ext cx="44867" cy="74099"/>
            </a:xfrm>
            <a:custGeom>
              <a:avLst/>
              <a:gdLst>
                <a:gd name="connsiteX0" fmla="*/ 28011 w 44867"/>
                <a:gd name="connsiteY0" fmla="*/ 3201 h 74099"/>
                <a:gd name="connsiteX1" fmla="*/ 24313 w 44867"/>
                <a:gd name="connsiteY1" fmla="*/ 76 h 74099"/>
                <a:gd name="connsiteX2" fmla="*/ 154 w 44867"/>
                <a:gd name="connsiteY2" fmla="*/ 7218 h 74099"/>
                <a:gd name="connsiteX3" fmla="*/ 154 w 44867"/>
                <a:gd name="connsiteY3" fmla="*/ 11236 h 74099"/>
                <a:gd name="connsiteX4" fmla="*/ 18027 w 44867"/>
                <a:gd name="connsiteY4" fmla="*/ 8111 h 74099"/>
                <a:gd name="connsiteX5" fmla="*/ 18027 w 44867"/>
                <a:gd name="connsiteY5" fmla="*/ 65025 h 74099"/>
                <a:gd name="connsiteX6" fmla="*/ 5701 w 44867"/>
                <a:gd name="connsiteY6" fmla="*/ 70158 h 74099"/>
                <a:gd name="connsiteX7" fmla="*/ 1017 w 44867"/>
                <a:gd name="connsiteY7" fmla="*/ 70158 h 74099"/>
                <a:gd name="connsiteX8" fmla="*/ 1017 w 44867"/>
                <a:gd name="connsiteY8" fmla="*/ 74176 h 74099"/>
                <a:gd name="connsiteX9" fmla="*/ 22957 w 44867"/>
                <a:gd name="connsiteY9" fmla="*/ 73729 h 74099"/>
                <a:gd name="connsiteX10" fmla="*/ 45021 w 44867"/>
                <a:gd name="connsiteY10" fmla="*/ 74176 h 74099"/>
                <a:gd name="connsiteX11" fmla="*/ 45021 w 44867"/>
                <a:gd name="connsiteY11" fmla="*/ 70158 h 74099"/>
                <a:gd name="connsiteX12" fmla="*/ 40337 w 44867"/>
                <a:gd name="connsiteY12" fmla="*/ 70158 h 74099"/>
                <a:gd name="connsiteX13" fmla="*/ 28011 w 44867"/>
                <a:gd name="connsiteY13" fmla="*/ 65025 h 74099"/>
                <a:gd name="connsiteX14" fmla="*/ 28011 w 44867"/>
                <a:gd name="connsiteY14" fmla="*/ 3201 h 7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44867" h="74099">
                  <a:moveTo>
                    <a:pt x="28011" y="3201"/>
                  </a:moveTo>
                  <a:cubicBezTo>
                    <a:pt x="28011" y="188"/>
                    <a:pt x="27764" y="76"/>
                    <a:pt x="24313" y="76"/>
                  </a:cubicBezTo>
                  <a:cubicBezTo>
                    <a:pt x="16424" y="7107"/>
                    <a:pt x="5208" y="7218"/>
                    <a:pt x="154" y="7218"/>
                  </a:cubicBezTo>
                  <a:lnTo>
                    <a:pt x="154" y="11236"/>
                  </a:lnTo>
                  <a:cubicBezTo>
                    <a:pt x="3112" y="11236"/>
                    <a:pt x="11247" y="11236"/>
                    <a:pt x="18027" y="8111"/>
                  </a:cubicBezTo>
                  <a:lnTo>
                    <a:pt x="18027" y="65025"/>
                  </a:lnTo>
                  <a:cubicBezTo>
                    <a:pt x="18027" y="68707"/>
                    <a:pt x="18027" y="70158"/>
                    <a:pt x="5701" y="70158"/>
                  </a:cubicBezTo>
                  <a:lnTo>
                    <a:pt x="1017" y="70158"/>
                  </a:lnTo>
                  <a:lnTo>
                    <a:pt x="1017" y="74176"/>
                  </a:lnTo>
                  <a:cubicBezTo>
                    <a:pt x="3235" y="74064"/>
                    <a:pt x="18397" y="73729"/>
                    <a:pt x="22957" y="73729"/>
                  </a:cubicBezTo>
                  <a:cubicBezTo>
                    <a:pt x="26778" y="73729"/>
                    <a:pt x="42309" y="74064"/>
                    <a:pt x="45021" y="74176"/>
                  </a:cubicBezTo>
                  <a:lnTo>
                    <a:pt x="45021" y="70158"/>
                  </a:lnTo>
                  <a:lnTo>
                    <a:pt x="40337" y="70158"/>
                  </a:lnTo>
                  <a:cubicBezTo>
                    <a:pt x="28011" y="70158"/>
                    <a:pt x="28011" y="68707"/>
                    <a:pt x="28011" y="65025"/>
                  </a:cubicBezTo>
                  <a:lnTo>
                    <a:pt x="28011" y="3201"/>
                  </a:lnTo>
                  <a:close/>
                </a:path>
              </a:pathLst>
            </a:custGeom>
            <a:solidFill>
              <a:srgbClr val="000000"/>
            </a:solidFill>
            <a:ln w="1510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/>
            </a:p>
          </p:txBody>
        </p:sp>
        <p:sp>
          <p:nvSpPr>
            <p:cNvPr id="1103" name="任意形状 1102">
              <a:extLst>
                <a:ext uri="{FF2B5EF4-FFF2-40B4-BE49-F238E27FC236}">
                  <a16:creationId xmlns:a16="http://schemas.microsoft.com/office/drawing/2014/main" id="{5F957EA4-ECF5-990F-CFAA-CE282F0B4085}"/>
                </a:ext>
              </a:extLst>
            </p:cNvPr>
            <p:cNvSpPr/>
            <p:nvPr>
              <p:custDataLst>
                <p:tags r:id="rId168"/>
              </p:custDataLst>
            </p:nvPr>
          </p:nvSpPr>
          <p:spPr>
            <a:xfrm>
              <a:off x="3036388" y="6928207"/>
              <a:ext cx="54481" cy="74099"/>
            </a:xfrm>
            <a:custGeom>
              <a:avLst/>
              <a:gdLst>
                <a:gd name="connsiteX0" fmla="*/ 54639 w 54481"/>
                <a:gd name="connsiteY0" fmla="*/ 53865 h 74099"/>
                <a:gd name="connsiteX1" fmla="*/ 50448 w 54481"/>
                <a:gd name="connsiteY1" fmla="*/ 53865 h 74099"/>
                <a:gd name="connsiteX2" fmla="*/ 47244 w 54481"/>
                <a:gd name="connsiteY2" fmla="*/ 64020 h 74099"/>
                <a:gd name="connsiteX3" fmla="*/ 35041 w 54481"/>
                <a:gd name="connsiteY3" fmla="*/ 64690 h 74099"/>
                <a:gd name="connsiteX4" fmla="*/ 12361 w 54481"/>
                <a:gd name="connsiteY4" fmla="*/ 64690 h 74099"/>
                <a:gd name="connsiteX5" fmla="*/ 37013 w 54481"/>
                <a:gd name="connsiteY5" fmla="*/ 45942 h 74099"/>
                <a:gd name="connsiteX6" fmla="*/ 54639 w 54481"/>
                <a:gd name="connsiteY6" fmla="*/ 21837 h 74099"/>
                <a:gd name="connsiteX7" fmla="*/ 25796 w 54481"/>
                <a:gd name="connsiteY7" fmla="*/ 76 h 74099"/>
                <a:gd name="connsiteX8" fmla="*/ 158 w 54481"/>
                <a:gd name="connsiteY8" fmla="*/ 20052 h 74099"/>
                <a:gd name="connsiteX9" fmla="*/ 6691 w 54481"/>
                <a:gd name="connsiteY9" fmla="*/ 26301 h 74099"/>
                <a:gd name="connsiteX10" fmla="*/ 13224 w 54481"/>
                <a:gd name="connsiteY10" fmla="*/ 20387 h 74099"/>
                <a:gd name="connsiteX11" fmla="*/ 5951 w 54481"/>
                <a:gd name="connsiteY11" fmla="*/ 14472 h 74099"/>
                <a:gd name="connsiteX12" fmla="*/ 23947 w 54481"/>
                <a:gd name="connsiteY12" fmla="*/ 4094 h 74099"/>
                <a:gd name="connsiteX13" fmla="*/ 42683 w 54481"/>
                <a:gd name="connsiteY13" fmla="*/ 21837 h 74099"/>
                <a:gd name="connsiteX14" fmla="*/ 31096 w 54481"/>
                <a:gd name="connsiteY14" fmla="*/ 43264 h 74099"/>
                <a:gd name="connsiteX15" fmla="*/ 1390 w 54481"/>
                <a:gd name="connsiteY15" fmla="*/ 69823 h 74099"/>
                <a:gd name="connsiteX16" fmla="*/ 158 w 54481"/>
                <a:gd name="connsiteY16" fmla="*/ 74176 h 74099"/>
                <a:gd name="connsiteX17" fmla="*/ 50942 w 54481"/>
                <a:gd name="connsiteY17" fmla="*/ 74176 h 74099"/>
                <a:gd name="connsiteX18" fmla="*/ 54639 w 54481"/>
                <a:gd name="connsiteY18" fmla="*/ 53865 h 7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54481" h="74099">
                  <a:moveTo>
                    <a:pt x="54639" y="53865"/>
                  </a:moveTo>
                  <a:lnTo>
                    <a:pt x="50448" y="53865"/>
                  </a:lnTo>
                  <a:cubicBezTo>
                    <a:pt x="50079" y="56320"/>
                    <a:pt x="48846" y="62904"/>
                    <a:pt x="47244" y="64020"/>
                  </a:cubicBezTo>
                  <a:cubicBezTo>
                    <a:pt x="46258" y="64690"/>
                    <a:pt x="36766" y="64690"/>
                    <a:pt x="35041" y="64690"/>
                  </a:cubicBezTo>
                  <a:lnTo>
                    <a:pt x="12361" y="64690"/>
                  </a:lnTo>
                  <a:cubicBezTo>
                    <a:pt x="25303" y="54312"/>
                    <a:pt x="29617" y="51187"/>
                    <a:pt x="37013" y="45942"/>
                  </a:cubicBezTo>
                  <a:cubicBezTo>
                    <a:pt x="46134" y="39358"/>
                    <a:pt x="54639" y="32439"/>
                    <a:pt x="54639" y="21837"/>
                  </a:cubicBezTo>
                  <a:cubicBezTo>
                    <a:pt x="54639" y="8334"/>
                    <a:pt x="41574" y="76"/>
                    <a:pt x="25796" y="76"/>
                  </a:cubicBezTo>
                  <a:cubicBezTo>
                    <a:pt x="10512" y="76"/>
                    <a:pt x="158" y="9785"/>
                    <a:pt x="158" y="20052"/>
                  </a:cubicBezTo>
                  <a:cubicBezTo>
                    <a:pt x="158" y="25743"/>
                    <a:pt x="5458" y="26301"/>
                    <a:pt x="6691" y="26301"/>
                  </a:cubicBezTo>
                  <a:cubicBezTo>
                    <a:pt x="9649" y="26301"/>
                    <a:pt x="13224" y="24404"/>
                    <a:pt x="13224" y="20387"/>
                  </a:cubicBezTo>
                  <a:cubicBezTo>
                    <a:pt x="13224" y="18378"/>
                    <a:pt x="12361" y="14472"/>
                    <a:pt x="5951" y="14472"/>
                  </a:cubicBezTo>
                  <a:cubicBezTo>
                    <a:pt x="9772" y="6549"/>
                    <a:pt x="18154" y="4094"/>
                    <a:pt x="23947" y="4094"/>
                  </a:cubicBezTo>
                  <a:cubicBezTo>
                    <a:pt x="36273" y="4094"/>
                    <a:pt x="42683" y="12798"/>
                    <a:pt x="42683" y="21837"/>
                  </a:cubicBezTo>
                  <a:cubicBezTo>
                    <a:pt x="42683" y="31546"/>
                    <a:pt x="35041" y="39246"/>
                    <a:pt x="31096" y="43264"/>
                  </a:cubicBezTo>
                  <a:lnTo>
                    <a:pt x="1390" y="69823"/>
                  </a:lnTo>
                  <a:cubicBezTo>
                    <a:pt x="158" y="70828"/>
                    <a:pt x="158" y="71051"/>
                    <a:pt x="158" y="74176"/>
                  </a:cubicBezTo>
                  <a:lnTo>
                    <a:pt x="50942" y="74176"/>
                  </a:lnTo>
                  <a:lnTo>
                    <a:pt x="54639" y="53865"/>
                  </a:lnTo>
                  <a:close/>
                </a:path>
              </a:pathLst>
            </a:custGeom>
            <a:solidFill>
              <a:srgbClr val="000000"/>
            </a:solidFill>
            <a:ln w="1510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/>
            </a:p>
          </p:txBody>
        </p:sp>
        <p:sp>
          <p:nvSpPr>
            <p:cNvPr id="1104" name="任意形状 1103">
              <a:extLst>
                <a:ext uri="{FF2B5EF4-FFF2-40B4-BE49-F238E27FC236}">
                  <a16:creationId xmlns:a16="http://schemas.microsoft.com/office/drawing/2014/main" id="{D3E4F545-EA0B-09C7-30C0-234583D50071}"/>
                </a:ext>
              </a:extLst>
            </p:cNvPr>
            <p:cNvSpPr/>
            <p:nvPr>
              <p:custDataLst>
                <p:tags r:id="rId169"/>
              </p:custDataLst>
            </p:nvPr>
          </p:nvSpPr>
          <p:spPr>
            <a:xfrm>
              <a:off x="3166391" y="6919886"/>
              <a:ext cx="117098" cy="37304"/>
            </a:xfrm>
            <a:custGeom>
              <a:avLst/>
              <a:gdLst>
                <a:gd name="connsiteX0" fmla="*/ 111276 w 117098"/>
                <a:gd name="connsiteY0" fmla="*/ 6452 h 37304"/>
                <a:gd name="connsiteX1" fmla="*/ 117263 w 117098"/>
                <a:gd name="connsiteY1" fmla="*/ 3263 h 37304"/>
                <a:gd name="connsiteX2" fmla="*/ 111452 w 117098"/>
                <a:gd name="connsiteY2" fmla="*/ 75 h 37304"/>
                <a:gd name="connsiteX3" fmla="*/ 5976 w 117098"/>
                <a:gd name="connsiteY3" fmla="*/ 75 h 37304"/>
                <a:gd name="connsiteX4" fmla="*/ 165 w 117098"/>
                <a:gd name="connsiteY4" fmla="*/ 3263 h 37304"/>
                <a:gd name="connsiteX5" fmla="*/ 6152 w 117098"/>
                <a:gd name="connsiteY5" fmla="*/ 6452 h 37304"/>
                <a:gd name="connsiteX6" fmla="*/ 111276 w 117098"/>
                <a:gd name="connsiteY6" fmla="*/ 6452 h 37304"/>
                <a:gd name="connsiteX7" fmla="*/ 111452 w 117098"/>
                <a:gd name="connsiteY7" fmla="*/ 37380 h 37304"/>
                <a:gd name="connsiteX8" fmla="*/ 117263 w 117098"/>
                <a:gd name="connsiteY8" fmla="*/ 34191 h 37304"/>
                <a:gd name="connsiteX9" fmla="*/ 111276 w 117098"/>
                <a:gd name="connsiteY9" fmla="*/ 31003 h 37304"/>
                <a:gd name="connsiteX10" fmla="*/ 6152 w 117098"/>
                <a:gd name="connsiteY10" fmla="*/ 31003 h 37304"/>
                <a:gd name="connsiteX11" fmla="*/ 165 w 117098"/>
                <a:gd name="connsiteY11" fmla="*/ 34191 h 37304"/>
                <a:gd name="connsiteX12" fmla="*/ 5976 w 117098"/>
                <a:gd name="connsiteY12" fmla="*/ 37380 h 37304"/>
                <a:gd name="connsiteX13" fmla="*/ 111452 w 117098"/>
                <a:gd name="connsiteY13" fmla="*/ 37380 h 373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17098" h="37304">
                  <a:moveTo>
                    <a:pt x="111276" y="6452"/>
                  </a:moveTo>
                  <a:cubicBezTo>
                    <a:pt x="113918" y="6452"/>
                    <a:pt x="117263" y="6452"/>
                    <a:pt x="117263" y="3263"/>
                  </a:cubicBezTo>
                  <a:cubicBezTo>
                    <a:pt x="117263" y="75"/>
                    <a:pt x="113918" y="75"/>
                    <a:pt x="111452" y="75"/>
                  </a:cubicBezTo>
                  <a:lnTo>
                    <a:pt x="5976" y="75"/>
                  </a:lnTo>
                  <a:cubicBezTo>
                    <a:pt x="3511" y="75"/>
                    <a:pt x="165" y="75"/>
                    <a:pt x="165" y="3263"/>
                  </a:cubicBezTo>
                  <a:cubicBezTo>
                    <a:pt x="165" y="6452"/>
                    <a:pt x="3511" y="6452"/>
                    <a:pt x="6152" y="6452"/>
                  </a:cubicBezTo>
                  <a:lnTo>
                    <a:pt x="111276" y="6452"/>
                  </a:lnTo>
                  <a:close/>
                  <a:moveTo>
                    <a:pt x="111452" y="37380"/>
                  </a:moveTo>
                  <a:cubicBezTo>
                    <a:pt x="113918" y="37380"/>
                    <a:pt x="117263" y="37380"/>
                    <a:pt x="117263" y="34191"/>
                  </a:cubicBezTo>
                  <a:cubicBezTo>
                    <a:pt x="117263" y="31003"/>
                    <a:pt x="113918" y="31003"/>
                    <a:pt x="111276" y="31003"/>
                  </a:cubicBezTo>
                  <a:lnTo>
                    <a:pt x="6152" y="31003"/>
                  </a:lnTo>
                  <a:cubicBezTo>
                    <a:pt x="3511" y="31003"/>
                    <a:pt x="165" y="31003"/>
                    <a:pt x="165" y="34191"/>
                  </a:cubicBezTo>
                  <a:cubicBezTo>
                    <a:pt x="165" y="37380"/>
                    <a:pt x="3511" y="37380"/>
                    <a:pt x="5976" y="37380"/>
                  </a:cubicBezTo>
                  <a:lnTo>
                    <a:pt x="111452" y="37380"/>
                  </a:lnTo>
                  <a:close/>
                </a:path>
              </a:pathLst>
            </a:custGeom>
            <a:solidFill>
              <a:srgbClr val="000000"/>
            </a:solidFill>
            <a:ln w="1510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/>
            </a:p>
          </p:txBody>
        </p:sp>
        <p:sp>
          <p:nvSpPr>
            <p:cNvPr id="1105" name="任意形状 1104">
              <a:extLst>
                <a:ext uri="{FF2B5EF4-FFF2-40B4-BE49-F238E27FC236}">
                  <a16:creationId xmlns:a16="http://schemas.microsoft.com/office/drawing/2014/main" id="{B1EED2BD-D101-39E0-11DE-F06760A29A61}"/>
                </a:ext>
              </a:extLst>
            </p:cNvPr>
            <p:cNvSpPr/>
            <p:nvPr>
              <p:custDataLst>
                <p:tags r:id="rId170"/>
              </p:custDataLst>
            </p:nvPr>
          </p:nvSpPr>
          <p:spPr>
            <a:xfrm>
              <a:off x="3351556" y="6907929"/>
              <a:ext cx="64800" cy="72218"/>
            </a:xfrm>
            <a:custGeom>
              <a:avLst/>
              <a:gdLst>
                <a:gd name="connsiteX0" fmla="*/ 59869 w 64800"/>
                <a:gd name="connsiteY0" fmla="*/ 10915 h 72218"/>
                <a:gd name="connsiteX1" fmla="*/ 51417 w 64800"/>
                <a:gd name="connsiteY1" fmla="*/ 18089 h 72218"/>
                <a:gd name="connsiteX2" fmla="*/ 56876 w 64800"/>
                <a:gd name="connsiteY2" fmla="*/ 22713 h 72218"/>
                <a:gd name="connsiteX3" fmla="*/ 64976 w 64800"/>
                <a:gd name="connsiteY3" fmla="*/ 13785 h 72218"/>
                <a:gd name="connsiteX4" fmla="*/ 44021 w 64800"/>
                <a:gd name="connsiteY4" fmla="*/ 75 h 72218"/>
                <a:gd name="connsiteX5" fmla="*/ 14263 w 64800"/>
                <a:gd name="connsiteY5" fmla="*/ 23350 h 72218"/>
                <a:gd name="connsiteX6" fmla="*/ 32400 w 64800"/>
                <a:gd name="connsiteY6" fmla="*/ 39133 h 72218"/>
                <a:gd name="connsiteX7" fmla="*/ 50713 w 64800"/>
                <a:gd name="connsiteY7" fmla="*/ 51249 h 72218"/>
                <a:gd name="connsiteX8" fmla="*/ 25532 w 64800"/>
                <a:gd name="connsiteY8" fmla="*/ 68786 h 72218"/>
                <a:gd name="connsiteX9" fmla="*/ 5458 w 64800"/>
                <a:gd name="connsiteY9" fmla="*/ 60336 h 72218"/>
                <a:gd name="connsiteX10" fmla="*/ 16552 w 64800"/>
                <a:gd name="connsiteY10" fmla="*/ 51887 h 72218"/>
                <a:gd name="connsiteX11" fmla="*/ 10037 w 64800"/>
                <a:gd name="connsiteY11" fmla="*/ 46307 h 72218"/>
                <a:gd name="connsiteX12" fmla="*/ 176 w 64800"/>
                <a:gd name="connsiteY12" fmla="*/ 56829 h 72218"/>
                <a:gd name="connsiteX13" fmla="*/ 25356 w 64800"/>
                <a:gd name="connsiteY13" fmla="*/ 72293 h 72218"/>
                <a:gd name="connsiteX14" fmla="*/ 60750 w 64800"/>
                <a:gd name="connsiteY14" fmla="*/ 45829 h 72218"/>
                <a:gd name="connsiteX15" fmla="*/ 55291 w 64800"/>
                <a:gd name="connsiteY15" fmla="*/ 34191 h 72218"/>
                <a:gd name="connsiteX16" fmla="*/ 37682 w 64800"/>
                <a:gd name="connsiteY16" fmla="*/ 27495 h 72218"/>
                <a:gd name="connsiteX17" fmla="*/ 24300 w 64800"/>
                <a:gd name="connsiteY17" fmla="*/ 17930 h 72218"/>
                <a:gd name="connsiteX18" fmla="*/ 44021 w 64800"/>
                <a:gd name="connsiteY18" fmla="*/ 3582 h 72218"/>
                <a:gd name="connsiteX19" fmla="*/ 59869 w 64800"/>
                <a:gd name="connsiteY19" fmla="*/ 10915 h 722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64800" h="72218">
                  <a:moveTo>
                    <a:pt x="59869" y="10915"/>
                  </a:moveTo>
                  <a:cubicBezTo>
                    <a:pt x="54939" y="11075"/>
                    <a:pt x="51417" y="14582"/>
                    <a:pt x="51417" y="18089"/>
                  </a:cubicBezTo>
                  <a:cubicBezTo>
                    <a:pt x="51417" y="20321"/>
                    <a:pt x="53002" y="22713"/>
                    <a:pt x="56876" y="22713"/>
                  </a:cubicBezTo>
                  <a:cubicBezTo>
                    <a:pt x="60750" y="22713"/>
                    <a:pt x="64976" y="20002"/>
                    <a:pt x="64976" y="13785"/>
                  </a:cubicBezTo>
                  <a:cubicBezTo>
                    <a:pt x="64976" y="6611"/>
                    <a:pt x="57404" y="75"/>
                    <a:pt x="44021" y="75"/>
                  </a:cubicBezTo>
                  <a:cubicBezTo>
                    <a:pt x="20778" y="75"/>
                    <a:pt x="14263" y="16336"/>
                    <a:pt x="14263" y="23350"/>
                  </a:cubicBezTo>
                  <a:cubicBezTo>
                    <a:pt x="14263" y="35785"/>
                    <a:pt x="27293" y="38177"/>
                    <a:pt x="32400" y="39133"/>
                  </a:cubicBezTo>
                  <a:cubicBezTo>
                    <a:pt x="41556" y="40727"/>
                    <a:pt x="50713" y="42481"/>
                    <a:pt x="50713" y="51249"/>
                  </a:cubicBezTo>
                  <a:cubicBezTo>
                    <a:pt x="50713" y="55394"/>
                    <a:pt x="46663" y="68786"/>
                    <a:pt x="25532" y="68786"/>
                  </a:cubicBezTo>
                  <a:cubicBezTo>
                    <a:pt x="23067" y="68786"/>
                    <a:pt x="9508" y="68786"/>
                    <a:pt x="5458" y="60336"/>
                  </a:cubicBezTo>
                  <a:cubicBezTo>
                    <a:pt x="12150" y="61133"/>
                    <a:pt x="16552" y="56351"/>
                    <a:pt x="16552" y="51887"/>
                  </a:cubicBezTo>
                  <a:cubicBezTo>
                    <a:pt x="16552" y="48220"/>
                    <a:pt x="13734" y="46307"/>
                    <a:pt x="10037" y="46307"/>
                  </a:cubicBezTo>
                  <a:cubicBezTo>
                    <a:pt x="5458" y="46307"/>
                    <a:pt x="176" y="49655"/>
                    <a:pt x="176" y="56829"/>
                  </a:cubicBezTo>
                  <a:cubicBezTo>
                    <a:pt x="176" y="65916"/>
                    <a:pt x="10213" y="72293"/>
                    <a:pt x="25356" y="72293"/>
                  </a:cubicBezTo>
                  <a:cubicBezTo>
                    <a:pt x="53882" y="72293"/>
                    <a:pt x="60750" y="53003"/>
                    <a:pt x="60750" y="45829"/>
                  </a:cubicBezTo>
                  <a:cubicBezTo>
                    <a:pt x="60750" y="40090"/>
                    <a:pt x="57404" y="36104"/>
                    <a:pt x="55291" y="34191"/>
                  </a:cubicBezTo>
                  <a:cubicBezTo>
                    <a:pt x="50537" y="29727"/>
                    <a:pt x="45430" y="28930"/>
                    <a:pt x="37682" y="27495"/>
                  </a:cubicBezTo>
                  <a:cubicBezTo>
                    <a:pt x="31343" y="26220"/>
                    <a:pt x="24300" y="25104"/>
                    <a:pt x="24300" y="17930"/>
                  </a:cubicBezTo>
                  <a:cubicBezTo>
                    <a:pt x="24300" y="13307"/>
                    <a:pt x="28526" y="3582"/>
                    <a:pt x="44021" y="3582"/>
                  </a:cubicBezTo>
                  <a:cubicBezTo>
                    <a:pt x="48424" y="3582"/>
                    <a:pt x="57228" y="4698"/>
                    <a:pt x="59869" y="10915"/>
                  </a:cubicBezTo>
                  <a:close/>
                </a:path>
              </a:pathLst>
            </a:custGeom>
            <a:solidFill>
              <a:srgbClr val="000000"/>
            </a:solidFill>
            <a:ln w="1510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/>
            </a:p>
          </p:txBody>
        </p:sp>
        <p:sp>
          <p:nvSpPr>
            <p:cNvPr id="1106" name="任意形状 1105">
              <a:extLst>
                <a:ext uri="{FF2B5EF4-FFF2-40B4-BE49-F238E27FC236}">
                  <a16:creationId xmlns:a16="http://schemas.microsoft.com/office/drawing/2014/main" id="{CCBAC8C3-2D58-37D0-91DD-F191565FF22A}"/>
                </a:ext>
              </a:extLst>
            </p:cNvPr>
            <p:cNvSpPr/>
            <p:nvPr>
              <p:custDataLst>
                <p:tags r:id="rId171"/>
              </p:custDataLst>
            </p:nvPr>
          </p:nvSpPr>
          <p:spPr>
            <a:xfrm>
              <a:off x="3442373" y="6858827"/>
              <a:ext cx="40852" cy="159422"/>
            </a:xfrm>
            <a:custGeom>
              <a:avLst/>
              <a:gdLst>
                <a:gd name="connsiteX0" fmla="*/ 41033 w 40852"/>
                <a:gd name="connsiteY0" fmla="*/ 157903 h 159422"/>
                <a:gd name="connsiteX1" fmla="*/ 38039 w 40852"/>
                <a:gd name="connsiteY1" fmla="*/ 154395 h 159422"/>
                <a:gd name="connsiteX2" fmla="*/ 10393 w 40852"/>
                <a:gd name="connsiteY2" fmla="*/ 79786 h 159422"/>
                <a:gd name="connsiteX3" fmla="*/ 38743 w 40852"/>
                <a:gd name="connsiteY3" fmla="*/ 4379 h 159422"/>
                <a:gd name="connsiteX4" fmla="*/ 41033 w 40852"/>
                <a:gd name="connsiteY4" fmla="*/ 1669 h 159422"/>
                <a:gd name="connsiteX5" fmla="*/ 39272 w 40852"/>
                <a:gd name="connsiteY5" fmla="*/ 75 h 159422"/>
                <a:gd name="connsiteX6" fmla="*/ 11274 w 40852"/>
                <a:gd name="connsiteY6" fmla="*/ 31162 h 159422"/>
                <a:gd name="connsiteX7" fmla="*/ 180 w 40852"/>
                <a:gd name="connsiteY7" fmla="*/ 79786 h 159422"/>
                <a:gd name="connsiteX8" fmla="*/ 11802 w 40852"/>
                <a:gd name="connsiteY8" fmla="*/ 129526 h 159422"/>
                <a:gd name="connsiteX9" fmla="*/ 39272 w 40852"/>
                <a:gd name="connsiteY9" fmla="*/ 159497 h 159422"/>
                <a:gd name="connsiteX10" fmla="*/ 41033 w 40852"/>
                <a:gd name="connsiteY10" fmla="*/ 157903 h 1594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40852" h="159422">
                  <a:moveTo>
                    <a:pt x="41033" y="157903"/>
                  </a:moveTo>
                  <a:cubicBezTo>
                    <a:pt x="41033" y="157424"/>
                    <a:pt x="41033" y="157106"/>
                    <a:pt x="38039" y="154395"/>
                  </a:cubicBezTo>
                  <a:cubicBezTo>
                    <a:pt x="16028" y="134308"/>
                    <a:pt x="10393" y="104177"/>
                    <a:pt x="10393" y="79786"/>
                  </a:cubicBezTo>
                  <a:cubicBezTo>
                    <a:pt x="10393" y="52046"/>
                    <a:pt x="17085" y="24307"/>
                    <a:pt x="38743" y="4379"/>
                  </a:cubicBezTo>
                  <a:cubicBezTo>
                    <a:pt x="41033" y="2466"/>
                    <a:pt x="41033" y="2147"/>
                    <a:pt x="41033" y="1669"/>
                  </a:cubicBezTo>
                  <a:cubicBezTo>
                    <a:pt x="41033" y="553"/>
                    <a:pt x="40328" y="75"/>
                    <a:pt x="39272" y="75"/>
                  </a:cubicBezTo>
                  <a:cubicBezTo>
                    <a:pt x="37511" y="75"/>
                    <a:pt x="21663" y="10915"/>
                    <a:pt x="11274" y="31162"/>
                  </a:cubicBezTo>
                  <a:cubicBezTo>
                    <a:pt x="2293" y="48698"/>
                    <a:pt x="180" y="66394"/>
                    <a:pt x="180" y="79786"/>
                  </a:cubicBezTo>
                  <a:cubicBezTo>
                    <a:pt x="180" y="92221"/>
                    <a:pt x="2117" y="111511"/>
                    <a:pt x="11802" y="129526"/>
                  </a:cubicBezTo>
                  <a:cubicBezTo>
                    <a:pt x="22367" y="149134"/>
                    <a:pt x="37511" y="159497"/>
                    <a:pt x="39272" y="159497"/>
                  </a:cubicBezTo>
                  <a:cubicBezTo>
                    <a:pt x="40328" y="159497"/>
                    <a:pt x="41033" y="159019"/>
                    <a:pt x="41033" y="157903"/>
                  </a:cubicBezTo>
                  <a:close/>
                </a:path>
              </a:pathLst>
            </a:custGeom>
            <a:solidFill>
              <a:srgbClr val="000000"/>
            </a:solidFill>
            <a:ln w="1510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/>
            </a:p>
          </p:txBody>
        </p:sp>
        <p:sp>
          <p:nvSpPr>
            <p:cNvPr id="1107" name="任意形状 1106">
              <a:extLst>
                <a:ext uri="{FF2B5EF4-FFF2-40B4-BE49-F238E27FC236}">
                  <a16:creationId xmlns:a16="http://schemas.microsoft.com/office/drawing/2014/main" id="{3BDEED91-496A-DAFE-D96C-371893FA40C5}"/>
                </a:ext>
              </a:extLst>
            </p:cNvPr>
            <p:cNvSpPr/>
            <p:nvPr>
              <p:custDataLst>
                <p:tags r:id="rId172"/>
              </p:custDataLst>
            </p:nvPr>
          </p:nvSpPr>
          <p:spPr>
            <a:xfrm>
              <a:off x="3498526" y="6907929"/>
              <a:ext cx="71667" cy="72218"/>
            </a:xfrm>
            <a:custGeom>
              <a:avLst/>
              <a:gdLst>
                <a:gd name="connsiteX0" fmla="*/ 10573 w 71667"/>
                <a:gd name="connsiteY0" fmla="*/ 61133 h 72218"/>
                <a:gd name="connsiteX1" fmla="*/ 8989 w 71667"/>
                <a:gd name="connsiteY1" fmla="*/ 67989 h 72218"/>
                <a:gd name="connsiteX2" fmla="*/ 14095 w 71667"/>
                <a:gd name="connsiteY2" fmla="*/ 72293 h 72218"/>
                <a:gd name="connsiteX3" fmla="*/ 20610 w 71667"/>
                <a:gd name="connsiteY3" fmla="*/ 67829 h 72218"/>
                <a:gd name="connsiteX4" fmla="*/ 27654 w 71667"/>
                <a:gd name="connsiteY4" fmla="*/ 42640 h 72218"/>
                <a:gd name="connsiteX5" fmla="*/ 33289 w 71667"/>
                <a:gd name="connsiteY5" fmla="*/ 21916 h 72218"/>
                <a:gd name="connsiteX6" fmla="*/ 43150 w 71667"/>
                <a:gd name="connsiteY6" fmla="*/ 8843 h 72218"/>
                <a:gd name="connsiteX7" fmla="*/ 57237 w 71667"/>
                <a:gd name="connsiteY7" fmla="*/ 3582 h 72218"/>
                <a:gd name="connsiteX8" fmla="*/ 64632 w 71667"/>
                <a:gd name="connsiteY8" fmla="*/ 5495 h 72218"/>
                <a:gd name="connsiteX9" fmla="*/ 55476 w 71667"/>
                <a:gd name="connsiteY9" fmla="*/ 14263 h 72218"/>
                <a:gd name="connsiteX10" fmla="*/ 62167 w 71667"/>
                <a:gd name="connsiteY10" fmla="*/ 19843 h 72218"/>
                <a:gd name="connsiteX11" fmla="*/ 71852 w 71667"/>
                <a:gd name="connsiteY11" fmla="*/ 10437 h 72218"/>
                <a:gd name="connsiteX12" fmla="*/ 57237 w 71667"/>
                <a:gd name="connsiteY12" fmla="*/ 75 h 72218"/>
                <a:gd name="connsiteX13" fmla="*/ 34697 w 71667"/>
                <a:gd name="connsiteY13" fmla="*/ 12350 h 72218"/>
                <a:gd name="connsiteX14" fmla="*/ 18673 w 71667"/>
                <a:gd name="connsiteY14" fmla="*/ 75 h 72218"/>
                <a:gd name="connsiteX15" fmla="*/ 5643 w 71667"/>
                <a:gd name="connsiteY15" fmla="*/ 9162 h 72218"/>
                <a:gd name="connsiteX16" fmla="*/ 184 w 71667"/>
                <a:gd name="connsiteY16" fmla="*/ 24626 h 72218"/>
                <a:gd name="connsiteX17" fmla="*/ 2297 w 71667"/>
                <a:gd name="connsiteY17" fmla="*/ 26220 h 72218"/>
                <a:gd name="connsiteX18" fmla="*/ 5291 w 71667"/>
                <a:gd name="connsiteY18" fmla="*/ 22553 h 72218"/>
                <a:gd name="connsiteX19" fmla="*/ 18145 w 71667"/>
                <a:gd name="connsiteY19" fmla="*/ 3582 h 72218"/>
                <a:gd name="connsiteX20" fmla="*/ 23604 w 71667"/>
                <a:gd name="connsiteY20" fmla="*/ 10915 h 72218"/>
                <a:gd name="connsiteX21" fmla="*/ 20786 w 71667"/>
                <a:gd name="connsiteY21" fmla="*/ 24307 h 72218"/>
                <a:gd name="connsiteX22" fmla="*/ 10573 w 71667"/>
                <a:gd name="connsiteY22" fmla="*/ 61133 h 722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71667" h="72218">
                  <a:moveTo>
                    <a:pt x="10573" y="61133"/>
                  </a:moveTo>
                  <a:cubicBezTo>
                    <a:pt x="10045" y="63525"/>
                    <a:pt x="8989" y="67191"/>
                    <a:pt x="8989" y="67989"/>
                  </a:cubicBezTo>
                  <a:cubicBezTo>
                    <a:pt x="8989" y="70858"/>
                    <a:pt x="11454" y="72293"/>
                    <a:pt x="14095" y="72293"/>
                  </a:cubicBezTo>
                  <a:cubicBezTo>
                    <a:pt x="16208" y="72293"/>
                    <a:pt x="19378" y="71018"/>
                    <a:pt x="20610" y="67829"/>
                  </a:cubicBezTo>
                  <a:cubicBezTo>
                    <a:pt x="20962" y="67191"/>
                    <a:pt x="26949" y="45510"/>
                    <a:pt x="27654" y="42640"/>
                  </a:cubicBezTo>
                  <a:cubicBezTo>
                    <a:pt x="29063" y="37380"/>
                    <a:pt x="32232" y="26220"/>
                    <a:pt x="33289" y="21916"/>
                  </a:cubicBezTo>
                  <a:cubicBezTo>
                    <a:pt x="33993" y="19843"/>
                    <a:pt x="38923" y="12350"/>
                    <a:pt x="43150" y="8843"/>
                  </a:cubicBezTo>
                  <a:cubicBezTo>
                    <a:pt x="44558" y="7727"/>
                    <a:pt x="49665" y="3582"/>
                    <a:pt x="57237" y="3582"/>
                  </a:cubicBezTo>
                  <a:cubicBezTo>
                    <a:pt x="61815" y="3582"/>
                    <a:pt x="64456" y="5495"/>
                    <a:pt x="64632" y="5495"/>
                  </a:cubicBezTo>
                  <a:cubicBezTo>
                    <a:pt x="59350" y="6292"/>
                    <a:pt x="55476" y="10118"/>
                    <a:pt x="55476" y="14263"/>
                  </a:cubicBezTo>
                  <a:cubicBezTo>
                    <a:pt x="55476" y="16814"/>
                    <a:pt x="57413" y="19843"/>
                    <a:pt x="62167" y="19843"/>
                  </a:cubicBezTo>
                  <a:cubicBezTo>
                    <a:pt x="66921" y="19843"/>
                    <a:pt x="71852" y="16176"/>
                    <a:pt x="71852" y="10437"/>
                  </a:cubicBezTo>
                  <a:cubicBezTo>
                    <a:pt x="71852" y="4857"/>
                    <a:pt x="66217" y="75"/>
                    <a:pt x="57237" y="75"/>
                  </a:cubicBezTo>
                  <a:cubicBezTo>
                    <a:pt x="45791" y="75"/>
                    <a:pt x="38043" y="7886"/>
                    <a:pt x="34697" y="12350"/>
                  </a:cubicBezTo>
                  <a:cubicBezTo>
                    <a:pt x="33289" y="5176"/>
                    <a:pt x="26949" y="75"/>
                    <a:pt x="18673" y="75"/>
                  </a:cubicBezTo>
                  <a:cubicBezTo>
                    <a:pt x="10573" y="75"/>
                    <a:pt x="7228" y="6292"/>
                    <a:pt x="5643" y="9162"/>
                  </a:cubicBezTo>
                  <a:cubicBezTo>
                    <a:pt x="2473" y="14582"/>
                    <a:pt x="184" y="24147"/>
                    <a:pt x="184" y="24626"/>
                  </a:cubicBezTo>
                  <a:cubicBezTo>
                    <a:pt x="184" y="26220"/>
                    <a:pt x="1945" y="26220"/>
                    <a:pt x="2297" y="26220"/>
                  </a:cubicBezTo>
                  <a:cubicBezTo>
                    <a:pt x="4058" y="26220"/>
                    <a:pt x="4234" y="26061"/>
                    <a:pt x="5291" y="22553"/>
                  </a:cubicBezTo>
                  <a:cubicBezTo>
                    <a:pt x="8284" y="11234"/>
                    <a:pt x="11806" y="3582"/>
                    <a:pt x="18145" y="3582"/>
                  </a:cubicBezTo>
                  <a:cubicBezTo>
                    <a:pt x="21139" y="3582"/>
                    <a:pt x="23604" y="4857"/>
                    <a:pt x="23604" y="10915"/>
                  </a:cubicBezTo>
                  <a:cubicBezTo>
                    <a:pt x="23604" y="14263"/>
                    <a:pt x="23076" y="16017"/>
                    <a:pt x="20786" y="24307"/>
                  </a:cubicBezTo>
                  <a:lnTo>
                    <a:pt x="10573" y="61133"/>
                  </a:lnTo>
                  <a:close/>
                </a:path>
              </a:pathLst>
            </a:custGeom>
            <a:solidFill>
              <a:srgbClr val="000000"/>
            </a:solidFill>
            <a:ln w="1510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/>
            </a:p>
          </p:txBody>
        </p:sp>
        <p:sp>
          <p:nvSpPr>
            <p:cNvPr id="1108" name="任意形状 1107">
              <a:extLst>
                <a:ext uri="{FF2B5EF4-FFF2-40B4-BE49-F238E27FC236}">
                  <a16:creationId xmlns:a16="http://schemas.microsoft.com/office/drawing/2014/main" id="{3BE8C6D1-CE6A-CFDB-A46E-45D91C730935}"/>
                </a:ext>
              </a:extLst>
            </p:cNvPr>
            <p:cNvSpPr/>
            <p:nvPr>
              <p:custDataLst>
                <p:tags r:id="rId173"/>
              </p:custDataLst>
            </p:nvPr>
          </p:nvSpPr>
          <p:spPr>
            <a:xfrm>
              <a:off x="3586298" y="6928207"/>
              <a:ext cx="44867" cy="74099"/>
            </a:xfrm>
            <a:custGeom>
              <a:avLst/>
              <a:gdLst>
                <a:gd name="connsiteX0" fmla="*/ 28046 w 44867"/>
                <a:gd name="connsiteY0" fmla="*/ 3201 h 74099"/>
                <a:gd name="connsiteX1" fmla="*/ 24348 w 44867"/>
                <a:gd name="connsiteY1" fmla="*/ 76 h 74099"/>
                <a:gd name="connsiteX2" fmla="*/ 189 w 44867"/>
                <a:gd name="connsiteY2" fmla="*/ 7218 h 74099"/>
                <a:gd name="connsiteX3" fmla="*/ 189 w 44867"/>
                <a:gd name="connsiteY3" fmla="*/ 11236 h 74099"/>
                <a:gd name="connsiteX4" fmla="*/ 18062 w 44867"/>
                <a:gd name="connsiteY4" fmla="*/ 8111 h 74099"/>
                <a:gd name="connsiteX5" fmla="*/ 18062 w 44867"/>
                <a:gd name="connsiteY5" fmla="*/ 65025 h 74099"/>
                <a:gd name="connsiteX6" fmla="*/ 5735 w 44867"/>
                <a:gd name="connsiteY6" fmla="*/ 70158 h 74099"/>
                <a:gd name="connsiteX7" fmla="*/ 1051 w 44867"/>
                <a:gd name="connsiteY7" fmla="*/ 70158 h 74099"/>
                <a:gd name="connsiteX8" fmla="*/ 1051 w 44867"/>
                <a:gd name="connsiteY8" fmla="*/ 74176 h 74099"/>
                <a:gd name="connsiteX9" fmla="*/ 22992 w 44867"/>
                <a:gd name="connsiteY9" fmla="*/ 73729 h 74099"/>
                <a:gd name="connsiteX10" fmla="*/ 45056 w 44867"/>
                <a:gd name="connsiteY10" fmla="*/ 74176 h 74099"/>
                <a:gd name="connsiteX11" fmla="*/ 45056 w 44867"/>
                <a:gd name="connsiteY11" fmla="*/ 70158 h 74099"/>
                <a:gd name="connsiteX12" fmla="*/ 40372 w 44867"/>
                <a:gd name="connsiteY12" fmla="*/ 70158 h 74099"/>
                <a:gd name="connsiteX13" fmla="*/ 28046 w 44867"/>
                <a:gd name="connsiteY13" fmla="*/ 65025 h 74099"/>
                <a:gd name="connsiteX14" fmla="*/ 28046 w 44867"/>
                <a:gd name="connsiteY14" fmla="*/ 3201 h 7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44867" h="74099">
                  <a:moveTo>
                    <a:pt x="28046" y="3201"/>
                  </a:moveTo>
                  <a:cubicBezTo>
                    <a:pt x="28046" y="188"/>
                    <a:pt x="27799" y="76"/>
                    <a:pt x="24348" y="76"/>
                  </a:cubicBezTo>
                  <a:cubicBezTo>
                    <a:pt x="16459" y="7107"/>
                    <a:pt x="5242" y="7218"/>
                    <a:pt x="189" y="7218"/>
                  </a:cubicBezTo>
                  <a:lnTo>
                    <a:pt x="189" y="11236"/>
                  </a:lnTo>
                  <a:cubicBezTo>
                    <a:pt x="3147" y="11236"/>
                    <a:pt x="11282" y="11236"/>
                    <a:pt x="18062" y="8111"/>
                  </a:cubicBezTo>
                  <a:lnTo>
                    <a:pt x="18062" y="65025"/>
                  </a:lnTo>
                  <a:cubicBezTo>
                    <a:pt x="18062" y="68707"/>
                    <a:pt x="18062" y="70158"/>
                    <a:pt x="5735" y="70158"/>
                  </a:cubicBezTo>
                  <a:lnTo>
                    <a:pt x="1051" y="70158"/>
                  </a:lnTo>
                  <a:lnTo>
                    <a:pt x="1051" y="74176"/>
                  </a:lnTo>
                  <a:cubicBezTo>
                    <a:pt x="3270" y="74064"/>
                    <a:pt x="18431" y="73729"/>
                    <a:pt x="22992" y="73729"/>
                  </a:cubicBezTo>
                  <a:cubicBezTo>
                    <a:pt x="26813" y="73729"/>
                    <a:pt x="42344" y="74064"/>
                    <a:pt x="45056" y="74176"/>
                  </a:cubicBezTo>
                  <a:lnTo>
                    <a:pt x="45056" y="70158"/>
                  </a:lnTo>
                  <a:lnTo>
                    <a:pt x="40372" y="70158"/>
                  </a:lnTo>
                  <a:cubicBezTo>
                    <a:pt x="28046" y="70158"/>
                    <a:pt x="28046" y="68707"/>
                    <a:pt x="28046" y="65025"/>
                  </a:cubicBezTo>
                  <a:lnTo>
                    <a:pt x="28046" y="3201"/>
                  </a:lnTo>
                  <a:close/>
                </a:path>
              </a:pathLst>
            </a:custGeom>
            <a:solidFill>
              <a:srgbClr val="000000"/>
            </a:solidFill>
            <a:ln w="1510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/>
            </a:p>
          </p:txBody>
        </p:sp>
        <p:sp>
          <p:nvSpPr>
            <p:cNvPr id="1109" name="任意形状 1108">
              <a:extLst>
                <a:ext uri="{FF2B5EF4-FFF2-40B4-BE49-F238E27FC236}">
                  <a16:creationId xmlns:a16="http://schemas.microsoft.com/office/drawing/2014/main" id="{80B16387-0070-824F-2988-03C57EB38172}"/>
                </a:ext>
              </a:extLst>
            </p:cNvPr>
            <p:cNvSpPr/>
            <p:nvPr>
              <p:custDataLst>
                <p:tags r:id="rId174"/>
              </p:custDataLst>
            </p:nvPr>
          </p:nvSpPr>
          <p:spPr>
            <a:xfrm>
              <a:off x="3710455" y="6896929"/>
              <a:ext cx="156365" cy="83218"/>
            </a:xfrm>
            <a:custGeom>
              <a:avLst/>
              <a:gdLst>
                <a:gd name="connsiteX0" fmla="*/ 137368 w 156365"/>
                <a:gd name="connsiteY0" fmla="*/ 44872 h 83218"/>
                <a:gd name="connsiteX1" fmla="*/ 121520 w 156365"/>
                <a:gd name="connsiteY1" fmla="*/ 60177 h 83218"/>
                <a:gd name="connsiteX2" fmla="*/ 112188 w 156365"/>
                <a:gd name="connsiteY2" fmla="*/ 81380 h 83218"/>
                <a:gd name="connsiteX3" fmla="*/ 115709 w 156365"/>
                <a:gd name="connsiteY3" fmla="*/ 83293 h 83218"/>
                <a:gd name="connsiteX4" fmla="*/ 119583 w 156365"/>
                <a:gd name="connsiteY4" fmla="*/ 80105 h 83218"/>
                <a:gd name="connsiteX5" fmla="*/ 153920 w 156365"/>
                <a:gd name="connsiteY5" fmla="*/ 43756 h 83218"/>
                <a:gd name="connsiteX6" fmla="*/ 156562 w 156365"/>
                <a:gd name="connsiteY6" fmla="*/ 41684 h 83218"/>
                <a:gd name="connsiteX7" fmla="*/ 155153 w 156365"/>
                <a:gd name="connsiteY7" fmla="*/ 39930 h 83218"/>
                <a:gd name="connsiteX8" fmla="*/ 119407 w 156365"/>
                <a:gd name="connsiteY8" fmla="*/ 2466 h 83218"/>
                <a:gd name="connsiteX9" fmla="*/ 115709 w 156365"/>
                <a:gd name="connsiteY9" fmla="*/ 75 h 83218"/>
                <a:gd name="connsiteX10" fmla="*/ 112188 w 156365"/>
                <a:gd name="connsiteY10" fmla="*/ 1988 h 83218"/>
                <a:gd name="connsiteX11" fmla="*/ 121168 w 156365"/>
                <a:gd name="connsiteY11" fmla="*/ 23032 h 83218"/>
                <a:gd name="connsiteX12" fmla="*/ 137368 w 156365"/>
                <a:gd name="connsiteY12" fmla="*/ 38495 h 83218"/>
                <a:gd name="connsiteX13" fmla="*/ 6535 w 156365"/>
                <a:gd name="connsiteY13" fmla="*/ 38495 h 83218"/>
                <a:gd name="connsiteX14" fmla="*/ 196 w 156365"/>
                <a:gd name="connsiteY14" fmla="*/ 41684 h 83218"/>
                <a:gd name="connsiteX15" fmla="*/ 6535 w 156365"/>
                <a:gd name="connsiteY15" fmla="*/ 44872 h 83218"/>
                <a:gd name="connsiteX16" fmla="*/ 137368 w 156365"/>
                <a:gd name="connsiteY16" fmla="*/ 44872 h 832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56365" h="83218">
                  <a:moveTo>
                    <a:pt x="137368" y="44872"/>
                  </a:moveTo>
                  <a:cubicBezTo>
                    <a:pt x="127683" y="51568"/>
                    <a:pt x="122929" y="58104"/>
                    <a:pt x="121520" y="60177"/>
                  </a:cubicBezTo>
                  <a:cubicBezTo>
                    <a:pt x="113596" y="71177"/>
                    <a:pt x="112188" y="81221"/>
                    <a:pt x="112188" y="81380"/>
                  </a:cubicBezTo>
                  <a:cubicBezTo>
                    <a:pt x="112188" y="83293"/>
                    <a:pt x="114301" y="83293"/>
                    <a:pt x="115709" y="83293"/>
                  </a:cubicBezTo>
                  <a:cubicBezTo>
                    <a:pt x="118703" y="83293"/>
                    <a:pt x="118879" y="82974"/>
                    <a:pt x="119583" y="80105"/>
                  </a:cubicBezTo>
                  <a:cubicBezTo>
                    <a:pt x="123633" y="64481"/>
                    <a:pt x="134022" y="51090"/>
                    <a:pt x="153920" y="43756"/>
                  </a:cubicBezTo>
                  <a:cubicBezTo>
                    <a:pt x="156033" y="43119"/>
                    <a:pt x="156562" y="42800"/>
                    <a:pt x="156562" y="41684"/>
                  </a:cubicBezTo>
                  <a:cubicBezTo>
                    <a:pt x="156562" y="40568"/>
                    <a:pt x="155505" y="40090"/>
                    <a:pt x="155153" y="39930"/>
                  </a:cubicBezTo>
                  <a:cubicBezTo>
                    <a:pt x="147405" y="37220"/>
                    <a:pt x="126099" y="29249"/>
                    <a:pt x="119407" y="2466"/>
                  </a:cubicBezTo>
                  <a:cubicBezTo>
                    <a:pt x="118879" y="553"/>
                    <a:pt x="118703" y="75"/>
                    <a:pt x="115709" y="75"/>
                  </a:cubicBezTo>
                  <a:cubicBezTo>
                    <a:pt x="114301" y="75"/>
                    <a:pt x="112188" y="75"/>
                    <a:pt x="112188" y="1988"/>
                  </a:cubicBezTo>
                  <a:cubicBezTo>
                    <a:pt x="112188" y="2307"/>
                    <a:pt x="113772" y="12350"/>
                    <a:pt x="121168" y="23032"/>
                  </a:cubicBezTo>
                  <a:cubicBezTo>
                    <a:pt x="124690" y="27814"/>
                    <a:pt x="129796" y="33394"/>
                    <a:pt x="137368" y="38495"/>
                  </a:cubicBezTo>
                  <a:lnTo>
                    <a:pt x="6535" y="38495"/>
                  </a:lnTo>
                  <a:cubicBezTo>
                    <a:pt x="3365" y="38495"/>
                    <a:pt x="196" y="38495"/>
                    <a:pt x="196" y="41684"/>
                  </a:cubicBezTo>
                  <a:cubicBezTo>
                    <a:pt x="196" y="44872"/>
                    <a:pt x="3365" y="44872"/>
                    <a:pt x="6535" y="44872"/>
                  </a:cubicBezTo>
                  <a:lnTo>
                    <a:pt x="137368" y="44872"/>
                  </a:lnTo>
                  <a:close/>
                </a:path>
              </a:pathLst>
            </a:custGeom>
            <a:solidFill>
              <a:srgbClr val="000000"/>
            </a:solidFill>
            <a:ln w="1510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/>
            </a:p>
          </p:txBody>
        </p:sp>
        <p:sp>
          <p:nvSpPr>
            <p:cNvPr id="1110" name="任意形状 1109">
              <a:extLst>
                <a:ext uri="{FF2B5EF4-FFF2-40B4-BE49-F238E27FC236}">
                  <a16:creationId xmlns:a16="http://schemas.microsoft.com/office/drawing/2014/main" id="{39BEDA25-F00D-F79D-F0A0-3FCF2718E988}"/>
                </a:ext>
              </a:extLst>
            </p:cNvPr>
            <p:cNvSpPr/>
            <p:nvPr>
              <p:custDataLst>
                <p:tags r:id="rId175"/>
              </p:custDataLst>
            </p:nvPr>
          </p:nvSpPr>
          <p:spPr>
            <a:xfrm>
              <a:off x="3930877" y="6907929"/>
              <a:ext cx="71667" cy="72218"/>
            </a:xfrm>
            <a:custGeom>
              <a:avLst/>
              <a:gdLst>
                <a:gd name="connsiteX0" fmla="*/ 10598 w 71667"/>
                <a:gd name="connsiteY0" fmla="*/ 61133 h 72218"/>
                <a:gd name="connsiteX1" fmla="*/ 9013 w 71667"/>
                <a:gd name="connsiteY1" fmla="*/ 67989 h 72218"/>
                <a:gd name="connsiteX2" fmla="*/ 14120 w 71667"/>
                <a:gd name="connsiteY2" fmla="*/ 72293 h 72218"/>
                <a:gd name="connsiteX3" fmla="*/ 20635 w 71667"/>
                <a:gd name="connsiteY3" fmla="*/ 67829 h 72218"/>
                <a:gd name="connsiteX4" fmla="*/ 27678 w 71667"/>
                <a:gd name="connsiteY4" fmla="*/ 42640 h 72218"/>
                <a:gd name="connsiteX5" fmla="*/ 33313 w 71667"/>
                <a:gd name="connsiteY5" fmla="*/ 21916 h 72218"/>
                <a:gd name="connsiteX6" fmla="*/ 43174 w 71667"/>
                <a:gd name="connsiteY6" fmla="*/ 8843 h 72218"/>
                <a:gd name="connsiteX7" fmla="*/ 57261 w 71667"/>
                <a:gd name="connsiteY7" fmla="*/ 3582 h 72218"/>
                <a:gd name="connsiteX8" fmla="*/ 64657 w 71667"/>
                <a:gd name="connsiteY8" fmla="*/ 5495 h 72218"/>
                <a:gd name="connsiteX9" fmla="*/ 55500 w 71667"/>
                <a:gd name="connsiteY9" fmla="*/ 14263 h 72218"/>
                <a:gd name="connsiteX10" fmla="*/ 62191 w 71667"/>
                <a:gd name="connsiteY10" fmla="*/ 19843 h 72218"/>
                <a:gd name="connsiteX11" fmla="*/ 71876 w 71667"/>
                <a:gd name="connsiteY11" fmla="*/ 10437 h 72218"/>
                <a:gd name="connsiteX12" fmla="*/ 57261 w 71667"/>
                <a:gd name="connsiteY12" fmla="*/ 75 h 72218"/>
                <a:gd name="connsiteX13" fmla="*/ 34722 w 71667"/>
                <a:gd name="connsiteY13" fmla="*/ 12350 h 72218"/>
                <a:gd name="connsiteX14" fmla="*/ 18698 w 71667"/>
                <a:gd name="connsiteY14" fmla="*/ 75 h 72218"/>
                <a:gd name="connsiteX15" fmla="*/ 5667 w 71667"/>
                <a:gd name="connsiteY15" fmla="*/ 9162 h 72218"/>
                <a:gd name="connsiteX16" fmla="*/ 209 w 71667"/>
                <a:gd name="connsiteY16" fmla="*/ 24626 h 72218"/>
                <a:gd name="connsiteX17" fmla="*/ 2322 w 71667"/>
                <a:gd name="connsiteY17" fmla="*/ 26220 h 72218"/>
                <a:gd name="connsiteX18" fmla="*/ 5315 w 71667"/>
                <a:gd name="connsiteY18" fmla="*/ 22553 h 72218"/>
                <a:gd name="connsiteX19" fmla="*/ 18170 w 71667"/>
                <a:gd name="connsiteY19" fmla="*/ 3582 h 72218"/>
                <a:gd name="connsiteX20" fmla="*/ 23628 w 71667"/>
                <a:gd name="connsiteY20" fmla="*/ 10915 h 72218"/>
                <a:gd name="connsiteX21" fmla="*/ 20811 w 71667"/>
                <a:gd name="connsiteY21" fmla="*/ 24307 h 72218"/>
                <a:gd name="connsiteX22" fmla="*/ 10598 w 71667"/>
                <a:gd name="connsiteY22" fmla="*/ 61133 h 722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71667" h="72218">
                  <a:moveTo>
                    <a:pt x="10598" y="61133"/>
                  </a:moveTo>
                  <a:cubicBezTo>
                    <a:pt x="10069" y="63525"/>
                    <a:pt x="9013" y="67191"/>
                    <a:pt x="9013" y="67989"/>
                  </a:cubicBezTo>
                  <a:cubicBezTo>
                    <a:pt x="9013" y="70858"/>
                    <a:pt x="11478" y="72293"/>
                    <a:pt x="14120" y="72293"/>
                  </a:cubicBezTo>
                  <a:cubicBezTo>
                    <a:pt x="16233" y="72293"/>
                    <a:pt x="19402" y="71018"/>
                    <a:pt x="20635" y="67829"/>
                  </a:cubicBezTo>
                  <a:cubicBezTo>
                    <a:pt x="20987" y="67191"/>
                    <a:pt x="26974" y="45510"/>
                    <a:pt x="27678" y="42640"/>
                  </a:cubicBezTo>
                  <a:cubicBezTo>
                    <a:pt x="29087" y="37380"/>
                    <a:pt x="32257" y="26220"/>
                    <a:pt x="33313" y="21916"/>
                  </a:cubicBezTo>
                  <a:cubicBezTo>
                    <a:pt x="34017" y="19843"/>
                    <a:pt x="38948" y="12350"/>
                    <a:pt x="43174" y="8843"/>
                  </a:cubicBezTo>
                  <a:cubicBezTo>
                    <a:pt x="44583" y="7727"/>
                    <a:pt x="49689" y="3582"/>
                    <a:pt x="57261" y="3582"/>
                  </a:cubicBezTo>
                  <a:cubicBezTo>
                    <a:pt x="61839" y="3582"/>
                    <a:pt x="64481" y="5495"/>
                    <a:pt x="64657" y="5495"/>
                  </a:cubicBezTo>
                  <a:cubicBezTo>
                    <a:pt x="59374" y="6292"/>
                    <a:pt x="55500" y="10118"/>
                    <a:pt x="55500" y="14263"/>
                  </a:cubicBezTo>
                  <a:cubicBezTo>
                    <a:pt x="55500" y="16814"/>
                    <a:pt x="57437" y="19843"/>
                    <a:pt x="62191" y="19843"/>
                  </a:cubicBezTo>
                  <a:cubicBezTo>
                    <a:pt x="66946" y="19843"/>
                    <a:pt x="71876" y="16176"/>
                    <a:pt x="71876" y="10437"/>
                  </a:cubicBezTo>
                  <a:cubicBezTo>
                    <a:pt x="71876" y="4857"/>
                    <a:pt x="66241" y="75"/>
                    <a:pt x="57261" y="75"/>
                  </a:cubicBezTo>
                  <a:cubicBezTo>
                    <a:pt x="45815" y="75"/>
                    <a:pt x="38067" y="7886"/>
                    <a:pt x="34722" y="12350"/>
                  </a:cubicBezTo>
                  <a:cubicBezTo>
                    <a:pt x="33313" y="5176"/>
                    <a:pt x="26974" y="75"/>
                    <a:pt x="18698" y="75"/>
                  </a:cubicBezTo>
                  <a:cubicBezTo>
                    <a:pt x="10598" y="75"/>
                    <a:pt x="7252" y="6292"/>
                    <a:pt x="5667" y="9162"/>
                  </a:cubicBezTo>
                  <a:cubicBezTo>
                    <a:pt x="2498" y="14582"/>
                    <a:pt x="209" y="24147"/>
                    <a:pt x="209" y="24626"/>
                  </a:cubicBezTo>
                  <a:cubicBezTo>
                    <a:pt x="209" y="26220"/>
                    <a:pt x="1969" y="26220"/>
                    <a:pt x="2322" y="26220"/>
                  </a:cubicBezTo>
                  <a:cubicBezTo>
                    <a:pt x="4083" y="26220"/>
                    <a:pt x="4259" y="26061"/>
                    <a:pt x="5315" y="22553"/>
                  </a:cubicBezTo>
                  <a:cubicBezTo>
                    <a:pt x="8309" y="11234"/>
                    <a:pt x="11830" y="3582"/>
                    <a:pt x="18170" y="3582"/>
                  </a:cubicBezTo>
                  <a:cubicBezTo>
                    <a:pt x="21163" y="3582"/>
                    <a:pt x="23628" y="4857"/>
                    <a:pt x="23628" y="10915"/>
                  </a:cubicBezTo>
                  <a:cubicBezTo>
                    <a:pt x="23628" y="14263"/>
                    <a:pt x="23100" y="16017"/>
                    <a:pt x="20811" y="24307"/>
                  </a:cubicBezTo>
                  <a:lnTo>
                    <a:pt x="10598" y="61133"/>
                  </a:lnTo>
                  <a:close/>
                </a:path>
              </a:pathLst>
            </a:custGeom>
            <a:solidFill>
              <a:srgbClr val="000000"/>
            </a:solidFill>
            <a:ln w="1510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/>
            </a:p>
          </p:txBody>
        </p:sp>
        <p:sp>
          <p:nvSpPr>
            <p:cNvPr id="1111" name="任意形状 1110">
              <a:extLst>
                <a:ext uri="{FF2B5EF4-FFF2-40B4-BE49-F238E27FC236}">
                  <a16:creationId xmlns:a16="http://schemas.microsoft.com/office/drawing/2014/main" id="{13BF7008-6F59-84A3-9D65-7D05B9D5B1B3}"/>
                </a:ext>
              </a:extLst>
            </p:cNvPr>
            <p:cNvSpPr/>
            <p:nvPr>
              <p:custDataLst>
                <p:tags r:id="rId176"/>
              </p:custDataLst>
            </p:nvPr>
          </p:nvSpPr>
          <p:spPr>
            <a:xfrm>
              <a:off x="4012979" y="6928207"/>
              <a:ext cx="54481" cy="74099"/>
            </a:xfrm>
            <a:custGeom>
              <a:avLst/>
              <a:gdLst>
                <a:gd name="connsiteX0" fmla="*/ 54695 w 54481"/>
                <a:gd name="connsiteY0" fmla="*/ 53865 h 74099"/>
                <a:gd name="connsiteX1" fmla="*/ 50504 w 54481"/>
                <a:gd name="connsiteY1" fmla="*/ 53865 h 74099"/>
                <a:gd name="connsiteX2" fmla="*/ 47299 w 54481"/>
                <a:gd name="connsiteY2" fmla="*/ 64020 h 74099"/>
                <a:gd name="connsiteX3" fmla="*/ 35096 w 54481"/>
                <a:gd name="connsiteY3" fmla="*/ 64690 h 74099"/>
                <a:gd name="connsiteX4" fmla="*/ 12416 w 54481"/>
                <a:gd name="connsiteY4" fmla="*/ 64690 h 74099"/>
                <a:gd name="connsiteX5" fmla="*/ 37068 w 54481"/>
                <a:gd name="connsiteY5" fmla="*/ 45942 h 74099"/>
                <a:gd name="connsiteX6" fmla="*/ 54695 w 54481"/>
                <a:gd name="connsiteY6" fmla="*/ 21837 h 74099"/>
                <a:gd name="connsiteX7" fmla="*/ 25851 w 54481"/>
                <a:gd name="connsiteY7" fmla="*/ 76 h 74099"/>
                <a:gd name="connsiteX8" fmla="*/ 213 w 54481"/>
                <a:gd name="connsiteY8" fmla="*/ 20052 h 74099"/>
                <a:gd name="connsiteX9" fmla="*/ 6746 w 54481"/>
                <a:gd name="connsiteY9" fmla="*/ 26301 h 74099"/>
                <a:gd name="connsiteX10" fmla="*/ 13279 w 54481"/>
                <a:gd name="connsiteY10" fmla="*/ 20387 h 74099"/>
                <a:gd name="connsiteX11" fmla="*/ 6006 w 54481"/>
                <a:gd name="connsiteY11" fmla="*/ 14472 h 74099"/>
                <a:gd name="connsiteX12" fmla="*/ 24003 w 54481"/>
                <a:gd name="connsiteY12" fmla="*/ 4094 h 74099"/>
                <a:gd name="connsiteX13" fmla="*/ 42738 w 54481"/>
                <a:gd name="connsiteY13" fmla="*/ 21837 h 74099"/>
                <a:gd name="connsiteX14" fmla="*/ 31152 w 54481"/>
                <a:gd name="connsiteY14" fmla="*/ 43264 h 74099"/>
                <a:gd name="connsiteX15" fmla="*/ 1446 w 54481"/>
                <a:gd name="connsiteY15" fmla="*/ 69823 h 74099"/>
                <a:gd name="connsiteX16" fmla="*/ 213 w 54481"/>
                <a:gd name="connsiteY16" fmla="*/ 74176 h 74099"/>
                <a:gd name="connsiteX17" fmla="*/ 50997 w 54481"/>
                <a:gd name="connsiteY17" fmla="*/ 74176 h 74099"/>
                <a:gd name="connsiteX18" fmla="*/ 54695 w 54481"/>
                <a:gd name="connsiteY18" fmla="*/ 53865 h 7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54481" h="74099">
                  <a:moveTo>
                    <a:pt x="54695" y="53865"/>
                  </a:moveTo>
                  <a:lnTo>
                    <a:pt x="50504" y="53865"/>
                  </a:lnTo>
                  <a:cubicBezTo>
                    <a:pt x="50134" y="56320"/>
                    <a:pt x="48901" y="62904"/>
                    <a:pt x="47299" y="64020"/>
                  </a:cubicBezTo>
                  <a:cubicBezTo>
                    <a:pt x="46313" y="64690"/>
                    <a:pt x="36822" y="64690"/>
                    <a:pt x="35096" y="64690"/>
                  </a:cubicBezTo>
                  <a:lnTo>
                    <a:pt x="12416" y="64690"/>
                  </a:lnTo>
                  <a:cubicBezTo>
                    <a:pt x="25358" y="54312"/>
                    <a:pt x="29673" y="51187"/>
                    <a:pt x="37068" y="45942"/>
                  </a:cubicBezTo>
                  <a:cubicBezTo>
                    <a:pt x="46190" y="39358"/>
                    <a:pt x="54695" y="32439"/>
                    <a:pt x="54695" y="21837"/>
                  </a:cubicBezTo>
                  <a:cubicBezTo>
                    <a:pt x="54695" y="8334"/>
                    <a:pt x="41629" y="76"/>
                    <a:pt x="25851" y="76"/>
                  </a:cubicBezTo>
                  <a:cubicBezTo>
                    <a:pt x="10567" y="76"/>
                    <a:pt x="213" y="9785"/>
                    <a:pt x="213" y="20052"/>
                  </a:cubicBezTo>
                  <a:cubicBezTo>
                    <a:pt x="213" y="25743"/>
                    <a:pt x="5513" y="26301"/>
                    <a:pt x="6746" y="26301"/>
                  </a:cubicBezTo>
                  <a:cubicBezTo>
                    <a:pt x="9704" y="26301"/>
                    <a:pt x="13279" y="24404"/>
                    <a:pt x="13279" y="20387"/>
                  </a:cubicBezTo>
                  <a:cubicBezTo>
                    <a:pt x="13279" y="18378"/>
                    <a:pt x="12416" y="14472"/>
                    <a:pt x="6006" y="14472"/>
                  </a:cubicBezTo>
                  <a:cubicBezTo>
                    <a:pt x="9828" y="6549"/>
                    <a:pt x="18209" y="4094"/>
                    <a:pt x="24003" y="4094"/>
                  </a:cubicBezTo>
                  <a:cubicBezTo>
                    <a:pt x="36329" y="4094"/>
                    <a:pt x="42738" y="12798"/>
                    <a:pt x="42738" y="21837"/>
                  </a:cubicBezTo>
                  <a:cubicBezTo>
                    <a:pt x="42738" y="31546"/>
                    <a:pt x="35096" y="39246"/>
                    <a:pt x="31152" y="43264"/>
                  </a:cubicBezTo>
                  <a:lnTo>
                    <a:pt x="1446" y="69823"/>
                  </a:lnTo>
                  <a:cubicBezTo>
                    <a:pt x="213" y="70828"/>
                    <a:pt x="213" y="71051"/>
                    <a:pt x="213" y="74176"/>
                  </a:cubicBezTo>
                  <a:lnTo>
                    <a:pt x="50997" y="74176"/>
                  </a:lnTo>
                  <a:lnTo>
                    <a:pt x="54695" y="53865"/>
                  </a:lnTo>
                  <a:close/>
                </a:path>
              </a:pathLst>
            </a:custGeom>
            <a:solidFill>
              <a:srgbClr val="000000"/>
            </a:solidFill>
            <a:ln w="1510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/>
            </a:p>
          </p:txBody>
        </p:sp>
        <p:sp>
          <p:nvSpPr>
            <p:cNvPr id="1112" name="任意形状 1111">
              <a:extLst>
                <a:ext uri="{FF2B5EF4-FFF2-40B4-BE49-F238E27FC236}">
                  <a16:creationId xmlns:a16="http://schemas.microsoft.com/office/drawing/2014/main" id="{8F68BF5F-5C1C-74AC-62E3-F0381B4BF2C8}"/>
                </a:ext>
              </a:extLst>
            </p:cNvPr>
            <p:cNvSpPr/>
            <p:nvPr>
              <p:custDataLst>
                <p:tags r:id="rId177"/>
              </p:custDataLst>
            </p:nvPr>
          </p:nvSpPr>
          <p:spPr>
            <a:xfrm>
              <a:off x="4094246" y="6858827"/>
              <a:ext cx="40852" cy="159422"/>
            </a:xfrm>
            <a:custGeom>
              <a:avLst/>
              <a:gdLst>
                <a:gd name="connsiteX0" fmla="*/ 41070 w 40852"/>
                <a:gd name="connsiteY0" fmla="*/ 79786 h 159422"/>
                <a:gd name="connsiteX1" fmla="*/ 29448 w 40852"/>
                <a:gd name="connsiteY1" fmla="*/ 30046 h 159422"/>
                <a:gd name="connsiteX2" fmla="*/ 1978 w 40852"/>
                <a:gd name="connsiteY2" fmla="*/ 75 h 159422"/>
                <a:gd name="connsiteX3" fmla="*/ 218 w 40852"/>
                <a:gd name="connsiteY3" fmla="*/ 1669 h 159422"/>
                <a:gd name="connsiteX4" fmla="*/ 3563 w 40852"/>
                <a:gd name="connsiteY4" fmla="*/ 5336 h 159422"/>
                <a:gd name="connsiteX5" fmla="*/ 30857 w 40852"/>
                <a:gd name="connsiteY5" fmla="*/ 79786 h 159422"/>
                <a:gd name="connsiteX6" fmla="*/ 2507 w 40852"/>
                <a:gd name="connsiteY6" fmla="*/ 155192 h 159422"/>
                <a:gd name="connsiteX7" fmla="*/ 218 w 40852"/>
                <a:gd name="connsiteY7" fmla="*/ 157903 h 159422"/>
                <a:gd name="connsiteX8" fmla="*/ 1978 w 40852"/>
                <a:gd name="connsiteY8" fmla="*/ 159497 h 159422"/>
                <a:gd name="connsiteX9" fmla="*/ 29976 w 40852"/>
                <a:gd name="connsiteY9" fmla="*/ 128410 h 159422"/>
                <a:gd name="connsiteX10" fmla="*/ 41070 w 40852"/>
                <a:gd name="connsiteY10" fmla="*/ 79786 h 1594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40852" h="159422">
                  <a:moveTo>
                    <a:pt x="41070" y="79786"/>
                  </a:moveTo>
                  <a:cubicBezTo>
                    <a:pt x="41070" y="67351"/>
                    <a:pt x="39133" y="48061"/>
                    <a:pt x="29448" y="30046"/>
                  </a:cubicBezTo>
                  <a:cubicBezTo>
                    <a:pt x="18883" y="10437"/>
                    <a:pt x="3739" y="75"/>
                    <a:pt x="1978" y="75"/>
                  </a:cubicBezTo>
                  <a:cubicBezTo>
                    <a:pt x="922" y="75"/>
                    <a:pt x="218" y="712"/>
                    <a:pt x="218" y="1669"/>
                  </a:cubicBezTo>
                  <a:cubicBezTo>
                    <a:pt x="218" y="2147"/>
                    <a:pt x="218" y="2466"/>
                    <a:pt x="3563" y="5336"/>
                  </a:cubicBezTo>
                  <a:cubicBezTo>
                    <a:pt x="20820" y="21118"/>
                    <a:pt x="30857" y="46467"/>
                    <a:pt x="30857" y="79786"/>
                  </a:cubicBezTo>
                  <a:cubicBezTo>
                    <a:pt x="30857" y="107047"/>
                    <a:pt x="24342" y="135105"/>
                    <a:pt x="2507" y="155192"/>
                  </a:cubicBezTo>
                  <a:cubicBezTo>
                    <a:pt x="218" y="157106"/>
                    <a:pt x="218" y="157424"/>
                    <a:pt x="218" y="157903"/>
                  </a:cubicBezTo>
                  <a:cubicBezTo>
                    <a:pt x="218" y="158859"/>
                    <a:pt x="922" y="159497"/>
                    <a:pt x="1978" y="159497"/>
                  </a:cubicBezTo>
                  <a:cubicBezTo>
                    <a:pt x="3739" y="159497"/>
                    <a:pt x="19587" y="148656"/>
                    <a:pt x="29976" y="128410"/>
                  </a:cubicBezTo>
                  <a:cubicBezTo>
                    <a:pt x="38957" y="110873"/>
                    <a:pt x="41070" y="93177"/>
                    <a:pt x="41070" y="79786"/>
                  </a:cubicBezTo>
                  <a:close/>
                </a:path>
              </a:pathLst>
            </a:custGeom>
            <a:solidFill>
              <a:srgbClr val="000000"/>
            </a:solidFill>
            <a:ln w="1510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/>
            </a:p>
          </p:txBody>
        </p:sp>
        <p:sp>
          <p:nvSpPr>
            <p:cNvPr id="1113" name="任意形状 1112">
              <a:extLst>
                <a:ext uri="{FF2B5EF4-FFF2-40B4-BE49-F238E27FC236}">
                  <a16:creationId xmlns:a16="http://schemas.microsoft.com/office/drawing/2014/main" id="{751F4658-29FD-1A65-D42E-5E425ABB44F2}"/>
                </a:ext>
              </a:extLst>
            </p:cNvPr>
            <p:cNvSpPr/>
            <p:nvPr>
              <p:custDataLst>
                <p:tags r:id="rId178"/>
              </p:custDataLst>
            </p:nvPr>
          </p:nvSpPr>
          <p:spPr>
            <a:xfrm>
              <a:off x="4167831" y="6961495"/>
              <a:ext cx="20602" cy="47667"/>
            </a:xfrm>
            <a:custGeom>
              <a:avLst/>
              <a:gdLst>
                <a:gd name="connsiteX0" fmla="*/ 20824 w 20602"/>
                <a:gd name="connsiteY0" fmla="*/ 16814 h 47667"/>
                <a:gd name="connsiteX1" fmla="*/ 9554 w 20602"/>
                <a:gd name="connsiteY1" fmla="*/ 75 h 47667"/>
                <a:gd name="connsiteX2" fmla="*/ 221 w 20602"/>
                <a:gd name="connsiteY2" fmla="*/ 8524 h 47667"/>
                <a:gd name="connsiteX3" fmla="*/ 9554 w 20602"/>
                <a:gd name="connsiteY3" fmla="*/ 16973 h 47667"/>
                <a:gd name="connsiteX4" fmla="*/ 15717 w 20602"/>
                <a:gd name="connsiteY4" fmla="*/ 14901 h 47667"/>
                <a:gd name="connsiteX5" fmla="*/ 16598 w 20602"/>
                <a:gd name="connsiteY5" fmla="*/ 14423 h 47667"/>
                <a:gd name="connsiteX6" fmla="*/ 16950 w 20602"/>
                <a:gd name="connsiteY6" fmla="*/ 16814 h 47667"/>
                <a:gd name="connsiteX7" fmla="*/ 4976 w 20602"/>
                <a:gd name="connsiteY7" fmla="*/ 43438 h 47667"/>
                <a:gd name="connsiteX8" fmla="*/ 3039 w 20602"/>
                <a:gd name="connsiteY8" fmla="*/ 45988 h 47667"/>
                <a:gd name="connsiteX9" fmla="*/ 4800 w 20602"/>
                <a:gd name="connsiteY9" fmla="*/ 47742 h 47667"/>
                <a:gd name="connsiteX10" fmla="*/ 20824 w 20602"/>
                <a:gd name="connsiteY10" fmla="*/ 16814 h 476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0602" h="47667">
                  <a:moveTo>
                    <a:pt x="20824" y="16814"/>
                  </a:moveTo>
                  <a:cubicBezTo>
                    <a:pt x="20824" y="6292"/>
                    <a:pt x="16422" y="75"/>
                    <a:pt x="9554" y="75"/>
                  </a:cubicBezTo>
                  <a:cubicBezTo>
                    <a:pt x="3743" y="75"/>
                    <a:pt x="221" y="4060"/>
                    <a:pt x="221" y="8524"/>
                  </a:cubicBezTo>
                  <a:cubicBezTo>
                    <a:pt x="221" y="12828"/>
                    <a:pt x="3743" y="16973"/>
                    <a:pt x="9554" y="16973"/>
                  </a:cubicBezTo>
                  <a:cubicBezTo>
                    <a:pt x="11667" y="16973"/>
                    <a:pt x="13956" y="16336"/>
                    <a:pt x="15717" y="14901"/>
                  </a:cubicBezTo>
                  <a:cubicBezTo>
                    <a:pt x="16245" y="14582"/>
                    <a:pt x="16422" y="14423"/>
                    <a:pt x="16598" y="14423"/>
                  </a:cubicBezTo>
                  <a:cubicBezTo>
                    <a:pt x="16774" y="14423"/>
                    <a:pt x="16950" y="14582"/>
                    <a:pt x="16950" y="16814"/>
                  </a:cubicBezTo>
                  <a:cubicBezTo>
                    <a:pt x="16950" y="28611"/>
                    <a:pt x="10787" y="38177"/>
                    <a:pt x="4976" y="43438"/>
                  </a:cubicBezTo>
                  <a:cubicBezTo>
                    <a:pt x="3039" y="45191"/>
                    <a:pt x="3039" y="45510"/>
                    <a:pt x="3039" y="45988"/>
                  </a:cubicBezTo>
                  <a:cubicBezTo>
                    <a:pt x="3039" y="47104"/>
                    <a:pt x="3919" y="47742"/>
                    <a:pt x="4800" y="47742"/>
                  </a:cubicBezTo>
                  <a:cubicBezTo>
                    <a:pt x="6737" y="47742"/>
                    <a:pt x="20824" y="35466"/>
                    <a:pt x="20824" y="16814"/>
                  </a:cubicBezTo>
                  <a:close/>
                </a:path>
              </a:pathLst>
            </a:custGeom>
            <a:solidFill>
              <a:srgbClr val="000000"/>
            </a:solidFill>
            <a:ln w="1510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/>
            </a:p>
          </p:txBody>
        </p:sp>
        <p:sp>
          <p:nvSpPr>
            <p:cNvPr id="1114" name="任意形状 1113">
              <a:extLst>
                <a:ext uri="{FF2B5EF4-FFF2-40B4-BE49-F238E27FC236}">
                  <a16:creationId xmlns:a16="http://schemas.microsoft.com/office/drawing/2014/main" id="{AC20A105-5CB5-5456-CFDD-3E54AC7486DE}"/>
                </a:ext>
              </a:extLst>
            </p:cNvPr>
            <p:cNvSpPr/>
            <p:nvPr>
              <p:custDataLst>
                <p:tags r:id="rId179"/>
              </p:custDataLst>
            </p:nvPr>
          </p:nvSpPr>
          <p:spPr>
            <a:xfrm>
              <a:off x="4592280" y="6907929"/>
              <a:ext cx="64800" cy="72218"/>
            </a:xfrm>
            <a:custGeom>
              <a:avLst/>
              <a:gdLst>
                <a:gd name="connsiteX0" fmla="*/ 59939 w 64800"/>
                <a:gd name="connsiteY0" fmla="*/ 10915 h 72218"/>
                <a:gd name="connsiteX1" fmla="*/ 51487 w 64800"/>
                <a:gd name="connsiteY1" fmla="*/ 18089 h 72218"/>
                <a:gd name="connsiteX2" fmla="*/ 56946 w 64800"/>
                <a:gd name="connsiteY2" fmla="*/ 22713 h 72218"/>
                <a:gd name="connsiteX3" fmla="*/ 65046 w 64800"/>
                <a:gd name="connsiteY3" fmla="*/ 13785 h 72218"/>
                <a:gd name="connsiteX4" fmla="*/ 44092 w 64800"/>
                <a:gd name="connsiteY4" fmla="*/ 75 h 72218"/>
                <a:gd name="connsiteX5" fmla="*/ 14333 w 64800"/>
                <a:gd name="connsiteY5" fmla="*/ 23350 h 72218"/>
                <a:gd name="connsiteX6" fmla="*/ 32470 w 64800"/>
                <a:gd name="connsiteY6" fmla="*/ 39133 h 72218"/>
                <a:gd name="connsiteX7" fmla="*/ 50783 w 64800"/>
                <a:gd name="connsiteY7" fmla="*/ 51249 h 72218"/>
                <a:gd name="connsiteX8" fmla="*/ 25602 w 64800"/>
                <a:gd name="connsiteY8" fmla="*/ 68786 h 72218"/>
                <a:gd name="connsiteX9" fmla="*/ 5528 w 64800"/>
                <a:gd name="connsiteY9" fmla="*/ 60336 h 72218"/>
                <a:gd name="connsiteX10" fmla="*/ 16622 w 64800"/>
                <a:gd name="connsiteY10" fmla="*/ 51887 h 72218"/>
                <a:gd name="connsiteX11" fmla="*/ 10107 w 64800"/>
                <a:gd name="connsiteY11" fmla="*/ 46307 h 72218"/>
                <a:gd name="connsiteX12" fmla="*/ 246 w 64800"/>
                <a:gd name="connsiteY12" fmla="*/ 56829 h 72218"/>
                <a:gd name="connsiteX13" fmla="*/ 25426 w 64800"/>
                <a:gd name="connsiteY13" fmla="*/ 72293 h 72218"/>
                <a:gd name="connsiteX14" fmla="*/ 60820 w 64800"/>
                <a:gd name="connsiteY14" fmla="*/ 45829 h 72218"/>
                <a:gd name="connsiteX15" fmla="*/ 55361 w 64800"/>
                <a:gd name="connsiteY15" fmla="*/ 34191 h 72218"/>
                <a:gd name="connsiteX16" fmla="*/ 37752 w 64800"/>
                <a:gd name="connsiteY16" fmla="*/ 27495 h 72218"/>
                <a:gd name="connsiteX17" fmla="*/ 24370 w 64800"/>
                <a:gd name="connsiteY17" fmla="*/ 17930 h 72218"/>
                <a:gd name="connsiteX18" fmla="*/ 44092 w 64800"/>
                <a:gd name="connsiteY18" fmla="*/ 3582 h 72218"/>
                <a:gd name="connsiteX19" fmla="*/ 59939 w 64800"/>
                <a:gd name="connsiteY19" fmla="*/ 10915 h 722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64800" h="72218">
                  <a:moveTo>
                    <a:pt x="59939" y="10915"/>
                  </a:moveTo>
                  <a:cubicBezTo>
                    <a:pt x="55009" y="11075"/>
                    <a:pt x="51487" y="14582"/>
                    <a:pt x="51487" y="18089"/>
                  </a:cubicBezTo>
                  <a:cubicBezTo>
                    <a:pt x="51487" y="20321"/>
                    <a:pt x="53072" y="22713"/>
                    <a:pt x="56946" y="22713"/>
                  </a:cubicBezTo>
                  <a:cubicBezTo>
                    <a:pt x="60820" y="22713"/>
                    <a:pt x="65046" y="20002"/>
                    <a:pt x="65046" y="13785"/>
                  </a:cubicBezTo>
                  <a:cubicBezTo>
                    <a:pt x="65046" y="6611"/>
                    <a:pt x="57474" y="75"/>
                    <a:pt x="44092" y="75"/>
                  </a:cubicBezTo>
                  <a:cubicBezTo>
                    <a:pt x="20848" y="75"/>
                    <a:pt x="14333" y="16336"/>
                    <a:pt x="14333" y="23350"/>
                  </a:cubicBezTo>
                  <a:cubicBezTo>
                    <a:pt x="14333" y="35785"/>
                    <a:pt x="27363" y="38177"/>
                    <a:pt x="32470" y="39133"/>
                  </a:cubicBezTo>
                  <a:cubicBezTo>
                    <a:pt x="41626" y="40727"/>
                    <a:pt x="50783" y="42481"/>
                    <a:pt x="50783" y="51249"/>
                  </a:cubicBezTo>
                  <a:cubicBezTo>
                    <a:pt x="50783" y="55394"/>
                    <a:pt x="46733" y="68786"/>
                    <a:pt x="25602" y="68786"/>
                  </a:cubicBezTo>
                  <a:cubicBezTo>
                    <a:pt x="23137" y="68786"/>
                    <a:pt x="9578" y="68786"/>
                    <a:pt x="5528" y="60336"/>
                  </a:cubicBezTo>
                  <a:cubicBezTo>
                    <a:pt x="12220" y="61133"/>
                    <a:pt x="16622" y="56351"/>
                    <a:pt x="16622" y="51887"/>
                  </a:cubicBezTo>
                  <a:cubicBezTo>
                    <a:pt x="16622" y="48220"/>
                    <a:pt x="13805" y="46307"/>
                    <a:pt x="10107" y="46307"/>
                  </a:cubicBezTo>
                  <a:cubicBezTo>
                    <a:pt x="5528" y="46307"/>
                    <a:pt x="246" y="49655"/>
                    <a:pt x="246" y="56829"/>
                  </a:cubicBezTo>
                  <a:cubicBezTo>
                    <a:pt x="246" y="65916"/>
                    <a:pt x="10283" y="72293"/>
                    <a:pt x="25426" y="72293"/>
                  </a:cubicBezTo>
                  <a:cubicBezTo>
                    <a:pt x="53953" y="72293"/>
                    <a:pt x="60820" y="53003"/>
                    <a:pt x="60820" y="45829"/>
                  </a:cubicBezTo>
                  <a:cubicBezTo>
                    <a:pt x="60820" y="40090"/>
                    <a:pt x="57474" y="36104"/>
                    <a:pt x="55361" y="34191"/>
                  </a:cubicBezTo>
                  <a:cubicBezTo>
                    <a:pt x="50607" y="29727"/>
                    <a:pt x="45500" y="28930"/>
                    <a:pt x="37752" y="27495"/>
                  </a:cubicBezTo>
                  <a:cubicBezTo>
                    <a:pt x="31413" y="26220"/>
                    <a:pt x="24370" y="25104"/>
                    <a:pt x="24370" y="17930"/>
                  </a:cubicBezTo>
                  <a:cubicBezTo>
                    <a:pt x="24370" y="13307"/>
                    <a:pt x="28596" y="3582"/>
                    <a:pt x="44092" y="3582"/>
                  </a:cubicBezTo>
                  <a:cubicBezTo>
                    <a:pt x="48494" y="3582"/>
                    <a:pt x="57298" y="4698"/>
                    <a:pt x="59939" y="10915"/>
                  </a:cubicBezTo>
                  <a:close/>
                </a:path>
              </a:pathLst>
            </a:custGeom>
            <a:solidFill>
              <a:srgbClr val="000000"/>
            </a:solidFill>
            <a:ln w="1510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/>
            </a:p>
          </p:txBody>
        </p:sp>
        <p:sp>
          <p:nvSpPr>
            <p:cNvPr id="1115" name="任意形状 1114">
              <a:extLst>
                <a:ext uri="{FF2B5EF4-FFF2-40B4-BE49-F238E27FC236}">
                  <a16:creationId xmlns:a16="http://schemas.microsoft.com/office/drawing/2014/main" id="{39A90FB6-A676-91E3-AAAC-87E12D091ACD}"/>
                </a:ext>
              </a:extLst>
            </p:cNvPr>
            <p:cNvSpPr/>
            <p:nvPr>
              <p:custDataLst>
                <p:tags r:id="rId180"/>
              </p:custDataLst>
            </p:nvPr>
          </p:nvSpPr>
          <p:spPr>
            <a:xfrm>
              <a:off x="4673430" y="6928207"/>
              <a:ext cx="54481" cy="74099"/>
            </a:xfrm>
            <a:custGeom>
              <a:avLst/>
              <a:gdLst>
                <a:gd name="connsiteX0" fmla="*/ 54732 w 54481"/>
                <a:gd name="connsiteY0" fmla="*/ 53865 h 74099"/>
                <a:gd name="connsiteX1" fmla="*/ 50541 w 54481"/>
                <a:gd name="connsiteY1" fmla="*/ 53865 h 74099"/>
                <a:gd name="connsiteX2" fmla="*/ 47336 w 54481"/>
                <a:gd name="connsiteY2" fmla="*/ 64020 h 74099"/>
                <a:gd name="connsiteX3" fmla="*/ 35133 w 54481"/>
                <a:gd name="connsiteY3" fmla="*/ 64690 h 74099"/>
                <a:gd name="connsiteX4" fmla="*/ 12453 w 54481"/>
                <a:gd name="connsiteY4" fmla="*/ 64690 h 74099"/>
                <a:gd name="connsiteX5" fmla="*/ 37106 w 54481"/>
                <a:gd name="connsiteY5" fmla="*/ 45942 h 74099"/>
                <a:gd name="connsiteX6" fmla="*/ 54732 w 54481"/>
                <a:gd name="connsiteY6" fmla="*/ 21837 h 74099"/>
                <a:gd name="connsiteX7" fmla="*/ 25889 w 54481"/>
                <a:gd name="connsiteY7" fmla="*/ 76 h 74099"/>
                <a:gd name="connsiteX8" fmla="*/ 250 w 54481"/>
                <a:gd name="connsiteY8" fmla="*/ 20052 h 74099"/>
                <a:gd name="connsiteX9" fmla="*/ 6783 w 54481"/>
                <a:gd name="connsiteY9" fmla="*/ 26301 h 74099"/>
                <a:gd name="connsiteX10" fmla="*/ 13316 w 54481"/>
                <a:gd name="connsiteY10" fmla="*/ 20387 h 74099"/>
                <a:gd name="connsiteX11" fmla="*/ 6044 w 54481"/>
                <a:gd name="connsiteY11" fmla="*/ 14472 h 74099"/>
                <a:gd name="connsiteX12" fmla="*/ 24040 w 54481"/>
                <a:gd name="connsiteY12" fmla="*/ 4094 h 74099"/>
                <a:gd name="connsiteX13" fmla="*/ 42776 w 54481"/>
                <a:gd name="connsiteY13" fmla="*/ 21837 h 74099"/>
                <a:gd name="connsiteX14" fmla="*/ 31189 w 54481"/>
                <a:gd name="connsiteY14" fmla="*/ 43264 h 74099"/>
                <a:gd name="connsiteX15" fmla="*/ 1483 w 54481"/>
                <a:gd name="connsiteY15" fmla="*/ 69823 h 74099"/>
                <a:gd name="connsiteX16" fmla="*/ 250 w 54481"/>
                <a:gd name="connsiteY16" fmla="*/ 74176 h 74099"/>
                <a:gd name="connsiteX17" fmla="*/ 51034 w 54481"/>
                <a:gd name="connsiteY17" fmla="*/ 74176 h 74099"/>
                <a:gd name="connsiteX18" fmla="*/ 54732 w 54481"/>
                <a:gd name="connsiteY18" fmla="*/ 53865 h 7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54481" h="74099">
                  <a:moveTo>
                    <a:pt x="54732" y="53865"/>
                  </a:moveTo>
                  <a:lnTo>
                    <a:pt x="50541" y="53865"/>
                  </a:lnTo>
                  <a:cubicBezTo>
                    <a:pt x="50171" y="56320"/>
                    <a:pt x="48939" y="62904"/>
                    <a:pt x="47336" y="64020"/>
                  </a:cubicBezTo>
                  <a:cubicBezTo>
                    <a:pt x="46350" y="64690"/>
                    <a:pt x="36859" y="64690"/>
                    <a:pt x="35133" y="64690"/>
                  </a:cubicBezTo>
                  <a:lnTo>
                    <a:pt x="12453" y="64690"/>
                  </a:lnTo>
                  <a:cubicBezTo>
                    <a:pt x="25396" y="54312"/>
                    <a:pt x="29710" y="51187"/>
                    <a:pt x="37106" y="45942"/>
                  </a:cubicBezTo>
                  <a:cubicBezTo>
                    <a:pt x="46227" y="39358"/>
                    <a:pt x="54732" y="32439"/>
                    <a:pt x="54732" y="21837"/>
                  </a:cubicBezTo>
                  <a:cubicBezTo>
                    <a:pt x="54732" y="8334"/>
                    <a:pt x="41666" y="76"/>
                    <a:pt x="25889" y="76"/>
                  </a:cubicBezTo>
                  <a:cubicBezTo>
                    <a:pt x="10604" y="76"/>
                    <a:pt x="250" y="9785"/>
                    <a:pt x="250" y="20052"/>
                  </a:cubicBezTo>
                  <a:cubicBezTo>
                    <a:pt x="250" y="25743"/>
                    <a:pt x="5551" y="26301"/>
                    <a:pt x="6783" y="26301"/>
                  </a:cubicBezTo>
                  <a:cubicBezTo>
                    <a:pt x="9742" y="26301"/>
                    <a:pt x="13316" y="24404"/>
                    <a:pt x="13316" y="20387"/>
                  </a:cubicBezTo>
                  <a:cubicBezTo>
                    <a:pt x="13316" y="18378"/>
                    <a:pt x="12453" y="14472"/>
                    <a:pt x="6044" y="14472"/>
                  </a:cubicBezTo>
                  <a:cubicBezTo>
                    <a:pt x="9865" y="6549"/>
                    <a:pt x="18247" y="4094"/>
                    <a:pt x="24040" y="4094"/>
                  </a:cubicBezTo>
                  <a:cubicBezTo>
                    <a:pt x="36366" y="4094"/>
                    <a:pt x="42776" y="12798"/>
                    <a:pt x="42776" y="21837"/>
                  </a:cubicBezTo>
                  <a:cubicBezTo>
                    <a:pt x="42776" y="31546"/>
                    <a:pt x="35133" y="39246"/>
                    <a:pt x="31189" y="43264"/>
                  </a:cubicBezTo>
                  <a:lnTo>
                    <a:pt x="1483" y="69823"/>
                  </a:lnTo>
                  <a:cubicBezTo>
                    <a:pt x="250" y="70828"/>
                    <a:pt x="250" y="71051"/>
                    <a:pt x="250" y="74176"/>
                  </a:cubicBezTo>
                  <a:lnTo>
                    <a:pt x="51034" y="74176"/>
                  </a:lnTo>
                  <a:lnTo>
                    <a:pt x="54732" y="53865"/>
                  </a:lnTo>
                  <a:close/>
                </a:path>
              </a:pathLst>
            </a:custGeom>
            <a:solidFill>
              <a:srgbClr val="000000"/>
            </a:solidFill>
            <a:ln w="1510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/>
            </a:p>
          </p:txBody>
        </p:sp>
        <p:sp>
          <p:nvSpPr>
            <p:cNvPr id="1116" name="任意形状 1115">
              <a:extLst>
                <a:ext uri="{FF2B5EF4-FFF2-40B4-BE49-F238E27FC236}">
                  <a16:creationId xmlns:a16="http://schemas.microsoft.com/office/drawing/2014/main" id="{0C5AB262-ECE2-EC80-3923-28867224DA7F}"/>
                </a:ext>
              </a:extLst>
            </p:cNvPr>
            <p:cNvSpPr/>
            <p:nvPr>
              <p:custDataLst>
                <p:tags r:id="rId181"/>
              </p:custDataLst>
            </p:nvPr>
          </p:nvSpPr>
          <p:spPr>
            <a:xfrm>
              <a:off x="4749291" y="6928207"/>
              <a:ext cx="44867" cy="74099"/>
            </a:xfrm>
            <a:custGeom>
              <a:avLst/>
              <a:gdLst>
                <a:gd name="connsiteX0" fmla="*/ 28112 w 44867"/>
                <a:gd name="connsiteY0" fmla="*/ 3201 h 74099"/>
                <a:gd name="connsiteX1" fmla="*/ 24414 w 44867"/>
                <a:gd name="connsiteY1" fmla="*/ 76 h 74099"/>
                <a:gd name="connsiteX2" fmla="*/ 254 w 44867"/>
                <a:gd name="connsiteY2" fmla="*/ 7218 h 74099"/>
                <a:gd name="connsiteX3" fmla="*/ 254 w 44867"/>
                <a:gd name="connsiteY3" fmla="*/ 11236 h 74099"/>
                <a:gd name="connsiteX4" fmla="*/ 18127 w 44867"/>
                <a:gd name="connsiteY4" fmla="*/ 8111 h 74099"/>
                <a:gd name="connsiteX5" fmla="*/ 18127 w 44867"/>
                <a:gd name="connsiteY5" fmla="*/ 65025 h 74099"/>
                <a:gd name="connsiteX6" fmla="*/ 5801 w 44867"/>
                <a:gd name="connsiteY6" fmla="*/ 70158 h 74099"/>
                <a:gd name="connsiteX7" fmla="*/ 1117 w 44867"/>
                <a:gd name="connsiteY7" fmla="*/ 70158 h 74099"/>
                <a:gd name="connsiteX8" fmla="*/ 1117 w 44867"/>
                <a:gd name="connsiteY8" fmla="*/ 74176 h 74099"/>
                <a:gd name="connsiteX9" fmla="*/ 23058 w 44867"/>
                <a:gd name="connsiteY9" fmla="*/ 73729 h 74099"/>
                <a:gd name="connsiteX10" fmla="*/ 45122 w 44867"/>
                <a:gd name="connsiteY10" fmla="*/ 74176 h 74099"/>
                <a:gd name="connsiteX11" fmla="*/ 45122 w 44867"/>
                <a:gd name="connsiteY11" fmla="*/ 70158 h 74099"/>
                <a:gd name="connsiteX12" fmla="*/ 40438 w 44867"/>
                <a:gd name="connsiteY12" fmla="*/ 70158 h 74099"/>
                <a:gd name="connsiteX13" fmla="*/ 28112 w 44867"/>
                <a:gd name="connsiteY13" fmla="*/ 65025 h 74099"/>
                <a:gd name="connsiteX14" fmla="*/ 28112 w 44867"/>
                <a:gd name="connsiteY14" fmla="*/ 3201 h 7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44867" h="74099">
                  <a:moveTo>
                    <a:pt x="28112" y="3201"/>
                  </a:moveTo>
                  <a:cubicBezTo>
                    <a:pt x="28112" y="188"/>
                    <a:pt x="27865" y="76"/>
                    <a:pt x="24414" y="76"/>
                  </a:cubicBezTo>
                  <a:cubicBezTo>
                    <a:pt x="16525" y="7107"/>
                    <a:pt x="5308" y="7218"/>
                    <a:pt x="254" y="7218"/>
                  </a:cubicBezTo>
                  <a:lnTo>
                    <a:pt x="254" y="11236"/>
                  </a:lnTo>
                  <a:cubicBezTo>
                    <a:pt x="3213" y="11236"/>
                    <a:pt x="11348" y="11236"/>
                    <a:pt x="18127" y="8111"/>
                  </a:cubicBezTo>
                  <a:lnTo>
                    <a:pt x="18127" y="65025"/>
                  </a:lnTo>
                  <a:cubicBezTo>
                    <a:pt x="18127" y="68707"/>
                    <a:pt x="18127" y="70158"/>
                    <a:pt x="5801" y="70158"/>
                  </a:cubicBezTo>
                  <a:lnTo>
                    <a:pt x="1117" y="70158"/>
                  </a:lnTo>
                  <a:lnTo>
                    <a:pt x="1117" y="74176"/>
                  </a:lnTo>
                  <a:cubicBezTo>
                    <a:pt x="3336" y="74064"/>
                    <a:pt x="18497" y="73729"/>
                    <a:pt x="23058" y="73729"/>
                  </a:cubicBezTo>
                  <a:cubicBezTo>
                    <a:pt x="26879" y="73729"/>
                    <a:pt x="42410" y="74064"/>
                    <a:pt x="45122" y="74176"/>
                  </a:cubicBezTo>
                  <a:lnTo>
                    <a:pt x="45122" y="70158"/>
                  </a:lnTo>
                  <a:lnTo>
                    <a:pt x="40438" y="70158"/>
                  </a:lnTo>
                  <a:cubicBezTo>
                    <a:pt x="28112" y="70158"/>
                    <a:pt x="28112" y="68707"/>
                    <a:pt x="28112" y="65025"/>
                  </a:cubicBezTo>
                  <a:lnTo>
                    <a:pt x="28112" y="3201"/>
                  </a:lnTo>
                  <a:close/>
                </a:path>
              </a:pathLst>
            </a:custGeom>
            <a:solidFill>
              <a:srgbClr val="000000"/>
            </a:solidFill>
            <a:ln w="1510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/>
            </a:p>
          </p:txBody>
        </p:sp>
        <p:sp>
          <p:nvSpPr>
            <p:cNvPr id="1117" name="任意形状 1116">
              <a:extLst>
                <a:ext uri="{FF2B5EF4-FFF2-40B4-BE49-F238E27FC236}">
                  <a16:creationId xmlns:a16="http://schemas.microsoft.com/office/drawing/2014/main" id="{A9CCDEC3-BCF1-4553-972C-5C6766B1A11A}"/>
                </a:ext>
              </a:extLst>
            </p:cNvPr>
            <p:cNvSpPr/>
            <p:nvPr>
              <p:custDataLst>
                <p:tags r:id="rId182"/>
              </p:custDataLst>
            </p:nvPr>
          </p:nvSpPr>
          <p:spPr>
            <a:xfrm>
              <a:off x="4873624" y="6919886"/>
              <a:ext cx="117098" cy="37304"/>
            </a:xfrm>
            <a:custGeom>
              <a:avLst/>
              <a:gdLst>
                <a:gd name="connsiteX0" fmla="*/ 111373 w 117098"/>
                <a:gd name="connsiteY0" fmla="*/ 6452 h 37304"/>
                <a:gd name="connsiteX1" fmla="*/ 117360 w 117098"/>
                <a:gd name="connsiteY1" fmla="*/ 3263 h 37304"/>
                <a:gd name="connsiteX2" fmla="*/ 111549 w 117098"/>
                <a:gd name="connsiteY2" fmla="*/ 75 h 37304"/>
                <a:gd name="connsiteX3" fmla="*/ 6073 w 117098"/>
                <a:gd name="connsiteY3" fmla="*/ 75 h 37304"/>
                <a:gd name="connsiteX4" fmla="*/ 262 w 117098"/>
                <a:gd name="connsiteY4" fmla="*/ 3263 h 37304"/>
                <a:gd name="connsiteX5" fmla="*/ 6249 w 117098"/>
                <a:gd name="connsiteY5" fmla="*/ 6452 h 37304"/>
                <a:gd name="connsiteX6" fmla="*/ 111373 w 117098"/>
                <a:gd name="connsiteY6" fmla="*/ 6452 h 37304"/>
                <a:gd name="connsiteX7" fmla="*/ 111549 w 117098"/>
                <a:gd name="connsiteY7" fmla="*/ 37380 h 37304"/>
                <a:gd name="connsiteX8" fmla="*/ 117360 w 117098"/>
                <a:gd name="connsiteY8" fmla="*/ 34191 h 37304"/>
                <a:gd name="connsiteX9" fmla="*/ 111373 w 117098"/>
                <a:gd name="connsiteY9" fmla="*/ 31003 h 37304"/>
                <a:gd name="connsiteX10" fmla="*/ 6249 w 117098"/>
                <a:gd name="connsiteY10" fmla="*/ 31003 h 37304"/>
                <a:gd name="connsiteX11" fmla="*/ 262 w 117098"/>
                <a:gd name="connsiteY11" fmla="*/ 34191 h 37304"/>
                <a:gd name="connsiteX12" fmla="*/ 6073 w 117098"/>
                <a:gd name="connsiteY12" fmla="*/ 37380 h 37304"/>
                <a:gd name="connsiteX13" fmla="*/ 111549 w 117098"/>
                <a:gd name="connsiteY13" fmla="*/ 37380 h 373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17098" h="37304">
                  <a:moveTo>
                    <a:pt x="111373" y="6452"/>
                  </a:moveTo>
                  <a:cubicBezTo>
                    <a:pt x="114014" y="6452"/>
                    <a:pt x="117360" y="6452"/>
                    <a:pt x="117360" y="3263"/>
                  </a:cubicBezTo>
                  <a:cubicBezTo>
                    <a:pt x="117360" y="75"/>
                    <a:pt x="114014" y="75"/>
                    <a:pt x="111549" y="75"/>
                  </a:cubicBezTo>
                  <a:lnTo>
                    <a:pt x="6073" y="75"/>
                  </a:lnTo>
                  <a:cubicBezTo>
                    <a:pt x="3607" y="75"/>
                    <a:pt x="262" y="75"/>
                    <a:pt x="262" y="3263"/>
                  </a:cubicBezTo>
                  <a:cubicBezTo>
                    <a:pt x="262" y="6452"/>
                    <a:pt x="3607" y="6452"/>
                    <a:pt x="6249" y="6452"/>
                  </a:cubicBezTo>
                  <a:lnTo>
                    <a:pt x="111373" y="6452"/>
                  </a:lnTo>
                  <a:close/>
                  <a:moveTo>
                    <a:pt x="111549" y="37380"/>
                  </a:moveTo>
                  <a:cubicBezTo>
                    <a:pt x="114014" y="37380"/>
                    <a:pt x="117360" y="37380"/>
                    <a:pt x="117360" y="34191"/>
                  </a:cubicBezTo>
                  <a:cubicBezTo>
                    <a:pt x="117360" y="31003"/>
                    <a:pt x="114014" y="31003"/>
                    <a:pt x="111373" y="31003"/>
                  </a:cubicBezTo>
                  <a:lnTo>
                    <a:pt x="6249" y="31003"/>
                  </a:lnTo>
                  <a:cubicBezTo>
                    <a:pt x="3607" y="31003"/>
                    <a:pt x="262" y="31003"/>
                    <a:pt x="262" y="34191"/>
                  </a:cubicBezTo>
                  <a:cubicBezTo>
                    <a:pt x="262" y="37380"/>
                    <a:pt x="3607" y="37380"/>
                    <a:pt x="6073" y="37380"/>
                  </a:cubicBezTo>
                  <a:lnTo>
                    <a:pt x="111549" y="37380"/>
                  </a:lnTo>
                  <a:close/>
                </a:path>
              </a:pathLst>
            </a:custGeom>
            <a:solidFill>
              <a:srgbClr val="000000"/>
            </a:solidFill>
            <a:ln w="1510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/>
            </a:p>
          </p:txBody>
        </p:sp>
        <p:sp>
          <p:nvSpPr>
            <p:cNvPr id="1118" name="任意形状 1117">
              <a:extLst>
                <a:ext uri="{FF2B5EF4-FFF2-40B4-BE49-F238E27FC236}">
                  <a16:creationId xmlns:a16="http://schemas.microsoft.com/office/drawing/2014/main" id="{14B5925C-CEDB-B5BC-93CE-EAD2174ACB9C}"/>
                </a:ext>
              </a:extLst>
            </p:cNvPr>
            <p:cNvSpPr/>
            <p:nvPr>
              <p:custDataLst>
                <p:tags r:id="rId183"/>
              </p:custDataLst>
            </p:nvPr>
          </p:nvSpPr>
          <p:spPr>
            <a:xfrm>
              <a:off x="5058789" y="6907929"/>
              <a:ext cx="64800" cy="72218"/>
            </a:xfrm>
            <a:custGeom>
              <a:avLst/>
              <a:gdLst>
                <a:gd name="connsiteX0" fmla="*/ 59966 w 64800"/>
                <a:gd name="connsiteY0" fmla="*/ 10915 h 72218"/>
                <a:gd name="connsiteX1" fmla="*/ 51514 w 64800"/>
                <a:gd name="connsiteY1" fmla="*/ 18089 h 72218"/>
                <a:gd name="connsiteX2" fmla="*/ 56972 w 64800"/>
                <a:gd name="connsiteY2" fmla="*/ 22713 h 72218"/>
                <a:gd name="connsiteX3" fmla="*/ 65072 w 64800"/>
                <a:gd name="connsiteY3" fmla="*/ 13785 h 72218"/>
                <a:gd name="connsiteX4" fmla="*/ 44118 w 64800"/>
                <a:gd name="connsiteY4" fmla="*/ 75 h 72218"/>
                <a:gd name="connsiteX5" fmla="*/ 14359 w 64800"/>
                <a:gd name="connsiteY5" fmla="*/ 23350 h 72218"/>
                <a:gd name="connsiteX6" fmla="*/ 32496 w 64800"/>
                <a:gd name="connsiteY6" fmla="*/ 39133 h 72218"/>
                <a:gd name="connsiteX7" fmla="*/ 50809 w 64800"/>
                <a:gd name="connsiteY7" fmla="*/ 51249 h 72218"/>
                <a:gd name="connsiteX8" fmla="*/ 25629 w 64800"/>
                <a:gd name="connsiteY8" fmla="*/ 68786 h 72218"/>
                <a:gd name="connsiteX9" fmla="*/ 5555 w 64800"/>
                <a:gd name="connsiteY9" fmla="*/ 60336 h 72218"/>
                <a:gd name="connsiteX10" fmla="*/ 16648 w 64800"/>
                <a:gd name="connsiteY10" fmla="*/ 51887 h 72218"/>
                <a:gd name="connsiteX11" fmla="*/ 10133 w 64800"/>
                <a:gd name="connsiteY11" fmla="*/ 46307 h 72218"/>
                <a:gd name="connsiteX12" fmla="*/ 272 w 64800"/>
                <a:gd name="connsiteY12" fmla="*/ 56829 h 72218"/>
                <a:gd name="connsiteX13" fmla="*/ 25453 w 64800"/>
                <a:gd name="connsiteY13" fmla="*/ 72293 h 72218"/>
                <a:gd name="connsiteX14" fmla="*/ 60846 w 64800"/>
                <a:gd name="connsiteY14" fmla="*/ 45829 h 72218"/>
                <a:gd name="connsiteX15" fmla="*/ 55388 w 64800"/>
                <a:gd name="connsiteY15" fmla="*/ 34191 h 72218"/>
                <a:gd name="connsiteX16" fmla="*/ 37779 w 64800"/>
                <a:gd name="connsiteY16" fmla="*/ 27495 h 72218"/>
                <a:gd name="connsiteX17" fmla="*/ 24396 w 64800"/>
                <a:gd name="connsiteY17" fmla="*/ 17930 h 72218"/>
                <a:gd name="connsiteX18" fmla="*/ 44118 w 64800"/>
                <a:gd name="connsiteY18" fmla="*/ 3582 h 72218"/>
                <a:gd name="connsiteX19" fmla="*/ 59966 w 64800"/>
                <a:gd name="connsiteY19" fmla="*/ 10915 h 722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64800" h="72218">
                  <a:moveTo>
                    <a:pt x="59966" y="10915"/>
                  </a:moveTo>
                  <a:cubicBezTo>
                    <a:pt x="55035" y="11075"/>
                    <a:pt x="51514" y="14582"/>
                    <a:pt x="51514" y="18089"/>
                  </a:cubicBezTo>
                  <a:cubicBezTo>
                    <a:pt x="51514" y="20321"/>
                    <a:pt x="53098" y="22713"/>
                    <a:pt x="56972" y="22713"/>
                  </a:cubicBezTo>
                  <a:cubicBezTo>
                    <a:pt x="60846" y="22713"/>
                    <a:pt x="65072" y="20002"/>
                    <a:pt x="65072" y="13785"/>
                  </a:cubicBezTo>
                  <a:cubicBezTo>
                    <a:pt x="65072" y="6611"/>
                    <a:pt x="57501" y="75"/>
                    <a:pt x="44118" y="75"/>
                  </a:cubicBezTo>
                  <a:cubicBezTo>
                    <a:pt x="20874" y="75"/>
                    <a:pt x="14359" y="16336"/>
                    <a:pt x="14359" y="23350"/>
                  </a:cubicBezTo>
                  <a:cubicBezTo>
                    <a:pt x="14359" y="35785"/>
                    <a:pt x="27390" y="38177"/>
                    <a:pt x="32496" y="39133"/>
                  </a:cubicBezTo>
                  <a:cubicBezTo>
                    <a:pt x="41653" y="40727"/>
                    <a:pt x="50809" y="42481"/>
                    <a:pt x="50809" y="51249"/>
                  </a:cubicBezTo>
                  <a:cubicBezTo>
                    <a:pt x="50809" y="55394"/>
                    <a:pt x="46759" y="68786"/>
                    <a:pt x="25629" y="68786"/>
                  </a:cubicBezTo>
                  <a:cubicBezTo>
                    <a:pt x="23164" y="68786"/>
                    <a:pt x="9605" y="68786"/>
                    <a:pt x="5555" y="60336"/>
                  </a:cubicBezTo>
                  <a:cubicBezTo>
                    <a:pt x="12246" y="61133"/>
                    <a:pt x="16648" y="56351"/>
                    <a:pt x="16648" y="51887"/>
                  </a:cubicBezTo>
                  <a:cubicBezTo>
                    <a:pt x="16648" y="48220"/>
                    <a:pt x="13831" y="46307"/>
                    <a:pt x="10133" y="46307"/>
                  </a:cubicBezTo>
                  <a:cubicBezTo>
                    <a:pt x="5555" y="46307"/>
                    <a:pt x="272" y="49655"/>
                    <a:pt x="272" y="56829"/>
                  </a:cubicBezTo>
                  <a:cubicBezTo>
                    <a:pt x="272" y="65916"/>
                    <a:pt x="10309" y="72293"/>
                    <a:pt x="25453" y="72293"/>
                  </a:cubicBezTo>
                  <a:cubicBezTo>
                    <a:pt x="53979" y="72293"/>
                    <a:pt x="60846" y="53003"/>
                    <a:pt x="60846" y="45829"/>
                  </a:cubicBezTo>
                  <a:cubicBezTo>
                    <a:pt x="60846" y="40090"/>
                    <a:pt x="57501" y="36104"/>
                    <a:pt x="55388" y="34191"/>
                  </a:cubicBezTo>
                  <a:cubicBezTo>
                    <a:pt x="50633" y="29727"/>
                    <a:pt x="45527" y="28930"/>
                    <a:pt x="37779" y="27495"/>
                  </a:cubicBezTo>
                  <a:cubicBezTo>
                    <a:pt x="31440" y="26220"/>
                    <a:pt x="24396" y="25104"/>
                    <a:pt x="24396" y="17930"/>
                  </a:cubicBezTo>
                  <a:cubicBezTo>
                    <a:pt x="24396" y="13307"/>
                    <a:pt x="28622" y="3582"/>
                    <a:pt x="44118" y="3582"/>
                  </a:cubicBezTo>
                  <a:cubicBezTo>
                    <a:pt x="48520" y="3582"/>
                    <a:pt x="57325" y="4698"/>
                    <a:pt x="59966" y="10915"/>
                  </a:cubicBezTo>
                  <a:close/>
                </a:path>
              </a:pathLst>
            </a:custGeom>
            <a:solidFill>
              <a:srgbClr val="000000"/>
            </a:solidFill>
            <a:ln w="1510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/>
            </a:p>
          </p:txBody>
        </p:sp>
        <p:sp>
          <p:nvSpPr>
            <p:cNvPr id="1119" name="任意形状 1118">
              <a:extLst>
                <a:ext uri="{FF2B5EF4-FFF2-40B4-BE49-F238E27FC236}">
                  <a16:creationId xmlns:a16="http://schemas.microsoft.com/office/drawing/2014/main" id="{96653793-4CEE-5EB2-E114-33B421CACCB3}"/>
                </a:ext>
              </a:extLst>
            </p:cNvPr>
            <p:cNvSpPr/>
            <p:nvPr>
              <p:custDataLst>
                <p:tags r:id="rId184"/>
              </p:custDataLst>
            </p:nvPr>
          </p:nvSpPr>
          <p:spPr>
            <a:xfrm>
              <a:off x="5149606" y="6858827"/>
              <a:ext cx="40852" cy="159422"/>
            </a:xfrm>
            <a:custGeom>
              <a:avLst/>
              <a:gdLst>
                <a:gd name="connsiteX0" fmla="*/ 41129 w 40852"/>
                <a:gd name="connsiteY0" fmla="*/ 157903 h 159422"/>
                <a:gd name="connsiteX1" fmla="*/ 38136 w 40852"/>
                <a:gd name="connsiteY1" fmla="*/ 154395 h 159422"/>
                <a:gd name="connsiteX2" fmla="*/ 10490 w 40852"/>
                <a:gd name="connsiteY2" fmla="*/ 79786 h 159422"/>
                <a:gd name="connsiteX3" fmla="*/ 38840 w 40852"/>
                <a:gd name="connsiteY3" fmla="*/ 4379 h 159422"/>
                <a:gd name="connsiteX4" fmla="*/ 41129 w 40852"/>
                <a:gd name="connsiteY4" fmla="*/ 1669 h 159422"/>
                <a:gd name="connsiteX5" fmla="*/ 39368 w 40852"/>
                <a:gd name="connsiteY5" fmla="*/ 75 h 159422"/>
                <a:gd name="connsiteX6" fmla="*/ 11370 w 40852"/>
                <a:gd name="connsiteY6" fmla="*/ 31162 h 159422"/>
                <a:gd name="connsiteX7" fmla="*/ 277 w 40852"/>
                <a:gd name="connsiteY7" fmla="*/ 79786 h 159422"/>
                <a:gd name="connsiteX8" fmla="*/ 11899 w 40852"/>
                <a:gd name="connsiteY8" fmla="*/ 129526 h 159422"/>
                <a:gd name="connsiteX9" fmla="*/ 39368 w 40852"/>
                <a:gd name="connsiteY9" fmla="*/ 159497 h 159422"/>
                <a:gd name="connsiteX10" fmla="*/ 41129 w 40852"/>
                <a:gd name="connsiteY10" fmla="*/ 157903 h 1594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40852" h="159422">
                  <a:moveTo>
                    <a:pt x="41129" y="157903"/>
                  </a:moveTo>
                  <a:cubicBezTo>
                    <a:pt x="41129" y="157424"/>
                    <a:pt x="41129" y="157106"/>
                    <a:pt x="38136" y="154395"/>
                  </a:cubicBezTo>
                  <a:cubicBezTo>
                    <a:pt x="16125" y="134308"/>
                    <a:pt x="10490" y="104177"/>
                    <a:pt x="10490" y="79786"/>
                  </a:cubicBezTo>
                  <a:cubicBezTo>
                    <a:pt x="10490" y="52046"/>
                    <a:pt x="17181" y="24307"/>
                    <a:pt x="38840" y="4379"/>
                  </a:cubicBezTo>
                  <a:cubicBezTo>
                    <a:pt x="41129" y="2466"/>
                    <a:pt x="41129" y="2147"/>
                    <a:pt x="41129" y="1669"/>
                  </a:cubicBezTo>
                  <a:cubicBezTo>
                    <a:pt x="41129" y="553"/>
                    <a:pt x="40425" y="75"/>
                    <a:pt x="39368" y="75"/>
                  </a:cubicBezTo>
                  <a:cubicBezTo>
                    <a:pt x="37607" y="75"/>
                    <a:pt x="21760" y="10915"/>
                    <a:pt x="11370" y="31162"/>
                  </a:cubicBezTo>
                  <a:cubicBezTo>
                    <a:pt x="2390" y="48698"/>
                    <a:pt x="277" y="66394"/>
                    <a:pt x="277" y="79786"/>
                  </a:cubicBezTo>
                  <a:cubicBezTo>
                    <a:pt x="277" y="92221"/>
                    <a:pt x="2214" y="111511"/>
                    <a:pt x="11899" y="129526"/>
                  </a:cubicBezTo>
                  <a:cubicBezTo>
                    <a:pt x="22464" y="149134"/>
                    <a:pt x="37607" y="159497"/>
                    <a:pt x="39368" y="159497"/>
                  </a:cubicBezTo>
                  <a:cubicBezTo>
                    <a:pt x="40425" y="159497"/>
                    <a:pt x="41129" y="159019"/>
                    <a:pt x="41129" y="157903"/>
                  </a:cubicBezTo>
                  <a:close/>
                </a:path>
              </a:pathLst>
            </a:custGeom>
            <a:solidFill>
              <a:srgbClr val="000000"/>
            </a:solidFill>
            <a:ln w="1510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/>
            </a:p>
          </p:txBody>
        </p:sp>
        <p:sp>
          <p:nvSpPr>
            <p:cNvPr id="1120" name="任意形状 1119">
              <a:extLst>
                <a:ext uri="{FF2B5EF4-FFF2-40B4-BE49-F238E27FC236}">
                  <a16:creationId xmlns:a16="http://schemas.microsoft.com/office/drawing/2014/main" id="{2BE17556-69D0-D255-26D6-6074940DC24D}"/>
                </a:ext>
              </a:extLst>
            </p:cNvPr>
            <p:cNvSpPr/>
            <p:nvPr>
              <p:custDataLst>
                <p:tags r:id="rId185"/>
              </p:custDataLst>
            </p:nvPr>
          </p:nvSpPr>
          <p:spPr>
            <a:xfrm>
              <a:off x="5205759" y="6907929"/>
              <a:ext cx="71667" cy="72218"/>
            </a:xfrm>
            <a:custGeom>
              <a:avLst/>
              <a:gdLst>
                <a:gd name="connsiteX0" fmla="*/ 10670 w 71667"/>
                <a:gd name="connsiteY0" fmla="*/ 61133 h 72218"/>
                <a:gd name="connsiteX1" fmla="*/ 9085 w 71667"/>
                <a:gd name="connsiteY1" fmla="*/ 67989 h 72218"/>
                <a:gd name="connsiteX2" fmla="*/ 14192 w 71667"/>
                <a:gd name="connsiteY2" fmla="*/ 72293 h 72218"/>
                <a:gd name="connsiteX3" fmla="*/ 20707 w 71667"/>
                <a:gd name="connsiteY3" fmla="*/ 67829 h 72218"/>
                <a:gd name="connsiteX4" fmla="*/ 27750 w 71667"/>
                <a:gd name="connsiteY4" fmla="*/ 42640 h 72218"/>
                <a:gd name="connsiteX5" fmla="*/ 33385 w 71667"/>
                <a:gd name="connsiteY5" fmla="*/ 21916 h 72218"/>
                <a:gd name="connsiteX6" fmla="*/ 43246 w 71667"/>
                <a:gd name="connsiteY6" fmla="*/ 8843 h 72218"/>
                <a:gd name="connsiteX7" fmla="*/ 57333 w 71667"/>
                <a:gd name="connsiteY7" fmla="*/ 3582 h 72218"/>
                <a:gd name="connsiteX8" fmla="*/ 64729 w 71667"/>
                <a:gd name="connsiteY8" fmla="*/ 5495 h 72218"/>
                <a:gd name="connsiteX9" fmla="*/ 55572 w 71667"/>
                <a:gd name="connsiteY9" fmla="*/ 14263 h 72218"/>
                <a:gd name="connsiteX10" fmla="*/ 62264 w 71667"/>
                <a:gd name="connsiteY10" fmla="*/ 19843 h 72218"/>
                <a:gd name="connsiteX11" fmla="*/ 71948 w 71667"/>
                <a:gd name="connsiteY11" fmla="*/ 10437 h 72218"/>
                <a:gd name="connsiteX12" fmla="*/ 57333 w 71667"/>
                <a:gd name="connsiteY12" fmla="*/ 75 h 72218"/>
                <a:gd name="connsiteX13" fmla="*/ 34794 w 71667"/>
                <a:gd name="connsiteY13" fmla="*/ 12350 h 72218"/>
                <a:gd name="connsiteX14" fmla="*/ 18770 w 71667"/>
                <a:gd name="connsiteY14" fmla="*/ 75 h 72218"/>
                <a:gd name="connsiteX15" fmla="*/ 5739 w 71667"/>
                <a:gd name="connsiteY15" fmla="*/ 9162 h 72218"/>
                <a:gd name="connsiteX16" fmla="*/ 281 w 71667"/>
                <a:gd name="connsiteY16" fmla="*/ 24626 h 72218"/>
                <a:gd name="connsiteX17" fmla="*/ 2394 w 71667"/>
                <a:gd name="connsiteY17" fmla="*/ 26220 h 72218"/>
                <a:gd name="connsiteX18" fmla="*/ 5387 w 71667"/>
                <a:gd name="connsiteY18" fmla="*/ 22553 h 72218"/>
                <a:gd name="connsiteX19" fmla="*/ 18242 w 71667"/>
                <a:gd name="connsiteY19" fmla="*/ 3582 h 72218"/>
                <a:gd name="connsiteX20" fmla="*/ 23700 w 71667"/>
                <a:gd name="connsiteY20" fmla="*/ 10915 h 72218"/>
                <a:gd name="connsiteX21" fmla="*/ 20883 w 71667"/>
                <a:gd name="connsiteY21" fmla="*/ 24307 h 72218"/>
                <a:gd name="connsiteX22" fmla="*/ 10670 w 71667"/>
                <a:gd name="connsiteY22" fmla="*/ 61133 h 722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71667" h="72218">
                  <a:moveTo>
                    <a:pt x="10670" y="61133"/>
                  </a:moveTo>
                  <a:cubicBezTo>
                    <a:pt x="10142" y="63525"/>
                    <a:pt x="9085" y="67191"/>
                    <a:pt x="9085" y="67989"/>
                  </a:cubicBezTo>
                  <a:cubicBezTo>
                    <a:pt x="9085" y="70858"/>
                    <a:pt x="11550" y="72293"/>
                    <a:pt x="14192" y="72293"/>
                  </a:cubicBezTo>
                  <a:cubicBezTo>
                    <a:pt x="16305" y="72293"/>
                    <a:pt x="19474" y="71018"/>
                    <a:pt x="20707" y="67829"/>
                  </a:cubicBezTo>
                  <a:cubicBezTo>
                    <a:pt x="21059" y="67191"/>
                    <a:pt x="27046" y="45510"/>
                    <a:pt x="27750" y="42640"/>
                  </a:cubicBezTo>
                  <a:cubicBezTo>
                    <a:pt x="29159" y="37380"/>
                    <a:pt x="32329" y="26220"/>
                    <a:pt x="33385" y="21916"/>
                  </a:cubicBezTo>
                  <a:cubicBezTo>
                    <a:pt x="34090" y="19843"/>
                    <a:pt x="39020" y="12350"/>
                    <a:pt x="43246" y="8843"/>
                  </a:cubicBezTo>
                  <a:cubicBezTo>
                    <a:pt x="44655" y="7727"/>
                    <a:pt x="49761" y="3582"/>
                    <a:pt x="57333" y="3582"/>
                  </a:cubicBezTo>
                  <a:cubicBezTo>
                    <a:pt x="61911" y="3582"/>
                    <a:pt x="64553" y="5495"/>
                    <a:pt x="64729" y="5495"/>
                  </a:cubicBezTo>
                  <a:cubicBezTo>
                    <a:pt x="59446" y="6292"/>
                    <a:pt x="55572" y="10118"/>
                    <a:pt x="55572" y="14263"/>
                  </a:cubicBezTo>
                  <a:cubicBezTo>
                    <a:pt x="55572" y="16814"/>
                    <a:pt x="57509" y="19843"/>
                    <a:pt x="62264" y="19843"/>
                  </a:cubicBezTo>
                  <a:cubicBezTo>
                    <a:pt x="67018" y="19843"/>
                    <a:pt x="71948" y="16176"/>
                    <a:pt x="71948" y="10437"/>
                  </a:cubicBezTo>
                  <a:cubicBezTo>
                    <a:pt x="71948" y="4857"/>
                    <a:pt x="66314" y="75"/>
                    <a:pt x="57333" y="75"/>
                  </a:cubicBezTo>
                  <a:cubicBezTo>
                    <a:pt x="45887" y="75"/>
                    <a:pt x="38140" y="7886"/>
                    <a:pt x="34794" y="12350"/>
                  </a:cubicBezTo>
                  <a:cubicBezTo>
                    <a:pt x="33385" y="5176"/>
                    <a:pt x="27046" y="75"/>
                    <a:pt x="18770" y="75"/>
                  </a:cubicBezTo>
                  <a:cubicBezTo>
                    <a:pt x="10670" y="75"/>
                    <a:pt x="7324" y="6292"/>
                    <a:pt x="5739" y="9162"/>
                  </a:cubicBezTo>
                  <a:cubicBezTo>
                    <a:pt x="2570" y="14582"/>
                    <a:pt x="281" y="24147"/>
                    <a:pt x="281" y="24626"/>
                  </a:cubicBezTo>
                  <a:cubicBezTo>
                    <a:pt x="281" y="26220"/>
                    <a:pt x="2042" y="26220"/>
                    <a:pt x="2394" y="26220"/>
                  </a:cubicBezTo>
                  <a:cubicBezTo>
                    <a:pt x="4155" y="26220"/>
                    <a:pt x="4331" y="26061"/>
                    <a:pt x="5387" y="22553"/>
                  </a:cubicBezTo>
                  <a:cubicBezTo>
                    <a:pt x="8381" y="11234"/>
                    <a:pt x="11903" y="3582"/>
                    <a:pt x="18242" y="3582"/>
                  </a:cubicBezTo>
                  <a:cubicBezTo>
                    <a:pt x="21235" y="3582"/>
                    <a:pt x="23700" y="4857"/>
                    <a:pt x="23700" y="10915"/>
                  </a:cubicBezTo>
                  <a:cubicBezTo>
                    <a:pt x="23700" y="14263"/>
                    <a:pt x="23172" y="16017"/>
                    <a:pt x="20883" y="24307"/>
                  </a:cubicBezTo>
                  <a:lnTo>
                    <a:pt x="10670" y="61133"/>
                  </a:lnTo>
                  <a:close/>
                </a:path>
              </a:pathLst>
            </a:custGeom>
            <a:solidFill>
              <a:srgbClr val="000000"/>
            </a:solidFill>
            <a:ln w="1510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/>
            </a:p>
          </p:txBody>
        </p:sp>
        <p:sp>
          <p:nvSpPr>
            <p:cNvPr id="1121" name="任意形状 1120">
              <a:extLst>
                <a:ext uri="{FF2B5EF4-FFF2-40B4-BE49-F238E27FC236}">
                  <a16:creationId xmlns:a16="http://schemas.microsoft.com/office/drawing/2014/main" id="{9A0A65F2-7203-3EB3-AC98-3134CBAD50AB}"/>
                </a:ext>
              </a:extLst>
            </p:cNvPr>
            <p:cNvSpPr/>
            <p:nvPr>
              <p:custDataLst>
                <p:tags r:id="rId186"/>
              </p:custDataLst>
            </p:nvPr>
          </p:nvSpPr>
          <p:spPr>
            <a:xfrm>
              <a:off x="5287861" y="6928207"/>
              <a:ext cx="54481" cy="74099"/>
            </a:xfrm>
            <a:custGeom>
              <a:avLst/>
              <a:gdLst>
                <a:gd name="connsiteX0" fmla="*/ 54767 w 54481"/>
                <a:gd name="connsiteY0" fmla="*/ 53865 h 74099"/>
                <a:gd name="connsiteX1" fmla="*/ 50576 w 54481"/>
                <a:gd name="connsiteY1" fmla="*/ 53865 h 74099"/>
                <a:gd name="connsiteX2" fmla="*/ 47371 w 54481"/>
                <a:gd name="connsiteY2" fmla="*/ 64020 h 74099"/>
                <a:gd name="connsiteX3" fmla="*/ 35168 w 54481"/>
                <a:gd name="connsiteY3" fmla="*/ 64690 h 74099"/>
                <a:gd name="connsiteX4" fmla="*/ 12488 w 54481"/>
                <a:gd name="connsiteY4" fmla="*/ 64690 h 74099"/>
                <a:gd name="connsiteX5" fmla="*/ 37140 w 54481"/>
                <a:gd name="connsiteY5" fmla="*/ 45942 h 74099"/>
                <a:gd name="connsiteX6" fmla="*/ 54767 w 54481"/>
                <a:gd name="connsiteY6" fmla="*/ 21837 h 74099"/>
                <a:gd name="connsiteX7" fmla="*/ 25924 w 54481"/>
                <a:gd name="connsiteY7" fmla="*/ 76 h 74099"/>
                <a:gd name="connsiteX8" fmla="*/ 285 w 54481"/>
                <a:gd name="connsiteY8" fmla="*/ 20052 h 74099"/>
                <a:gd name="connsiteX9" fmla="*/ 6818 w 54481"/>
                <a:gd name="connsiteY9" fmla="*/ 26301 h 74099"/>
                <a:gd name="connsiteX10" fmla="*/ 13351 w 54481"/>
                <a:gd name="connsiteY10" fmla="*/ 20387 h 74099"/>
                <a:gd name="connsiteX11" fmla="*/ 6079 w 54481"/>
                <a:gd name="connsiteY11" fmla="*/ 14472 h 74099"/>
                <a:gd name="connsiteX12" fmla="*/ 24075 w 54481"/>
                <a:gd name="connsiteY12" fmla="*/ 4094 h 74099"/>
                <a:gd name="connsiteX13" fmla="*/ 42810 w 54481"/>
                <a:gd name="connsiteY13" fmla="*/ 21837 h 74099"/>
                <a:gd name="connsiteX14" fmla="*/ 31224 w 54481"/>
                <a:gd name="connsiteY14" fmla="*/ 43264 h 74099"/>
                <a:gd name="connsiteX15" fmla="*/ 1518 w 54481"/>
                <a:gd name="connsiteY15" fmla="*/ 69823 h 74099"/>
                <a:gd name="connsiteX16" fmla="*/ 285 w 54481"/>
                <a:gd name="connsiteY16" fmla="*/ 74176 h 74099"/>
                <a:gd name="connsiteX17" fmla="*/ 51069 w 54481"/>
                <a:gd name="connsiteY17" fmla="*/ 74176 h 74099"/>
                <a:gd name="connsiteX18" fmla="*/ 54767 w 54481"/>
                <a:gd name="connsiteY18" fmla="*/ 53865 h 7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54481" h="74099">
                  <a:moveTo>
                    <a:pt x="54767" y="53865"/>
                  </a:moveTo>
                  <a:lnTo>
                    <a:pt x="50576" y="53865"/>
                  </a:lnTo>
                  <a:cubicBezTo>
                    <a:pt x="50206" y="56320"/>
                    <a:pt x="48973" y="62904"/>
                    <a:pt x="47371" y="64020"/>
                  </a:cubicBezTo>
                  <a:cubicBezTo>
                    <a:pt x="46385" y="64690"/>
                    <a:pt x="36894" y="64690"/>
                    <a:pt x="35168" y="64690"/>
                  </a:cubicBezTo>
                  <a:lnTo>
                    <a:pt x="12488" y="64690"/>
                  </a:lnTo>
                  <a:cubicBezTo>
                    <a:pt x="25431" y="54312"/>
                    <a:pt x="29745" y="51187"/>
                    <a:pt x="37140" y="45942"/>
                  </a:cubicBezTo>
                  <a:cubicBezTo>
                    <a:pt x="46262" y="39358"/>
                    <a:pt x="54767" y="32439"/>
                    <a:pt x="54767" y="21837"/>
                  </a:cubicBezTo>
                  <a:cubicBezTo>
                    <a:pt x="54767" y="8334"/>
                    <a:pt x="41701" y="76"/>
                    <a:pt x="25924" y="76"/>
                  </a:cubicBezTo>
                  <a:cubicBezTo>
                    <a:pt x="10639" y="76"/>
                    <a:pt x="285" y="9785"/>
                    <a:pt x="285" y="20052"/>
                  </a:cubicBezTo>
                  <a:cubicBezTo>
                    <a:pt x="285" y="25743"/>
                    <a:pt x="5585" y="26301"/>
                    <a:pt x="6818" y="26301"/>
                  </a:cubicBezTo>
                  <a:cubicBezTo>
                    <a:pt x="9776" y="26301"/>
                    <a:pt x="13351" y="24404"/>
                    <a:pt x="13351" y="20387"/>
                  </a:cubicBezTo>
                  <a:cubicBezTo>
                    <a:pt x="13351" y="18378"/>
                    <a:pt x="12488" y="14472"/>
                    <a:pt x="6079" y="14472"/>
                  </a:cubicBezTo>
                  <a:cubicBezTo>
                    <a:pt x="9900" y="6549"/>
                    <a:pt x="18281" y="4094"/>
                    <a:pt x="24075" y="4094"/>
                  </a:cubicBezTo>
                  <a:cubicBezTo>
                    <a:pt x="36401" y="4094"/>
                    <a:pt x="42810" y="12798"/>
                    <a:pt x="42810" y="21837"/>
                  </a:cubicBezTo>
                  <a:cubicBezTo>
                    <a:pt x="42810" y="31546"/>
                    <a:pt x="35168" y="39246"/>
                    <a:pt x="31224" y="43264"/>
                  </a:cubicBezTo>
                  <a:lnTo>
                    <a:pt x="1518" y="69823"/>
                  </a:lnTo>
                  <a:cubicBezTo>
                    <a:pt x="285" y="70828"/>
                    <a:pt x="285" y="71051"/>
                    <a:pt x="285" y="74176"/>
                  </a:cubicBezTo>
                  <a:lnTo>
                    <a:pt x="51069" y="74176"/>
                  </a:lnTo>
                  <a:lnTo>
                    <a:pt x="54767" y="53865"/>
                  </a:lnTo>
                  <a:close/>
                </a:path>
              </a:pathLst>
            </a:custGeom>
            <a:solidFill>
              <a:srgbClr val="000000"/>
            </a:solidFill>
            <a:ln w="1510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/>
            </a:p>
          </p:txBody>
        </p:sp>
        <p:sp>
          <p:nvSpPr>
            <p:cNvPr id="1122" name="任意形状 1121">
              <a:extLst>
                <a:ext uri="{FF2B5EF4-FFF2-40B4-BE49-F238E27FC236}">
                  <a16:creationId xmlns:a16="http://schemas.microsoft.com/office/drawing/2014/main" id="{C449F84D-9C31-2B40-C439-ACC6979D6625}"/>
                </a:ext>
              </a:extLst>
            </p:cNvPr>
            <p:cNvSpPr/>
            <p:nvPr>
              <p:custDataLst>
                <p:tags r:id="rId187"/>
              </p:custDataLst>
            </p:nvPr>
          </p:nvSpPr>
          <p:spPr>
            <a:xfrm>
              <a:off x="5417688" y="6896929"/>
              <a:ext cx="156365" cy="83218"/>
            </a:xfrm>
            <a:custGeom>
              <a:avLst/>
              <a:gdLst>
                <a:gd name="connsiteX0" fmla="*/ 137465 w 156365"/>
                <a:gd name="connsiteY0" fmla="*/ 44872 h 83218"/>
                <a:gd name="connsiteX1" fmla="*/ 121617 w 156365"/>
                <a:gd name="connsiteY1" fmla="*/ 60177 h 83218"/>
                <a:gd name="connsiteX2" fmla="*/ 112284 w 156365"/>
                <a:gd name="connsiteY2" fmla="*/ 81380 h 83218"/>
                <a:gd name="connsiteX3" fmla="*/ 115806 w 156365"/>
                <a:gd name="connsiteY3" fmla="*/ 83293 h 83218"/>
                <a:gd name="connsiteX4" fmla="*/ 119680 w 156365"/>
                <a:gd name="connsiteY4" fmla="*/ 80105 h 83218"/>
                <a:gd name="connsiteX5" fmla="*/ 154017 w 156365"/>
                <a:gd name="connsiteY5" fmla="*/ 43756 h 83218"/>
                <a:gd name="connsiteX6" fmla="*/ 156658 w 156365"/>
                <a:gd name="connsiteY6" fmla="*/ 41684 h 83218"/>
                <a:gd name="connsiteX7" fmla="*/ 155250 w 156365"/>
                <a:gd name="connsiteY7" fmla="*/ 39930 h 83218"/>
                <a:gd name="connsiteX8" fmla="*/ 119504 w 156365"/>
                <a:gd name="connsiteY8" fmla="*/ 2466 h 83218"/>
                <a:gd name="connsiteX9" fmla="*/ 115806 w 156365"/>
                <a:gd name="connsiteY9" fmla="*/ 75 h 83218"/>
                <a:gd name="connsiteX10" fmla="*/ 112284 w 156365"/>
                <a:gd name="connsiteY10" fmla="*/ 1988 h 83218"/>
                <a:gd name="connsiteX11" fmla="*/ 121265 w 156365"/>
                <a:gd name="connsiteY11" fmla="*/ 23032 h 83218"/>
                <a:gd name="connsiteX12" fmla="*/ 137465 w 156365"/>
                <a:gd name="connsiteY12" fmla="*/ 38495 h 83218"/>
                <a:gd name="connsiteX13" fmla="*/ 6632 w 156365"/>
                <a:gd name="connsiteY13" fmla="*/ 38495 h 83218"/>
                <a:gd name="connsiteX14" fmla="*/ 292 w 156365"/>
                <a:gd name="connsiteY14" fmla="*/ 41684 h 83218"/>
                <a:gd name="connsiteX15" fmla="*/ 6632 w 156365"/>
                <a:gd name="connsiteY15" fmla="*/ 44872 h 83218"/>
                <a:gd name="connsiteX16" fmla="*/ 137465 w 156365"/>
                <a:gd name="connsiteY16" fmla="*/ 44872 h 832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56365" h="83218">
                  <a:moveTo>
                    <a:pt x="137465" y="44872"/>
                  </a:moveTo>
                  <a:cubicBezTo>
                    <a:pt x="127780" y="51568"/>
                    <a:pt x="123026" y="58104"/>
                    <a:pt x="121617" y="60177"/>
                  </a:cubicBezTo>
                  <a:cubicBezTo>
                    <a:pt x="113693" y="71177"/>
                    <a:pt x="112284" y="81221"/>
                    <a:pt x="112284" y="81380"/>
                  </a:cubicBezTo>
                  <a:cubicBezTo>
                    <a:pt x="112284" y="83293"/>
                    <a:pt x="114397" y="83293"/>
                    <a:pt x="115806" y="83293"/>
                  </a:cubicBezTo>
                  <a:cubicBezTo>
                    <a:pt x="118799" y="83293"/>
                    <a:pt x="118976" y="82974"/>
                    <a:pt x="119680" y="80105"/>
                  </a:cubicBezTo>
                  <a:cubicBezTo>
                    <a:pt x="123730" y="64481"/>
                    <a:pt x="134119" y="51090"/>
                    <a:pt x="154017" y="43756"/>
                  </a:cubicBezTo>
                  <a:cubicBezTo>
                    <a:pt x="156130" y="43119"/>
                    <a:pt x="156658" y="42800"/>
                    <a:pt x="156658" y="41684"/>
                  </a:cubicBezTo>
                  <a:cubicBezTo>
                    <a:pt x="156658" y="40568"/>
                    <a:pt x="155602" y="40090"/>
                    <a:pt x="155250" y="39930"/>
                  </a:cubicBezTo>
                  <a:cubicBezTo>
                    <a:pt x="147502" y="37220"/>
                    <a:pt x="126195" y="29249"/>
                    <a:pt x="119504" y="2466"/>
                  </a:cubicBezTo>
                  <a:cubicBezTo>
                    <a:pt x="118976" y="553"/>
                    <a:pt x="118799" y="75"/>
                    <a:pt x="115806" y="75"/>
                  </a:cubicBezTo>
                  <a:cubicBezTo>
                    <a:pt x="114397" y="75"/>
                    <a:pt x="112284" y="75"/>
                    <a:pt x="112284" y="1988"/>
                  </a:cubicBezTo>
                  <a:cubicBezTo>
                    <a:pt x="112284" y="2307"/>
                    <a:pt x="113869" y="12350"/>
                    <a:pt x="121265" y="23032"/>
                  </a:cubicBezTo>
                  <a:cubicBezTo>
                    <a:pt x="124786" y="27814"/>
                    <a:pt x="129893" y="33394"/>
                    <a:pt x="137465" y="38495"/>
                  </a:cubicBezTo>
                  <a:lnTo>
                    <a:pt x="6632" y="38495"/>
                  </a:lnTo>
                  <a:cubicBezTo>
                    <a:pt x="3462" y="38495"/>
                    <a:pt x="292" y="38495"/>
                    <a:pt x="292" y="41684"/>
                  </a:cubicBezTo>
                  <a:cubicBezTo>
                    <a:pt x="292" y="44872"/>
                    <a:pt x="3462" y="44872"/>
                    <a:pt x="6632" y="44872"/>
                  </a:cubicBezTo>
                  <a:lnTo>
                    <a:pt x="137465" y="44872"/>
                  </a:lnTo>
                  <a:close/>
                </a:path>
              </a:pathLst>
            </a:custGeom>
            <a:solidFill>
              <a:srgbClr val="000000"/>
            </a:solidFill>
            <a:ln w="1510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/>
            </a:p>
          </p:txBody>
        </p:sp>
        <p:sp>
          <p:nvSpPr>
            <p:cNvPr id="1123" name="任意形状 1122">
              <a:extLst>
                <a:ext uri="{FF2B5EF4-FFF2-40B4-BE49-F238E27FC236}">
                  <a16:creationId xmlns:a16="http://schemas.microsoft.com/office/drawing/2014/main" id="{CF214579-F490-96F9-4AE2-BE11A538C331}"/>
                </a:ext>
              </a:extLst>
            </p:cNvPr>
            <p:cNvSpPr/>
            <p:nvPr>
              <p:custDataLst>
                <p:tags r:id="rId188"/>
              </p:custDataLst>
            </p:nvPr>
          </p:nvSpPr>
          <p:spPr>
            <a:xfrm>
              <a:off x="5638110" y="6907929"/>
              <a:ext cx="71667" cy="72218"/>
            </a:xfrm>
            <a:custGeom>
              <a:avLst/>
              <a:gdLst>
                <a:gd name="connsiteX0" fmla="*/ 10694 w 71667"/>
                <a:gd name="connsiteY0" fmla="*/ 61133 h 72218"/>
                <a:gd name="connsiteX1" fmla="*/ 9110 w 71667"/>
                <a:gd name="connsiteY1" fmla="*/ 67989 h 72218"/>
                <a:gd name="connsiteX2" fmla="*/ 14216 w 71667"/>
                <a:gd name="connsiteY2" fmla="*/ 72293 h 72218"/>
                <a:gd name="connsiteX3" fmla="*/ 20731 w 71667"/>
                <a:gd name="connsiteY3" fmla="*/ 67829 h 72218"/>
                <a:gd name="connsiteX4" fmla="*/ 27775 w 71667"/>
                <a:gd name="connsiteY4" fmla="*/ 42640 h 72218"/>
                <a:gd name="connsiteX5" fmla="*/ 33410 w 71667"/>
                <a:gd name="connsiteY5" fmla="*/ 21916 h 72218"/>
                <a:gd name="connsiteX6" fmla="*/ 43271 w 71667"/>
                <a:gd name="connsiteY6" fmla="*/ 8843 h 72218"/>
                <a:gd name="connsiteX7" fmla="*/ 57358 w 71667"/>
                <a:gd name="connsiteY7" fmla="*/ 3582 h 72218"/>
                <a:gd name="connsiteX8" fmla="*/ 64753 w 71667"/>
                <a:gd name="connsiteY8" fmla="*/ 5495 h 72218"/>
                <a:gd name="connsiteX9" fmla="*/ 55597 w 71667"/>
                <a:gd name="connsiteY9" fmla="*/ 14263 h 72218"/>
                <a:gd name="connsiteX10" fmla="*/ 62288 w 71667"/>
                <a:gd name="connsiteY10" fmla="*/ 19843 h 72218"/>
                <a:gd name="connsiteX11" fmla="*/ 71973 w 71667"/>
                <a:gd name="connsiteY11" fmla="*/ 10437 h 72218"/>
                <a:gd name="connsiteX12" fmla="*/ 57358 w 71667"/>
                <a:gd name="connsiteY12" fmla="*/ 75 h 72218"/>
                <a:gd name="connsiteX13" fmla="*/ 34818 w 71667"/>
                <a:gd name="connsiteY13" fmla="*/ 12350 h 72218"/>
                <a:gd name="connsiteX14" fmla="*/ 18794 w 71667"/>
                <a:gd name="connsiteY14" fmla="*/ 75 h 72218"/>
                <a:gd name="connsiteX15" fmla="*/ 5764 w 71667"/>
                <a:gd name="connsiteY15" fmla="*/ 9162 h 72218"/>
                <a:gd name="connsiteX16" fmla="*/ 305 w 71667"/>
                <a:gd name="connsiteY16" fmla="*/ 24626 h 72218"/>
                <a:gd name="connsiteX17" fmla="*/ 2418 w 71667"/>
                <a:gd name="connsiteY17" fmla="*/ 26220 h 72218"/>
                <a:gd name="connsiteX18" fmla="*/ 5412 w 71667"/>
                <a:gd name="connsiteY18" fmla="*/ 22553 h 72218"/>
                <a:gd name="connsiteX19" fmla="*/ 18266 w 71667"/>
                <a:gd name="connsiteY19" fmla="*/ 3582 h 72218"/>
                <a:gd name="connsiteX20" fmla="*/ 23725 w 71667"/>
                <a:gd name="connsiteY20" fmla="*/ 10915 h 72218"/>
                <a:gd name="connsiteX21" fmla="*/ 20907 w 71667"/>
                <a:gd name="connsiteY21" fmla="*/ 24307 h 72218"/>
                <a:gd name="connsiteX22" fmla="*/ 10694 w 71667"/>
                <a:gd name="connsiteY22" fmla="*/ 61133 h 722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71667" h="72218">
                  <a:moveTo>
                    <a:pt x="10694" y="61133"/>
                  </a:moveTo>
                  <a:cubicBezTo>
                    <a:pt x="10166" y="63525"/>
                    <a:pt x="9110" y="67191"/>
                    <a:pt x="9110" y="67989"/>
                  </a:cubicBezTo>
                  <a:cubicBezTo>
                    <a:pt x="9110" y="70858"/>
                    <a:pt x="11575" y="72293"/>
                    <a:pt x="14216" y="72293"/>
                  </a:cubicBezTo>
                  <a:cubicBezTo>
                    <a:pt x="16329" y="72293"/>
                    <a:pt x="19499" y="71018"/>
                    <a:pt x="20731" y="67829"/>
                  </a:cubicBezTo>
                  <a:cubicBezTo>
                    <a:pt x="21084" y="67191"/>
                    <a:pt x="27071" y="45510"/>
                    <a:pt x="27775" y="42640"/>
                  </a:cubicBezTo>
                  <a:cubicBezTo>
                    <a:pt x="29184" y="37380"/>
                    <a:pt x="32353" y="26220"/>
                    <a:pt x="33410" y="21916"/>
                  </a:cubicBezTo>
                  <a:cubicBezTo>
                    <a:pt x="34114" y="19843"/>
                    <a:pt x="39044" y="12350"/>
                    <a:pt x="43271" y="8843"/>
                  </a:cubicBezTo>
                  <a:cubicBezTo>
                    <a:pt x="44679" y="7727"/>
                    <a:pt x="49786" y="3582"/>
                    <a:pt x="57358" y="3582"/>
                  </a:cubicBezTo>
                  <a:cubicBezTo>
                    <a:pt x="61936" y="3582"/>
                    <a:pt x="64577" y="5495"/>
                    <a:pt x="64753" y="5495"/>
                  </a:cubicBezTo>
                  <a:cubicBezTo>
                    <a:pt x="59471" y="6292"/>
                    <a:pt x="55597" y="10118"/>
                    <a:pt x="55597" y="14263"/>
                  </a:cubicBezTo>
                  <a:cubicBezTo>
                    <a:pt x="55597" y="16814"/>
                    <a:pt x="57534" y="19843"/>
                    <a:pt x="62288" y="19843"/>
                  </a:cubicBezTo>
                  <a:cubicBezTo>
                    <a:pt x="67042" y="19843"/>
                    <a:pt x="71973" y="16176"/>
                    <a:pt x="71973" y="10437"/>
                  </a:cubicBezTo>
                  <a:cubicBezTo>
                    <a:pt x="71973" y="4857"/>
                    <a:pt x="66338" y="75"/>
                    <a:pt x="57358" y="75"/>
                  </a:cubicBezTo>
                  <a:cubicBezTo>
                    <a:pt x="45912" y="75"/>
                    <a:pt x="38164" y="7886"/>
                    <a:pt x="34818" y="12350"/>
                  </a:cubicBezTo>
                  <a:cubicBezTo>
                    <a:pt x="33410" y="5176"/>
                    <a:pt x="27071" y="75"/>
                    <a:pt x="18794" y="75"/>
                  </a:cubicBezTo>
                  <a:cubicBezTo>
                    <a:pt x="10694" y="75"/>
                    <a:pt x="7349" y="6292"/>
                    <a:pt x="5764" y="9162"/>
                  </a:cubicBezTo>
                  <a:cubicBezTo>
                    <a:pt x="2594" y="14582"/>
                    <a:pt x="305" y="24147"/>
                    <a:pt x="305" y="24626"/>
                  </a:cubicBezTo>
                  <a:cubicBezTo>
                    <a:pt x="305" y="26220"/>
                    <a:pt x="2066" y="26220"/>
                    <a:pt x="2418" y="26220"/>
                  </a:cubicBezTo>
                  <a:cubicBezTo>
                    <a:pt x="4179" y="26220"/>
                    <a:pt x="4355" y="26061"/>
                    <a:pt x="5412" y="22553"/>
                  </a:cubicBezTo>
                  <a:cubicBezTo>
                    <a:pt x="8405" y="11234"/>
                    <a:pt x="11927" y="3582"/>
                    <a:pt x="18266" y="3582"/>
                  </a:cubicBezTo>
                  <a:cubicBezTo>
                    <a:pt x="21260" y="3582"/>
                    <a:pt x="23725" y="4857"/>
                    <a:pt x="23725" y="10915"/>
                  </a:cubicBezTo>
                  <a:cubicBezTo>
                    <a:pt x="23725" y="14263"/>
                    <a:pt x="23197" y="16017"/>
                    <a:pt x="20907" y="24307"/>
                  </a:cubicBezTo>
                  <a:lnTo>
                    <a:pt x="10694" y="61133"/>
                  </a:lnTo>
                  <a:close/>
                </a:path>
              </a:pathLst>
            </a:custGeom>
            <a:solidFill>
              <a:srgbClr val="000000"/>
            </a:solidFill>
            <a:ln w="1510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/>
            </a:p>
          </p:txBody>
        </p:sp>
        <p:sp>
          <p:nvSpPr>
            <p:cNvPr id="1124" name="任意形状 1123">
              <a:extLst>
                <a:ext uri="{FF2B5EF4-FFF2-40B4-BE49-F238E27FC236}">
                  <a16:creationId xmlns:a16="http://schemas.microsoft.com/office/drawing/2014/main" id="{694F8837-E59D-F445-10DA-2A9F14ABB8B1}"/>
                </a:ext>
              </a:extLst>
            </p:cNvPr>
            <p:cNvSpPr/>
            <p:nvPr>
              <p:custDataLst>
                <p:tags r:id="rId189"/>
              </p:custDataLst>
            </p:nvPr>
          </p:nvSpPr>
          <p:spPr>
            <a:xfrm>
              <a:off x="5725882" y="6928207"/>
              <a:ext cx="44867" cy="74099"/>
            </a:xfrm>
            <a:custGeom>
              <a:avLst/>
              <a:gdLst>
                <a:gd name="connsiteX0" fmla="*/ 28167 w 44867"/>
                <a:gd name="connsiteY0" fmla="*/ 3201 h 74099"/>
                <a:gd name="connsiteX1" fmla="*/ 24469 w 44867"/>
                <a:gd name="connsiteY1" fmla="*/ 76 h 74099"/>
                <a:gd name="connsiteX2" fmla="*/ 310 w 44867"/>
                <a:gd name="connsiteY2" fmla="*/ 7218 h 74099"/>
                <a:gd name="connsiteX3" fmla="*/ 310 w 44867"/>
                <a:gd name="connsiteY3" fmla="*/ 11236 h 74099"/>
                <a:gd name="connsiteX4" fmla="*/ 18183 w 44867"/>
                <a:gd name="connsiteY4" fmla="*/ 8111 h 74099"/>
                <a:gd name="connsiteX5" fmla="*/ 18183 w 44867"/>
                <a:gd name="connsiteY5" fmla="*/ 65025 h 74099"/>
                <a:gd name="connsiteX6" fmla="*/ 5856 w 44867"/>
                <a:gd name="connsiteY6" fmla="*/ 70158 h 74099"/>
                <a:gd name="connsiteX7" fmla="*/ 1173 w 44867"/>
                <a:gd name="connsiteY7" fmla="*/ 70158 h 74099"/>
                <a:gd name="connsiteX8" fmla="*/ 1173 w 44867"/>
                <a:gd name="connsiteY8" fmla="*/ 74176 h 74099"/>
                <a:gd name="connsiteX9" fmla="*/ 23113 w 44867"/>
                <a:gd name="connsiteY9" fmla="*/ 73729 h 74099"/>
                <a:gd name="connsiteX10" fmla="*/ 45177 w 44867"/>
                <a:gd name="connsiteY10" fmla="*/ 74176 h 74099"/>
                <a:gd name="connsiteX11" fmla="*/ 45177 w 44867"/>
                <a:gd name="connsiteY11" fmla="*/ 70158 h 74099"/>
                <a:gd name="connsiteX12" fmla="*/ 40493 w 44867"/>
                <a:gd name="connsiteY12" fmla="*/ 70158 h 74099"/>
                <a:gd name="connsiteX13" fmla="*/ 28167 w 44867"/>
                <a:gd name="connsiteY13" fmla="*/ 65025 h 74099"/>
                <a:gd name="connsiteX14" fmla="*/ 28167 w 44867"/>
                <a:gd name="connsiteY14" fmla="*/ 3201 h 7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44867" h="74099">
                  <a:moveTo>
                    <a:pt x="28167" y="3201"/>
                  </a:moveTo>
                  <a:cubicBezTo>
                    <a:pt x="28167" y="188"/>
                    <a:pt x="27920" y="76"/>
                    <a:pt x="24469" y="76"/>
                  </a:cubicBezTo>
                  <a:cubicBezTo>
                    <a:pt x="16580" y="7107"/>
                    <a:pt x="5363" y="7218"/>
                    <a:pt x="310" y="7218"/>
                  </a:cubicBezTo>
                  <a:lnTo>
                    <a:pt x="310" y="11236"/>
                  </a:lnTo>
                  <a:cubicBezTo>
                    <a:pt x="3268" y="11236"/>
                    <a:pt x="11403" y="11236"/>
                    <a:pt x="18183" y="8111"/>
                  </a:cubicBezTo>
                  <a:lnTo>
                    <a:pt x="18183" y="65025"/>
                  </a:lnTo>
                  <a:cubicBezTo>
                    <a:pt x="18183" y="68707"/>
                    <a:pt x="18183" y="70158"/>
                    <a:pt x="5856" y="70158"/>
                  </a:cubicBezTo>
                  <a:lnTo>
                    <a:pt x="1173" y="70158"/>
                  </a:lnTo>
                  <a:lnTo>
                    <a:pt x="1173" y="74176"/>
                  </a:lnTo>
                  <a:cubicBezTo>
                    <a:pt x="3391" y="74064"/>
                    <a:pt x="18552" y="73729"/>
                    <a:pt x="23113" y="73729"/>
                  </a:cubicBezTo>
                  <a:cubicBezTo>
                    <a:pt x="26934" y="73729"/>
                    <a:pt x="42465" y="74064"/>
                    <a:pt x="45177" y="74176"/>
                  </a:cubicBezTo>
                  <a:lnTo>
                    <a:pt x="45177" y="70158"/>
                  </a:lnTo>
                  <a:lnTo>
                    <a:pt x="40493" y="70158"/>
                  </a:lnTo>
                  <a:cubicBezTo>
                    <a:pt x="28167" y="70158"/>
                    <a:pt x="28167" y="68707"/>
                    <a:pt x="28167" y="65025"/>
                  </a:cubicBezTo>
                  <a:lnTo>
                    <a:pt x="28167" y="3201"/>
                  </a:lnTo>
                  <a:close/>
                </a:path>
              </a:pathLst>
            </a:custGeom>
            <a:solidFill>
              <a:srgbClr val="000000"/>
            </a:solidFill>
            <a:ln w="1510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/>
            </a:p>
          </p:txBody>
        </p:sp>
        <p:sp>
          <p:nvSpPr>
            <p:cNvPr id="1125" name="任意形状 1124">
              <a:extLst>
                <a:ext uri="{FF2B5EF4-FFF2-40B4-BE49-F238E27FC236}">
                  <a16:creationId xmlns:a16="http://schemas.microsoft.com/office/drawing/2014/main" id="{0AA84E23-DCC6-C705-1A87-DEE8A083EC70}"/>
                </a:ext>
              </a:extLst>
            </p:cNvPr>
            <p:cNvSpPr/>
            <p:nvPr>
              <p:custDataLst>
                <p:tags r:id="rId190"/>
              </p:custDataLst>
            </p:nvPr>
          </p:nvSpPr>
          <p:spPr>
            <a:xfrm>
              <a:off x="5801479" y="6858827"/>
              <a:ext cx="40852" cy="159422"/>
            </a:xfrm>
            <a:custGeom>
              <a:avLst/>
              <a:gdLst>
                <a:gd name="connsiteX0" fmla="*/ 41166 w 40852"/>
                <a:gd name="connsiteY0" fmla="*/ 79786 h 159422"/>
                <a:gd name="connsiteX1" fmla="*/ 29545 w 40852"/>
                <a:gd name="connsiteY1" fmla="*/ 30046 h 159422"/>
                <a:gd name="connsiteX2" fmla="*/ 2075 w 40852"/>
                <a:gd name="connsiteY2" fmla="*/ 75 h 159422"/>
                <a:gd name="connsiteX3" fmla="*/ 314 w 40852"/>
                <a:gd name="connsiteY3" fmla="*/ 1669 h 159422"/>
                <a:gd name="connsiteX4" fmla="*/ 3660 w 40852"/>
                <a:gd name="connsiteY4" fmla="*/ 5336 h 159422"/>
                <a:gd name="connsiteX5" fmla="*/ 30953 w 40852"/>
                <a:gd name="connsiteY5" fmla="*/ 79786 h 159422"/>
                <a:gd name="connsiteX6" fmla="*/ 2603 w 40852"/>
                <a:gd name="connsiteY6" fmla="*/ 155192 h 159422"/>
                <a:gd name="connsiteX7" fmla="*/ 314 w 40852"/>
                <a:gd name="connsiteY7" fmla="*/ 157903 h 159422"/>
                <a:gd name="connsiteX8" fmla="*/ 2075 w 40852"/>
                <a:gd name="connsiteY8" fmla="*/ 159497 h 159422"/>
                <a:gd name="connsiteX9" fmla="*/ 30073 w 40852"/>
                <a:gd name="connsiteY9" fmla="*/ 128410 h 159422"/>
                <a:gd name="connsiteX10" fmla="*/ 41166 w 40852"/>
                <a:gd name="connsiteY10" fmla="*/ 79786 h 1594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40852" h="159422">
                  <a:moveTo>
                    <a:pt x="41166" y="79786"/>
                  </a:moveTo>
                  <a:cubicBezTo>
                    <a:pt x="41166" y="67351"/>
                    <a:pt x="39230" y="48061"/>
                    <a:pt x="29545" y="30046"/>
                  </a:cubicBezTo>
                  <a:cubicBezTo>
                    <a:pt x="18979" y="10437"/>
                    <a:pt x="3836" y="75"/>
                    <a:pt x="2075" y="75"/>
                  </a:cubicBezTo>
                  <a:cubicBezTo>
                    <a:pt x="1019" y="75"/>
                    <a:pt x="314" y="712"/>
                    <a:pt x="314" y="1669"/>
                  </a:cubicBezTo>
                  <a:cubicBezTo>
                    <a:pt x="314" y="2147"/>
                    <a:pt x="314" y="2466"/>
                    <a:pt x="3660" y="5336"/>
                  </a:cubicBezTo>
                  <a:cubicBezTo>
                    <a:pt x="20916" y="21118"/>
                    <a:pt x="30953" y="46467"/>
                    <a:pt x="30953" y="79786"/>
                  </a:cubicBezTo>
                  <a:cubicBezTo>
                    <a:pt x="30953" y="107047"/>
                    <a:pt x="24438" y="135105"/>
                    <a:pt x="2603" y="155192"/>
                  </a:cubicBezTo>
                  <a:cubicBezTo>
                    <a:pt x="314" y="157106"/>
                    <a:pt x="314" y="157424"/>
                    <a:pt x="314" y="157903"/>
                  </a:cubicBezTo>
                  <a:cubicBezTo>
                    <a:pt x="314" y="158859"/>
                    <a:pt x="1019" y="159497"/>
                    <a:pt x="2075" y="159497"/>
                  </a:cubicBezTo>
                  <a:cubicBezTo>
                    <a:pt x="3836" y="159497"/>
                    <a:pt x="19684" y="148656"/>
                    <a:pt x="30073" y="128410"/>
                  </a:cubicBezTo>
                  <a:cubicBezTo>
                    <a:pt x="39053" y="110873"/>
                    <a:pt x="41166" y="93177"/>
                    <a:pt x="41166" y="79786"/>
                  </a:cubicBezTo>
                  <a:close/>
                </a:path>
              </a:pathLst>
            </a:custGeom>
            <a:solidFill>
              <a:srgbClr val="000000"/>
            </a:solidFill>
            <a:ln w="1510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/>
            </a:p>
          </p:txBody>
        </p:sp>
      </p:grpSp>
      <p:grpSp>
        <p:nvGrpSpPr>
          <p:cNvPr id="392" name="组合 391">
            <a:extLst>
              <a:ext uri="{FF2B5EF4-FFF2-40B4-BE49-F238E27FC236}">
                <a16:creationId xmlns:a16="http://schemas.microsoft.com/office/drawing/2014/main" id="{CD1AE213-0723-66E4-BA07-D02A29B190EA}"/>
              </a:ext>
            </a:extLst>
          </p:cNvPr>
          <p:cNvGrpSpPr>
            <a:grpSpLocks noChangeAspect="1"/>
          </p:cNvGrpSpPr>
          <p:nvPr>
            <p:custDataLst>
              <p:tags r:id="rId5"/>
            </p:custDataLst>
          </p:nvPr>
        </p:nvGrpSpPr>
        <p:grpSpPr>
          <a:xfrm>
            <a:off x="394931" y="6010185"/>
            <a:ext cx="2595616" cy="546291"/>
            <a:chOff x="4794421" y="3511867"/>
            <a:chExt cx="2595616" cy="546291"/>
          </a:xfrm>
        </p:grpSpPr>
        <p:sp>
          <p:nvSpPr>
            <p:cNvPr id="341" name="任意形状 340">
              <a:extLst>
                <a:ext uri="{FF2B5EF4-FFF2-40B4-BE49-F238E27FC236}">
                  <a16:creationId xmlns:a16="http://schemas.microsoft.com/office/drawing/2014/main" id="{CE4CD265-A003-1994-56DC-74C08B7C0F7F}"/>
                </a:ext>
              </a:extLst>
            </p:cNvPr>
            <p:cNvSpPr/>
            <p:nvPr>
              <p:custDataLst>
                <p:tags r:id="rId115"/>
              </p:custDataLst>
            </p:nvPr>
          </p:nvSpPr>
          <p:spPr>
            <a:xfrm>
              <a:off x="4794421" y="3755862"/>
              <a:ext cx="55873" cy="68779"/>
            </a:xfrm>
            <a:custGeom>
              <a:avLst/>
              <a:gdLst>
                <a:gd name="connsiteX0" fmla="*/ 51618 w 55873"/>
                <a:gd name="connsiteY0" fmla="*/ 10409 h 68779"/>
                <a:gd name="connsiteX1" fmla="*/ 44330 w 55873"/>
                <a:gd name="connsiteY1" fmla="*/ 17241 h 68779"/>
                <a:gd name="connsiteX2" fmla="*/ 49037 w 55873"/>
                <a:gd name="connsiteY2" fmla="*/ 21644 h 68779"/>
                <a:gd name="connsiteX3" fmla="*/ 56021 w 55873"/>
                <a:gd name="connsiteY3" fmla="*/ 13142 h 68779"/>
                <a:gd name="connsiteX4" fmla="*/ 37953 w 55873"/>
                <a:gd name="connsiteY4" fmla="*/ 84 h 68779"/>
                <a:gd name="connsiteX5" fmla="*/ 12294 w 55873"/>
                <a:gd name="connsiteY5" fmla="*/ 22251 h 68779"/>
                <a:gd name="connsiteX6" fmla="*/ 27932 w 55873"/>
                <a:gd name="connsiteY6" fmla="*/ 37283 h 68779"/>
                <a:gd name="connsiteX7" fmla="*/ 43723 w 55873"/>
                <a:gd name="connsiteY7" fmla="*/ 48822 h 68779"/>
                <a:gd name="connsiteX8" fmla="*/ 22011 w 55873"/>
                <a:gd name="connsiteY8" fmla="*/ 65523 h 68779"/>
                <a:gd name="connsiteX9" fmla="*/ 4702 w 55873"/>
                <a:gd name="connsiteY9" fmla="*/ 57476 h 68779"/>
                <a:gd name="connsiteX10" fmla="*/ 14268 w 55873"/>
                <a:gd name="connsiteY10" fmla="*/ 49429 h 68779"/>
                <a:gd name="connsiteX11" fmla="*/ 8650 w 55873"/>
                <a:gd name="connsiteY11" fmla="*/ 44115 h 68779"/>
                <a:gd name="connsiteX12" fmla="*/ 147 w 55873"/>
                <a:gd name="connsiteY12" fmla="*/ 54136 h 68779"/>
                <a:gd name="connsiteX13" fmla="*/ 21859 w 55873"/>
                <a:gd name="connsiteY13" fmla="*/ 68863 h 68779"/>
                <a:gd name="connsiteX14" fmla="*/ 52377 w 55873"/>
                <a:gd name="connsiteY14" fmla="*/ 43660 h 68779"/>
                <a:gd name="connsiteX15" fmla="*/ 47670 w 55873"/>
                <a:gd name="connsiteY15" fmla="*/ 32576 h 68779"/>
                <a:gd name="connsiteX16" fmla="*/ 32487 w 55873"/>
                <a:gd name="connsiteY16" fmla="*/ 26199 h 68779"/>
                <a:gd name="connsiteX17" fmla="*/ 20948 w 55873"/>
                <a:gd name="connsiteY17" fmla="*/ 17089 h 68779"/>
                <a:gd name="connsiteX18" fmla="*/ 37953 w 55873"/>
                <a:gd name="connsiteY18" fmla="*/ 3424 h 68779"/>
                <a:gd name="connsiteX19" fmla="*/ 51618 w 55873"/>
                <a:gd name="connsiteY19" fmla="*/ 10409 h 687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55873" h="68779">
                  <a:moveTo>
                    <a:pt x="51618" y="10409"/>
                  </a:moveTo>
                  <a:cubicBezTo>
                    <a:pt x="47367" y="10561"/>
                    <a:pt x="44330" y="13901"/>
                    <a:pt x="44330" y="17241"/>
                  </a:cubicBezTo>
                  <a:cubicBezTo>
                    <a:pt x="44330" y="19367"/>
                    <a:pt x="45697" y="21644"/>
                    <a:pt x="49037" y="21644"/>
                  </a:cubicBezTo>
                  <a:cubicBezTo>
                    <a:pt x="52377" y="21644"/>
                    <a:pt x="56021" y="19063"/>
                    <a:pt x="56021" y="13142"/>
                  </a:cubicBezTo>
                  <a:cubicBezTo>
                    <a:pt x="56021" y="6309"/>
                    <a:pt x="49492" y="84"/>
                    <a:pt x="37953" y="84"/>
                  </a:cubicBezTo>
                  <a:cubicBezTo>
                    <a:pt x="17912" y="84"/>
                    <a:pt x="12294" y="15571"/>
                    <a:pt x="12294" y="22251"/>
                  </a:cubicBezTo>
                  <a:cubicBezTo>
                    <a:pt x="12294" y="34094"/>
                    <a:pt x="23529" y="36372"/>
                    <a:pt x="27932" y="37283"/>
                  </a:cubicBezTo>
                  <a:cubicBezTo>
                    <a:pt x="35828" y="38801"/>
                    <a:pt x="43723" y="40471"/>
                    <a:pt x="43723" y="48822"/>
                  </a:cubicBezTo>
                  <a:cubicBezTo>
                    <a:pt x="43723" y="52769"/>
                    <a:pt x="40231" y="65523"/>
                    <a:pt x="22011" y="65523"/>
                  </a:cubicBezTo>
                  <a:cubicBezTo>
                    <a:pt x="19885" y="65523"/>
                    <a:pt x="8194" y="65523"/>
                    <a:pt x="4702" y="57476"/>
                  </a:cubicBezTo>
                  <a:cubicBezTo>
                    <a:pt x="10472" y="58235"/>
                    <a:pt x="14268" y="53680"/>
                    <a:pt x="14268" y="49429"/>
                  </a:cubicBezTo>
                  <a:cubicBezTo>
                    <a:pt x="14268" y="45937"/>
                    <a:pt x="11838" y="44115"/>
                    <a:pt x="8650" y="44115"/>
                  </a:cubicBezTo>
                  <a:cubicBezTo>
                    <a:pt x="4702" y="44115"/>
                    <a:pt x="147" y="47304"/>
                    <a:pt x="147" y="54136"/>
                  </a:cubicBezTo>
                  <a:cubicBezTo>
                    <a:pt x="147" y="62790"/>
                    <a:pt x="8802" y="68863"/>
                    <a:pt x="21859" y="68863"/>
                  </a:cubicBezTo>
                  <a:cubicBezTo>
                    <a:pt x="46456" y="68863"/>
                    <a:pt x="52377" y="50492"/>
                    <a:pt x="52377" y="43660"/>
                  </a:cubicBezTo>
                  <a:cubicBezTo>
                    <a:pt x="52377" y="38194"/>
                    <a:pt x="49492" y="34398"/>
                    <a:pt x="47670" y="32576"/>
                  </a:cubicBezTo>
                  <a:cubicBezTo>
                    <a:pt x="43571" y="28325"/>
                    <a:pt x="39168" y="27566"/>
                    <a:pt x="32487" y="26199"/>
                  </a:cubicBezTo>
                  <a:cubicBezTo>
                    <a:pt x="27021" y="24984"/>
                    <a:pt x="20948" y="23922"/>
                    <a:pt x="20948" y="17089"/>
                  </a:cubicBezTo>
                  <a:cubicBezTo>
                    <a:pt x="20948" y="12686"/>
                    <a:pt x="24592" y="3424"/>
                    <a:pt x="37953" y="3424"/>
                  </a:cubicBezTo>
                  <a:cubicBezTo>
                    <a:pt x="41749" y="3424"/>
                    <a:pt x="49341" y="4487"/>
                    <a:pt x="51618" y="10409"/>
                  </a:cubicBezTo>
                  <a:close/>
                </a:path>
              </a:pathLst>
            </a:custGeom>
            <a:solidFill>
              <a:srgbClr val="000000"/>
            </a:solidFill>
            <a:ln w="1520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42" name="任意形状 341">
              <a:extLst>
                <a:ext uri="{FF2B5EF4-FFF2-40B4-BE49-F238E27FC236}">
                  <a16:creationId xmlns:a16="http://schemas.microsoft.com/office/drawing/2014/main" id="{90086921-8C9B-1C99-0978-9C38EF00333B}"/>
                </a:ext>
              </a:extLst>
            </p:cNvPr>
            <p:cNvSpPr/>
            <p:nvPr>
              <p:custDataLst>
                <p:tags r:id="rId116"/>
              </p:custDataLst>
            </p:nvPr>
          </p:nvSpPr>
          <p:spPr>
            <a:xfrm>
              <a:off x="4863436" y="3798875"/>
              <a:ext cx="89595" cy="46870"/>
            </a:xfrm>
            <a:custGeom>
              <a:avLst/>
              <a:gdLst>
                <a:gd name="connsiteX0" fmla="*/ 81776 w 89595"/>
                <a:gd name="connsiteY0" fmla="*/ 14753 h 46870"/>
                <a:gd name="connsiteX1" fmla="*/ 65834 w 89595"/>
                <a:gd name="connsiteY1" fmla="*/ 86 h 46870"/>
                <a:gd name="connsiteX2" fmla="*/ 48829 w 89595"/>
                <a:gd name="connsiteY2" fmla="*/ 9970 h 46870"/>
                <a:gd name="connsiteX3" fmla="*/ 33206 w 89595"/>
                <a:gd name="connsiteY3" fmla="*/ 86 h 46870"/>
                <a:gd name="connsiteX4" fmla="*/ 15882 w 89595"/>
                <a:gd name="connsiteY4" fmla="*/ 10395 h 46870"/>
                <a:gd name="connsiteX5" fmla="*/ 15775 w 89595"/>
                <a:gd name="connsiteY5" fmla="*/ 10395 h 46870"/>
                <a:gd name="connsiteX6" fmla="*/ 15775 w 89595"/>
                <a:gd name="connsiteY6" fmla="*/ 86 h 46870"/>
                <a:gd name="connsiteX7" fmla="*/ 152 w 89595"/>
                <a:gd name="connsiteY7" fmla="*/ 1255 h 46870"/>
                <a:gd name="connsiteX8" fmla="*/ 152 w 89595"/>
                <a:gd name="connsiteY8" fmla="*/ 5081 h 46870"/>
                <a:gd name="connsiteX9" fmla="*/ 8123 w 89595"/>
                <a:gd name="connsiteY9" fmla="*/ 11033 h 46870"/>
                <a:gd name="connsiteX10" fmla="*/ 8123 w 89595"/>
                <a:gd name="connsiteY10" fmla="*/ 38560 h 46870"/>
                <a:gd name="connsiteX11" fmla="*/ 152 w 89595"/>
                <a:gd name="connsiteY11" fmla="*/ 43130 h 46870"/>
                <a:gd name="connsiteX12" fmla="*/ 152 w 89595"/>
                <a:gd name="connsiteY12" fmla="*/ 46956 h 46870"/>
                <a:gd name="connsiteX13" fmla="*/ 12268 w 89595"/>
                <a:gd name="connsiteY13" fmla="*/ 46531 h 46870"/>
                <a:gd name="connsiteX14" fmla="*/ 24491 w 89595"/>
                <a:gd name="connsiteY14" fmla="*/ 46956 h 46870"/>
                <a:gd name="connsiteX15" fmla="*/ 24491 w 89595"/>
                <a:gd name="connsiteY15" fmla="*/ 43130 h 46870"/>
                <a:gd name="connsiteX16" fmla="*/ 16519 w 89595"/>
                <a:gd name="connsiteY16" fmla="*/ 38560 h 46870"/>
                <a:gd name="connsiteX17" fmla="*/ 16519 w 89595"/>
                <a:gd name="connsiteY17" fmla="*/ 19429 h 46870"/>
                <a:gd name="connsiteX18" fmla="*/ 32355 w 89595"/>
                <a:gd name="connsiteY18" fmla="*/ 3062 h 46870"/>
                <a:gd name="connsiteX19" fmla="*/ 40752 w 89595"/>
                <a:gd name="connsiteY19" fmla="*/ 14327 h 46870"/>
                <a:gd name="connsiteX20" fmla="*/ 40752 w 89595"/>
                <a:gd name="connsiteY20" fmla="*/ 38560 h 46870"/>
                <a:gd name="connsiteX21" fmla="*/ 32780 w 89595"/>
                <a:gd name="connsiteY21" fmla="*/ 43130 h 46870"/>
                <a:gd name="connsiteX22" fmla="*/ 32780 w 89595"/>
                <a:gd name="connsiteY22" fmla="*/ 46956 h 46870"/>
                <a:gd name="connsiteX23" fmla="*/ 44897 w 89595"/>
                <a:gd name="connsiteY23" fmla="*/ 46531 h 46870"/>
                <a:gd name="connsiteX24" fmla="*/ 57119 w 89595"/>
                <a:gd name="connsiteY24" fmla="*/ 46956 h 46870"/>
                <a:gd name="connsiteX25" fmla="*/ 57119 w 89595"/>
                <a:gd name="connsiteY25" fmla="*/ 43130 h 46870"/>
                <a:gd name="connsiteX26" fmla="*/ 49148 w 89595"/>
                <a:gd name="connsiteY26" fmla="*/ 38560 h 46870"/>
                <a:gd name="connsiteX27" fmla="*/ 49148 w 89595"/>
                <a:gd name="connsiteY27" fmla="*/ 19429 h 46870"/>
                <a:gd name="connsiteX28" fmla="*/ 64984 w 89595"/>
                <a:gd name="connsiteY28" fmla="*/ 3062 h 46870"/>
                <a:gd name="connsiteX29" fmla="*/ 73380 w 89595"/>
                <a:gd name="connsiteY29" fmla="*/ 14327 h 46870"/>
                <a:gd name="connsiteX30" fmla="*/ 73380 w 89595"/>
                <a:gd name="connsiteY30" fmla="*/ 38560 h 46870"/>
                <a:gd name="connsiteX31" fmla="*/ 65409 w 89595"/>
                <a:gd name="connsiteY31" fmla="*/ 43130 h 46870"/>
                <a:gd name="connsiteX32" fmla="*/ 65409 w 89595"/>
                <a:gd name="connsiteY32" fmla="*/ 46956 h 46870"/>
                <a:gd name="connsiteX33" fmla="*/ 77525 w 89595"/>
                <a:gd name="connsiteY33" fmla="*/ 46531 h 46870"/>
                <a:gd name="connsiteX34" fmla="*/ 89747 w 89595"/>
                <a:gd name="connsiteY34" fmla="*/ 46956 h 46870"/>
                <a:gd name="connsiteX35" fmla="*/ 89747 w 89595"/>
                <a:gd name="connsiteY35" fmla="*/ 43130 h 46870"/>
                <a:gd name="connsiteX36" fmla="*/ 81776 w 89595"/>
                <a:gd name="connsiteY36" fmla="*/ 38560 h 46870"/>
                <a:gd name="connsiteX37" fmla="*/ 81776 w 89595"/>
                <a:gd name="connsiteY37" fmla="*/ 14753 h 468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89595" h="46870">
                  <a:moveTo>
                    <a:pt x="81776" y="14753"/>
                  </a:moveTo>
                  <a:cubicBezTo>
                    <a:pt x="81776" y="5506"/>
                    <a:pt x="77206" y="86"/>
                    <a:pt x="65834" y="86"/>
                  </a:cubicBezTo>
                  <a:cubicBezTo>
                    <a:pt x="57438" y="86"/>
                    <a:pt x="51699" y="4656"/>
                    <a:pt x="48829" y="9970"/>
                  </a:cubicBezTo>
                  <a:cubicBezTo>
                    <a:pt x="46703" y="2424"/>
                    <a:pt x="40964" y="86"/>
                    <a:pt x="33206" y="86"/>
                  </a:cubicBezTo>
                  <a:cubicBezTo>
                    <a:pt x="24491" y="86"/>
                    <a:pt x="18858" y="4868"/>
                    <a:pt x="15882" y="10395"/>
                  </a:cubicBezTo>
                  <a:lnTo>
                    <a:pt x="15775" y="10395"/>
                  </a:lnTo>
                  <a:lnTo>
                    <a:pt x="15775" y="86"/>
                  </a:lnTo>
                  <a:lnTo>
                    <a:pt x="152" y="1255"/>
                  </a:lnTo>
                  <a:lnTo>
                    <a:pt x="152" y="5081"/>
                  </a:lnTo>
                  <a:cubicBezTo>
                    <a:pt x="7273" y="5081"/>
                    <a:pt x="8123" y="5825"/>
                    <a:pt x="8123" y="11033"/>
                  </a:cubicBezTo>
                  <a:lnTo>
                    <a:pt x="8123" y="38560"/>
                  </a:lnTo>
                  <a:cubicBezTo>
                    <a:pt x="8123" y="43130"/>
                    <a:pt x="7060" y="43130"/>
                    <a:pt x="152" y="43130"/>
                  </a:cubicBezTo>
                  <a:lnTo>
                    <a:pt x="152" y="46956"/>
                  </a:lnTo>
                  <a:cubicBezTo>
                    <a:pt x="365" y="46956"/>
                    <a:pt x="7804" y="46531"/>
                    <a:pt x="12268" y="46531"/>
                  </a:cubicBezTo>
                  <a:cubicBezTo>
                    <a:pt x="16201" y="46531"/>
                    <a:pt x="23534" y="46850"/>
                    <a:pt x="24491" y="46956"/>
                  </a:cubicBezTo>
                  <a:lnTo>
                    <a:pt x="24491" y="43130"/>
                  </a:lnTo>
                  <a:cubicBezTo>
                    <a:pt x="17582" y="43130"/>
                    <a:pt x="16519" y="43130"/>
                    <a:pt x="16519" y="38560"/>
                  </a:cubicBezTo>
                  <a:lnTo>
                    <a:pt x="16519" y="19429"/>
                  </a:lnTo>
                  <a:cubicBezTo>
                    <a:pt x="16519" y="8269"/>
                    <a:pt x="25341" y="3062"/>
                    <a:pt x="32355" y="3062"/>
                  </a:cubicBezTo>
                  <a:cubicBezTo>
                    <a:pt x="39795" y="3062"/>
                    <a:pt x="40752" y="8907"/>
                    <a:pt x="40752" y="14327"/>
                  </a:cubicBezTo>
                  <a:lnTo>
                    <a:pt x="40752" y="38560"/>
                  </a:lnTo>
                  <a:cubicBezTo>
                    <a:pt x="40752" y="43130"/>
                    <a:pt x="39689" y="43130"/>
                    <a:pt x="32780" y="43130"/>
                  </a:cubicBezTo>
                  <a:lnTo>
                    <a:pt x="32780" y="46956"/>
                  </a:lnTo>
                  <a:cubicBezTo>
                    <a:pt x="32993" y="46956"/>
                    <a:pt x="40433" y="46531"/>
                    <a:pt x="44897" y="46531"/>
                  </a:cubicBezTo>
                  <a:cubicBezTo>
                    <a:pt x="48829" y="46531"/>
                    <a:pt x="56162" y="46850"/>
                    <a:pt x="57119" y="46956"/>
                  </a:cubicBezTo>
                  <a:lnTo>
                    <a:pt x="57119" y="43130"/>
                  </a:lnTo>
                  <a:cubicBezTo>
                    <a:pt x="50211" y="43130"/>
                    <a:pt x="49148" y="43130"/>
                    <a:pt x="49148" y="38560"/>
                  </a:cubicBezTo>
                  <a:lnTo>
                    <a:pt x="49148" y="19429"/>
                  </a:lnTo>
                  <a:cubicBezTo>
                    <a:pt x="49148" y="8269"/>
                    <a:pt x="57969" y="3062"/>
                    <a:pt x="64984" y="3062"/>
                  </a:cubicBezTo>
                  <a:cubicBezTo>
                    <a:pt x="72423" y="3062"/>
                    <a:pt x="73380" y="8907"/>
                    <a:pt x="73380" y="14327"/>
                  </a:cubicBezTo>
                  <a:lnTo>
                    <a:pt x="73380" y="38560"/>
                  </a:lnTo>
                  <a:cubicBezTo>
                    <a:pt x="73380" y="43130"/>
                    <a:pt x="72317" y="43130"/>
                    <a:pt x="65409" y="43130"/>
                  </a:cubicBezTo>
                  <a:lnTo>
                    <a:pt x="65409" y="46956"/>
                  </a:lnTo>
                  <a:cubicBezTo>
                    <a:pt x="65621" y="46956"/>
                    <a:pt x="73061" y="46531"/>
                    <a:pt x="77525" y="46531"/>
                  </a:cubicBezTo>
                  <a:cubicBezTo>
                    <a:pt x="81457" y="46531"/>
                    <a:pt x="88791" y="46850"/>
                    <a:pt x="89747" y="46956"/>
                  </a:cubicBezTo>
                  <a:lnTo>
                    <a:pt x="89747" y="43130"/>
                  </a:lnTo>
                  <a:cubicBezTo>
                    <a:pt x="82839" y="43130"/>
                    <a:pt x="81776" y="43130"/>
                    <a:pt x="81776" y="38560"/>
                  </a:cubicBezTo>
                  <a:lnTo>
                    <a:pt x="81776" y="14753"/>
                  </a:lnTo>
                  <a:close/>
                </a:path>
              </a:pathLst>
            </a:custGeom>
            <a:solidFill>
              <a:srgbClr val="000000"/>
            </a:solidFill>
            <a:ln w="1520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43" name="任意形状 342">
              <a:extLst>
                <a:ext uri="{FF2B5EF4-FFF2-40B4-BE49-F238E27FC236}">
                  <a16:creationId xmlns:a16="http://schemas.microsoft.com/office/drawing/2014/main" id="{97FC8CA9-76C5-AC8B-DEEF-0AECD896C9C6}"/>
                </a:ext>
              </a:extLst>
            </p:cNvPr>
            <p:cNvSpPr/>
            <p:nvPr>
              <p:custDataLst>
                <p:tags r:id="rId117"/>
              </p:custDataLst>
            </p:nvPr>
          </p:nvSpPr>
          <p:spPr>
            <a:xfrm>
              <a:off x="4959912" y="3798875"/>
              <a:ext cx="56966" cy="47932"/>
            </a:xfrm>
            <a:custGeom>
              <a:avLst/>
              <a:gdLst>
                <a:gd name="connsiteX0" fmla="*/ 32787 w 56966"/>
                <a:gd name="connsiteY0" fmla="*/ 1255 h 47932"/>
                <a:gd name="connsiteX1" fmla="*/ 32787 w 56966"/>
                <a:gd name="connsiteY1" fmla="*/ 5081 h 47932"/>
                <a:gd name="connsiteX2" fmla="*/ 40758 w 56966"/>
                <a:gd name="connsiteY2" fmla="*/ 11033 h 47932"/>
                <a:gd name="connsiteX3" fmla="*/ 40758 w 56966"/>
                <a:gd name="connsiteY3" fmla="*/ 29207 h 47932"/>
                <a:gd name="connsiteX4" fmla="*/ 26622 w 56966"/>
                <a:gd name="connsiteY4" fmla="*/ 45043 h 47932"/>
                <a:gd name="connsiteX5" fmla="*/ 16526 w 56966"/>
                <a:gd name="connsiteY5" fmla="*/ 35052 h 47932"/>
                <a:gd name="connsiteX6" fmla="*/ 16526 w 56966"/>
                <a:gd name="connsiteY6" fmla="*/ 86 h 47932"/>
                <a:gd name="connsiteX7" fmla="*/ 158 w 56966"/>
                <a:gd name="connsiteY7" fmla="*/ 1255 h 47932"/>
                <a:gd name="connsiteX8" fmla="*/ 158 w 56966"/>
                <a:gd name="connsiteY8" fmla="*/ 5081 h 47932"/>
                <a:gd name="connsiteX9" fmla="*/ 8130 w 56966"/>
                <a:gd name="connsiteY9" fmla="*/ 14859 h 47932"/>
                <a:gd name="connsiteX10" fmla="*/ 8130 w 56966"/>
                <a:gd name="connsiteY10" fmla="*/ 30801 h 47932"/>
                <a:gd name="connsiteX11" fmla="*/ 25879 w 56966"/>
                <a:gd name="connsiteY11" fmla="*/ 48019 h 47932"/>
                <a:gd name="connsiteX12" fmla="*/ 41077 w 56966"/>
                <a:gd name="connsiteY12" fmla="*/ 39091 h 47932"/>
                <a:gd name="connsiteX13" fmla="*/ 41183 w 56966"/>
                <a:gd name="connsiteY13" fmla="*/ 39091 h 47932"/>
                <a:gd name="connsiteX14" fmla="*/ 41183 w 56966"/>
                <a:gd name="connsiteY14" fmla="*/ 48019 h 47932"/>
                <a:gd name="connsiteX15" fmla="*/ 57125 w 56966"/>
                <a:gd name="connsiteY15" fmla="*/ 46956 h 47932"/>
                <a:gd name="connsiteX16" fmla="*/ 57125 w 56966"/>
                <a:gd name="connsiteY16" fmla="*/ 43130 h 47932"/>
                <a:gd name="connsiteX17" fmla="*/ 49154 w 56966"/>
                <a:gd name="connsiteY17" fmla="*/ 37178 h 47932"/>
                <a:gd name="connsiteX18" fmla="*/ 49154 w 56966"/>
                <a:gd name="connsiteY18" fmla="*/ 86 h 47932"/>
                <a:gd name="connsiteX19" fmla="*/ 32787 w 56966"/>
                <a:gd name="connsiteY19" fmla="*/ 1255 h 479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56966" h="47932">
                  <a:moveTo>
                    <a:pt x="32787" y="1255"/>
                  </a:moveTo>
                  <a:lnTo>
                    <a:pt x="32787" y="5081"/>
                  </a:lnTo>
                  <a:cubicBezTo>
                    <a:pt x="39908" y="5081"/>
                    <a:pt x="40758" y="5825"/>
                    <a:pt x="40758" y="11033"/>
                  </a:cubicBezTo>
                  <a:lnTo>
                    <a:pt x="40758" y="29207"/>
                  </a:lnTo>
                  <a:cubicBezTo>
                    <a:pt x="40758" y="38560"/>
                    <a:pt x="34700" y="45043"/>
                    <a:pt x="26622" y="45043"/>
                  </a:cubicBezTo>
                  <a:cubicBezTo>
                    <a:pt x="16951" y="45043"/>
                    <a:pt x="16526" y="40473"/>
                    <a:pt x="16526" y="35052"/>
                  </a:cubicBezTo>
                  <a:lnTo>
                    <a:pt x="16526" y="86"/>
                  </a:lnTo>
                  <a:lnTo>
                    <a:pt x="158" y="1255"/>
                  </a:lnTo>
                  <a:lnTo>
                    <a:pt x="158" y="5081"/>
                  </a:lnTo>
                  <a:cubicBezTo>
                    <a:pt x="8130" y="5081"/>
                    <a:pt x="8130" y="5400"/>
                    <a:pt x="8130" y="14859"/>
                  </a:cubicBezTo>
                  <a:lnTo>
                    <a:pt x="8130" y="30801"/>
                  </a:lnTo>
                  <a:cubicBezTo>
                    <a:pt x="8130" y="38134"/>
                    <a:pt x="8130" y="48019"/>
                    <a:pt x="25879" y="48019"/>
                  </a:cubicBezTo>
                  <a:cubicBezTo>
                    <a:pt x="28217" y="48019"/>
                    <a:pt x="35975" y="48019"/>
                    <a:pt x="41077" y="39091"/>
                  </a:cubicBezTo>
                  <a:lnTo>
                    <a:pt x="41183" y="39091"/>
                  </a:lnTo>
                  <a:lnTo>
                    <a:pt x="41183" y="48019"/>
                  </a:lnTo>
                  <a:lnTo>
                    <a:pt x="57125" y="46956"/>
                  </a:lnTo>
                  <a:lnTo>
                    <a:pt x="57125" y="43130"/>
                  </a:lnTo>
                  <a:cubicBezTo>
                    <a:pt x="50004" y="43130"/>
                    <a:pt x="49154" y="42386"/>
                    <a:pt x="49154" y="37178"/>
                  </a:cubicBezTo>
                  <a:lnTo>
                    <a:pt x="49154" y="86"/>
                  </a:lnTo>
                  <a:lnTo>
                    <a:pt x="32787" y="1255"/>
                  </a:lnTo>
                  <a:close/>
                </a:path>
              </a:pathLst>
            </a:custGeom>
            <a:solidFill>
              <a:srgbClr val="000000"/>
            </a:solidFill>
            <a:ln w="1520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44" name="任意形状 343">
              <a:extLst>
                <a:ext uri="{FF2B5EF4-FFF2-40B4-BE49-F238E27FC236}">
                  <a16:creationId xmlns:a16="http://schemas.microsoft.com/office/drawing/2014/main" id="{7C20BCDE-DC18-323F-4F54-6AA472A3C4CA}"/>
                </a:ext>
              </a:extLst>
            </p:cNvPr>
            <p:cNvSpPr/>
            <p:nvPr>
              <p:custDataLst>
                <p:tags r:id="rId118"/>
              </p:custDataLst>
            </p:nvPr>
          </p:nvSpPr>
          <p:spPr>
            <a:xfrm>
              <a:off x="5024313" y="3780382"/>
              <a:ext cx="36773" cy="66425"/>
            </a:xfrm>
            <a:custGeom>
              <a:avLst/>
              <a:gdLst>
                <a:gd name="connsiteX0" fmla="*/ 18443 w 36773"/>
                <a:gd name="connsiteY0" fmla="*/ 23468 h 66425"/>
                <a:gd name="connsiteX1" fmla="*/ 35023 w 36773"/>
                <a:gd name="connsiteY1" fmla="*/ 23468 h 66425"/>
                <a:gd name="connsiteX2" fmla="*/ 35023 w 36773"/>
                <a:gd name="connsiteY2" fmla="*/ 19641 h 66425"/>
                <a:gd name="connsiteX3" fmla="*/ 18443 w 36773"/>
                <a:gd name="connsiteY3" fmla="*/ 19641 h 66425"/>
                <a:gd name="connsiteX4" fmla="*/ 18443 w 36773"/>
                <a:gd name="connsiteY4" fmla="*/ 86 h 66425"/>
                <a:gd name="connsiteX5" fmla="*/ 14830 w 36773"/>
                <a:gd name="connsiteY5" fmla="*/ 86 h 66425"/>
                <a:gd name="connsiteX6" fmla="*/ 163 w 36773"/>
                <a:gd name="connsiteY6" fmla="*/ 20492 h 66425"/>
                <a:gd name="connsiteX7" fmla="*/ 163 w 36773"/>
                <a:gd name="connsiteY7" fmla="*/ 23468 h 66425"/>
                <a:gd name="connsiteX8" fmla="*/ 10047 w 36773"/>
                <a:gd name="connsiteY8" fmla="*/ 23468 h 66425"/>
                <a:gd name="connsiteX9" fmla="*/ 10047 w 36773"/>
                <a:gd name="connsiteY9" fmla="*/ 52164 h 66425"/>
                <a:gd name="connsiteX10" fmla="*/ 24926 w 36773"/>
                <a:gd name="connsiteY10" fmla="*/ 66512 h 66425"/>
                <a:gd name="connsiteX11" fmla="*/ 36936 w 36773"/>
                <a:gd name="connsiteY11" fmla="*/ 52057 h 66425"/>
                <a:gd name="connsiteX12" fmla="*/ 36936 w 36773"/>
                <a:gd name="connsiteY12" fmla="*/ 46212 h 66425"/>
                <a:gd name="connsiteX13" fmla="*/ 33323 w 36773"/>
                <a:gd name="connsiteY13" fmla="*/ 46212 h 66425"/>
                <a:gd name="connsiteX14" fmla="*/ 33323 w 36773"/>
                <a:gd name="connsiteY14" fmla="*/ 51951 h 66425"/>
                <a:gd name="connsiteX15" fmla="*/ 25777 w 36773"/>
                <a:gd name="connsiteY15" fmla="*/ 63111 h 66425"/>
                <a:gd name="connsiteX16" fmla="*/ 18443 w 36773"/>
                <a:gd name="connsiteY16" fmla="*/ 52270 h 66425"/>
                <a:gd name="connsiteX17" fmla="*/ 18443 w 36773"/>
                <a:gd name="connsiteY17" fmla="*/ 23468 h 664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6773" h="66425">
                  <a:moveTo>
                    <a:pt x="18443" y="23468"/>
                  </a:moveTo>
                  <a:lnTo>
                    <a:pt x="35023" y="23468"/>
                  </a:lnTo>
                  <a:lnTo>
                    <a:pt x="35023" y="19641"/>
                  </a:lnTo>
                  <a:lnTo>
                    <a:pt x="18443" y="19641"/>
                  </a:lnTo>
                  <a:lnTo>
                    <a:pt x="18443" y="86"/>
                  </a:lnTo>
                  <a:lnTo>
                    <a:pt x="14830" y="86"/>
                  </a:lnTo>
                  <a:cubicBezTo>
                    <a:pt x="14723" y="9651"/>
                    <a:pt x="10366" y="20173"/>
                    <a:pt x="163" y="20492"/>
                  </a:cubicBezTo>
                  <a:lnTo>
                    <a:pt x="163" y="23468"/>
                  </a:lnTo>
                  <a:lnTo>
                    <a:pt x="10047" y="23468"/>
                  </a:lnTo>
                  <a:lnTo>
                    <a:pt x="10047" y="52164"/>
                  </a:lnTo>
                  <a:cubicBezTo>
                    <a:pt x="10047" y="64067"/>
                    <a:pt x="18975" y="66512"/>
                    <a:pt x="24926" y="66512"/>
                  </a:cubicBezTo>
                  <a:cubicBezTo>
                    <a:pt x="32047" y="66512"/>
                    <a:pt x="36936" y="60454"/>
                    <a:pt x="36936" y="52057"/>
                  </a:cubicBezTo>
                  <a:lnTo>
                    <a:pt x="36936" y="46212"/>
                  </a:lnTo>
                  <a:lnTo>
                    <a:pt x="33323" y="46212"/>
                  </a:lnTo>
                  <a:lnTo>
                    <a:pt x="33323" y="51951"/>
                  </a:lnTo>
                  <a:cubicBezTo>
                    <a:pt x="33323" y="59178"/>
                    <a:pt x="29922" y="63111"/>
                    <a:pt x="25777" y="63111"/>
                  </a:cubicBezTo>
                  <a:cubicBezTo>
                    <a:pt x="18443" y="63111"/>
                    <a:pt x="18443" y="54183"/>
                    <a:pt x="18443" y="52270"/>
                  </a:cubicBezTo>
                  <a:lnTo>
                    <a:pt x="18443" y="23468"/>
                  </a:lnTo>
                  <a:close/>
                </a:path>
              </a:pathLst>
            </a:custGeom>
            <a:solidFill>
              <a:srgbClr val="000000"/>
            </a:solidFill>
            <a:ln w="1520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45" name="任意形状 344">
              <a:extLst>
                <a:ext uri="{FF2B5EF4-FFF2-40B4-BE49-F238E27FC236}">
                  <a16:creationId xmlns:a16="http://schemas.microsoft.com/office/drawing/2014/main" id="{4DDFD45A-C5F3-839C-A9C0-1E928B3FC64F}"/>
                </a:ext>
              </a:extLst>
            </p:cNvPr>
            <p:cNvSpPr/>
            <p:nvPr>
              <p:custDataLst>
                <p:tags r:id="rId119"/>
              </p:custDataLst>
            </p:nvPr>
          </p:nvSpPr>
          <p:spPr>
            <a:xfrm>
              <a:off x="5091301" y="3709098"/>
              <a:ext cx="35224" cy="151830"/>
            </a:xfrm>
            <a:custGeom>
              <a:avLst/>
              <a:gdLst>
                <a:gd name="connsiteX0" fmla="*/ 35391 w 35224"/>
                <a:gd name="connsiteY0" fmla="*/ 150397 h 151830"/>
                <a:gd name="connsiteX1" fmla="*/ 32810 w 35224"/>
                <a:gd name="connsiteY1" fmla="*/ 147056 h 151830"/>
                <a:gd name="connsiteX2" fmla="*/ 8973 w 35224"/>
                <a:gd name="connsiteY2" fmla="*/ 76000 h 151830"/>
                <a:gd name="connsiteX3" fmla="*/ 33417 w 35224"/>
                <a:gd name="connsiteY3" fmla="*/ 4184 h 151830"/>
                <a:gd name="connsiteX4" fmla="*/ 35391 w 35224"/>
                <a:gd name="connsiteY4" fmla="*/ 1602 h 151830"/>
                <a:gd name="connsiteX5" fmla="*/ 33873 w 35224"/>
                <a:gd name="connsiteY5" fmla="*/ 84 h 151830"/>
                <a:gd name="connsiteX6" fmla="*/ 9732 w 35224"/>
                <a:gd name="connsiteY6" fmla="*/ 29691 h 151830"/>
                <a:gd name="connsiteX7" fmla="*/ 166 w 35224"/>
                <a:gd name="connsiteY7" fmla="*/ 76000 h 151830"/>
                <a:gd name="connsiteX8" fmla="*/ 10187 w 35224"/>
                <a:gd name="connsiteY8" fmla="*/ 123371 h 151830"/>
                <a:gd name="connsiteX9" fmla="*/ 33873 w 35224"/>
                <a:gd name="connsiteY9" fmla="*/ 151915 h 151830"/>
                <a:gd name="connsiteX10" fmla="*/ 35391 w 35224"/>
                <a:gd name="connsiteY10" fmla="*/ 150397 h 151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35224" h="151830">
                  <a:moveTo>
                    <a:pt x="35391" y="150397"/>
                  </a:moveTo>
                  <a:cubicBezTo>
                    <a:pt x="35391" y="149941"/>
                    <a:pt x="35391" y="149637"/>
                    <a:pt x="32810" y="147056"/>
                  </a:cubicBezTo>
                  <a:cubicBezTo>
                    <a:pt x="13831" y="127926"/>
                    <a:pt x="8973" y="99230"/>
                    <a:pt x="8973" y="76000"/>
                  </a:cubicBezTo>
                  <a:cubicBezTo>
                    <a:pt x="8973" y="49581"/>
                    <a:pt x="14742" y="23162"/>
                    <a:pt x="33417" y="4184"/>
                  </a:cubicBezTo>
                  <a:cubicBezTo>
                    <a:pt x="35391" y="2362"/>
                    <a:pt x="35391" y="2058"/>
                    <a:pt x="35391" y="1602"/>
                  </a:cubicBezTo>
                  <a:cubicBezTo>
                    <a:pt x="35391" y="540"/>
                    <a:pt x="34784" y="84"/>
                    <a:pt x="33873" y="84"/>
                  </a:cubicBezTo>
                  <a:cubicBezTo>
                    <a:pt x="32355" y="84"/>
                    <a:pt x="18690" y="10409"/>
                    <a:pt x="9732" y="29691"/>
                  </a:cubicBezTo>
                  <a:cubicBezTo>
                    <a:pt x="1988" y="46393"/>
                    <a:pt x="166" y="63246"/>
                    <a:pt x="166" y="76000"/>
                  </a:cubicBezTo>
                  <a:cubicBezTo>
                    <a:pt x="166" y="87842"/>
                    <a:pt x="1837" y="106214"/>
                    <a:pt x="10187" y="123371"/>
                  </a:cubicBezTo>
                  <a:cubicBezTo>
                    <a:pt x="19297" y="142046"/>
                    <a:pt x="32355" y="151915"/>
                    <a:pt x="33873" y="151915"/>
                  </a:cubicBezTo>
                  <a:cubicBezTo>
                    <a:pt x="34784" y="151915"/>
                    <a:pt x="35391" y="151459"/>
                    <a:pt x="35391" y="150397"/>
                  </a:cubicBezTo>
                  <a:close/>
                </a:path>
              </a:pathLst>
            </a:custGeom>
            <a:solidFill>
              <a:srgbClr val="000000"/>
            </a:solidFill>
            <a:ln w="1520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46" name="任意形状 345">
              <a:extLst>
                <a:ext uri="{FF2B5EF4-FFF2-40B4-BE49-F238E27FC236}">
                  <a16:creationId xmlns:a16="http://schemas.microsoft.com/office/drawing/2014/main" id="{4DB606A8-D638-66D4-50CA-00FE2D8BFCB8}"/>
                </a:ext>
              </a:extLst>
            </p:cNvPr>
            <p:cNvSpPr/>
            <p:nvPr>
              <p:custDataLst>
                <p:tags r:id="rId120"/>
              </p:custDataLst>
            </p:nvPr>
          </p:nvSpPr>
          <p:spPr>
            <a:xfrm>
              <a:off x="5139719" y="3755862"/>
              <a:ext cx="61795" cy="68779"/>
            </a:xfrm>
            <a:custGeom>
              <a:avLst/>
              <a:gdLst>
                <a:gd name="connsiteX0" fmla="*/ 9128 w 61795"/>
                <a:gd name="connsiteY0" fmla="*/ 58235 h 68779"/>
                <a:gd name="connsiteX1" fmla="*/ 7762 w 61795"/>
                <a:gd name="connsiteY1" fmla="*/ 64764 h 68779"/>
                <a:gd name="connsiteX2" fmla="*/ 12165 w 61795"/>
                <a:gd name="connsiteY2" fmla="*/ 68863 h 68779"/>
                <a:gd name="connsiteX3" fmla="*/ 17783 w 61795"/>
                <a:gd name="connsiteY3" fmla="*/ 64612 h 68779"/>
                <a:gd name="connsiteX4" fmla="*/ 23856 w 61795"/>
                <a:gd name="connsiteY4" fmla="*/ 40623 h 68779"/>
                <a:gd name="connsiteX5" fmla="*/ 28714 w 61795"/>
                <a:gd name="connsiteY5" fmla="*/ 20885 h 68779"/>
                <a:gd name="connsiteX6" fmla="*/ 37217 w 61795"/>
                <a:gd name="connsiteY6" fmla="*/ 8435 h 68779"/>
                <a:gd name="connsiteX7" fmla="*/ 49363 w 61795"/>
                <a:gd name="connsiteY7" fmla="*/ 3424 h 68779"/>
                <a:gd name="connsiteX8" fmla="*/ 55740 w 61795"/>
                <a:gd name="connsiteY8" fmla="*/ 5246 h 68779"/>
                <a:gd name="connsiteX9" fmla="*/ 47845 w 61795"/>
                <a:gd name="connsiteY9" fmla="*/ 13597 h 68779"/>
                <a:gd name="connsiteX10" fmla="*/ 53615 w 61795"/>
                <a:gd name="connsiteY10" fmla="*/ 18911 h 68779"/>
                <a:gd name="connsiteX11" fmla="*/ 61965 w 61795"/>
                <a:gd name="connsiteY11" fmla="*/ 9953 h 68779"/>
                <a:gd name="connsiteX12" fmla="*/ 49363 w 61795"/>
                <a:gd name="connsiteY12" fmla="*/ 84 h 68779"/>
                <a:gd name="connsiteX13" fmla="*/ 29929 w 61795"/>
                <a:gd name="connsiteY13" fmla="*/ 11775 h 68779"/>
                <a:gd name="connsiteX14" fmla="*/ 16113 w 61795"/>
                <a:gd name="connsiteY14" fmla="*/ 84 h 68779"/>
                <a:gd name="connsiteX15" fmla="*/ 4877 w 61795"/>
                <a:gd name="connsiteY15" fmla="*/ 8739 h 68779"/>
                <a:gd name="connsiteX16" fmla="*/ 170 w 61795"/>
                <a:gd name="connsiteY16" fmla="*/ 23466 h 68779"/>
                <a:gd name="connsiteX17" fmla="*/ 1992 w 61795"/>
                <a:gd name="connsiteY17" fmla="*/ 24984 h 68779"/>
                <a:gd name="connsiteX18" fmla="*/ 4573 w 61795"/>
                <a:gd name="connsiteY18" fmla="*/ 21492 h 68779"/>
                <a:gd name="connsiteX19" fmla="*/ 15657 w 61795"/>
                <a:gd name="connsiteY19" fmla="*/ 3424 h 68779"/>
                <a:gd name="connsiteX20" fmla="*/ 20364 w 61795"/>
                <a:gd name="connsiteY20" fmla="*/ 10409 h 68779"/>
                <a:gd name="connsiteX21" fmla="*/ 17934 w 61795"/>
                <a:gd name="connsiteY21" fmla="*/ 23162 h 68779"/>
                <a:gd name="connsiteX22" fmla="*/ 9128 w 61795"/>
                <a:gd name="connsiteY22" fmla="*/ 58235 h 687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61795" h="68779">
                  <a:moveTo>
                    <a:pt x="9128" y="58235"/>
                  </a:moveTo>
                  <a:cubicBezTo>
                    <a:pt x="8673" y="60513"/>
                    <a:pt x="7762" y="64005"/>
                    <a:pt x="7762" y="64764"/>
                  </a:cubicBezTo>
                  <a:cubicBezTo>
                    <a:pt x="7762" y="67497"/>
                    <a:pt x="9887" y="68863"/>
                    <a:pt x="12165" y="68863"/>
                  </a:cubicBezTo>
                  <a:cubicBezTo>
                    <a:pt x="13987" y="68863"/>
                    <a:pt x="16720" y="67649"/>
                    <a:pt x="17783" y="64612"/>
                  </a:cubicBezTo>
                  <a:cubicBezTo>
                    <a:pt x="18086" y="64005"/>
                    <a:pt x="23249" y="43356"/>
                    <a:pt x="23856" y="40623"/>
                  </a:cubicBezTo>
                  <a:cubicBezTo>
                    <a:pt x="25071" y="35613"/>
                    <a:pt x="27803" y="24984"/>
                    <a:pt x="28714" y="20885"/>
                  </a:cubicBezTo>
                  <a:cubicBezTo>
                    <a:pt x="29322" y="18911"/>
                    <a:pt x="33573" y="11775"/>
                    <a:pt x="37217" y="8435"/>
                  </a:cubicBezTo>
                  <a:cubicBezTo>
                    <a:pt x="38432" y="7372"/>
                    <a:pt x="42835" y="3424"/>
                    <a:pt x="49363" y="3424"/>
                  </a:cubicBezTo>
                  <a:cubicBezTo>
                    <a:pt x="53311" y="3424"/>
                    <a:pt x="55588" y="5246"/>
                    <a:pt x="55740" y="5246"/>
                  </a:cubicBezTo>
                  <a:cubicBezTo>
                    <a:pt x="51185" y="6006"/>
                    <a:pt x="47845" y="9650"/>
                    <a:pt x="47845" y="13597"/>
                  </a:cubicBezTo>
                  <a:cubicBezTo>
                    <a:pt x="47845" y="16026"/>
                    <a:pt x="49515" y="18911"/>
                    <a:pt x="53615" y="18911"/>
                  </a:cubicBezTo>
                  <a:cubicBezTo>
                    <a:pt x="57714" y="18911"/>
                    <a:pt x="61965" y="15419"/>
                    <a:pt x="61965" y="9953"/>
                  </a:cubicBezTo>
                  <a:cubicBezTo>
                    <a:pt x="61965" y="4639"/>
                    <a:pt x="57107" y="84"/>
                    <a:pt x="49363" y="84"/>
                  </a:cubicBezTo>
                  <a:cubicBezTo>
                    <a:pt x="39494" y="84"/>
                    <a:pt x="32814" y="7524"/>
                    <a:pt x="29929" y="11775"/>
                  </a:cubicBezTo>
                  <a:cubicBezTo>
                    <a:pt x="28714" y="4943"/>
                    <a:pt x="23249" y="84"/>
                    <a:pt x="16113" y="84"/>
                  </a:cubicBezTo>
                  <a:cubicBezTo>
                    <a:pt x="9128" y="84"/>
                    <a:pt x="6244" y="6006"/>
                    <a:pt x="4877" y="8739"/>
                  </a:cubicBezTo>
                  <a:cubicBezTo>
                    <a:pt x="2144" y="13901"/>
                    <a:pt x="170" y="23011"/>
                    <a:pt x="170" y="23466"/>
                  </a:cubicBezTo>
                  <a:cubicBezTo>
                    <a:pt x="170" y="24984"/>
                    <a:pt x="1689" y="24984"/>
                    <a:pt x="1992" y="24984"/>
                  </a:cubicBezTo>
                  <a:cubicBezTo>
                    <a:pt x="3511" y="24984"/>
                    <a:pt x="3662" y="24833"/>
                    <a:pt x="4573" y="21492"/>
                  </a:cubicBezTo>
                  <a:cubicBezTo>
                    <a:pt x="7154" y="10712"/>
                    <a:pt x="10191" y="3424"/>
                    <a:pt x="15657" y="3424"/>
                  </a:cubicBezTo>
                  <a:cubicBezTo>
                    <a:pt x="18238" y="3424"/>
                    <a:pt x="20364" y="4639"/>
                    <a:pt x="20364" y="10409"/>
                  </a:cubicBezTo>
                  <a:cubicBezTo>
                    <a:pt x="20364" y="13597"/>
                    <a:pt x="19908" y="15267"/>
                    <a:pt x="17934" y="23162"/>
                  </a:cubicBezTo>
                  <a:lnTo>
                    <a:pt x="9128" y="58235"/>
                  </a:lnTo>
                  <a:close/>
                </a:path>
              </a:pathLst>
            </a:custGeom>
            <a:solidFill>
              <a:srgbClr val="000000"/>
            </a:solidFill>
            <a:ln w="1520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47" name="任意形状 346">
              <a:extLst>
                <a:ext uri="{FF2B5EF4-FFF2-40B4-BE49-F238E27FC236}">
                  <a16:creationId xmlns:a16="http://schemas.microsoft.com/office/drawing/2014/main" id="{90FFCB2C-6EEF-F653-38D7-0A92A341DDF8}"/>
                </a:ext>
              </a:extLst>
            </p:cNvPr>
            <p:cNvSpPr/>
            <p:nvPr>
              <p:custDataLst>
                <p:tags r:id="rId121"/>
              </p:custDataLst>
            </p:nvPr>
          </p:nvSpPr>
          <p:spPr>
            <a:xfrm>
              <a:off x="5215400" y="3775175"/>
              <a:ext cx="38686" cy="70570"/>
            </a:xfrm>
            <a:custGeom>
              <a:avLst/>
              <a:gdLst>
                <a:gd name="connsiteX0" fmla="*/ 24194 w 38686"/>
                <a:gd name="connsiteY0" fmla="*/ 3062 h 70570"/>
                <a:gd name="connsiteX1" fmla="*/ 21006 w 38686"/>
                <a:gd name="connsiteY1" fmla="*/ 86 h 70570"/>
                <a:gd name="connsiteX2" fmla="*/ 175 w 38686"/>
                <a:gd name="connsiteY2" fmla="*/ 6888 h 70570"/>
                <a:gd name="connsiteX3" fmla="*/ 175 w 38686"/>
                <a:gd name="connsiteY3" fmla="*/ 10714 h 70570"/>
                <a:gd name="connsiteX4" fmla="*/ 15586 w 38686"/>
                <a:gd name="connsiteY4" fmla="*/ 7738 h 70570"/>
                <a:gd name="connsiteX5" fmla="*/ 15586 w 38686"/>
                <a:gd name="connsiteY5" fmla="*/ 61941 h 70570"/>
                <a:gd name="connsiteX6" fmla="*/ 4957 w 38686"/>
                <a:gd name="connsiteY6" fmla="*/ 66830 h 70570"/>
                <a:gd name="connsiteX7" fmla="*/ 919 w 38686"/>
                <a:gd name="connsiteY7" fmla="*/ 66830 h 70570"/>
                <a:gd name="connsiteX8" fmla="*/ 919 w 38686"/>
                <a:gd name="connsiteY8" fmla="*/ 70657 h 70570"/>
                <a:gd name="connsiteX9" fmla="*/ 19837 w 38686"/>
                <a:gd name="connsiteY9" fmla="*/ 70231 h 70570"/>
                <a:gd name="connsiteX10" fmla="*/ 38861 w 38686"/>
                <a:gd name="connsiteY10" fmla="*/ 70657 h 70570"/>
                <a:gd name="connsiteX11" fmla="*/ 38861 w 38686"/>
                <a:gd name="connsiteY11" fmla="*/ 66830 h 70570"/>
                <a:gd name="connsiteX12" fmla="*/ 34823 w 38686"/>
                <a:gd name="connsiteY12" fmla="*/ 66830 h 70570"/>
                <a:gd name="connsiteX13" fmla="*/ 24194 w 38686"/>
                <a:gd name="connsiteY13" fmla="*/ 61941 h 70570"/>
                <a:gd name="connsiteX14" fmla="*/ 24194 w 38686"/>
                <a:gd name="connsiteY14" fmla="*/ 3062 h 705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38686" h="70570">
                  <a:moveTo>
                    <a:pt x="24194" y="3062"/>
                  </a:moveTo>
                  <a:cubicBezTo>
                    <a:pt x="24194" y="192"/>
                    <a:pt x="23982" y="86"/>
                    <a:pt x="21006" y="86"/>
                  </a:cubicBezTo>
                  <a:cubicBezTo>
                    <a:pt x="14204" y="6781"/>
                    <a:pt x="4532" y="6888"/>
                    <a:pt x="175" y="6888"/>
                  </a:cubicBezTo>
                  <a:lnTo>
                    <a:pt x="175" y="10714"/>
                  </a:lnTo>
                  <a:cubicBezTo>
                    <a:pt x="2726" y="10714"/>
                    <a:pt x="9740" y="10714"/>
                    <a:pt x="15586" y="7738"/>
                  </a:cubicBezTo>
                  <a:lnTo>
                    <a:pt x="15586" y="61941"/>
                  </a:lnTo>
                  <a:cubicBezTo>
                    <a:pt x="15586" y="65449"/>
                    <a:pt x="15586" y="66830"/>
                    <a:pt x="4957" y="66830"/>
                  </a:cubicBezTo>
                  <a:lnTo>
                    <a:pt x="919" y="66830"/>
                  </a:lnTo>
                  <a:lnTo>
                    <a:pt x="919" y="70657"/>
                  </a:lnTo>
                  <a:cubicBezTo>
                    <a:pt x="2832" y="70550"/>
                    <a:pt x="15904" y="70231"/>
                    <a:pt x="19837" y="70231"/>
                  </a:cubicBezTo>
                  <a:cubicBezTo>
                    <a:pt x="23132" y="70231"/>
                    <a:pt x="36523" y="70550"/>
                    <a:pt x="38861" y="70657"/>
                  </a:cubicBezTo>
                  <a:lnTo>
                    <a:pt x="38861" y="66830"/>
                  </a:lnTo>
                  <a:lnTo>
                    <a:pt x="34823" y="66830"/>
                  </a:lnTo>
                  <a:cubicBezTo>
                    <a:pt x="24194" y="66830"/>
                    <a:pt x="24194" y="65449"/>
                    <a:pt x="24194" y="61941"/>
                  </a:cubicBezTo>
                  <a:lnTo>
                    <a:pt x="24194" y="3062"/>
                  </a:lnTo>
                  <a:close/>
                </a:path>
              </a:pathLst>
            </a:custGeom>
            <a:solidFill>
              <a:srgbClr val="000000"/>
            </a:solidFill>
            <a:ln w="1520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48" name="任意形状 347">
              <a:extLst>
                <a:ext uri="{FF2B5EF4-FFF2-40B4-BE49-F238E27FC236}">
                  <a16:creationId xmlns:a16="http://schemas.microsoft.com/office/drawing/2014/main" id="{A43A9C15-BDBC-F7B4-010A-404537C683CC}"/>
                </a:ext>
              </a:extLst>
            </p:cNvPr>
            <p:cNvSpPr/>
            <p:nvPr>
              <p:custDataLst>
                <p:tags r:id="rId122"/>
              </p:custDataLst>
            </p:nvPr>
          </p:nvSpPr>
          <p:spPr>
            <a:xfrm>
              <a:off x="5284986" y="3806877"/>
              <a:ext cx="17764" cy="45397"/>
            </a:xfrm>
            <a:custGeom>
              <a:avLst/>
              <a:gdLst>
                <a:gd name="connsiteX0" fmla="*/ 17943 w 17764"/>
                <a:gd name="connsiteY0" fmla="*/ 16026 h 45397"/>
                <a:gd name="connsiteX1" fmla="*/ 8226 w 17764"/>
                <a:gd name="connsiteY1" fmla="*/ 84 h 45397"/>
                <a:gd name="connsiteX2" fmla="*/ 179 w 17764"/>
                <a:gd name="connsiteY2" fmla="*/ 8131 h 45397"/>
                <a:gd name="connsiteX3" fmla="*/ 8226 w 17764"/>
                <a:gd name="connsiteY3" fmla="*/ 16178 h 45397"/>
                <a:gd name="connsiteX4" fmla="*/ 13540 w 17764"/>
                <a:gd name="connsiteY4" fmla="*/ 14204 h 45397"/>
                <a:gd name="connsiteX5" fmla="*/ 14300 w 17764"/>
                <a:gd name="connsiteY5" fmla="*/ 13749 h 45397"/>
                <a:gd name="connsiteX6" fmla="*/ 14603 w 17764"/>
                <a:gd name="connsiteY6" fmla="*/ 16026 h 45397"/>
                <a:gd name="connsiteX7" fmla="*/ 4279 w 17764"/>
                <a:gd name="connsiteY7" fmla="*/ 41382 h 45397"/>
                <a:gd name="connsiteX8" fmla="*/ 2609 w 17764"/>
                <a:gd name="connsiteY8" fmla="*/ 43811 h 45397"/>
                <a:gd name="connsiteX9" fmla="*/ 4127 w 17764"/>
                <a:gd name="connsiteY9" fmla="*/ 45482 h 45397"/>
                <a:gd name="connsiteX10" fmla="*/ 17943 w 17764"/>
                <a:gd name="connsiteY10" fmla="*/ 16026 h 453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7764" h="45397">
                  <a:moveTo>
                    <a:pt x="17943" y="16026"/>
                  </a:moveTo>
                  <a:cubicBezTo>
                    <a:pt x="17943" y="6006"/>
                    <a:pt x="14148" y="84"/>
                    <a:pt x="8226" y="84"/>
                  </a:cubicBezTo>
                  <a:cubicBezTo>
                    <a:pt x="3216" y="84"/>
                    <a:pt x="179" y="3880"/>
                    <a:pt x="179" y="8131"/>
                  </a:cubicBezTo>
                  <a:cubicBezTo>
                    <a:pt x="179" y="12231"/>
                    <a:pt x="3216" y="16178"/>
                    <a:pt x="8226" y="16178"/>
                  </a:cubicBezTo>
                  <a:cubicBezTo>
                    <a:pt x="10048" y="16178"/>
                    <a:pt x="12022" y="15571"/>
                    <a:pt x="13540" y="14204"/>
                  </a:cubicBezTo>
                  <a:cubicBezTo>
                    <a:pt x="13996" y="13901"/>
                    <a:pt x="14148" y="13749"/>
                    <a:pt x="14300" y="13749"/>
                  </a:cubicBezTo>
                  <a:cubicBezTo>
                    <a:pt x="14451" y="13749"/>
                    <a:pt x="14603" y="13901"/>
                    <a:pt x="14603" y="16026"/>
                  </a:cubicBezTo>
                  <a:cubicBezTo>
                    <a:pt x="14603" y="27262"/>
                    <a:pt x="9289" y="36372"/>
                    <a:pt x="4279" y="41382"/>
                  </a:cubicBezTo>
                  <a:cubicBezTo>
                    <a:pt x="2609" y="43052"/>
                    <a:pt x="2609" y="43356"/>
                    <a:pt x="2609" y="43811"/>
                  </a:cubicBezTo>
                  <a:cubicBezTo>
                    <a:pt x="2609" y="44874"/>
                    <a:pt x="3368" y="45482"/>
                    <a:pt x="4127" y="45482"/>
                  </a:cubicBezTo>
                  <a:cubicBezTo>
                    <a:pt x="5797" y="45482"/>
                    <a:pt x="17943" y="33791"/>
                    <a:pt x="17943" y="16026"/>
                  </a:cubicBezTo>
                  <a:close/>
                </a:path>
              </a:pathLst>
            </a:custGeom>
            <a:solidFill>
              <a:srgbClr val="000000"/>
            </a:solidFill>
            <a:ln w="1520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49" name="任意形状 348">
              <a:extLst>
                <a:ext uri="{FF2B5EF4-FFF2-40B4-BE49-F238E27FC236}">
                  <a16:creationId xmlns:a16="http://schemas.microsoft.com/office/drawing/2014/main" id="{5C6A0ACD-CD2B-6506-7938-9600BAA155A1}"/>
                </a:ext>
              </a:extLst>
            </p:cNvPr>
            <p:cNvSpPr/>
            <p:nvPr>
              <p:custDataLst>
                <p:tags r:id="rId123"/>
              </p:custDataLst>
            </p:nvPr>
          </p:nvSpPr>
          <p:spPr>
            <a:xfrm>
              <a:off x="5343811" y="3755862"/>
              <a:ext cx="61795" cy="68779"/>
            </a:xfrm>
            <a:custGeom>
              <a:avLst/>
              <a:gdLst>
                <a:gd name="connsiteX0" fmla="*/ 9142 w 61795"/>
                <a:gd name="connsiteY0" fmla="*/ 58235 h 68779"/>
                <a:gd name="connsiteX1" fmla="*/ 7775 w 61795"/>
                <a:gd name="connsiteY1" fmla="*/ 64764 h 68779"/>
                <a:gd name="connsiteX2" fmla="*/ 12178 w 61795"/>
                <a:gd name="connsiteY2" fmla="*/ 68863 h 68779"/>
                <a:gd name="connsiteX3" fmla="*/ 17796 w 61795"/>
                <a:gd name="connsiteY3" fmla="*/ 64612 h 68779"/>
                <a:gd name="connsiteX4" fmla="*/ 23869 w 61795"/>
                <a:gd name="connsiteY4" fmla="*/ 40623 h 68779"/>
                <a:gd name="connsiteX5" fmla="*/ 28728 w 61795"/>
                <a:gd name="connsiteY5" fmla="*/ 20885 h 68779"/>
                <a:gd name="connsiteX6" fmla="*/ 37230 w 61795"/>
                <a:gd name="connsiteY6" fmla="*/ 8435 h 68779"/>
                <a:gd name="connsiteX7" fmla="*/ 49377 w 61795"/>
                <a:gd name="connsiteY7" fmla="*/ 3424 h 68779"/>
                <a:gd name="connsiteX8" fmla="*/ 55754 w 61795"/>
                <a:gd name="connsiteY8" fmla="*/ 5246 h 68779"/>
                <a:gd name="connsiteX9" fmla="*/ 47859 w 61795"/>
                <a:gd name="connsiteY9" fmla="*/ 13597 h 68779"/>
                <a:gd name="connsiteX10" fmla="*/ 53628 w 61795"/>
                <a:gd name="connsiteY10" fmla="*/ 18911 h 68779"/>
                <a:gd name="connsiteX11" fmla="*/ 61979 w 61795"/>
                <a:gd name="connsiteY11" fmla="*/ 9953 h 68779"/>
                <a:gd name="connsiteX12" fmla="*/ 49377 w 61795"/>
                <a:gd name="connsiteY12" fmla="*/ 84 h 68779"/>
                <a:gd name="connsiteX13" fmla="*/ 29942 w 61795"/>
                <a:gd name="connsiteY13" fmla="*/ 11775 h 68779"/>
                <a:gd name="connsiteX14" fmla="*/ 16126 w 61795"/>
                <a:gd name="connsiteY14" fmla="*/ 84 h 68779"/>
                <a:gd name="connsiteX15" fmla="*/ 4890 w 61795"/>
                <a:gd name="connsiteY15" fmla="*/ 8739 h 68779"/>
                <a:gd name="connsiteX16" fmla="*/ 184 w 61795"/>
                <a:gd name="connsiteY16" fmla="*/ 23466 h 68779"/>
                <a:gd name="connsiteX17" fmla="*/ 2006 w 61795"/>
                <a:gd name="connsiteY17" fmla="*/ 24984 h 68779"/>
                <a:gd name="connsiteX18" fmla="*/ 4587 w 61795"/>
                <a:gd name="connsiteY18" fmla="*/ 21492 h 68779"/>
                <a:gd name="connsiteX19" fmla="*/ 15670 w 61795"/>
                <a:gd name="connsiteY19" fmla="*/ 3424 h 68779"/>
                <a:gd name="connsiteX20" fmla="*/ 20377 w 61795"/>
                <a:gd name="connsiteY20" fmla="*/ 10409 h 68779"/>
                <a:gd name="connsiteX21" fmla="*/ 17948 w 61795"/>
                <a:gd name="connsiteY21" fmla="*/ 23162 h 68779"/>
                <a:gd name="connsiteX22" fmla="*/ 9142 w 61795"/>
                <a:gd name="connsiteY22" fmla="*/ 58235 h 687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61795" h="68779">
                  <a:moveTo>
                    <a:pt x="9142" y="58235"/>
                  </a:moveTo>
                  <a:cubicBezTo>
                    <a:pt x="8686" y="60513"/>
                    <a:pt x="7775" y="64005"/>
                    <a:pt x="7775" y="64764"/>
                  </a:cubicBezTo>
                  <a:cubicBezTo>
                    <a:pt x="7775" y="67497"/>
                    <a:pt x="9901" y="68863"/>
                    <a:pt x="12178" y="68863"/>
                  </a:cubicBezTo>
                  <a:cubicBezTo>
                    <a:pt x="14000" y="68863"/>
                    <a:pt x="16733" y="67649"/>
                    <a:pt x="17796" y="64612"/>
                  </a:cubicBezTo>
                  <a:cubicBezTo>
                    <a:pt x="18100" y="64005"/>
                    <a:pt x="23262" y="43356"/>
                    <a:pt x="23869" y="40623"/>
                  </a:cubicBezTo>
                  <a:cubicBezTo>
                    <a:pt x="25084" y="35613"/>
                    <a:pt x="27817" y="24984"/>
                    <a:pt x="28728" y="20885"/>
                  </a:cubicBezTo>
                  <a:cubicBezTo>
                    <a:pt x="29335" y="18911"/>
                    <a:pt x="33586" y="11775"/>
                    <a:pt x="37230" y="8435"/>
                  </a:cubicBezTo>
                  <a:cubicBezTo>
                    <a:pt x="38445" y="7372"/>
                    <a:pt x="42848" y="3424"/>
                    <a:pt x="49377" y="3424"/>
                  </a:cubicBezTo>
                  <a:cubicBezTo>
                    <a:pt x="53324" y="3424"/>
                    <a:pt x="55602" y="5246"/>
                    <a:pt x="55754" y="5246"/>
                  </a:cubicBezTo>
                  <a:cubicBezTo>
                    <a:pt x="51199" y="6006"/>
                    <a:pt x="47859" y="9650"/>
                    <a:pt x="47859" y="13597"/>
                  </a:cubicBezTo>
                  <a:cubicBezTo>
                    <a:pt x="47859" y="16026"/>
                    <a:pt x="49529" y="18911"/>
                    <a:pt x="53628" y="18911"/>
                  </a:cubicBezTo>
                  <a:cubicBezTo>
                    <a:pt x="57727" y="18911"/>
                    <a:pt x="61979" y="15419"/>
                    <a:pt x="61979" y="9953"/>
                  </a:cubicBezTo>
                  <a:cubicBezTo>
                    <a:pt x="61979" y="4639"/>
                    <a:pt x="57120" y="84"/>
                    <a:pt x="49377" y="84"/>
                  </a:cubicBezTo>
                  <a:cubicBezTo>
                    <a:pt x="39508" y="84"/>
                    <a:pt x="32827" y="7524"/>
                    <a:pt x="29942" y="11775"/>
                  </a:cubicBezTo>
                  <a:cubicBezTo>
                    <a:pt x="28728" y="4943"/>
                    <a:pt x="23262" y="84"/>
                    <a:pt x="16126" y="84"/>
                  </a:cubicBezTo>
                  <a:cubicBezTo>
                    <a:pt x="9142" y="84"/>
                    <a:pt x="6257" y="6006"/>
                    <a:pt x="4890" y="8739"/>
                  </a:cubicBezTo>
                  <a:cubicBezTo>
                    <a:pt x="2157" y="13901"/>
                    <a:pt x="184" y="23011"/>
                    <a:pt x="184" y="23466"/>
                  </a:cubicBezTo>
                  <a:cubicBezTo>
                    <a:pt x="184" y="24984"/>
                    <a:pt x="1702" y="24984"/>
                    <a:pt x="2006" y="24984"/>
                  </a:cubicBezTo>
                  <a:cubicBezTo>
                    <a:pt x="3524" y="24984"/>
                    <a:pt x="3676" y="24833"/>
                    <a:pt x="4587" y="21492"/>
                  </a:cubicBezTo>
                  <a:cubicBezTo>
                    <a:pt x="7168" y="10712"/>
                    <a:pt x="10205" y="3424"/>
                    <a:pt x="15670" y="3424"/>
                  </a:cubicBezTo>
                  <a:cubicBezTo>
                    <a:pt x="18252" y="3424"/>
                    <a:pt x="20377" y="4639"/>
                    <a:pt x="20377" y="10409"/>
                  </a:cubicBezTo>
                  <a:cubicBezTo>
                    <a:pt x="20377" y="13597"/>
                    <a:pt x="19922" y="15267"/>
                    <a:pt x="17948" y="23162"/>
                  </a:cubicBezTo>
                  <a:lnTo>
                    <a:pt x="9142" y="58235"/>
                  </a:lnTo>
                  <a:close/>
                </a:path>
              </a:pathLst>
            </a:custGeom>
            <a:solidFill>
              <a:srgbClr val="000000"/>
            </a:solidFill>
            <a:ln w="1520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50" name="任意形状 349">
              <a:extLst>
                <a:ext uri="{FF2B5EF4-FFF2-40B4-BE49-F238E27FC236}">
                  <a16:creationId xmlns:a16="http://schemas.microsoft.com/office/drawing/2014/main" id="{A05D2CC6-362E-DAFB-BE1E-4AF81EC21C50}"/>
                </a:ext>
              </a:extLst>
            </p:cNvPr>
            <p:cNvSpPr/>
            <p:nvPr>
              <p:custDataLst>
                <p:tags r:id="rId124"/>
              </p:custDataLst>
            </p:nvPr>
          </p:nvSpPr>
          <p:spPr>
            <a:xfrm>
              <a:off x="5414604" y="3775175"/>
              <a:ext cx="46976" cy="70570"/>
            </a:xfrm>
            <a:custGeom>
              <a:avLst/>
              <a:gdLst>
                <a:gd name="connsiteX0" fmla="*/ 47165 w 46976"/>
                <a:gd name="connsiteY0" fmla="*/ 51313 h 70570"/>
                <a:gd name="connsiteX1" fmla="*/ 43551 w 46976"/>
                <a:gd name="connsiteY1" fmla="*/ 51313 h 70570"/>
                <a:gd name="connsiteX2" fmla="*/ 40788 w 46976"/>
                <a:gd name="connsiteY2" fmla="*/ 60985 h 70570"/>
                <a:gd name="connsiteX3" fmla="*/ 30266 w 46976"/>
                <a:gd name="connsiteY3" fmla="*/ 61623 h 70570"/>
                <a:gd name="connsiteX4" fmla="*/ 10710 w 46976"/>
                <a:gd name="connsiteY4" fmla="*/ 61623 h 70570"/>
                <a:gd name="connsiteX5" fmla="*/ 31966 w 46976"/>
                <a:gd name="connsiteY5" fmla="*/ 43767 h 70570"/>
                <a:gd name="connsiteX6" fmla="*/ 47165 w 46976"/>
                <a:gd name="connsiteY6" fmla="*/ 20811 h 70570"/>
                <a:gd name="connsiteX7" fmla="*/ 22295 w 46976"/>
                <a:gd name="connsiteY7" fmla="*/ 86 h 70570"/>
                <a:gd name="connsiteX8" fmla="*/ 188 w 46976"/>
                <a:gd name="connsiteY8" fmla="*/ 19110 h 70570"/>
                <a:gd name="connsiteX9" fmla="*/ 5821 w 46976"/>
                <a:gd name="connsiteY9" fmla="*/ 25062 h 70570"/>
                <a:gd name="connsiteX10" fmla="*/ 11454 w 46976"/>
                <a:gd name="connsiteY10" fmla="*/ 19429 h 70570"/>
                <a:gd name="connsiteX11" fmla="*/ 5183 w 46976"/>
                <a:gd name="connsiteY11" fmla="*/ 13796 h 70570"/>
                <a:gd name="connsiteX12" fmla="*/ 20701 w 46976"/>
                <a:gd name="connsiteY12" fmla="*/ 3912 h 70570"/>
                <a:gd name="connsiteX13" fmla="*/ 36855 w 46976"/>
                <a:gd name="connsiteY13" fmla="*/ 20811 h 70570"/>
                <a:gd name="connsiteX14" fmla="*/ 26865 w 46976"/>
                <a:gd name="connsiteY14" fmla="*/ 41217 h 70570"/>
                <a:gd name="connsiteX15" fmla="*/ 1251 w 46976"/>
                <a:gd name="connsiteY15" fmla="*/ 66512 h 70570"/>
                <a:gd name="connsiteX16" fmla="*/ 188 w 46976"/>
                <a:gd name="connsiteY16" fmla="*/ 70657 h 70570"/>
                <a:gd name="connsiteX17" fmla="*/ 43976 w 46976"/>
                <a:gd name="connsiteY17" fmla="*/ 70657 h 70570"/>
                <a:gd name="connsiteX18" fmla="*/ 47165 w 46976"/>
                <a:gd name="connsiteY18" fmla="*/ 51313 h 705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46976" h="70570">
                  <a:moveTo>
                    <a:pt x="47165" y="51313"/>
                  </a:moveTo>
                  <a:lnTo>
                    <a:pt x="43551" y="51313"/>
                  </a:lnTo>
                  <a:cubicBezTo>
                    <a:pt x="43232" y="53652"/>
                    <a:pt x="42169" y="59922"/>
                    <a:pt x="40788" y="60985"/>
                  </a:cubicBezTo>
                  <a:cubicBezTo>
                    <a:pt x="39937" y="61623"/>
                    <a:pt x="31754" y="61623"/>
                    <a:pt x="30266" y="61623"/>
                  </a:cubicBezTo>
                  <a:lnTo>
                    <a:pt x="10710" y="61623"/>
                  </a:lnTo>
                  <a:cubicBezTo>
                    <a:pt x="21870" y="51738"/>
                    <a:pt x="25589" y="48763"/>
                    <a:pt x="31966" y="43767"/>
                  </a:cubicBezTo>
                  <a:cubicBezTo>
                    <a:pt x="39831" y="37497"/>
                    <a:pt x="47165" y="30907"/>
                    <a:pt x="47165" y="20811"/>
                  </a:cubicBezTo>
                  <a:cubicBezTo>
                    <a:pt x="47165" y="7951"/>
                    <a:pt x="35899" y="86"/>
                    <a:pt x="22295" y="86"/>
                  </a:cubicBezTo>
                  <a:cubicBezTo>
                    <a:pt x="9116" y="86"/>
                    <a:pt x="188" y="9332"/>
                    <a:pt x="188" y="19110"/>
                  </a:cubicBezTo>
                  <a:cubicBezTo>
                    <a:pt x="188" y="24530"/>
                    <a:pt x="4758" y="25062"/>
                    <a:pt x="5821" y="25062"/>
                  </a:cubicBezTo>
                  <a:cubicBezTo>
                    <a:pt x="8372" y="25062"/>
                    <a:pt x="11454" y="23255"/>
                    <a:pt x="11454" y="19429"/>
                  </a:cubicBezTo>
                  <a:cubicBezTo>
                    <a:pt x="11454" y="17516"/>
                    <a:pt x="10710" y="13796"/>
                    <a:pt x="5183" y="13796"/>
                  </a:cubicBezTo>
                  <a:cubicBezTo>
                    <a:pt x="8478" y="6250"/>
                    <a:pt x="15705" y="3912"/>
                    <a:pt x="20701" y="3912"/>
                  </a:cubicBezTo>
                  <a:cubicBezTo>
                    <a:pt x="31329" y="3912"/>
                    <a:pt x="36855" y="12202"/>
                    <a:pt x="36855" y="20811"/>
                  </a:cubicBezTo>
                  <a:cubicBezTo>
                    <a:pt x="36855" y="30057"/>
                    <a:pt x="30266" y="37390"/>
                    <a:pt x="26865" y="41217"/>
                  </a:cubicBezTo>
                  <a:lnTo>
                    <a:pt x="1251" y="66512"/>
                  </a:lnTo>
                  <a:cubicBezTo>
                    <a:pt x="188" y="67468"/>
                    <a:pt x="188" y="67681"/>
                    <a:pt x="188" y="70657"/>
                  </a:cubicBezTo>
                  <a:lnTo>
                    <a:pt x="43976" y="70657"/>
                  </a:lnTo>
                  <a:lnTo>
                    <a:pt x="47165" y="51313"/>
                  </a:lnTo>
                  <a:close/>
                </a:path>
              </a:pathLst>
            </a:custGeom>
            <a:solidFill>
              <a:srgbClr val="000000"/>
            </a:solidFill>
            <a:ln w="1520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51" name="任意形状 350">
              <a:extLst>
                <a:ext uri="{FF2B5EF4-FFF2-40B4-BE49-F238E27FC236}">
                  <a16:creationId xmlns:a16="http://schemas.microsoft.com/office/drawing/2014/main" id="{281D1607-8CE5-0532-15E2-04FD310F17DC}"/>
                </a:ext>
              </a:extLst>
            </p:cNvPr>
            <p:cNvSpPr/>
            <p:nvPr>
              <p:custDataLst>
                <p:tags r:id="rId125"/>
              </p:custDataLst>
            </p:nvPr>
          </p:nvSpPr>
          <p:spPr>
            <a:xfrm>
              <a:off x="5484676" y="3709098"/>
              <a:ext cx="35224" cy="151830"/>
            </a:xfrm>
            <a:custGeom>
              <a:avLst/>
              <a:gdLst>
                <a:gd name="connsiteX0" fmla="*/ 35417 w 35224"/>
                <a:gd name="connsiteY0" fmla="*/ 76000 h 151830"/>
                <a:gd name="connsiteX1" fmla="*/ 25397 w 35224"/>
                <a:gd name="connsiteY1" fmla="*/ 28628 h 151830"/>
                <a:gd name="connsiteX2" fmla="*/ 1711 w 35224"/>
                <a:gd name="connsiteY2" fmla="*/ 84 h 151830"/>
                <a:gd name="connsiteX3" fmla="*/ 193 w 35224"/>
                <a:gd name="connsiteY3" fmla="*/ 1602 h 151830"/>
                <a:gd name="connsiteX4" fmla="*/ 3077 w 35224"/>
                <a:gd name="connsiteY4" fmla="*/ 5095 h 151830"/>
                <a:gd name="connsiteX5" fmla="*/ 26611 w 35224"/>
                <a:gd name="connsiteY5" fmla="*/ 76000 h 151830"/>
                <a:gd name="connsiteX6" fmla="*/ 2166 w 35224"/>
                <a:gd name="connsiteY6" fmla="*/ 147815 h 151830"/>
                <a:gd name="connsiteX7" fmla="*/ 193 w 35224"/>
                <a:gd name="connsiteY7" fmla="*/ 150397 h 151830"/>
                <a:gd name="connsiteX8" fmla="*/ 1711 w 35224"/>
                <a:gd name="connsiteY8" fmla="*/ 151915 h 151830"/>
                <a:gd name="connsiteX9" fmla="*/ 25852 w 35224"/>
                <a:gd name="connsiteY9" fmla="*/ 122308 h 151830"/>
                <a:gd name="connsiteX10" fmla="*/ 35417 w 35224"/>
                <a:gd name="connsiteY10" fmla="*/ 76000 h 151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35224" h="151830">
                  <a:moveTo>
                    <a:pt x="35417" y="76000"/>
                  </a:moveTo>
                  <a:cubicBezTo>
                    <a:pt x="35417" y="64157"/>
                    <a:pt x="33747" y="45785"/>
                    <a:pt x="25397" y="28628"/>
                  </a:cubicBezTo>
                  <a:cubicBezTo>
                    <a:pt x="16287" y="9953"/>
                    <a:pt x="3229" y="84"/>
                    <a:pt x="1711" y="84"/>
                  </a:cubicBezTo>
                  <a:cubicBezTo>
                    <a:pt x="800" y="84"/>
                    <a:pt x="193" y="692"/>
                    <a:pt x="193" y="1602"/>
                  </a:cubicBezTo>
                  <a:cubicBezTo>
                    <a:pt x="193" y="2058"/>
                    <a:pt x="193" y="2362"/>
                    <a:pt x="3077" y="5095"/>
                  </a:cubicBezTo>
                  <a:cubicBezTo>
                    <a:pt x="17957" y="20126"/>
                    <a:pt x="26611" y="44267"/>
                    <a:pt x="26611" y="76000"/>
                  </a:cubicBezTo>
                  <a:cubicBezTo>
                    <a:pt x="26611" y="101963"/>
                    <a:pt x="20993" y="128685"/>
                    <a:pt x="2166" y="147815"/>
                  </a:cubicBezTo>
                  <a:cubicBezTo>
                    <a:pt x="193" y="149637"/>
                    <a:pt x="193" y="149941"/>
                    <a:pt x="193" y="150397"/>
                  </a:cubicBezTo>
                  <a:cubicBezTo>
                    <a:pt x="193" y="151307"/>
                    <a:pt x="800" y="151915"/>
                    <a:pt x="1711" y="151915"/>
                  </a:cubicBezTo>
                  <a:cubicBezTo>
                    <a:pt x="3229" y="151915"/>
                    <a:pt x="16894" y="141590"/>
                    <a:pt x="25852" y="122308"/>
                  </a:cubicBezTo>
                  <a:cubicBezTo>
                    <a:pt x="33595" y="105606"/>
                    <a:pt x="35417" y="88753"/>
                    <a:pt x="35417" y="76000"/>
                  </a:cubicBezTo>
                  <a:close/>
                </a:path>
              </a:pathLst>
            </a:custGeom>
            <a:solidFill>
              <a:srgbClr val="000000"/>
            </a:solidFill>
            <a:ln w="1520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52" name="任意形状 351">
              <a:extLst>
                <a:ext uri="{FF2B5EF4-FFF2-40B4-BE49-F238E27FC236}">
                  <a16:creationId xmlns:a16="http://schemas.microsoft.com/office/drawing/2014/main" id="{E4C0BE5F-2C46-B006-751B-08889819B829}"/>
                </a:ext>
              </a:extLst>
            </p:cNvPr>
            <p:cNvSpPr/>
            <p:nvPr>
              <p:custDataLst>
                <p:tags r:id="rId126"/>
              </p:custDataLst>
            </p:nvPr>
          </p:nvSpPr>
          <p:spPr>
            <a:xfrm>
              <a:off x="5585743" y="3767249"/>
              <a:ext cx="100967" cy="35528"/>
            </a:xfrm>
            <a:custGeom>
              <a:avLst/>
              <a:gdLst>
                <a:gd name="connsiteX0" fmla="*/ 96004 w 100967"/>
                <a:gd name="connsiteY0" fmla="*/ 6157 h 35528"/>
                <a:gd name="connsiteX1" fmla="*/ 101167 w 100967"/>
                <a:gd name="connsiteY1" fmla="*/ 3121 h 35528"/>
                <a:gd name="connsiteX2" fmla="*/ 96156 w 100967"/>
                <a:gd name="connsiteY2" fmla="*/ 84 h 35528"/>
                <a:gd name="connsiteX3" fmla="*/ 5210 w 100967"/>
                <a:gd name="connsiteY3" fmla="*/ 84 h 35528"/>
                <a:gd name="connsiteX4" fmla="*/ 199 w 100967"/>
                <a:gd name="connsiteY4" fmla="*/ 3121 h 35528"/>
                <a:gd name="connsiteX5" fmla="*/ 5362 w 100967"/>
                <a:gd name="connsiteY5" fmla="*/ 6157 h 35528"/>
                <a:gd name="connsiteX6" fmla="*/ 96004 w 100967"/>
                <a:gd name="connsiteY6" fmla="*/ 6157 h 35528"/>
                <a:gd name="connsiteX7" fmla="*/ 96156 w 100967"/>
                <a:gd name="connsiteY7" fmla="*/ 35613 h 35528"/>
                <a:gd name="connsiteX8" fmla="*/ 101167 w 100967"/>
                <a:gd name="connsiteY8" fmla="*/ 32576 h 35528"/>
                <a:gd name="connsiteX9" fmla="*/ 96004 w 100967"/>
                <a:gd name="connsiteY9" fmla="*/ 29539 h 35528"/>
                <a:gd name="connsiteX10" fmla="*/ 5362 w 100967"/>
                <a:gd name="connsiteY10" fmla="*/ 29539 h 35528"/>
                <a:gd name="connsiteX11" fmla="*/ 199 w 100967"/>
                <a:gd name="connsiteY11" fmla="*/ 32576 h 35528"/>
                <a:gd name="connsiteX12" fmla="*/ 5210 w 100967"/>
                <a:gd name="connsiteY12" fmla="*/ 35613 h 35528"/>
                <a:gd name="connsiteX13" fmla="*/ 96156 w 100967"/>
                <a:gd name="connsiteY13" fmla="*/ 35613 h 355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00967" h="35528">
                  <a:moveTo>
                    <a:pt x="96004" y="6157"/>
                  </a:moveTo>
                  <a:cubicBezTo>
                    <a:pt x="98282" y="6157"/>
                    <a:pt x="101167" y="6157"/>
                    <a:pt x="101167" y="3121"/>
                  </a:cubicBezTo>
                  <a:cubicBezTo>
                    <a:pt x="101167" y="84"/>
                    <a:pt x="98282" y="84"/>
                    <a:pt x="96156" y="84"/>
                  </a:cubicBezTo>
                  <a:lnTo>
                    <a:pt x="5210" y="84"/>
                  </a:lnTo>
                  <a:cubicBezTo>
                    <a:pt x="3084" y="84"/>
                    <a:pt x="199" y="84"/>
                    <a:pt x="199" y="3121"/>
                  </a:cubicBezTo>
                  <a:cubicBezTo>
                    <a:pt x="199" y="6157"/>
                    <a:pt x="3084" y="6157"/>
                    <a:pt x="5362" y="6157"/>
                  </a:cubicBezTo>
                  <a:lnTo>
                    <a:pt x="96004" y="6157"/>
                  </a:lnTo>
                  <a:close/>
                  <a:moveTo>
                    <a:pt x="96156" y="35613"/>
                  </a:moveTo>
                  <a:cubicBezTo>
                    <a:pt x="98282" y="35613"/>
                    <a:pt x="101167" y="35613"/>
                    <a:pt x="101167" y="32576"/>
                  </a:cubicBezTo>
                  <a:cubicBezTo>
                    <a:pt x="101167" y="29539"/>
                    <a:pt x="98282" y="29539"/>
                    <a:pt x="96004" y="29539"/>
                  </a:cubicBezTo>
                  <a:lnTo>
                    <a:pt x="5362" y="29539"/>
                  </a:lnTo>
                  <a:cubicBezTo>
                    <a:pt x="3084" y="29539"/>
                    <a:pt x="199" y="29539"/>
                    <a:pt x="199" y="32576"/>
                  </a:cubicBezTo>
                  <a:cubicBezTo>
                    <a:pt x="199" y="35613"/>
                    <a:pt x="3084" y="35613"/>
                    <a:pt x="5210" y="35613"/>
                  </a:cubicBezTo>
                  <a:lnTo>
                    <a:pt x="96156" y="35613"/>
                  </a:lnTo>
                  <a:close/>
                </a:path>
              </a:pathLst>
            </a:custGeom>
            <a:solidFill>
              <a:srgbClr val="000000"/>
            </a:solidFill>
            <a:ln w="1520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53" name="任意形状 352">
              <a:extLst>
                <a:ext uri="{FF2B5EF4-FFF2-40B4-BE49-F238E27FC236}">
                  <a16:creationId xmlns:a16="http://schemas.microsoft.com/office/drawing/2014/main" id="{43B95474-329B-B116-CBEC-070ADE699A88}"/>
                </a:ext>
              </a:extLst>
            </p:cNvPr>
            <p:cNvSpPr/>
            <p:nvPr>
              <p:custDataLst>
                <p:tags r:id="rId127"/>
              </p:custDataLst>
            </p:nvPr>
          </p:nvSpPr>
          <p:spPr>
            <a:xfrm>
              <a:off x="5795809" y="3511867"/>
              <a:ext cx="50711" cy="138014"/>
            </a:xfrm>
            <a:custGeom>
              <a:avLst/>
              <a:gdLst>
                <a:gd name="connsiteX0" fmla="*/ 18429 w 50711"/>
                <a:gd name="connsiteY0" fmla="*/ 68691 h 138014"/>
                <a:gd name="connsiteX1" fmla="*/ 48796 w 50711"/>
                <a:gd name="connsiteY1" fmla="*/ 8111 h 138014"/>
                <a:gd name="connsiteX2" fmla="*/ 50921 w 50711"/>
                <a:gd name="connsiteY2" fmla="*/ 3708 h 138014"/>
                <a:gd name="connsiteX3" fmla="*/ 46974 w 50711"/>
                <a:gd name="connsiteY3" fmla="*/ 64 h 138014"/>
                <a:gd name="connsiteX4" fmla="*/ 44544 w 50711"/>
                <a:gd name="connsiteY4" fmla="*/ 64 h 138014"/>
                <a:gd name="connsiteX5" fmla="*/ 210 w 50711"/>
                <a:gd name="connsiteY5" fmla="*/ 68691 h 138014"/>
                <a:gd name="connsiteX6" fmla="*/ 210 w 50711"/>
                <a:gd name="connsiteY6" fmla="*/ 133978 h 138014"/>
                <a:gd name="connsiteX7" fmla="*/ 4461 w 50711"/>
                <a:gd name="connsiteY7" fmla="*/ 138078 h 138014"/>
                <a:gd name="connsiteX8" fmla="*/ 14178 w 50711"/>
                <a:gd name="connsiteY8" fmla="*/ 138078 h 138014"/>
                <a:gd name="connsiteX9" fmla="*/ 18429 w 50711"/>
                <a:gd name="connsiteY9" fmla="*/ 133978 h 138014"/>
                <a:gd name="connsiteX10" fmla="*/ 18429 w 50711"/>
                <a:gd name="connsiteY10" fmla="*/ 68691 h 1380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50711" h="138014">
                  <a:moveTo>
                    <a:pt x="18429" y="68691"/>
                  </a:moveTo>
                  <a:cubicBezTo>
                    <a:pt x="18429" y="56241"/>
                    <a:pt x="21770" y="27241"/>
                    <a:pt x="48796" y="8111"/>
                  </a:cubicBezTo>
                  <a:cubicBezTo>
                    <a:pt x="50769" y="6592"/>
                    <a:pt x="50921" y="6441"/>
                    <a:pt x="50921" y="3708"/>
                  </a:cubicBezTo>
                  <a:cubicBezTo>
                    <a:pt x="50921" y="216"/>
                    <a:pt x="50769" y="64"/>
                    <a:pt x="46974" y="64"/>
                  </a:cubicBezTo>
                  <a:lnTo>
                    <a:pt x="44544" y="64"/>
                  </a:lnTo>
                  <a:cubicBezTo>
                    <a:pt x="11901" y="17676"/>
                    <a:pt x="210" y="46372"/>
                    <a:pt x="210" y="68691"/>
                  </a:cubicBezTo>
                  <a:lnTo>
                    <a:pt x="210" y="133978"/>
                  </a:lnTo>
                  <a:cubicBezTo>
                    <a:pt x="210" y="137926"/>
                    <a:pt x="362" y="138078"/>
                    <a:pt x="4461" y="138078"/>
                  </a:cubicBezTo>
                  <a:lnTo>
                    <a:pt x="14178" y="138078"/>
                  </a:lnTo>
                  <a:cubicBezTo>
                    <a:pt x="18278" y="138078"/>
                    <a:pt x="18429" y="137926"/>
                    <a:pt x="18429" y="133978"/>
                  </a:cubicBezTo>
                  <a:lnTo>
                    <a:pt x="18429" y="68691"/>
                  </a:lnTo>
                  <a:close/>
                </a:path>
              </a:pathLst>
            </a:custGeom>
            <a:solidFill>
              <a:srgbClr val="000000"/>
            </a:solidFill>
            <a:ln w="1520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54" name="任意形状 353">
              <a:extLst>
                <a:ext uri="{FF2B5EF4-FFF2-40B4-BE49-F238E27FC236}">
                  <a16:creationId xmlns:a16="http://schemas.microsoft.com/office/drawing/2014/main" id="{6BE9FA6F-4386-B3EA-41F1-E2A1DC8D8EEB}"/>
                </a:ext>
              </a:extLst>
            </p:cNvPr>
            <p:cNvSpPr/>
            <p:nvPr>
              <p:custDataLst>
                <p:tags r:id="rId128"/>
              </p:custDataLst>
            </p:nvPr>
          </p:nvSpPr>
          <p:spPr>
            <a:xfrm>
              <a:off x="5763317" y="3646846"/>
              <a:ext cx="50711" cy="276331"/>
            </a:xfrm>
            <a:custGeom>
              <a:avLst/>
              <a:gdLst>
                <a:gd name="connsiteX0" fmla="*/ 32702 w 50711"/>
                <a:gd name="connsiteY0" fmla="*/ 272305 h 276331"/>
                <a:gd name="connsiteX1" fmla="*/ 36953 w 50711"/>
                <a:gd name="connsiteY1" fmla="*/ 276405 h 276331"/>
                <a:gd name="connsiteX2" fmla="*/ 46670 w 50711"/>
                <a:gd name="connsiteY2" fmla="*/ 276405 h 276331"/>
                <a:gd name="connsiteX3" fmla="*/ 50921 w 50711"/>
                <a:gd name="connsiteY3" fmla="*/ 272305 h 276331"/>
                <a:gd name="connsiteX4" fmla="*/ 50921 w 50711"/>
                <a:gd name="connsiteY4" fmla="*/ 208233 h 276331"/>
                <a:gd name="connsiteX5" fmla="*/ 9168 w 50711"/>
                <a:gd name="connsiteY5" fmla="*/ 138239 h 276331"/>
                <a:gd name="connsiteX6" fmla="*/ 50921 w 50711"/>
                <a:gd name="connsiteY6" fmla="*/ 68245 h 276331"/>
                <a:gd name="connsiteX7" fmla="*/ 50921 w 50711"/>
                <a:gd name="connsiteY7" fmla="*/ 4172 h 276331"/>
                <a:gd name="connsiteX8" fmla="*/ 46670 w 50711"/>
                <a:gd name="connsiteY8" fmla="*/ 73 h 276331"/>
                <a:gd name="connsiteX9" fmla="*/ 36953 w 50711"/>
                <a:gd name="connsiteY9" fmla="*/ 73 h 276331"/>
                <a:gd name="connsiteX10" fmla="*/ 32702 w 50711"/>
                <a:gd name="connsiteY10" fmla="*/ 4172 h 276331"/>
                <a:gd name="connsiteX11" fmla="*/ 32702 w 50711"/>
                <a:gd name="connsiteY11" fmla="*/ 68397 h 276331"/>
                <a:gd name="connsiteX12" fmla="*/ 2032 w 50711"/>
                <a:gd name="connsiteY12" fmla="*/ 133987 h 276331"/>
                <a:gd name="connsiteX13" fmla="*/ 210 w 50711"/>
                <a:gd name="connsiteY13" fmla="*/ 138239 h 276331"/>
                <a:gd name="connsiteX14" fmla="*/ 2032 w 50711"/>
                <a:gd name="connsiteY14" fmla="*/ 142490 h 276331"/>
                <a:gd name="connsiteX15" fmla="*/ 23744 w 50711"/>
                <a:gd name="connsiteY15" fmla="*/ 168908 h 276331"/>
                <a:gd name="connsiteX16" fmla="*/ 32702 w 50711"/>
                <a:gd name="connsiteY16" fmla="*/ 208081 h 276331"/>
                <a:gd name="connsiteX17" fmla="*/ 32702 w 50711"/>
                <a:gd name="connsiteY17" fmla="*/ 272305 h 2763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50711" h="276331">
                  <a:moveTo>
                    <a:pt x="32702" y="272305"/>
                  </a:moveTo>
                  <a:cubicBezTo>
                    <a:pt x="32702" y="276253"/>
                    <a:pt x="32853" y="276405"/>
                    <a:pt x="36953" y="276405"/>
                  </a:cubicBezTo>
                  <a:lnTo>
                    <a:pt x="46670" y="276405"/>
                  </a:lnTo>
                  <a:cubicBezTo>
                    <a:pt x="50769" y="276405"/>
                    <a:pt x="50921" y="276253"/>
                    <a:pt x="50921" y="272305"/>
                  </a:cubicBezTo>
                  <a:lnTo>
                    <a:pt x="50921" y="208233"/>
                  </a:lnTo>
                  <a:cubicBezTo>
                    <a:pt x="50921" y="189861"/>
                    <a:pt x="43178" y="158888"/>
                    <a:pt x="9168" y="138239"/>
                  </a:cubicBezTo>
                  <a:cubicBezTo>
                    <a:pt x="43482" y="117438"/>
                    <a:pt x="50921" y="86161"/>
                    <a:pt x="50921" y="68245"/>
                  </a:cubicBezTo>
                  <a:lnTo>
                    <a:pt x="50921" y="4172"/>
                  </a:lnTo>
                  <a:cubicBezTo>
                    <a:pt x="50921" y="225"/>
                    <a:pt x="50769" y="73"/>
                    <a:pt x="46670" y="73"/>
                  </a:cubicBezTo>
                  <a:lnTo>
                    <a:pt x="36953" y="73"/>
                  </a:lnTo>
                  <a:cubicBezTo>
                    <a:pt x="32853" y="73"/>
                    <a:pt x="32702" y="225"/>
                    <a:pt x="32702" y="4172"/>
                  </a:cubicBezTo>
                  <a:lnTo>
                    <a:pt x="32702" y="68397"/>
                  </a:lnTo>
                  <a:cubicBezTo>
                    <a:pt x="32702" y="81150"/>
                    <a:pt x="29969" y="112731"/>
                    <a:pt x="2032" y="133987"/>
                  </a:cubicBezTo>
                  <a:cubicBezTo>
                    <a:pt x="362" y="135354"/>
                    <a:pt x="210" y="135506"/>
                    <a:pt x="210" y="138239"/>
                  </a:cubicBezTo>
                  <a:cubicBezTo>
                    <a:pt x="210" y="140972"/>
                    <a:pt x="362" y="141123"/>
                    <a:pt x="2032" y="142490"/>
                  </a:cubicBezTo>
                  <a:cubicBezTo>
                    <a:pt x="5979" y="145526"/>
                    <a:pt x="16456" y="153574"/>
                    <a:pt x="23744" y="168908"/>
                  </a:cubicBezTo>
                  <a:cubicBezTo>
                    <a:pt x="29665" y="181055"/>
                    <a:pt x="32702" y="194568"/>
                    <a:pt x="32702" y="208081"/>
                  </a:cubicBezTo>
                  <a:lnTo>
                    <a:pt x="32702" y="272305"/>
                  </a:lnTo>
                  <a:close/>
                </a:path>
              </a:pathLst>
            </a:custGeom>
            <a:solidFill>
              <a:srgbClr val="000000"/>
            </a:solidFill>
            <a:ln w="1520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55" name="任意形状 354">
              <a:extLst>
                <a:ext uri="{FF2B5EF4-FFF2-40B4-BE49-F238E27FC236}">
                  <a16:creationId xmlns:a16="http://schemas.microsoft.com/office/drawing/2014/main" id="{CAAB5BCA-347C-CFF8-AA6D-BEE0FE82A792}"/>
                </a:ext>
              </a:extLst>
            </p:cNvPr>
            <p:cNvSpPr/>
            <p:nvPr>
              <p:custDataLst>
                <p:tags r:id="rId129"/>
              </p:custDataLst>
            </p:nvPr>
          </p:nvSpPr>
          <p:spPr>
            <a:xfrm>
              <a:off x="5795809" y="3920144"/>
              <a:ext cx="50711" cy="138014"/>
            </a:xfrm>
            <a:custGeom>
              <a:avLst/>
              <a:gdLst>
                <a:gd name="connsiteX0" fmla="*/ 46974 w 50711"/>
                <a:gd name="connsiteY0" fmla="*/ 138105 h 138014"/>
                <a:gd name="connsiteX1" fmla="*/ 50921 w 50711"/>
                <a:gd name="connsiteY1" fmla="*/ 134461 h 138014"/>
                <a:gd name="connsiteX2" fmla="*/ 50162 w 50711"/>
                <a:gd name="connsiteY2" fmla="*/ 131120 h 138014"/>
                <a:gd name="connsiteX3" fmla="*/ 27387 w 50711"/>
                <a:gd name="connsiteY3" fmla="*/ 105917 h 138014"/>
                <a:gd name="connsiteX4" fmla="*/ 18429 w 50711"/>
                <a:gd name="connsiteY4" fmla="*/ 69477 h 138014"/>
                <a:gd name="connsiteX5" fmla="*/ 18429 w 50711"/>
                <a:gd name="connsiteY5" fmla="*/ 4190 h 138014"/>
                <a:gd name="connsiteX6" fmla="*/ 14178 w 50711"/>
                <a:gd name="connsiteY6" fmla="*/ 91 h 138014"/>
                <a:gd name="connsiteX7" fmla="*/ 4461 w 50711"/>
                <a:gd name="connsiteY7" fmla="*/ 91 h 138014"/>
                <a:gd name="connsiteX8" fmla="*/ 210 w 50711"/>
                <a:gd name="connsiteY8" fmla="*/ 4190 h 138014"/>
                <a:gd name="connsiteX9" fmla="*/ 210 w 50711"/>
                <a:gd name="connsiteY9" fmla="*/ 69477 h 138014"/>
                <a:gd name="connsiteX10" fmla="*/ 44544 w 50711"/>
                <a:gd name="connsiteY10" fmla="*/ 138105 h 138014"/>
                <a:gd name="connsiteX11" fmla="*/ 46974 w 50711"/>
                <a:gd name="connsiteY11" fmla="*/ 138105 h 1380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0711" h="138014">
                  <a:moveTo>
                    <a:pt x="46974" y="138105"/>
                  </a:moveTo>
                  <a:cubicBezTo>
                    <a:pt x="50769" y="138105"/>
                    <a:pt x="50921" y="137953"/>
                    <a:pt x="50921" y="134461"/>
                  </a:cubicBezTo>
                  <a:cubicBezTo>
                    <a:pt x="50921" y="131728"/>
                    <a:pt x="50769" y="131576"/>
                    <a:pt x="50162" y="131120"/>
                  </a:cubicBezTo>
                  <a:cubicBezTo>
                    <a:pt x="45455" y="127628"/>
                    <a:pt x="34524" y="119885"/>
                    <a:pt x="27387" y="105917"/>
                  </a:cubicBezTo>
                  <a:cubicBezTo>
                    <a:pt x="21466" y="94377"/>
                    <a:pt x="18429" y="82687"/>
                    <a:pt x="18429" y="69477"/>
                  </a:cubicBezTo>
                  <a:lnTo>
                    <a:pt x="18429" y="4190"/>
                  </a:lnTo>
                  <a:cubicBezTo>
                    <a:pt x="18429" y="242"/>
                    <a:pt x="18278" y="91"/>
                    <a:pt x="14178" y="91"/>
                  </a:cubicBezTo>
                  <a:lnTo>
                    <a:pt x="4461" y="91"/>
                  </a:lnTo>
                  <a:cubicBezTo>
                    <a:pt x="362" y="91"/>
                    <a:pt x="210" y="242"/>
                    <a:pt x="210" y="4190"/>
                  </a:cubicBezTo>
                  <a:lnTo>
                    <a:pt x="210" y="69477"/>
                  </a:lnTo>
                  <a:cubicBezTo>
                    <a:pt x="210" y="91948"/>
                    <a:pt x="11901" y="120644"/>
                    <a:pt x="44544" y="138105"/>
                  </a:cubicBezTo>
                  <a:lnTo>
                    <a:pt x="46974" y="138105"/>
                  </a:lnTo>
                  <a:close/>
                </a:path>
              </a:pathLst>
            </a:custGeom>
            <a:solidFill>
              <a:srgbClr val="000000"/>
            </a:solidFill>
            <a:ln w="1520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56" name="任意形状 355">
              <a:extLst>
                <a:ext uri="{FF2B5EF4-FFF2-40B4-BE49-F238E27FC236}">
                  <a16:creationId xmlns:a16="http://schemas.microsoft.com/office/drawing/2014/main" id="{9EBA56C1-8662-6929-CC26-3D0D80D38F8E}"/>
                </a:ext>
              </a:extLst>
            </p:cNvPr>
            <p:cNvSpPr/>
            <p:nvPr>
              <p:custDataLst>
                <p:tags r:id="rId130"/>
              </p:custDataLst>
            </p:nvPr>
          </p:nvSpPr>
          <p:spPr>
            <a:xfrm>
              <a:off x="5913725" y="3541052"/>
              <a:ext cx="46976" cy="70570"/>
            </a:xfrm>
            <a:custGeom>
              <a:avLst/>
              <a:gdLst>
                <a:gd name="connsiteX0" fmla="*/ 47197 w 46976"/>
                <a:gd name="connsiteY0" fmla="*/ 51298 h 70570"/>
                <a:gd name="connsiteX1" fmla="*/ 43584 w 46976"/>
                <a:gd name="connsiteY1" fmla="*/ 51298 h 70570"/>
                <a:gd name="connsiteX2" fmla="*/ 40820 w 46976"/>
                <a:gd name="connsiteY2" fmla="*/ 60970 h 70570"/>
                <a:gd name="connsiteX3" fmla="*/ 30299 w 46976"/>
                <a:gd name="connsiteY3" fmla="*/ 61607 h 70570"/>
                <a:gd name="connsiteX4" fmla="*/ 10743 w 46976"/>
                <a:gd name="connsiteY4" fmla="*/ 61607 h 70570"/>
                <a:gd name="connsiteX5" fmla="*/ 31999 w 46976"/>
                <a:gd name="connsiteY5" fmla="*/ 43752 h 70570"/>
                <a:gd name="connsiteX6" fmla="*/ 47197 w 46976"/>
                <a:gd name="connsiteY6" fmla="*/ 20795 h 70570"/>
                <a:gd name="connsiteX7" fmla="*/ 22327 w 46976"/>
                <a:gd name="connsiteY7" fmla="*/ 70 h 70570"/>
                <a:gd name="connsiteX8" fmla="*/ 221 w 46976"/>
                <a:gd name="connsiteY8" fmla="*/ 19095 h 70570"/>
                <a:gd name="connsiteX9" fmla="*/ 5854 w 46976"/>
                <a:gd name="connsiteY9" fmla="*/ 25046 h 70570"/>
                <a:gd name="connsiteX10" fmla="*/ 11487 w 46976"/>
                <a:gd name="connsiteY10" fmla="*/ 19414 h 70570"/>
                <a:gd name="connsiteX11" fmla="*/ 5216 w 46976"/>
                <a:gd name="connsiteY11" fmla="*/ 13781 h 70570"/>
                <a:gd name="connsiteX12" fmla="*/ 20733 w 46976"/>
                <a:gd name="connsiteY12" fmla="*/ 3896 h 70570"/>
                <a:gd name="connsiteX13" fmla="*/ 36888 w 46976"/>
                <a:gd name="connsiteY13" fmla="*/ 20795 h 70570"/>
                <a:gd name="connsiteX14" fmla="*/ 26898 w 46976"/>
                <a:gd name="connsiteY14" fmla="*/ 41201 h 70570"/>
                <a:gd name="connsiteX15" fmla="*/ 1284 w 46976"/>
                <a:gd name="connsiteY15" fmla="*/ 66496 h 70570"/>
                <a:gd name="connsiteX16" fmla="*/ 221 w 46976"/>
                <a:gd name="connsiteY16" fmla="*/ 70641 h 70570"/>
                <a:gd name="connsiteX17" fmla="*/ 44009 w 46976"/>
                <a:gd name="connsiteY17" fmla="*/ 70641 h 70570"/>
                <a:gd name="connsiteX18" fmla="*/ 47197 w 46976"/>
                <a:gd name="connsiteY18" fmla="*/ 51298 h 705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46976" h="70570">
                  <a:moveTo>
                    <a:pt x="47197" y="51298"/>
                  </a:moveTo>
                  <a:lnTo>
                    <a:pt x="43584" y="51298"/>
                  </a:lnTo>
                  <a:cubicBezTo>
                    <a:pt x="43265" y="53636"/>
                    <a:pt x="42202" y="59907"/>
                    <a:pt x="40820" y="60970"/>
                  </a:cubicBezTo>
                  <a:cubicBezTo>
                    <a:pt x="39970" y="61607"/>
                    <a:pt x="31787" y="61607"/>
                    <a:pt x="30299" y="61607"/>
                  </a:cubicBezTo>
                  <a:lnTo>
                    <a:pt x="10743" y="61607"/>
                  </a:lnTo>
                  <a:cubicBezTo>
                    <a:pt x="21902" y="51723"/>
                    <a:pt x="25622" y="48747"/>
                    <a:pt x="31999" y="43752"/>
                  </a:cubicBezTo>
                  <a:cubicBezTo>
                    <a:pt x="39864" y="37481"/>
                    <a:pt x="47197" y="30892"/>
                    <a:pt x="47197" y="20795"/>
                  </a:cubicBezTo>
                  <a:cubicBezTo>
                    <a:pt x="47197" y="7935"/>
                    <a:pt x="35932" y="70"/>
                    <a:pt x="22327" y="70"/>
                  </a:cubicBezTo>
                  <a:cubicBezTo>
                    <a:pt x="9149" y="70"/>
                    <a:pt x="221" y="9317"/>
                    <a:pt x="221" y="19095"/>
                  </a:cubicBezTo>
                  <a:cubicBezTo>
                    <a:pt x="221" y="24515"/>
                    <a:pt x="4791" y="25046"/>
                    <a:pt x="5854" y="25046"/>
                  </a:cubicBezTo>
                  <a:cubicBezTo>
                    <a:pt x="8405" y="25046"/>
                    <a:pt x="11487" y="23240"/>
                    <a:pt x="11487" y="19414"/>
                  </a:cubicBezTo>
                  <a:cubicBezTo>
                    <a:pt x="11487" y="17500"/>
                    <a:pt x="10743" y="13781"/>
                    <a:pt x="5216" y="13781"/>
                  </a:cubicBezTo>
                  <a:cubicBezTo>
                    <a:pt x="8511" y="6235"/>
                    <a:pt x="15738" y="3896"/>
                    <a:pt x="20733" y="3896"/>
                  </a:cubicBezTo>
                  <a:cubicBezTo>
                    <a:pt x="31361" y="3896"/>
                    <a:pt x="36888" y="12186"/>
                    <a:pt x="36888" y="20795"/>
                  </a:cubicBezTo>
                  <a:cubicBezTo>
                    <a:pt x="36888" y="30042"/>
                    <a:pt x="30299" y="37375"/>
                    <a:pt x="26898" y="41201"/>
                  </a:cubicBezTo>
                  <a:lnTo>
                    <a:pt x="1284" y="66496"/>
                  </a:lnTo>
                  <a:cubicBezTo>
                    <a:pt x="221" y="67453"/>
                    <a:pt x="221" y="67665"/>
                    <a:pt x="221" y="70641"/>
                  </a:cubicBezTo>
                  <a:lnTo>
                    <a:pt x="44009" y="70641"/>
                  </a:lnTo>
                  <a:lnTo>
                    <a:pt x="47197" y="51298"/>
                  </a:lnTo>
                  <a:close/>
                </a:path>
              </a:pathLst>
            </a:custGeom>
            <a:solidFill>
              <a:srgbClr val="000000"/>
            </a:solidFill>
            <a:ln w="1520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57" name="任意形状 356">
              <a:extLst>
                <a:ext uri="{FF2B5EF4-FFF2-40B4-BE49-F238E27FC236}">
                  <a16:creationId xmlns:a16="http://schemas.microsoft.com/office/drawing/2014/main" id="{5F07E3E0-653E-F909-4A29-10407333632A}"/>
                </a:ext>
              </a:extLst>
            </p:cNvPr>
            <p:cNvSpPr/>
            <p:nvPr>
              <p:custDataLst>
                <p:tags r:id="rId131"/>
              </p:custDataLst>
            </p:nvPr>
          </p:nvSpPr>
          <p:spPr>
            <a:xfrm>
              <a:off x="5975097" y="3564753"/>
              <a:ext cx="42406" cy="47932"/>
            </a:xfrm>
            <a:custGeom>
              <a:avLst/>
              <a:gdLst>
                <a:gd name="connsiteX0" fmla="*/ 38486 w 42406"/>
                <a:gd name="connsiteY0" fmla="*/ 6979 h 47932"/>
                <a:gd name="connsiteX1" fmla="*/ 34022 w 42406"/>
                <a:gd name="connsiteY1" fmla="*/ 11974 h 47932"/>
                <a:gd name="connsiteX2" fmla="*/ 37530 w 42406"/>
                <a:gd name="connsiteY2" fmla="*/ 15375 h 47932"/>
                <a:gd name="connsiteX3" fmla="*/ 42631 w 42406"/>
                <a:gd name="connsiteY3" fmla="*/ 9317 h 47932"/>
                <a:gd name="connsiteX4" fmla="*/ 28496 w 42406"/>
                <a:gd name="connsiteY4" fmla="*/ 70 h 47932"/>
                <a:gd name="connsiteX5" fmla="*/ 8940 w 42406"/>
                <a:gd name="connsiteY5" fmla="*/ 15587 h 47932"/>
                <a:gd name="connsiteX6" fmla="*/ 12660 w 42406"/>
                <a:gd name="connsiteY6" fmla="*/ 23346 h 47932"/>
                <a:gd name="connsiteX7" fmla="*/ 24670 w 42406"/>
                <a:gd name="connsiteY7" fmla="*/ 27172 h 47932"/>
                <a:gd name="connsiteX8" fmla="*/ 33704 w 42406"/>
                <a:gd name="connsiteY8" fmla="*/ 34187 h 47932"/>
                <a:gd name="connsiteX9" fmla="*/ 28071 w 42406"/>
                <a:gd name="connsiteY9" fmla="*/ 42689 h 47932"/>
                <a:gd name="connsiteX10" fmla="*/ 17443 w 42406"/>
                <a:gd name="connsiteY10" fmla="*/ 45027 h 47932"/>
                <a:gd name="connsiteX11" fmla="*/ 4689 w 42406"/>
                <a:gd name="connsiteY11" fmla="*/ 40564 h 47932"/>
                <a:gd name="connsiteX12" fmla="*/ 10534 w 42406"/>
                <a:gd name="connsiteY12" fmla="*/ 34506 h 47932"/>
                <a:gd name="connsiteX13" fmla="*/ 6389 w 42406"/>
                <a:gd name="connsiteY13" fmla="*/ 30573 h 47932"/>
                <a:gd name="connsiteX14" fmla="*/ 225 w 42406"/>
                <a:gd name="connsiteY14" fmla="*/ 37694 h 47932"/>
                <a:gd name="connsiteX15" fmla="*/ 17336 w 42406"/>
                <a:gd name="connsiteY15" fmla="*/ 48003 h 47932"/>
                <a:gd name="connsiteX16" fmla="*/ 40506 w 42406"/>
                <a:gd name="connsiteY16" fmla="*/ 30467 h 47932"/>
                <a:gd name="connsiteX17" fmla="*/ 25839 w 42406"/>
                <a:gd name="connsiteY17" fmla="*/ 18032 h 47932"/>
                <a:gd name="connsiteX18" fmla="*/ 21587 w 42406"/>
                <a:gd name="connsiteY18" fmla="*/ 17182 h 47932"/>
                <a:gd name="connsiteX19" fmla="*/ 15742 w 42406"/>
                <a:gd name="connsiteY19" fmla="*/ 11868 h 47932"/>
                <a:gd name="connsiteX20" fmla="*/ 19993 w 42406"/>
                <a:gd name="connsiteY20" fmla="*/ 5066 h 47932"/>
                <a:gd name="connsiteX21" fmla="*/ 28389 w 42406"/>
                <a:gd name="connsiteY21" fmla="*/ 3046 h 47932"/>
                <a:gd name="connsiteX22" fmla="*/ 38486 w 42406"/>
                <a:gd name="connsiteY22" fmla="*/ 6979 h 479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42406" h="47932">
                  <a:moveTo>
                    <a:pt x="38486" y="6979"/>
                  </a:moveTo>
                  <a:cubicBezTo>
                    <a:pt x="35723" y="7616"/>
                    <a:pt x="34022" y="9848"/>
                    <a:pt x="34022" y="11974"/>
                  </a:cubicBezTo>
                  <a:cubicBezTo>
                    <a:pt x="34022" y="14418"/>
                    <a:pt x="36148" y="15375"/>
                    <a:pt x="37530" y="15375"/>
                  </a:cubicBezTo>
                  <a:cubicBezTo>
                    <a:pt x="38593" y="15375"/>
                    <a:pt x="42631" y="14737"/>
                    <a:pt x="42631" y="9317"/>
                  </a:cubicBezTo>
                  <a:cubicBezTo>
                    <a:pt x="42631" y="2409"/>
                    <a:pt x="34979" y="70"/>
                    <a:pt x="28496" y="70"/>
                  </a:cubicBezTo>
                  <a:cubicBezTo>
                    <a:pt x="11916" y="70"/>
                    <a:pt x="8940" y="12293"/>
                    <a:pt x="8940" y="15587"/>
                  </a:cubicBezTo>
                  <a:cubicBezTo>
                    <a:pt x="8940" y="19520"/>
                    <a:pt x="11172" y="22071"/>
                    <a:pt x="12660" y="23346"/>
                  </a:cubicBezTo>
                  <a:cubicBezTo>
                    <a:pt x="15423" y="25472"/>
                    <a:pt x="17336" y="25897"/>
                    <a:pt x="24670" y="27172"/>
                  </a:cubicBezTo>
                  <a:cubicBezTo>
                    <a:pt x="26902" y="27597"/>
                    <a:pt x="33704" y="28873"/>
                    <a:pt x="33704" y="34187"/>
                  </a:cubicBezTo>
                  <a:cubicBezTo>
                    <a:pt x="33704" y="35993"/>
                    <a:pt x="32534" y="40032"/>
                    <a:pt x="28071" y="42689"/>
                  </a:cubicBezTo>
                  <a:cubicBezTo>
                    <a:pt x="23926" y="45027"/>
                    <a:pt x="18718" y="45027"/>
                    <a:pt x="17443" y="45027"/>
                  </a:cubicBezTo>
                  <a:cubicBezTo>
                    <a:pt x="13191" y="45027"/>
                    <a:pt x="7133" y="44071"/>
                    <a:pt x="4689" y="40564"/>
                  </a:cubicBezTo>
                  <a:cubicBezTo>
                    <a:pt x="8196" y="40138"/>
                    <a:pt x="10534" y="37481"/>
                    <a:pt x="10534" y="34506"/>
                  </a:cubicBezTo>
                  <a:cubicBezTo>
                    <a:pt x="10534" y="31848"/>
                    <a:pt x="8621" y="30573"/>
                    <a:pt x="6389" y="30573"/>
                  </a:cubicBezTo>
                  <a:cubicBezTo>
                    <a:pt x="3307" y="30573"/>
                    <a:pt x="225" y="33018"/>
                    <a:pt x="225" y="37694"/>
                  </a:cubicBezTo>
                  <a:cubicBezTo>
                    <a:pt x="225" y="44071"/>
                    <a:pt x="7027" y="48003"/>
                    <a:pt x="17336" y="48003"/>
                  </a:cubicBezTo>
                  <a:cubicBezTo>
                    <a:pt x="36892" y="48003"/>
                    <a:pt x="40506" y="34612"/>
                    <a:pt x="40506" y="30467"/>
                  </a:cubicBezTo>
                  <a:cubicBezTo>
                    <a:pt x="40506" y="20689"/>
                    <a:pt x="29771" y="18776"/>
                    <a:pt x="25839" y="18032"/>
                  </a:cubicBezTo>
                  <a:cubicBezTo>
                    <a:pt x="24882" y="17819"/>
                    <a:pt x="22225" y="17394"/>
                    <a:pt x="21587" y="17182"/>
                  </a:cubicBezTo>
                  <a:cubicBezTo>
                    <a:pt x="17655" y="16438"/>
                    <a:pt x="15742" y="14206"/>
                    <a:pt x="15742" y="11868"/>
                  </a:cubicBezTo>
                  <a:cubicBezTo>
                    <a:pt x="15742" y="9423"/>
                    <a:pt x="17655" y="6553"/>
                    <a:pt x="19993" y="5066"/>
                  </a:cubicBezTo>
                  <a:cubicBezTo>
                    <a:pt x="22863" y="3259"/>
                    <a:pt x="26583" y="3046"/>
                    <a:pt x="28389" y="3046"/>
                  </a:cubicBezTo>
                  <a:cubicBezTo>
                    <a:pt x="30621" y="3046"/>
                    <a:pt x="36148" y="3365"/>
                    <a:pt x="38486" y="6979"/>
                  </a:cubicBezTo>
                  <a:close/>
                </a:path>
              </a:pathLst>
            </a:custGeom>
            <a:solidFill>
              <a:srgbClr val="000000"/>
            </a:solidFill>
            <a:ln w="1520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58" name="任意形状 357">
              <a:extLst>
                <a:ext uri="{FF2B5EF4-FFF2-40B4-BE49-F238E27FC236}">
                  <a16:creationId xmlns:a16="http://schemas.microsoft.com/office/drawing/2014/main" id="{99F70830-6E48-3F60-3F3B-A713FD0DFD68}"/>
                </a:ext>
              </a:extLst>
            </p:cNvPr>
            <p:cNvSpPr/>
            <p:nvPr>
              <p:custDataLst>
                <p:tags r:id="rId132"/>
              </p:custDataLst>
            </p:nvPr>
          </p:nvSpPr>
          <p:spPr>
            <a:xfrm>
              <a:off x="6035713" y="3576246"/>
              <a:ext cx="31201" cy="50559"/>
            </a:xfrm>
            <a:custGeom>
              <a:avLst/>
              <a:gdLst>
                <a:gd name="connsiteX0" fmla="*/ 19587 w 31201"/>
                <a:gd name="connsiteY0" fmla="*/ 2349 h 50559"/>
                <a:gd name="connsiteX1" fmla="*/ 16854 w 31201"/>
                <a:gd name="connsiteY1" fmla="*/ 71 h 50559"/>
                <a:gd name="connsiteX2" fmla="*/ 1519 w 31201"/>
                <a:gd name="connsiteY2" fmla="*/ 4930 h 50559"/>
                <a:gd name="connsiteX3" fmla="*/ 229 w 31201"/>
                <a:gd name="connsiteY3" fmla="*/ 4930 h 50559"/>
                <a:gd name="connsiteX4" fmla="*/ 229 w 31201"/>
                <a:gd name="connsiteY4" fmla="*/ 8270 h 50559"/>
                <a:gd name="connsiteX5" fmla="*/ 1519 w 31201"/>
                <a:gd name="connsiteY5" fmla="*/ 8270 h 50559"/>
                <a:gd name="connsiteX6" fmla="*/ 12603 w 31201"/>
                <a:gd name="connsiteY6" fmla="*/ 6145 h 50559"/>
                <a:gd name="connsiteX7" fmla="*/ 12603 w 31201"/>
                <a:gd name="connsiteY7" fmla="*/ 44102 h 50559"/>
                <a:gd name="connsiteX8" fmla="*/ 4556 w 31201"/>
                <a:gd name="connsiteY8" fmla="*/ 47291 h 50559"/>
                <a:gd name="connsiteX9" fmla="*/ 760 w 31201"/>
                <a:gd name="connsiteY9" fmla="*/ 47291 h 50559"/>
                <a:gd name="connsiteX10" fmla="*/ 760 w 31201"/>
                <a:gd name="connsiteY10" fmla="*/ 50631 h 50559"/>
                <a:gd name="connsiteX11" fmla="*/ 16095 w 31201"/>
                <a:gd name="connsiteY11" fmla="*/ 50327 h 50559"/>
                <a:gd name="connsiteX12" fmla="*/ 31430 w 31201"/>
                <a:gd name="connsiteY12" fmla="*/ 50631 h 50559"/>
                <a:gd name="connsiteX13" fmla="*/ 31430 w 31201"/>
                <a:gd name="connsiteY13" fmla="*/ 47291 h 50559"/>
                <a:gd name="connsiteX14" fmla="*/ 27634 w 31201"/>
                <a:gd name="connsiteY14" fmla="*/ 47291 h 50559"/>
                <a:gd name="connsiteX15" fmla="*/ 19587 w 31201"/>
                <a:gd name="connsiteY15" fmla="*/ 44102 h 50559"/>
                <a:gd name="connsiteX16" fmla="*/ 19587 w 31201"/>
                <a:gd name="connsiteY16" fmla="*/ 2349 h 505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31201" h="50559">
                  <a:moveTo>
                    <a:pt x="19587" y="2349"/>
                  </a:moveTo>
                  <a:cubicBezTo>
                    <a:pt x="19587" y="71"/>
                    <a:pt x="19359" y="71"/>
                    <a:pt x="16854" y="71"/>
                  </a:cubicBezTo>
                  <a:cubicBezTo>
                    <a:pt x="11464" y="4930"/>
                    <a:pt x="3038" y="4930"/>
                    <a:pt x="1519" y="4930"/>
                  </a:cubicBezTo>
                  <a:lnTo>
                    <a:pt x="229" y="4930"/>
                  </a:lnTo>
                  <a:lnTo>
                    <a:pt x="229" y="8270"/>
                  </a:lnTo>
                  <a:lnTo>
                    <a:pt x="1519" y="8270"/>
                  </a:lnTo>
                  <a:cubicBezTo>
                    <a:pt x="3265" y="8270"/>
                    <a:pt x="8200" y="8042"/>
                    <a:pt x="12603" y="6145"/>
                  </a:cubicBezTo>
                  <a:lnTo>
                    <a:pt x="12603" y="44102"/>
                  </a:lnTo>
                  <a:cubicBezTo>
                    <a:pt x="12603" y="46456"/>
                    <a:pt x="12603" y="47291"/>
                    <a:pt x="4556" y="47291"/>
                  </a:cubicBezTo>
                  <a:lnTo>
                    <a:pt x="760" y="47291"/>
                  </a:lnTo>
                  <a:lnTo>
                    <a:pt x="760" y="50631"/>
                  </a:lnTo>
                  <a:cubicBezTo>
                    <a:pt x="4935" y="50327"/>
                    <a:pt x="11692" y="50327"/>
                    <a:pt x="16095" y="50327"/>
                  </a:cubicBezTo>
                  <a:cubicBezTo>
                    <a:pt x="20498" y="50327"/>
                    <a:pt x="27255" y="50327"/>
                    <a:pt x="31430" y="50631"/>
                  </a:cubicBezTo>
                  <a:lnTo>
                    <a:pt x="31430" y="47291"/>
                  </a:lnTo>
                  <a:lnTo>
                    <a:pt x="27634" y="47291"/>
                  </a:lnTo>
                  <a:cubicBezTo>
                    <a:pt x="19587" y="47291"/>
                    <a:pt x="19587" y="46456"/>
                    <a:pt x="19587" y="44102"/>
                  </a:cubicBezTo>
                  <a:lnTo>
                    <a:pt x="19587" y="2349"/>
                  </a:lnTo>
                  <a:close/>
                </a:path>
              </a:pathLst>
            </a:custGeom>
            <a:solidFill>
              <a:srgbClr val="000000"/>
            </a:solidFill>
            <a:ln w="1520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59" name="任意形状 358">
              <a:extLst>
                <a:ext uri="{FF2B5EF4-FFF2-40B4-BE49-F238E27FC236}">
                  <a16:creationId xmlns:a16="http://schemas.microsoft.com/office/drawing/2014/main" id="{4390CEED-E112-2902-C8A2-BE4A017B279A}"/>
                </a:ext>
              </a:extLst>
            </p:cNvPr>
            <p:cNvSpPr/>
            <p:nvPr>
              <p:custDataLst>
                <p:tags r:id="rId133"/>
              </p:custDataLst>
            </p:nvPr>
          </p:nvSpPr>
          <p:spPr>
            <a:xfrm>
              <a:off x="6083431" y="3576246"/>
              <a:ext cx="37805" cy="50559"/>
            </a:xfrm>
            <a:custGeom>
              <a:avLst/>
              <a:gdLst>
                <a:gd name="connsiteX0" fmla="*/ 38038 w 37805"/>
                <a:gd name="connsiteY0" fmla="*/ 35979 h 50559"/>
                <a:gd name="connsiteX1" fmla="*/ 34849 w 37805"/>
                <a:gd name="connsiteY1" fmla="*/ 35979 h 50559"/>
                <a:gd name="connsiteX2" fmla="*/ 32648 w 37805"/>
                <a:gd name="connsiteY2" fmla="*/ 42888 h 50559"/>
                <a:gd name="connsiteX3" fmla="*/ 24525 w 37805"/>
                <a:gd name="connsiteY3" fmla="*/ 43343 h 50559"/>
                <a:gd name="connsiteX4" fmla="*/ 9646 w 37805"/>
                <a:gd name="connsiteY4" fmla="*/ 43343 h 50559"/>
                <a:gd name="connsiteX5" fmla="*/ 24829 w 37805"/>
                <a:gd name="connsiteY5" fmla="*/ 32335 h 50559"/>
                <a:gd name="connsiteX6" fmla="*/ 38038 w 37805"/>
                <a:gd name="connsiteY6" fmla="*/ 15178 h 50559"/>
                <a:gd name="connsiteX7" fmla="*/ 17996 w 37805"/>
                <a:gd name="connsiteY7" fmla="*/ 71 h 50559"/>
                <a:gd name="connsiteX8" fmla="*/ 232 w 37805"/>
                <a:gd name="connsiteY8" fmla="*/ 13432 h 50559"/>
                <a:gd name="connsiteX9" fmla="*/ 4635 w 37805"/>
                <a:gd name="connsiteY9" fmla="*/ 18063 h 50559"/>
                <a:gd name="connsiteX10" fmla="*/ 9114 w 37805"/>
                <a:gd name="connsiteY10" fmla="*/ 13584 h 50559"/>
                <a:gd name="connsiteX11" fmla="*/ 4787 w 37805"/>
                <a:gd name="connsiteY11" fmla="*/ 9105 h 50559"/>
                <a:gd name="connsiteX12" fmla="*/ 16402 w 37805"/>
                <a:gd name="connsiteY12" fmla="*/ 3412 h 50559"/>
                <a:gd name="connsiteX13" fmla="*/ 29915 w 37805"/>
                <a:gd name="connsiteY13" fmla="*/ 15254 h 50559"/>
                <a:gd name="connsiteX14" fmla="*/ 19666 w 37805"/>
                <a:gd name="connsiteY14" fmla="*/ 31424 h 50559"/>
                <a:gd name="connsiteX15" fmla="*/ 1143 w 37805"/>
                <a:gd name="connsiteY15" fmla="*/ 47139 h 50559"/>
                <a:gd name="connsiteX16" fmla="*/ 232 w 37805"/>
                <a:gd name="connsiteY16" fmla="*/ 48353 h 50559"/>
                <a:gd name="connsiteX17" fmla="*/ 232 w 37805"/>
                <a:gd name="connsiteY17" fmla="*/ 50631 h 50559"/>
                <a:gd name="connsiteX18" fmla="*/ 35533 w 37805"/>
                <a:gd name="connsiteY18" fmla="*/ 50631 h 50559"/>
                <a:gd name="connsiteX19" fmla="*/ 38038 w 37805"/>
                <a:gd name="connsiteY19" fmla="*/ 35979 h 505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37805" h="50559">
                  <a:moveTo>
                    <a:pt x="38038" y="35979"/>
                  </a:moveTo>
                  <a:lnTo>
                    <a:pt x="34849" y="35979"/>
                  </a:lnTo>
                  <a:cubicBezTo>
                    <a:pt x="34622" y="37422"/>
                    <a:pt x="33863" y="42128"/>
                    <a:pt x="32648" y="42888"/>
                  </a:cubicBezTo>
                  <a:cubicBezTo>
                    <a:pt x="32041" y="43343"/>
                    <a:pt x="25664" y="43343"/>
                    <a:pt x="24525" y="43343"/>
                  </a:cubicBezTo>
                  <a:lnTo>
                    <a:pt x="9646" y="43343"/>
                  </a:lnTo>
                  <a:cubicBezTo>
                    <a:pt x="14656" y="39623"/>
                    <a:pt x="20274" y="35372"/>
                    <a:pt x="24829" y="32335"/>
                  </a:cubicBezTo>
                  <a:cubicBezTo>
                    <a:pt x="31661" y="27629"/>
                    <a:pt x="38038" y="23225"/>
                    <a:pt x="38038" y="15178"/>
                  </a:cubicBezTo>
                  <a:cubicBezTo>
                    <a:pt x="38038" y="5461"/>
                    <a:pt x="28852" y="71"/>
                    <a:pt x="17996" y="71"/>
                  </a:cubicBezTo>
                  <a:cubicBezTo>
                    <a:pt x="7748" y="71"/>
                    <a:pt x="232" y="5993"/>
                    <a:pt x="232" y="13432"/>
                  </a:cubicBezTo>
                  <a:cubicBezTo>
                    <a:pt x="232" y="17380"/>
                    <a:pt x="3572" y="18063"/>
                    <a:pt x="4635" y="18063"/>
                  </a:cubicBezTo>
                  <a:cubicBezTo>
                    <a:pt x="6685" y="18063"/>
                    <a:pt x="9114" y="16697"/>
                    <a:pt x="9114" y="13584"/>
                  </a:cubicBezTo>
                  <a:cubicBezTo>
                    <a:pt x="9114" y="10851"/>
                    <a:pt x="7140" y="9333"/>
                    <a:pt x="4787" y="9105"/>
                  </a:cubicBezTo>
                  <a:cubicBezTo>
                    <a:pt x="6913" y="5689"/>
                    <a:pt x="11316" y="3412"/>
                    <a:pt x="16402" y="3412"/>
                  </a:cubicBezTo>
                  <a:cubicBezTo>
                    <a:pt x="23766" y="3412"/>
                    <a:pt x="29915" y="7815"/>
                    <a:pt x="29915" y="15254"/>
                  </a:cubicBezTo>
                  <a:cubicBezTo>
                    <a:pt x="29915" y="21631"/>
                    <a:pt x="25512" y="26490"/>
                    <a:pt x="19666" y="31424"/>
                  </a:cubicBezTo>
                  <a:lnTo>
                    <a:pt x="1143" y="47139"/>
                  </a:lnTo>
                  <a:cubicBezTo>
                    <a:pt x="384" y="47822"/>
                    <a:pt x="308" y="47822"/>
                    <a:pt x="232" y="48353"/>
                  </a:cubicBezTo>
                  <a:lnTo>
                    <a:pt x="232" y="50631"/>
                  </a:lnTo>
                  <a:lnTo>
                    <a:pt x="35533" y="50631"/>
                  </a:lnTo>
                  <a:lnTo>
                    <a:pt x="38038" y="35979"/>
                  </a:lnTo>
                  <a:close/>
                </a:path>
              </a:pathLst>
            </a:custGeom>
            <a:solidFill>
              <a:srgbClr val="000000"/>
            </a:solidFill>
            <a:ln w="1520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60" name="任意形状 359">
              <a:extLst>
                <a:ext uri="{FF2B5EF4-FFF2-40B4-BE49-F238E27FC236}">
                  <a16:creationId xmlns:a16="http://schemas.microsoft.com/office/drawing/2014/main" id="{34110A6A-8A68-87EA-A263-1A35CC446C74}"/>
                </a:ext>
              </a:extLst>
            </p:cNvPr>
            <p:cNvSpPr/>
            <p:nvPr>
              <p:custDataLst>
                <p:tags r:id="rId134"/>
              </p:custDataLst>
            </p:nvPr>
          </p:nvSpPr>
          <p:spPr>
            <a:xfrm>
              <a:off x="6143325" y="3564753"/>
              <a:ext cx="42406" cy="47932"/>
            </a:xfrm>
            <a:custGeom>
              <a:avLst/>
              <a:gdLst>
                <a:gd name="connsiteX0" fmla="*/ 38497 w 42406"/>
                <a:gd name="connsiteY0" fmla="*/ 6979 h 47932"/>
                <a:gd name="connsiteX1" fmla="*/ 34033 w 42406"/>
                <a:gd name="connsiteY1" fmla="*/ 11974 h 47932"/>
                <a:gd name="connsiteX2" fmla="*/ 37541 w 42406"/>
                <a:gd name="connsiteY2" fmla="*/ 15375 h 47932"/>
                <a:gd name="connsiteX3" fmla="*/ 42642 w 42406"/>
                <a:gd name="connsiteY3" fmla="*/ 9317 h 47932"/>
                <a:gd name="connsiteX4" fmla="*/ 28507 w 42406"/>
                <a:gd name="connsiteY4" fmla="*/ 70 h 47932"/>
                <a:gd name="connsiteX5" fmla="*/ 8951 w 42406"/>
                <a:gd name="connsiteY5" fmla="*/ 15587 h 47932"/>
                <a:gd name="connsiteX6" fmla="*/ 12671 w 42406"/>
                <a:gd name="connsiteY6" fmla="*/ 23346 h 47932"/>
                <a:gd name="connsiteX7" fmla="*/ 24681 w 42406"/>
                <a:gd name="connsiteY7" fmla="*/ 27172 h 47932"/>
                <a:gd name="connsiteX8" fmla="*/ 33715 w 42406"/>
                <a:gd name="connsiteY8" fmla="*/ 34187 h 47932"/>
                <a:gd name="connsiteX9" fmla="*/ 28082 w 42406"/>
                <a:gd name="connsiteY9" fmla="*/ 42689 h 47932"/>
                <a:gd name="connsiteX10" fmla="*/ 17454 w 42406"/>
                <a:gd name="connsiteY10" fmla="*/ 45027 h 47932"/>
                <a:gd name="connsiteX11" fmla="*/ 4700 w 42406"/>
                <a:gd name="connsiteY11" fmla="*/ 40564 h 47932"/>
                <a:gd name="connsiteX12" fmla="*/ 10545 w 42406"/>
                <a:gd name="connsiteY12" fmla="*/ 34506 h 47932"/>
                <a:gd name="connsiteX13" fmla="*/ 6400 w 42406"/>
                <a:gd name="connsiteY13" fmla="*/ 30573 h 47932"/>
                <a:gd name="connsiteX14" fmla="*/ 236 w 42406"/>
                <a:gd name="connsiteY14" fmla="*/ 37694 h 47932"/>
                <a:gd name="connsiteX15" fmla="*/ 17347 w 42406"/>
                <a:gd name="connsiteY15" fmla="*/ 48003 h 47932"/>
                <a:gd name="connsiteX16" fmla="*/ 40517 w 42406"/>
                <a:gd name="connsiteY16" fmla="*/ 30467 h 47932"/>
                <a:gd name="connsiteX17" fmla="*/ 25850 w 42406"/>
                <a:gd name="connsiteY17" fmla="*/ 18032 h 47932"/>
                <a:gd name="connsiteX18" fmla="*/ 21599 w 42406"/>
                <a:gd name="connsiteY18" fmla="*/ 17182 h 47932"/>
                <a:gd name="connsiteX19" fmla="*/ 15753 w 42406"/>
                <a:gd name="connsiteY19" fmla="*/ 11868 h 47932"/>
                <a:gd name="connsiteX20" fmla="*/ 20004 w 42406"/>
                <a:gd name="connsiteY20" fmla="*/ 5066 h 47932"/>
                <a:gd name="connsiteX21" fmla="*/ 28401 w 42406"/>
                <a:gd name="connsiteY21" fmla="*/ 3046 h 47932"/>
                <a:gd name="connsiteX22" fmla="*/ 38497 w 42406"/>
                <a:gd name="connsiteY22" fmla="*/ 6979 h 479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42406" h="47932">
                  <a:moveTo>
                    <a:pt x="38497" y="6979"/>
                  </a:moveTo>
                  <a:cubicBezTo>
                    <a:pt x="35734" y="7616"/>
                    <a:pt x="34033" y="9848"/>
                    <a:pt x="34033" y="11974"/>
                  </a:cubicBezTo>
                  <a:cubicBezTo>
                    <a:pt x="34033" y="14418"/>
                    <a:pt x="36159" y="15375"/>
                    <a:pt x="37541" y="15375"/>
                  </a:cubicBezTo>
                  <a:cubicBezTo>
                    <a:pt x="38604" y="15375"/>
                    <a:pt x="42642" y="14737"/>
                    <a:pt x="42642" y="9317"/>
                  </a:cubicBezTo>
                  <a:cubicBezTo>
                    <a:pt x="42642" y="2409"/>
                    <a:pt x="34990" y="70"/>
                    <a:pt x="28507" y="70"/>
                  </a:cubicBezTo>
                  <a:cubicBezTo>
                    <a:pt x="11927" y="70"/>
                    <a:pt x="8951" y="12293"/>
                    <a:pt x="8951" y="15587"/>
                  </a:cubicBezTo>
                  <a:cubicBezTo>
                    <a:pt x="8951" y="19520"/>
                    <a:pt x="11183" y="22071"/>
                    <a:pt x="12671" y="23346"/>
                  </a:cubicBezTo>
                  <a:cubicBezTo>
                    <a:pt x="15434" y="25472"/>
                    <a:pt x="17347" y="25897"/>
                    <a:pt x="24681" y="27172"/>
                  </a:cubicBezTo>
                  <a:cubicBezTo>
                    <a:pt x="26913" y="27597"/>
                    <a:pt x="33715" y="28873"/>
                    <a:pt x="33715" y="34187"/>
                  </a:cubicBezTo>
                  <a:cubicBezTo>
                    <a:pt x="33715" y="35993"/>
                    <a:pt x="32546" y="40032"/>
                    <a:pt x="28082" y="42689"/>
                  </a:cubicBezTo>
                  <a:cubicBezTo>
                    <a:pt x="23937" y="45027"/>
                    <a:pt x="18729" y="45027"/>
                    <a:pt x="17454" y="45027"/>
                  </a:cubicBezTo>
                  <a:cubicBezTo>
                    <a:pt x="13202" y="45027"/>
                    <a:pt x="7144" y="44071"/>
                    <a:pt x="4700" y="40564"/>
                  </a:cubicBezTo>
                  <a:cubicBezTo>
                    <a:pt x="8207" y="40138"/>
                    <a:pt x="10545" y="37481"/>
                    <a:pt x="10545" y="34506"/>
                  </a:cubicBezTo>
                  <a:cubicBezTo>
                    <a:pt x="10545" y="31848"/>
                    <a:pt x="8632" y="30573"/>
                    <a:pt x="6400" y="30573"/>
                  </a:cubicBezTo>
                  <a:cubicBezTo>
                    <a:pt x="3318" y="30573"/>
                    <a:pt x="236" y="33018"/>
                    <a:pt x="236" y="37694"/>
                  </a:cubicBezTo>
                  <a:cubicBezTo>
                    <a:pt x="236" y="44071"/>
                    <a:pt x="7038" y="48003"/>
                    <a:pt x="17347" y="48003"/>
                  </a:cubicBezTo>
                  <a:cubicBezTo>
                    <a:pt x="36903" y="48003"/>
                    <a:pt x="40517" y="34612"/>
                    <a:pt x="40517" y="30467"/>
                  </a:cubicBezTo>
                  <a:cubicBezTo>
                    <a:pt x="40517" y="20689"/>
                    <a:pt x="29782" y="18776"/>
                    <a:pt x="25850" y="18032"/>
                  </a:cubicBezTo>
                  <a:cubicBezTo>
                    <a:pt x="24893" y="17819"/>
                    <a:pt x="22236" y="17394"/>
                    <a:pt x="21599" y="17182"/>
                  </a:cubicBezTo>
                  <a:cubicBezTo>
                    <a:pt x="17666" y="16438"/>
                    <a:pt x="15753" y="14206"/>
                    <a:pt x="15753" y="11868"/>
                  </a:cubicBezTo>
                  <a:cubicBezTo>
                    <a:pt x="15753" y="9423"/>
                    <a:pt x="17666" y="6553"/>
                    <a:pt x="20004" y="5066"/>
                  </a:cubicBezTo>
                  <a:cubicBezTo>
                    <a:pt x="22874" y="3259"/>
                    <a:pt x="26594" y="3046"/>
                    <a:pt x="28401" y="3046"/>
                  </a:cubicBezTo>
                  <a:cubicBezTo>
                    <a:pt x="30632" y="3046"/>
                    <a:pt x="36159" y="3365"/>
                    <a:pt x="38497" y="6979"/>
                  </a:cubicBezTo>
                  <a:close/>
                </a:path>
              </a:pathLst>
            </a:custGeom>
            <a:solidFill>
              <a:srgbClr val="000000"/>
            </a:solidFill>
            <a:ln w="1520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61" name="任意形状 360">
              <a:extLst>
                <a:ext uri="{FF2B5EF4-FFF2-40B4-BE49-F238E27FC236}">
                  <a16:creationId xmlns:a16="http://schemas.microsoft.com/office/drawing/2014/main" id="{190765B8-B51D-61EE-8839-7C39BE17DB13}"/>
                </a:ext>
              </a:extLst>
            </p:cNvPr>
            <p:cNvSpPr/>
            <p:nvPr>
              <p:custDataLst>
                <p:tags r:id="rId135"/>
              </p:custDataLst>
            </p:nvPr>
          </p:nvSpPr>
          <p:spPr>
            <a:xfrm>
              <a:off x="6199993" y="3576246"/>
              <a:ext cx="37805" cy="50559"/>
            </a:xfrm>
            <a:custGeom>
              <a:avLst/>
              <a:gdLst>
                <a:gd name="connsiteX0" fmla="*/ 38046 w 37805"/>
                <a:gd name="connsiteY0" fmla="*/ 35979 h 50559"/>
                <a:gd name="connsiteX1" fmla="*/ 34857 w 37805"/>
                <a:gd name="connsiteY1" fmla="*/ 35979 h 50559"/>
                <a:gd name="connsiteX2" fmla="*/ 32656 w 37805"/>
                <a:gd name="connsiteY2" fmla="*/ 42888 h 50559"/>
                <a:gd name="connsiteX3" fmla="*/ 24533 w 37805"/>
                <a:gd name="connsiteY3" fmla="*/ 43343 h 50559"/>
                <a:gd name="connsiteX4" fmla="*/ 9653 w 37805"/>
                <a:gd name="connsiteY4" fmla="*/ 43343 h 50559"/>
                <a:gd name="connsiteX5" fmla="*/ 24836 w 37805"/>
                <a:gd name="connsiteY5" fmla="*/ 32335 h 50559"/>
                <a:gd name="connsiteX6" fmla="*/ 38046 w 37805"/>
                <a:gd name="connsiteY6" fmla="*/ 15178 h 50559"/>
                <a:gd name="connsiteX7" fmla="*/ 18004 w 37805"/>
                <a:gd name="connsiteY7" fmla="*/ 71 h 50559"/>
                <a:gd name="connsiteX8" fmla="*/ 240 w 37805"/>
                <a:gd name="connsiteY8" fmla="*/ 13432 h 50559"/>
                <a:gd name="connsiteX9" fmla="*/ 4643 w 37805"/>
                <a:gd name="connsiteY9" fmla="*/ 18063 h 50559"/>
                <a:gd name="connsiteX10" fmla="*/ 9122 w 37805"/>
                <a:gd name="connsiteY10" fmla="*/ 13584 h 50559"/>
                <a:gd name="connsiteX11" fmla="*/ 4795 w 37805"/>
                <a:gd name="connsiteY11" fmla="*/ 9105 h 50559"/>
                <a:gd name="connsiteX12" fmla="*/ 16410 w 37805"/>
                <a:gd name="connsiteY12" fmla="*/ 3412 h 50559"/>
                <a:gd name="connsiteX13" fmla="*/ 29923 w 37805"/>
                <a:gd name="connsiteY13" fmla="*/ 15254 h 50559"/>
                <a:gd name="connsiteX14" fmla="*/ 19674 w 37805"/>
                <a:gd name="connsiteY14" fmla="*/ 31424 h 50559"/>
                <a:gd name="connsiteX15" fmla="*/ 1151 w 37805"/>
                <a:gd name="connsiteY15" fmla="*/ 47139 h 50559"/>
                <a:gd name="connsiteX16" fmla="*/ 240 w 37805"/>
                <a:gd name="connsiteY16" fmla="*/ 48353 h 50559"/>
                <a:gd name="connsiteX17" fmla="*/ 240 w 37805"/>
                <a:gd name="connsiteY17" fmla="*/ 50631 h 50559"/>
                <a:gd name="connsiteX18" fmla="*/ 35540 w 37805"/>
                <a:gd name="connsiteY18" fmla="*/ 50631 h 50559"/>
                <a:gd name="connsiteX19" fmla="*/ 38046 w 37805"/>
                <a:gd name="connsiteY19" fmla="*/ 35979 h 505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37805" h="50559">
                  <a:moveTo>
                    <a:pt x="38046" y="35979"/>
                  </a:moveTo>
                  <a:lnTo>
                    <a:pt x="34857" y="35979"/>
                  </a:lnTo>
                  <a:cubicBezTo>
                    <a:pt x="34629" y="37422"/>
                    <a:pt x="33870" y="42128"/>
                    <a:pt x="32656" y="42888"/>
                  </a:cubicBezTo>
                  <a:cubicBezTo>
                    <a:pt x="32048" y="43343"/>
                    <a:pt x="25671" y="43343"/>
                    <a:pt x="24533" y="43343"/>
                  </a:cubicBezTo>
                  <a:lnTo>
                    <a:pt x="9653" y="43343"/>
                  </a:lnTo>
                  <a:cubicBezTo>
                    <a:pt x="14664" y="39623"/>
                    <a:pt x="20281" y="35372"/>
                    <a:pt x="24836" y="32335"/>
                  </a:cubicBezTo>
                  <a:cubicBezTo>
                    <a:pt x="31669" y="27629"/>
                    <a:pt x="38046" y="23225"/>
                    <a:pt x="38046" y="15178"/>
                  </a:cubicBezTo>
                  <a:cubicBezTo>
                    <a:pt x="38046" y="5461"/>
                    <a:pt x="28860" y="71"/>
                    <a:pt x="18004" y="71"/>
                  </a:cubicBezTo>
                  <a:cubicBezTo>
                    <a:pt x="7755" y="71"/>
                    <a:pt x="240" y="5993"/>
                    <a:pt x="240" y="13432"/>
                  </a:cubicBezTo>
                  <a:cubicBezTo>
                    <a:pt x="240" y="17380"/>
                    <a:pt x="3580" y="18063"/>
                    <a:pt x="4643" y="18063"/>
                  </a:cubicBezTo>
                  <a:cubicBezTo>
                    <a:pt x="6693" y="18063"/>
                    <a:pt x="9122" y="16697"/>
                    <a:pt x="9122" y="13584"/>
                  </a:cubicBezTo>
                  <a:cubicBezTo>
                    <a:pt x="9122" y="10851"/>
                    <a:pt x="7148" y="9333"/>
                    <a:pt x="4795" y="9105"/>
                  </a:cubicBezTo>
                  <a:cubicBezTo>
                    <a:pt x="6920" y="5689"/>
                    <a:pt x="11323" y="3412"/>
                    <a:pt x="16410" y="3412"/>
                  </a:cubicBezTo>
                  <a:cubicBezTo>
                    <a:pt x="23773" y="3412"/>
                    <a:pt x="29923" y="7815"/>
                    <a:pt x="29923" y="15254"/>
                  </a:cubicBezTo>
                  <a:cubicBezTo>
                    <a:pt x="29923" y="21631"/>
                    <a:pt x="25520" y="26490"/>
                    <a:pt x="19674" y="31424"/>
                  </a:cubicBezTo>
                  <a:lnTo>
                    <a:pt x="1151" y="47139"/>
                  </a:lnTo>
                  <a:cubicBezTo>
                    <a:pt x="392" y="47822"/>
                    <a:pt x="316" y="47822"/>
                    <a:pt x="240" y="48353"/>
                  </a:cubicBezTo>
                  <a:lnTo>
                    <a:pt x="240" y="50631"/>
                  </a:lnTo>
                  <a:lnTo>
                    <a:pt x="35540" y="50631"/>
                  </a:lnTo>
                  <a:lnTo>
                    <a:pt x="38046" y="35979"/>
                  </a:lnTo>
                  <a:close/>
                </a:path>
              </a:pathLst>
            </a:custGeom>
            <a:solidFill>
              <a:srgbClr val="000000"/>
            </a:solidFill>
            <a:ln w="1520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62" name="任意形状 361">
              <a:extLst>
                <a:ext uri="{FF2B5EF4-FFF2-40B4-BE49-F238E27FC236}">
                  <a16:creationId xmlns:a16="http://schemas.microsoft.com/office/drawing/2014/main" id="{420589AC-6117-87AF-0F99-AA823DB41580}"/>
                </a:ext>
              </a:extLst>
            </p:cNvPr>
            <p:cNvSpPr/>
            <p:nvPr>
              <p:custDataLst>
                <p:tags r:id="rId136"/>
              </p:custDataLst>
            </p:nvPr>
          </p:nvSpPr>
          <p:spPr>
            <a:xfrm>
              <a:off x="6255607" y="3576246"/>
              <a:ext cx="31201" cy="50559"/>
            </a:xfrm>
            <a:custGeom>
              <a:avLst/>
              <a:gdLst>
                <a:gd name="connsiteX0" fmla="*/ 19601 w 31201"/>
                <a:gd name="connsiteY0" fmla="*/ 2349 h 50559"/>
                <a:gd name="connsiteX1" fmla="*/ 16869 w 31201"/>
                <a:gd name="connsiteY1" fmla="*/ 71 h 50559"/>
                <a:gd name="connsiteX2" fmla="*/ 1534 w 31201"/>
                <a:gd name="connsiteY2" fmla="*/ 4930 h 50559"/>
                <a:gd name="connsiteX3" fmla="*/ 243 w 31201"/>
                <a:gd name="connsiteY3" fmla="*/ 4930 h 50559"/>
                <a:gd name="connsiteX4" fmla="*/ 243 w 31201"/>
                <a:gd name="connsiteY4" fmla="*/ 8270 h 50559"/>
                <a:gd name="connsiteX5" fmla="*/ 1534 w 31201"/>
                <a:gd name="connsiteY5" fmla="*/ 8270 h 50559"/>
                <a:gd name="connsiteX6" fmla="*/ 12617 w 31201"/>
                <a:gd name="connsiteY6" fmla="*/ 6145 h 50559"/>
                <a:gd name="connsiteX7" fmla="*/ 12617 w 31201"/>
                <a:gd name="connsiteY7" fmla="*/ 44102 h 50559"/>
                <a:gd name="connsiteX8" fmla="*/ 4570 w 31201"/>
                <a:gd name="connsiteY8" fmla="*/ 47291 h 50559"/>
                <a:gd name="connsiteX9" fmla="*/ 774 w 31201"/>
                <a:gd name="connsiteY9" fmla="*/ 47291 h 50559"/>
                <a:gd name="connsiteX10" fmla="*/ 774 w 31201"/>
                <a:gd name="connsiteY10" fmla="*/ 50631 h 50559"/>
                <a:gd name="connsiteX11" fmla="*/ 16109 w 31201"/>
                <a:gd name="connsiteY11" fmla="*/ 50327 h 50559"/>
                <a:gd name="connsiteX12" fmla="*/ 31444 w 31201"/>
                <a:gd name="connsiteY12" fmla="*/ 50631 h 50559"/>
                <a:gd name="connsiteX13" fmla="*/ 31444 w 31201"/>
                <a:gd name="connsiteY13" fmla="*/ 47291 h 50559"/>
                <a:gd name="connsiteX14" fmla="*/ 27649 w 31201"/>
                <a:gd name="connsiteY14" fmla="*/ 47291 h 50559"/>
                <a:gd name="connsiteX15" fmla="*/ 19601 w 31201"/>
                <a:gd name="connsiteY15" fmla="*/ 44102 h 50559"/>
                <a:gd name="connsiteX16" fmla="*/ 19601 w 31201"/>
                <a:gd name="connsiteY16" fmla="*/ 2349 h 505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31201" h="50559">
                  <a:moveTo>
                    <a:pt x="19601" y="2349"/>
                  </a:moveTo>
                  <a:cubicBezTo>
                    <a:pt x="19601" y="71"/>
                    <a:pt x="19374" y="71"/>
                    <a:pt x="16869" y="71"/>
                  </a:cubicBezTo>
                  <a:cubicBezTo>
                    <a:pt x="11479" y="4930"/>
                    <a:pt x="3052" y="4930"/>
                    <a:pt x="1534" y="4930"/>
                  </a:cubicBezTo>
                  <a:lnTo>
                    <a:pt x="243" y="4930"/>
                  </a:lnTo>
                  <a:lnTo>
                    <a:pt x="243" y="8270"/>
                  </a:lnTo>
                  <a:lnTo>
                    <a:pt x="1534" y="8270"/>
                  </a:lnTo>
                  <a:cubicBezTo>
                    <a:pt x="3280" y="8270"/>
                    <a:pt x="8214" y="8042"/>
                    <a:pt x="12617" y="6145"/>
                  </a:cubicBezTo>
                  <a:lnTo>
                    <a:pt x="12617" y="44102"/>
                  </a:lnTo>
                  <a:cubicBezTo>
                    <a:pt x="12617" y="46456"/>
                    <a:pt x="12617" y="47291"/>
                    <a:pt x="4570" y="47291"/>
                  </a:cubicBezTo>
                  <a:lnTo>
                    <a:pt x="774" y="47291"/>
                  </a:lnTo>
                  <a:lnTo>
                    <a:pt x="774" y="50631"/>
                  </a:lnTo>
                  <a:cubicBezTo>
                    <a:pt x="4950" y="50327"/>
                    <a:pt x="11706" y="50327"/>
                    <a:pt x="16109" y="50327"/>
                  </a:cubicBezTo>
                  <a:cubicBezTo>
                    <a:pt x="20512" y="50327"/>
                    <a:pt x="27269" y="50327"/>
                    <a:pt x="31444" y="50631"/>
                  </a:cubicBezTo>
                  <a:lnTo>
                    <a:pt x="31444" y="47291"/>
                  </a:lnTo>
                  <a:lnTo>
                    <a:pt x="27649" y="47291"/>
                  </a:lnTo>
                  <a:cubicBezTo>
                    <a:pt x="19601" y="47291"/>
                    <a:pt x="19601" y="46456"/>
                    <a:pt x="19601" y="44102"/>
                  </a:cubicBezTo>
                  <a:lnTo>
                    <a:pt x="19601" y="2349"/>
                  </a:lnTo>
                  <a:close/>
                </a:path>
              </a:pathLst>
            </a:custGeom>
            <a:solidFill>
              <a:srgbClr val="000000"/>
            </a:solidFill>
            <a:ln w="1520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63" name="任意形状 362">
              <a:extLst>
                <a:ext uri="{FF2B5EF4-FFF2-40B4-BE49-F238E27FC236}">
                  <a16:creationId xmlns:a16="http://schemas.microsoft.com/office/drawing/2014/main" id="{46740A26-61B3-31A1-1839-C5489B43D044}"/>
                </a:ext>
              </a:extLst>
            </p:cNvPr>
            <p:cNvSpPr/>
            <p:nvPr>
              <p:custDataLst>
                <p:tags r:id="rId137"/>
              </p:custDataLst>
            </p:nvPr>
          </p:nvSpPr>
          <p:spPr>
            <a:xfrm>
              <a:off x="5890686" y="3632879"/>
              <a:ext cx="429663" cy="6072"/>
            </a:xfrm>
            <a:custGeom>
              <a:avLst/>
              <a:gdLst>
                <a:gd name="connsiteX0" fmla="*/ 0 w 429663"/>
                <a:gd name="connsiteY0" fmla="*/ 0 h 6072"/>
                <a:gd name="connsiteX1" fmla="*/ 429664 w 429663"/>
                <a:gd name="connsiteY1" fmla="*/ 0 h 6072"/>
                <a:gd name="connsiteX2" fmla="*/ 429664 w 429663"/>
                <a:gd name="connsiteY2" fmla="*/ 6073 h 6072"/>
                <a:gd name="connsiteX3" fmla="*/ 0 w 429663"/>
                <a:gd name="connsiteY3" fmla="*/ 6073 h 60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29663" h="6072">
                  <a:moveTo>
                    <a:pt x="0" y="0"/>
                  </a:moveTo>
                  <a:lnTo>
                    <a:pt x="429664" y="0"/>
                  </a:lnTo>
                  <a:lnTo>
                    <a:pt x="429664" y="6073"/>
                  </a:lnTo>
                  <a:lnTo>
                    <a:pt x="0" y="6073"/>
                  </a:lnTo>
                  <a:close/>
                </a:path>
              </a:pathLst>
            </a:custGeom>
            <a:solidFill>
              <a:srgbClr val="000000"/>
            </a:solidFill>
            <a:ln w="1520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64" name="任意形状 363">
              <a:extLst>
                <a:ext uri="{FF2B5EF4-FFF2-40B4-BE49-F238E27FC236}">
                  <a16:creationId xmlns:a16="http://schemas.microsoft.com/office/drawing/2014/main" id="{F38B9ED3-CA9A-7F88-7B67-6A4482E26831}"/>
                </a:ext>
              </a:extLst>
            </p:cNvPr>
            <p:cNvSpPr/>
            <p:nvPr>
              <p:custDataLst>
                <p:tags r:id="rId138"/>
              </p:custDataLst>
            </p:nvPr>
          </p:nvSpPr>
          <p:spPr>
            <a:xfrm>
              <a:off x="5898232" y="3679360"/>
              <a:ext cx="42406" cy="47932"/>
            </a:xfrm>
            <a:custGeom>
              <a:avLst/>
              <a:gdLst>
                <a:gd name="connsiteX0" fmla="*/ 38481 w 42406"/>
                <a:gd name="connsiteY0" fmla="*/ 6986 h 47932"/>
                <a:gd name="connsiteX1" fmla="*/ 34017 w 42406"/>
                <a:gd name="connsiteY1" fmla="*/ 11981 h 47932"/>
                <a:gd name="connsiteX2" fmla="*/ 37525 w 42406"/>
                <a:gd name="connsiteY2" fmla="*/ 15382 h 47932"/>
                <a:gd name="connsiteX3" fmla="*/ 42626 w 42406"/>
                <a:gd name="connsiteY3" fmla="*/ 9324 h 47932"/>
                <a:gd name="connsiteX4" fmla="*/ 28491 w 42406"/>
                <a:gd name="connsiteY4" fmla="*/ 78 h 47932"/>
                <a:gd name="connsiteX5" fmla="*/ 8935 w 42406"/>
                <a:gd name="connsiteY5" fmla="*/ 15595 h 47932"/>
                <a:gd name="connsiteX6" fmla="*/ 12655 w 42406"/>
                <a:gd name="connsiteY6" fmla="*/ 23353 h 47932"/>
                <a:gd name="connsiteX7" fmla="*/ 24665 w 42406"/>
                <a:gd name="connsiteY7" fmla="*/ 27180 h 47932"/>
                <a:gd name="connsiteX8" fmla="*/ 33699 w 42406"/>
                <a:gd name="connsiteY8" fmla="*/ 34194 h 47932"/>
                <a:gd name="connsiteX9" fmla="*/ 28066 w 42406"/>
                <a:gd name="connsiteY9" fmla="*/ 42697 h 47932"/>
                <a:gd name="connsiteX10" fmla="*/ 17437 w 42406"/>
                <a:gd name="connsiteY10" fmla="*/ 45035 h 47932"/>
                <a:gd name="connsiteX11" fmla="*/ 4684 w 42406"/>
                <a:gd name="connsiteY11" fmla="*/ 40571 h 47932"/>
                <a:gd name="connsiteX12" fmla="*/ 10529 w 42406"/>
                <a:gd name="connsiteY12" fmla="*/ 34513 h 47932"/>
                <a:gd name="connsiteX13" fmla="*/ 6384 w 42406"/>
                <a:gd name="connsiteY13" fmla="*/ 30581 h 47932"/>
                <a:gd name="connsiteX14" fmla="*/ 220 w 42406"/>
                <a:gd name="connsiteY14" fmla="*/ 37701 h 47932"/>
                <a:gd name="connsiteX15" fmla="*/ 17331 w 42406"/>
                <a:gd name="connsiteY15" fmla="*/ 48011 h 47932"/>
                <a:gd name="connsiteX16" fmla="*/ 40501 w 42406"/>
                <a:gd name="connsiteY16" fmla="*/ 30474 h 47932"/>
                <a:gd name="connsiteX17" fmla="*/ 25834 w 42406"/>
                <a:gd name="connsiteY17" fmla="*/ 18039 h 47932"/>
                <a:gd name="connsiteX18" fmla="*/ 21582 w 42406"/>
                <a:gd name="connsiteY18" fmla="*/ 17189 h 47932"/>
                <a:gd name="connsiteX19" fmla="*/ 15737 w 42406"/>
                <a:gd name="connsiteY19" fmla="*/ 11875 h 47932"/>
                <a:gd name="connsiteX20" fmla="*/ 19988 w 42406"/>
                <a:gd name="connsiteY20" fmla="*/ 5073 h 47932"/>
                <a:gd name="connsiteX21" fmla="*/ 28384 w 42406"/>
                <a:gd name="connsiteY21" fmla="*/ 3054 h 47932"/>
                <a:gd name="connsiteX22" fmla="*/ 38481 w 42406"/>
                <a:gd name="connsiteY22" fmla="*/ 6986 h 479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42406" h="47932">
                  <a:moveTo>
                    <a:pt x="38481" y="6986"/>
                  </a:moveTo>
                  <a:cubicBezTo>
                    <a:pt x="35718" y="7624"/>
                    <a:pt x="34017" y="9856"/>
                    <a:pt x="34017" y="11981"/>
                  </a:cubicBezTo>
                  <a:cubicBezTo>
                    <a:pt x="34017" y="14426"/>
                    <a:pt x="36143" y="15382"/>
                    <a:pt x="37525" y="15382"/>
                  </a:cubicBezTo>
                  <a:cubicBezTo>
                    <a:pt x="38587" y="15382"/>
                    <a:pt x="42626" y="14745"/>
                    <a:pt x="42626" y="9324"/>
                  </a:cubicBezTo>
                  <a:cubicBezTo>
                    <a:pt x="42626" y="2416"/>
                    <a:pt x="34974" y="78"/>
                    <a:pt x="28491" y="78"/>
                  </a:cubicBezTo>
                  <a:cubicBezTo>
                    <a:pt x="11911" y="78"/>
                    <a:pt x="8935" y="12300"/>
                    <a:pt x="8935" y="15595"/>
                  </a:cubicBezTo>
                  <a:cubicBezTo>
                    <a:pt x="8935" y="19527"/>
                    <a:pt x="11167" y="22078"/>
                    <a:pt x="12655" y="23353"/>
                  </a:cubicBezTo>
                  <a:cubicBezTo>
                    <a:pt x="15418" y="25479"/>
                    <a:pt x="17331" y="25904"/>
                    <a:pt x="24665" y="27180"/>
                  </a:cubicBezTo>
                  <a:cubicBezTo>
                    <a:pt x="26897" y="27605"/>
                    <a:pt x="33699" y="28880"/>
                    <a:pt x="33699" y="34194"/>
                  </a:cubicBezTo>
                  <a:cubicBezTo>
                    <a:pt x="33699" y="36001"/>
                    <a:pt x="32529" y="40040"/>
                    <a:pt x="28066" y="42697"/>
                  </a:cubicBezTo>
                  <a:cubicBezTo>
                    <a:pt x="23921" y="45035"/>
                    <a:pt x="18713" y="45035"/>
                    <a:pt x="17437" y="45035"/>
                  </a:cubicBezTo>
                  <a:cubicBezTo>
                    <a:pt x="13186" y="45035"/>
                    <a:pt x="7128" y="44078"/>
                    <a:pt x="4684" y="40571"/>
                  </a:cubicBezTo>
                  <a:cubicBezTo>
                    <a:pt x="8191" y="40146"/>
                    <a:pt x="10529" y="37489"/>
                    <a:pt x="10529" y="34513"/>
                  </a:cubicBezTo>
                  <a:cubicBezTo>
                    <a:pt x="10529" y="31856"/>
                    <a:pt x="8616" y="30581"/>
                    <a:pt x="6384" y="30581"/>
                  </a:cubicBezTo>
                  <a:cubicBezTo>
                    <a:pt x="3302" y="30581"/>
                    <a:pt x="220" y="33025"/>
                    <a:pt x="220" y="37701"/>
                  </a:cubicBezTo>
                  <a:cubicBezTo>
                    <a:pt x="220" y="44078"/>
                    <a:pt x="7022" y="48011"/>
                    <a:pt x="17331" y="48011"/>
                  </a:cubicBezTo>
                  <a:cubicBezTo>
                    <a:pt x="36887" y="48011"/>
                    <a:pt x="40501" y="34619"/>
                    <a:pt x="40501" y="30474"/>
                  </a:cubicBezTo>
                  <a:cubicBezTo>
                    <a:pt x="40501" y="20696"/>
                    <a:pt x="29766" y="18783"/>
                    <a:pt x="25834" y="18039"/>
                  </a:cubicBezTo>
                  <a:cubicBezTo>
                    <a:pt x="24877" y="17827"/>
                    <a:pt x="22220" y="17402"/>
                    <a:pt x="21582" y="17189"/>
                  </a:cubicBezTo>
                  <a:cubicBezTo>
                    <a:pt x="17650" y="16445"/>
                    <a:pt x="15737" y="14213"/>
                    <a:pt x="15737" y="11875"/>
                  </a:cubicBezTo>
                  <a:cubicBezTo>
                    <a:pt x="15737" y="9431"/>
                    <a:pt x="17650" y="6561"/>
                    <a:pt x="19988" y="5073"/>
                  </a:cubicBezTo>
                  <a:cubicBezTo>
                    <a:pt x="22858" y="3266"/>
                    <a:pt x="26578" y="3054"/>
                    <a:pt x="28384" y="3054"/>
                  </a:cubicBezTo>
                  <a:cubicBezTo>
                    <a:pt x="30616" y="3054"/>
                    <a:pt x="36143" y="3373"/>
                    <a:pt x="38481" y="6986"/>
                  </a:cubicBezTo>
                  <a:close/>
                </a:path>
              </a:pathLst>
            </a:custGeom>
            <a:solidFill>
              <a:srgbClr val="000000"/>
            </a:solidFill>
            <a:ln w="1520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65" name="任意形状 364">
              <a:extLst>
                <a:ext uri="{FF2B5EF4-FFF2-40B4-BE49-F238E27FC236}">
                  <a16:creationId xmlns:a16="http://schemas.microsoft.com/office/drawing/2014/main" id="{F9CB2B40-1440-F0C6-7E13-3C36E9A48F39}"/>
                </a:ext>
              </a:extLst>
            </p:cNvPr>
            <p:cNvSpPr/>
            <p:nvPr>
              <p:custDataLst>
                <p:tags r:id="rId139"/>
              </p:custDataLst>
            </p:nvPr>
          </p:nvSpPr>
          <p:spPr>
            <a:xfrm>
              <a:off x="5958848" y="3690854"/>
              <a:ext cx="31201" cy="50559"/>
            </a:xfrm>
            <a:custGeom>
              <a:avLst/>
              <a:gdLst>
                <a:gd name="connsiteX0" fmla="*/ 19582 w 31201"/>
                <a:gd name="connsiteY0" fmla="*/ 2356 h 50559"/>
                <a:gd name="connsiteX1" fmla="*/ 16849 w 31201"/>
                <a:gd name="connsiteY1" fmla="*/ 79 h 50559"/>
                <a:gd name="connsiteX2" fmla="*/ 1514 w 31201"/>
                <a:gd name="connsiteY2" fmla="*/ 4937 h 50559"/>
                <a:gd name="connsiteX3" fmla="*/ 224 w 31201"/>
                <a:gd name="connsiteY3" fmla="*/ 4937 h 50559"/>
                <a:gd name="connsiteX4" fmla="*/ 224 w 31201"/>
                <a:gd name="connsiteY4" fmla="*/ 8278 h 50559"/>
                <a:gd name="connsiteX5" fmla="*/ 1514 w 31201"/>
                <a:gd name="connsiteY5" fmla="*/ 8278 h 50559"/>
                <a:gd name="connsiteX6" fmla="*/ 12598 w 31201"/>
                <a:gd name="connsiteY6" fmla="*/ 6152 h 50559"/>
                <a:gd name="connsiteX7" fmla="*/ 12598 w 31201"/>
                <a:gd name="connsiteY7" fmla="*/ 44110 h 50559"/>
                <a:gd name="connsiteX8" fmla="*/ 4551 w 31201"/>
                <a:gd name="connsiteY8" fmla="*/ 47298 h 50559"/>
                <a:gd name="connsiteX9" fmla="*/ 755 w 31201"/>
                <a:gd name="connsiteY9" fmla="*/ 47298 h 50559"/>
                <a:gd name="connsiteX10" fmla="*/ 755 w 31201"/>
                <a:gd name="connsiteY10" fmla="*/ 50638 h 50559"/>
                <a:gd name="connsiteX11" fmla="*/ 16090 w 31201"/>
                <a:gd name="connsiteY11" fmla="*/ 50335 h 50559"/>
                <a:gd name="connsiteX12" fmla="*/ 31425 w 31201"/>
                <a:gd name="connsiteY12" fmla="*/ 50638 h 50559"/>
                <a:gd name="connsiteX13" fmla="*/ 31425 w 31201"/>
                <a:gd name="connsiteY13" fmla="*/ 47298 h 50559"/>
                <a:gd name="connsiteX14" fmla="*/ 27629 w 31201"/>
                <a:gd name="connsiteY14" fmla="*/ 47298 h 50559"/>
                <a:gd name="connsiteX15" fmla="*/ 19582 w 31201"/>
                <a:gd name="connsiteY15" fmla="*/ 44110 h 50559"/>
                <a:gd name="connsiteX16" fmla="*/ 19582 w 31201"/>
                <a:gd name="connsiteY16" fmla="*/ 2356 h 505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31201" h="50559">
                  <a:moveTo>
                    <a:pt x="19582" y="2356"/>
                  </a:moveTo>
                  <a:cubicBezTo>
                    <a:pt x="19582" y="79"/>
                    <a:pt x="19354" y="79"/>
                    <a:pt x="16849" y="79"/>
                  </a:cubicBezTo>
                  <a:cubicBezTo>
                    <a:pt x="11459" y="4937"/>
                    <a:pt x="3032" y="4937"/>
                    <a:pt x="1514" y="4937"/>
                  </a:cubicBezTo>
                  <a:lnTo>
                    <a:pt x="224" y="4937"/>
                  </a:lnTo>
                  <a:lnTo>
                    <a:pt x="224" y="8278"/>
                  </a:lnTo>
                  <a:lnTo>
                    <a:pt x="1514" y="8278"/>
                  </a:lnTo>
                  <a:cubicBezTo>
                    <a:pt x="3260" y="8278"/>
                    <a:pt x="8195" y="8050"/>
                    <a:pt x="12598" y="6152"/>
                  </a:cubicBezTo>
                  <a:lnTo>
                    <a:pt x="12598" y="44110"/>
                  </a:lnTo>
                  <a:cubicBezTo>
                    <a:pt x="12598" y="46463"/>
                    <a:pt x="12598" y="47298"/>
                    <a:pt x="4551" y="47298"/>
                  </a:cubicBezTo>
                  <a:lnTo>
                    <a:pt x="755" y="47298"/>
                  </a:lnTo>
                  <a:lnTo>
                    <a:pt x="755" y="50638"/>
                  </a:lnTo>
                  <a:cubicBezTo>
                    <a:pt x="4930" y="50335"/>
                    <a:pt x="11687" y="50335"/>
                    <a:pt x="16090" y="50335"/>
                  </a:cubicBezTo>
                  <a:cubicBezTo>
                    <a:pt x="20493" y="50335"/>
                    <a:pt x="27249" y="50335"/>
                    <a:pt x="31425" y="50638"/>
                  </a:cubicBezTo>
                  <a:lnTo>
                    <a:pt x="31425" y="47298"/>
                  </a:lnTo>
                  <a:lnTo>
                    <a:pt x="27629" y="47298"/>
                  </a:lnTo>
                  <a:cubicBezTo>
                    <a:pt x="19582" y="47298"/>
                    <a:pt x="19582" y="46463"/>
                    <a:pt x="19582" y="44110"/>
                  </a:cubicBezTo>
                  <a:lnTo>
                    <a:pt x="19582" y="2356"/>
                  </a:lnTo>
                  <a:close/>
                </a:path>
              </a:pathLst>
            </a:custGeom>
            <a:solidFill>
              <a:srgbClr val="000000"/>
            </a:solidFill>
            <a:ln w="1520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66" name="任意形状 365">
              <a:extLst>
                <a:ext uri="{FF2B5EF4-FFF2-40B4-BE49-F238E27FC236}">
                  <a16:creationId xmlns:a16="http://schemas.microsoft.com/office/drawing/2014/main" id="{5D335730-5D41-8057-FA1E-72AB1FFEC3AC}"/>
                </a:ext>
              </a:extLst>
            </p:cNvPr>
            <p:cNvSpPr/>
            <p:nvPr>
              <p:custDataLst>
                <p:tags r:id="rId140"/>
              </p:custDataLst>
            </p:nvPr>
          </p:nvSpPr>
          <p:spPr>
            <a:xfrm>
              <a:off x="6006566" y="3690854"/>
              <a:ext cx="37805" cy="50559"/>
            </a:xfrm>
            <a:custGeom>
              <a:avLst/>
              <a:gdLst>
                <a:gd name="connsiteX0" fmla="*/ 38033 w 37805"/>
                <a:gd name="connsiteY0" fmla="*/ 35987 h 50559"/>
                <a:gd name="connsiteX1" fmla="*/ 34844 w 37805"/>
                <a:gd name="connsiteY1" fmla="*/ 35987 h 50559"/>
                <a:gd name="connsiteX2" fmla="*/ 32643 w 37805"/>
                <a:gd name="connsiteY2" fmla="*/ 42895 h 50559"/>
                <a:gd name="connsiteX3" fmla="*/ 24520 w 37805"/>
                <a:gd name="connsiteY3" fmla="*/ 43351 h 50559"/>
                <a:gd name="connsiteX4" fmla="*/ 9641 w 37805"/>
                <a:gd name="connsiteY4" fmla="*/ 43351 h 50559"/>
                <a:gd name="connsiteX5" fmla="*/ 24824 w 37805"/>
                <a:gd name="connsiteY5" fmla="*/ 32343 h 50559"/>
                <a:gd name="connsiteX6" fmla="*/ 38033 w 37805"/>
                <a:gd name="connsiteY6" fmla="*/ 15186 h 50559"/>
                <a:gd name="connsiteX7" fmla="*/ 17991 w 37805"/>
                <a:gd name="connsiteY7" fmla="*/ 79 h 50559"/>
                <a:gd name="connsiteX8" fmla="*/ 227 w 37805"/>
                <a:gd name="connsiteY8" fmla="*/ 13440 h 50559"/>
                <a:gd name="connsiteX9" fmla="*/ 4630 w 37805"/>
                <a:gd name="connsiteY9" fmla="*/ 18071 h 50559"/>
                <a:gd name="connsiteX10" fmla="*/ 9109 w 37805"/>
                <a:gd name="connsiteY10" fmla="*/ 13592 h 50559"/>
                <a:gd name="connsiteX11" fmla="*/ 4782 w 37805"/>
                <a:gd name="connsiteY11" fmla="*/ 9113 h 50559"/>
                <a:gd name="connsiteX12" fmla="*/ 16397 w 37805"/>
                <a:gd name="connsiteY12" fmla="*/ 3419 h 50559"/>
                <a:gd name="connsiteX13" fmla="*/ 29910 w 37805"/>
                <a:gd name="connsiteY13" fmla="*/ 15262 h 50559"/>
                <a:gd name="connsiteX14" fmla="*/ 19661 w 37805"/>
                <a:gd name="connsiteY14" fmla="*/ 31432 h 50559"/>
                <a:gd name="connsiteX15" fmla="*/ 1138 w 37805"/>
                <a:gd name="connsiteY15" fmla="*/ 47146 h 50559"/>
                <a:gd name="connsiteX16" fmla="*/ 227 w 37805"/>
                <a:gd name="connsiteY16" fmla="*/ 48361 h 50559"/>
                <a:gd name="connsiteX17" fmla="*/ 227 w 37805"/>
                <a:gd name="connsiteY17" fmla="*/ 50638 h 50559"/>
                <a:gd name="connsiteX18" fmla="*/ 35528 w 37805"/>
                <a:gd name="connsiteY18" fmla="*/ 50638 h 50559"/>
                <a:gd name="connsiteX19" fmla="*/ 38033 w 37805"/>
                <a:gd name="connsiteY19" fmla="*/ 35987 h 505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37805" h="50559">
                  <a:moveTo>
                    <a:pt x="38033" y="35987"/>
                  </a:moveTo>
                  <a:lnTo>
                    <a:pt x="34844" y="35987"/>
                  </a:lnTo>
                  <a:cubicBezTo>
                    <a:pt x="34617" y="37429"/>
                    <a:pt x="33858" y="42136"/>
                    <a:pt x="32643" y="42895"/>
                  </a:cubicBezTo>
                  <a:cubicBezTo>
                    <a:pt x="32036" y="43351"/>
                    <a:pt x="25659" y="43351"/>
                    <a:pt x="24520" y="43351"/>
                  </a:cubicBezTo>
                  <a:lnTo>
                    <a:pt x="9641" y="43351"/>
                  </a:lnTo>
                  <a:cubicBezTo>
                    <a:pt x="14651" y="39631"/>
                    <a:pt x="20269" y="35379"/>
                    <a:pt x="24824" y="32343"/>
                  </a:cubicBezTo>
                  <a:cubicBezTo>
                    <a:pt x="31656" y="27636"/>
                    <a:pt x="38033" y="23233"/>
                    <a:pt x="38033" y="15186"/>
                  </a:cubicBezTo>
                  <a:cubicBezTo>
                    <a:pt x="38033" y="5469"/>
                    <a:pt x="28847" y="79"/>
                    <a:pt x="17991" y="79"/>
                  </a:cubicBezTo>
                  <a:cubicBezTo>
                    <a:pt x="7743" y="79"/>
                    <a:pt x="227" y="6000"/>
                    <a:pt x="227" y="13440"/>
                  </a:cubicBezTo>
                  <a:cubicBezTo>
                    <a:pt x="227" y="17388"/>
                    <a:pt x="3567" y="18071"/>
                    <a:pt x="4630" y="18071"/>
                  </a:cubicBezTo>
                  <a:cubicBezTo>
                    <a:pt x="6680" y="18071"/>
                    <a:pt x="9109" y="16704"/>
                    <a:pt x="9109" y="13592"/>
                  </a:cubicBezTo>
                  <a:cubicBezTo>
                    <a:pt x="9109" y="10859"/>
                    <a:pt x="7135" y="9341"/>
                    <a:pt x="4782" y="9113"/>
                  </a:cubicBezTo>
                  <a:cubicBezTo>
                    <a:pt x="6908" y="5697"/>
                    <a:pt x="11311" y="3419"/>
                    <a:pt x="16397" y="3419"/>
                  </a:cubicBezTo>
                  <a:cubicBezTo>
                    <a:pt x="23761" y="3419"/>
                    <a:pt x="29910" y="7822"/>
                    <a:pt x="29910" y="15262"/>
                  </a:cubicBezTo>
                  <a:cubicBezTo>
                    <a:pt x="29910" y="21639"/>
                    <a:pt x="25507" y="26497"/>
                    <a:pt x="19661" y="31432"/>
                  </a:cubicBezTo>
                  <a:lnTo>
                    <a:pt x="1138" y="47146"/>
                  </a:lnTo>
                  <a:cubicBezTo>
                    <a:pt x="379" y="47830"/>
                    <a:pt x="303" y="47830"/>
                    <a:pt x="227" y="48361"/>
                  </a:cubicBezTo>
                  <a:lnTo>
                    <a:pt x="227" y="50638"/>
                  </a:lnTo>
                  <a:lnTo>
                    <a:pt x="35528" y="50638"/>
                  </a:lnTo>
                  <a:lnTo>
                    <a:pt x="38033" y="35987"/>
                  </a:lnTo>
                  <a:close/>
                </a:path>
              </a:pathLst>
            </a:custGeom>
            <a:solidFill>
              <a:srgbClr val="000000"/>
            </a:solidFill>
            <a:ln w="1520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67" name="任意形状 366">
              <a:extLst>
                <a:ext uri="{FF2B5EF4-FFF2-40B4-BE49-F238E27FC236}">
                  <a16:creationId xmlns:a16="http://schemas.microsoft.com/office/drawing/2014/main" id="{AC054655-3A5C-A610-B8FB-A1DD42FBA587}"/>
                </a:ext>
              </a:extLst>
            </p:cNvPr>
            <p:cNvSpPr/>
            <p:nvPr>
              <p:custDataLst>
                <p:tags r:id="rId141"/>
              </p:custDataLst>
            </p:nvPr>
          </p:nvSpPr>
          <p:spPr>
            <a:xfrm>
              <a:off x="6066354" y="3660442"/>
              <a:ext cx="78223" cy="78329"/>
            </a:xfrm>
            <a:custGeom>
              <a:avLst/>
              <a:gdLst>
                <a:gd name="connsiteX0" fmla="*/ 42000 w 78223"/>
                <a:gd name="connsiteY0" fmla="*/ 41846 h 78329"/>
                <a:gd name="connsiteX1" fmla="*/ 74522 w 78223"/>
                <a:gd name="connsiteY1" fmla="*/ 41846 h 78329"/>
                <a:gd name="connsiteX2" fmla="*/ 78454 w 78223"/>
                <a:gd name="connsiteY2" fmla="*/ 39296 h 78329"/>
                <a:gd name="connsiteX3" fmla="*/ 74522 w 78223"/>
                <a:gd name="connsiteY3" fmla="*/ 36639 h 78329"/>
                <a:gd name="connsiteX4" fmla="*/ 42000 w 78223"/>
                <a:gd name="connsiteY4" fmla="*/ 36639 h 78329"/>
                <a:gd name="connsiteX5" fmla="*/ 42000 w 78223"/>
                <a:gd name="connsiteY5" fmla="*/ 4010 h 78329"/>
                <a:gd name="connsiteX6" fmla="*/ 39449 w 78223"/>
                <a:gd name="connsiteY6" fmla="*/ 78 h 78329"/>
                <a:gd name="connsiteX7" fmla="*/ 36792 w 78223"/>
                <a:gd name="connsiteY7" fmla="*/ 4010 h 78329"/>
                <a:gd name="connsiteX8" fmla="*/ 36792 w 78223"/>
                <a:gd name="connsiteY8" fmla="*/ 36639 h 78329"/>
                <a:gd name="connsiteX9" fmla="*/ 4163 w 78223"/>
                <a:gd name="connsiteY9" fmla="*/ 36639 h 78329"/>
                <a:gd name="connsiteX10" fmla="*/ 231 w 78223"/>
                <a:gd name="connsiteY10" fmla="*/ 39189 h 78329"/>
                <a:gd name="connsiteX11" fmla="*/ 4163 w 78223"/>
                <a:gd name="connsiteY11" fmla="*/ 41846 h 78329"/>
                <a:gd name="connsiteX12" fmla="*/ 36792 w 78223"/>
                <a:gd name="connsiteY12" fmla="*/ 41846 h 78329"/>
                <a:gd name="connsiteX13" fmla="*/ 36792 w 78223"/>
                <a:gd name="connsiteY13" fmla="*/ 74475 h 78329"/>
                <a:gd name="connsiteX14" fmla="*/ 39342 w 78223"/>
                <a:gd name="connsiteY14" fmla="*/ 78407 h 78329"/>
                <a:gd name="connsiteX15" fmla="*/ 42000 w 78223"/>
                <a:gd name="connsiteY15" fmla="*/ 74475 h 78329"/>
                <a:gd name="connsiteX16" fmla="*/ 42000 w 78223"/>
                <a:gd name="connsiteY16" fmla="*/ 41846 h 783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78223" h="78329">
                  <a:moveTo>
                    <a:pt x="42000" y="41846"/>
                  </a:moveTo>
                  <a:lnTo>
                    <a:pt x="74522" y="41846"/>
                  </a:lnTo>
                  <a:cubicBezTo>
                    <a:pt x="75903" y="41846"/>
                    <a:pt x="78454" y="41846"/>
                    <a:pt x="78454" y="39296"/>
                  </a:cubicBezTo>
                  <a:cubicBezTo>
                    <a:pt x="78454" y="36639"/>
                    <a:pt x="76010" y="36639"/>
                    <a:pt x="74522" y="36639"/>
                  </a:cubicBezTo>
                  <a:lnTo>
                    <a:pt x="42000" y="36639"/>
                  </a:lnTo>
                  <a:lnTo>
                    <a:pt x="42000" y="4010"/>
                  </a:lnTo>
                  <a:cubicBezTo>
                    <a:pt x="42000" y="2629"/>
                    <a:pt x="42000" y="78"/>
                    <a:pt x="39449" y="78"/>
                  </a:cubicBezTo>
                  <a:cubicBezTo>
                    <a:pt x="36792" y="78"/>
                    <a:pt x="36792" y="2522"/>
                    <a:pt x="36792" y="4010"/>
                  </a:cubicBezTo>
                  <a:lnTo>
                    <a:pt x="36792" y="36639"/>
                  </a:lnTo>
                  <a:lnTo>
                    <a:pt x="4163" y="36639"/>
                  </a:lnTo>
                  <a:cubicBezTo>
                    <a:pt x="2782" y="36639"/>
                    <a:pt x="231" y="36639"/>
                    <a:pt x="231" y="39189"/>
                  </a:cubicBezTo>
                  <a:cubicBezTo>
                    <a:pt x="231" y="41846"/>
                    <a:pt x="2675" y="41846"/>
                    <a:pt x="4163" y="41846"/>
                  </a:cubicBezTo>
                  <a:lnTo>
                    <a:pt x="36792" y="41846"/>
                  </a:lnTo>
                  <a:lnTo>
                    <a:pt x="36792" y="74475"/>
                  </a:lnTo>
                  <a:cubicBezTo>
                    <a:pt x="36792" y="75857"/>
                    <a:pt x="36792" y="78407"/>
                    <a:pt x="39342" y="78407"/>
                  </a:cubicBezTo>
                  <a:cubicBezTo>
                    <a:pt x="42000" y="78407"/>
                    <a:pt x="42000" y="75963"/>
                    <a:pt x="42000" y="74475"/>
                  </a:cubicBezTo>
                  <a:lnTo>
                    <a:pt x="42000" y="41846"/>
                  </a:lnTo>
                  <a:close/>
                </a:path>
              </a:pathLst>
            </a:custGeom>
            <a:solidFill>
              <a:srgbClr val="000000"/>
            </a:solidFill>
            <a:ln w="1520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68" name="任意形状 367">
              <a:extLst>
                <a:ext uri="{FF2B5EF4-FFF2-40B4-BE49-F238E27FC236}">
                  <a16:creationId xmlns:a16="http://schemas.microsoft.com/office/drawing/2014/main" id="{70A10BF2-3F03-B8FA-4756-131848F27BB1}"/>
                </a:ext>
              </a:extLst>
            </p:cNvPr>
            <p:cNvSpPr/>
            <p:nvPr>
              <p:custDataLst>
                <p:tags r:id="rId142"/>
              </p:custDataLst>
            </p:nvPr>
          </p:nvSpPr>
          <p:spPr>
            <a:xfrm>
              <a:off x="6159668" y="3679360"/>
              <a:ext cx="42406" cy="47932"/>
            </a:xfrm>
            <a:custGeom>
              <a:avLst/>
              <a:gdLst>
                <a:gd name="connsiteX0" fmla="*/ 38498 w 42406"/>
                <a:gd name="connsiteY0" fmla="*/ 6986 h 47932"/>
                <a:gd name="connsiteX1" fmla="*/ 34035 w 42406"/>
                <a:gd name="connsiteY1" fmla="*/ 11981 h 47932"/>
                <a:gd name="connsiteX2" fmla="*/ 37542 w 42406"/>
                <a:gd name="connsiteY2" fmla="*/ 15382 h 47932"/>
                <a:gd name="connsiteX3" fmla="*/ 42643 w 42406"/>
                <a:gd name="connsiteY3" fmla="*/ 9324 h 47932"/>
                <a:gd name="connsiteX4" fmla="*/ 28508 w 42406"/>
                <a:gd name="connsiteY4" fmla="*/ 78 h 47932"/>
                <a:gd name="connsiteX5" fmla="*/ 8952 w 42406"/>
                <a:gd name="connsiteY5" fmla="*/ 15595 h 47932"/>
                <a:gd name="connsiteX6" fmla="*/ 12672 w 42406"/>
                <a:gd name="connsiteY6" fmla="*/ 23353 h 47932"/>
                <a:gd name="connsiteX7" fmla="*/ 24682 w 42406"/>
                <a:gd name="connsiteY7" fmla="*/ 27180 h 47932"/>
                <a:gd name="connsiteX8" fmla="*/ 33716 w 42406"/>
                <a:gd name="connsiteY8" fmla="*/ 34194 h 47932"/>
                <a:gd name="connsiteX9" fmla="*/ 28083 w 42406"/>
                <a:gd name="connsiteY9" fmla="*/ 42697 h 47932"/>
                <a:gd name="connsiteX10" fmla="*/ 17455 w 42406"/>
                <a:gd name="connsiteY10" fmla="*/ 45035 h 47932"/>
                <a:gd name="connsiteX11" fmla="*/ 4701 w 42406"/>
                <a:gd name="connsiteY11" fmla="*/ 40571 h 47932"/>
                <a:gd name="connsiteX12" fmla="*/ 10546 w 42406"/>
                <a:gd name="connsiteY12" fmla="*/ 34513 h 47932"/>
                <a:gd name="connsiteX13" fmla="*/ 6401 w 42406"/>
                <a:gd name="connsiteY13" fmla="*/ 30581 h 47932"/>
                <a:gd name="connsiteX14" fmla="*/ 237 w 42406"/>
                <a:gd name="connsiteY14" fmla="*/ 37701 h 47932"/>
                <a:gd name="connsiteX15" fmla="*/ 17348 w 42406"/>
                <a:gd name="connsiteY15" fmla="*/ 48011 h 47932"/>
                <a:gd name="connsiteX16" fmla="*/ 40518 w 42406"/>
                <a:gd name="connsiteY16" fmla="*/ 30474 h 47932"/>
                <a:gd name="connsiteX17" fmla="*/ 25851 w 42406"/>
                <a:gd name="connsiteY17" fmla="*/ 18039 h 47932"/>
                <a:gd name="connsiteX18" fmla="*/ 21600 w 42406"/>
                <a:gd name="connsiteY18" fmla="*/ 17189 h 47932"/>
                <a:gd name="connsiteX19" fmla="*/ 15754 w 42406"/>
                <a:gd name="connsiteY19" fmla="*/ 11875 h 47932"/>
                <a:gd name="connsiteX20" fmla="*/ 20005 w 42406"/>
                <a:gd name="connsiteY20" fmla="*/ 5073 h 47932"/>
                <a:gd name="connsiteX21" fmla="*/ 28402 w 42406"/>
                <a:gd name="connsiteY21" fmla="*/ 3054 h 47932"/>
                <a:gd name="connsiteX22" fmla="*/ 38498 w 42406"/>
                <a:gd name="connsiteY22" fmla="*/ 6986 h 479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42406" h="47932">
                  <a:moveTo>
                    <a:pt x="38498" y="6986"/>
                  </a:moveTo>
                  <a:cubicBezTo>
                    <a:pt x="35735" y="7624"/>
                    <a:pt x="34035" y="9856"/>
                    <a:pt x="34035" y="11981"/>
                  </a:cubicBezTo>
                  <a:cubicBezTo>
                    <a:pt x="34035" y="14426"/>
                    <a:pt x="36160" y="15382"/>
                    <a:pt x="37542" y="15382"/>
                  </a:cubicBezTo>
                  <a:cubicBezTo>
                    <a:pt x="38605" y="15382"/>
                    <a:pt x="42643" y="14745"/>
                    <a:pt x="42643" y="9324"/>
                  </a:cubicBezTo>
                  <a:cubicBezTo>
                    <a:pt x="42643" y="2416"/>
                    <a:pt x="34991" y="78"/>
                    <a:pt x="28508" y="78"/>
                  </a:cubicBezTo>
                  <a:cubicBezTo>
                    <a:pt x="11928" y="78"/>
                    <a:pt x="8952" y="12300"/>
                    <a:pt x="8952" y="15595"/>
                  </a:cubicBezTo>
                  <a:cubicBezTo>
                    <a:pt x="8952" y="19527"/>
                    <a:pt x="11184" y="22078"/>
                    <a:pt x="12672" y="23353"/>
                  </a:cubicBezTo>
                  <a:cubicBezTo>
                    <a:pt x="15435" y="25479"/>
                    <a:pt x="17348" y="25904"/>
                    <a:pt x="24682" y="27180"/>
                  </a:cubicBezTo>
                  <a:cubicBezTo>
                    <a:pt x="26914" y="27605"/>
                    <a:pt x="33716" y="28880"/>
                    <a:pt x="33716" y="34194"/>
                  </a:cubicBezTo>
                  <a:cubicBezTo>
                    <a:pt x="33716" y="36001"/>
                    <a:pt x="32547" y="40040"/>
                    <a:pt x="28083" y="42697"/>
                  </a:cubicBezTo>
                  <a:cubicBezTo>
                    <a:pt x="23938" y="45035"/>
                    <a:pt x="18730" y="45035"/>
                    <a:pt x="17455" y="45035"/>
                  </a:cubicBezTo>
                  <a:cubicBezTo>
                    <a:pt x="13203" y="45035"/>
                    <a:pt x="7145" y="44078"/>
                    <a:pt x="4701" y="40571"/>
                  </a:cubicBezTo>
                  <a:cubicBezTo>
                    <a:pt x="8208" y="40146"/>
                    <a:pt x="10546" y="37489"/>
                    <a:pt x="10546" y="34513"/>
                  </a:cubicBezTo>
                  <a:cubicBezTo>
                    <a:pt x="10546" y="31856"/>
                    <a:pt x="8633" y="30581"/>
                    <a:pt x="6401" y="30581"/>
                  </a:cubicBezTo>
                  <a:cubicBezTo>
                    <a:pt x="3319" y="30581"/>
                    <a:pt x="237" y="33025"/>
                    <a:pt x="237" y="37701"/>
                  </a:cubicBezTo>
                  <a:cubicBezTo>
                    <a:pt x="237" y="44078"/>
                    <a:pt x="7039" y="48011"/>
                    <a:pt x="17348" y="48011"/>
                  </a:cubicBezTo>
                  <a:cubicBezTo>
                    <a:pt x="36904" y="48011"/>
                    <a:pt x="40518" y="34619"/>
                    <a:pt x="40518" y="30474"/>
                  </a:cubicBezTo>
                  <a:cubicBezTo>
                    <a:pt x="40518" y="20696"/>
                    <a:pt x="29783" y="18783"/>
                    <a:pt x="25851" y="18039"/>
                  </a:cubicBezTo>
                  <a:cubicBezTo>
                    <a:pt x="24894" y="17827"/>
                    <a:pt x="22237" y="17402"/>
                    <a:pt x="21600" y="17189"/>
                  </a:cubicBezTo>
                  <a:cubicBezTo>
                    <a:pt x="17667" y="16445"/>
                    <a:pt x="15754" y="14213"/>
                    <a:pt x="15754" y="11875"/>
                  </a:cubicBezTo>
                  <a:cubicBezTo>
                    <a:pt x="15754" y="9431"/>
                    <a:pt x="17667" y="6561"/>
                    <a:pt x="20005" y="5073"/>
                  </a:cubicBezTo>
                  <a:cubicBezTo>
                    <a:pt x="22875" y="3266"/>
                    <a:pt x="26595" y="3054"/>
                    <a:pt x="28402" y="3054"/>
                  </a:cubicBezTo>
                  <a:cubicBezTo>
                    <a:pt x="30634" y="3054"/>
                    <a:pt x="36160" y="3373"/>
                    <a:pt x="38498" y="6986"/>
                  </a:cubicBezTo>
                  <a:close/>
                </a:path>
              </a:pathLst>
            </a:custGeom>
            <a:solidFill>
              <a:srgbClr val="000000"/>
            </a:solidFill>
            <a:ln w="1520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69" name="任意形状 368">
              <a:extLst>
                <a:ext uri="{FF2B5EF4-FFF2-40B4-BE49-F238E27FC236}">
                  <a16:creationId xmlns:a16="http://schemas.microsoft.com/office/drawing/2014/main" id="{74B5808E-0981-4493-181C-BB886B516C58}"/>
                </a:ext>
              </a:extLst>
            </p:cNvPr>
            <p:cNvSpPr/>
            <p:nvPr>
              <p:custDataLst>
                <p:tags r:id="rId143"/>
              </p:custDataLst>
            </p:nvPr>
          </p:nvSpPr>
          <p:spPr>
            <a:xfrm>
              <a:off x="6216336" y="3690854"/>
              <a:ext cx="37805" cy="50559"/>
            </a:xfrm>
            <a:custGeom>
              <a:avLst/>
              <a:gdLst>
                <a:gd name="connsiteX0" fmla="*/ 38047 w 37805"/>
                <a:gd name="connsiteY0" fmla="*/ 35987 h 50559"/>
                <a:gd name="connsiteX1" fmla="*/ 34858 w 37805"/>
                <a:gd name="connsiteY1" fmla="*/ 35987 h 50559"/>
                <a:gd name="connsiteX2" fmla="*/ 32657 w 37805"/>
                <a:gd name="connsiteY2" fmla="*/ 42895 h 50559"/>
                <a:gd name="connsiteX3" fmla="*/ 24534 w 37805"/>
                <a:gd name="connsiteY3" fmla="*/ 43351 h 50559"/>
                <a:gd name="connsiteX4" fmla="*/ 9654 w 37805"/>
                <a:gd name="connsiteY4" fmla="*/ 43351 h 50559"/>
                <a:gd name="connsiteX5" fmla="*/ 24837 w 37805"/>
                <a:gd name="connsiteY5" fmla="*/ 32343 h 50559"/>
                <a:gd name="connsiteX6" fmla="*/ 38047 w 37805"/>
                <a:gd name="connsiteY6" fmla="*/ 15186 h 50559"/>
                <a:gd name="connsiteX7" fmla="*/ 18005 w 37805"/>
                <a:gd name="connsiteY7" fmla="*/ 79 h 50559"/>
                <a:gd name="connsiteX8" fmla="*/ 241 w 37805"/>
                <a:gd name="connsiteY8" fmla="*/ 13440 h 50559"/>
                <a:gd name="connsiteX9" fmla="*/ 4644 w 37805"/>
                <a:gd name="connsiteY9" fmla="*/ 18071 h 50559"/>
                <a:gd name="connsiteX10" fmla="*/ 9123 w 37805"/>
                <a:gd name="connsiteY10" fmla="*/ 13592 h 50559"/>
                <a:gd name="connsiteX11" fmla="*/ 4796 w 37805"/>
                <a:gd name="connsiteY11" fmla="*/ 9113 h 50559"/>
                <a:gd name="connsiteX12" fmla="*/ 16411 w 37805"/>
                <a:gd name="connsiteY12" fmla="*/ 3419 h 50559"/>
                <a:gd name="connsiteX13" fmla="*/ 29924 w 37805"/>
                <a:gd name="connsiteY13" fmla="*/ 15262 h 50559"/>
                <a:gd name="connsiteX14" fmla="*/ 19675 w 37805"/>
                <a:gd name="connsiteY14" fmla="*/ 31432 h 50559"/>
                <a:gd name="connsiteX15" fmla="*/ 1152 w 37805"/>
                <a:gd name="connsiteY15" fmla="*/ 47146 h 50559"/>
                <a:gd name="connsiteX16" fmla="*/ 241 w 37805"/>
                <a:gd name="connsiteY16" fmla="*/ 48361 h 50559"/>
                <a:gd name="connsiteX17" fmla="*/ 241 w 37805"/>
                <a:gd name="connsiteY17" fmla="*/ 50638 h 50559"/>
                <a:gd name="connsiteX18" fmla="*/ 35541 w 37805"/>
                <a:gd name="connsiteY18" fmla="*/ 50638 h 50559"/>
                <a:gd name="connsiteX19" fmla="*/ 38047 w 37805"/>
                <a:gd name="connsiteY19" fmla="*/ 35987 h 505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37805" h="50559">
                  <a:moveTo>
                    <a:pt x="38047" y="35987"/>
                  </a:moveTo>
                  <a:lnTo>
                    <a:pt x="34858" y="35987"/>
                  </a:lnTo>
                  <a:cubicBezTo>
                    <a:pt x="34630" y="37429"/>
                    <a:pt x="33871" y="42136"/>
                    <a:pt x="32657" y="42895"/>
                  </a:cubicBezTo>
                  <a:cubicBezTo>
                    <a:pt x="32049" y="43351"/>
                    <a:pt x="25672" y="43351"/>
                    <a:pt x="24534" y="43351"/>
                  </a:cubicBezTo>
                  <a:lnTo>
                    <a:pt x="9654" y="43351"/>
                  </a:lnTo>
                  <a:cubicBezTo>
                    <a:pt x="14665" y="39631"/>
                    <a:pt x="20282" y="35379"/>
                    <a:pt x="24837" y="32343"/>
                  </a:cubicBezTo>
                  <a:cubicBezTo>
                    <a:pt x="31670" y="27636"/>
                    <a:pt x="38047" y="23233"/>
                    <a:pt x="38047" y="15186"/>
                  </a:cubicBezTo>
                  <a:cubicBezTo>
                    <a:pt x="38047" y="5469"/>
                    <a:pt x="28861" y="79"/>
                    <a:pt x="18005" y="79"/>
                  </a:cubicBezTo>
                  <a:cubicBezTo>
                    <a:pt x="7756" y="79"/>
                    <a:pt x="241" y="6000"/>
                    <a:pt x="241" y="13440"/>
                  </a:cubicBezTo>
                  <a:cubicBezTo>
                    <a:pt x="241" y="17388"/>
                    <a:pt x="3581" y="18071"/>
                    <a:pt x="4644" y="18071"/>
                  </a:cubicBezTo>
                  <a:cubicBezTo>
                    <a:pt x="6694" y="18071"/>
                    <a:pt x="9123" y="16704"/>
                    <a:pt x="9123" y="13592"/>
                  </a:cubicBezTo>
                  <a:cubicBezTo>
                    <a:pt x="9123" y="10859"/>
                    <a:pt x="7149" y="9341"/>
                    <a:pt x="4796" y="9113"/>
                  </a:cubicBezTo>
                  <a:cubicBezTo>
                    <a:pt x="6921" y="5697"/>
                    <a:pt x="11324" y="3419"/>
                    <a:pt x="16411" y="3419"/>
                  </a:cubicBezTo>
                  <a:cubicBezTo>
                    <a:pt x="23775" y="3419"/>
                    <a:pt x="29924" y="7822"/>
                    <a:pt x="29924" y="15262"/>
                  </a:cubicBezTo>
                  <a:cubicBezTo>
                    <a:pt x="29924" y="21639"/>
                    <a:pt x="25521" y="26497"/>
                    <a:pt x="19675" y="31432"/>
                  </a:cubicBezTo>
                  <a:lnTo>
                    <a:pt x="1152" y="47146"/>
                  </a:lnTo>
                  <a:cubicBezTo>
                    <a:pt x="393" y="47830"/>
                    <a:pt x="317" y="47830"/>
                    <a:pt x="241" y="48361"/>
                  </a:cubicBezTo>
                  <a:lnTo>
                    <a:pt x="241" y="50638"/>
                  </a:lnTo>
                  <a:lnTo>
                    <a:pt x="35541" y="50638"/>
                  </a:lnTo>
                  <a:lnTo>
                    <a:pt x="38047" y="35987"/>
                  </a:lnTo>
                  <a:close/>
                </a:path>
              </a:pathLst>
            </a:custGeom>
            <a:solidFill>
              <a:srgbClr val="000000"/>
            </a:solidFill>
            <a:ln w="1520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70" name="任意形状 369">
              <a:extLst>
                <a:ext uri="{FF2B5EF4-FFF2-40B4-BE49-F238E27FC236}">
                  <a16:creationId xmlns:a16="http://schemas.microsoft.com/office/drawing/2014/main" id="{254EEE3F-102E-5658-BEAE-9B636B7FB2C4}"/>
                </a:ext>
              </a:extLst>
            </p:cNvPr>
            <p:cNvSpPr/>
            <p:nvPr>
              <p:custDataLst>
                <p:tags r:id="rId144"/>
              </p:custDataLst>
            </p:nvPr>
          </p:nvSpPr>
          <p:spPr>
            <a:xfrm>
              <a:off x="6271949" y="3690854"/>
              <a:ext cx="31201" cy="50559"/>
            </a:xfrm>
            <a:custGeom>
              <a:avLst/>
              <a:gdLst>
                <a:gd name="connsiteX0" fmla="*/ 19603 w 31201"/>
                <a:gd name="connsiteY0" fmla="*/ 2356 h 50559"/>
                <a:gd name="connsiteX1" fmla="*/ 16870 w 31201"/>
                <a:gd name="connsiteY1" fmla="*/ 79 h 50559"/>
                <a:gd name="connsiteX2" fmla="*/ 1535 w 31201"/>
                <a:gd name="connsiteY2" fmla="*/ 4937 h 50559"/>
                <a:gd name="connsiteX3" fmla="*/ 244 w 31201"/>
                <a:gd name="connsiteY3" fmla="*/ 4937 h 50559"/>
                <a:gd name="connsiteX4" fmla="*/ 244 w 31201"/>
                <a:gd name="connsiteY4" fmla="*/ 8278 h 50559"/>
                <a:gd name="connsiteX5" fmla="*/ 1535 w 31201"/>
                <a:gd name="connsiteY5" fmla="*/ 8278 h 50559"/>
                <a:gd name="connsiteX6" fmla="*/ 12618 w 31201"/>
                <a:gd name="connsiteY6" fmla="*/ 6152 h 50559"/>
                <a:gd name="connsiteX7" fmla="*/ 12618 w 31201"/>
                <a:gd name="connsiteY7" fmla="*/ 44110 h 50559"/>
                <a:gd name="connsiteX8" fmla="*/ 4571 w 31201"/>
                <a:gd name="connsiteY8" fmla="*/ 47298 h 50559"/>
                <a:gd name="connsiteX9" fmla="*/ 776 w 31201"/>
                <a:gd name="connsiteY9" fmla="*/ 47298 h 50559"/>
                <a:gd name="connsiteX10" fmla="*/ 776 w 31201"/>
                <a:gd name="connsiteY10" fmla="*/ 50638 h 50559"/>
                <a:gd name="connsiteX11" fmla="*/ 16110 w 31201"/>
                <a:gd name="connsiteY11" fmla="*/ 50335 h 50559"/>
                <a:gd name="connsiteX12" fmla="*/ 31445 w 31201"/>
                <a:gd name="connsiteY12" fmla="*/ 50638 h 50559"/>
                <a:gd name="connsiteX13" fmla="*/ 31445 w 31201"/>
                <a:gd name="connsiteY13" fmla="*/ 47298 h 50559"/>
                <a:gd name="connsiteX14" fmla="*/ 27650 w 31201"/>
                <a:gd name="connsiteY14" fmla="*/ 47298 h 50559"/>
                <a:gd name="connsiteX15" fmla="*/ 19603 w 31201"/>
                <a:gd name="connsiteY15" fmla="*/ 44110 h 50559"/>
                <a:gd name="connsiteX16" fmla="*/ 19603 w 31201"/>
                <a:gd name="connsiteY16" fmla="*/ 2356 h 505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31201" h="50559">
                  <a:moveTo>
                    <a:pt x="19603" y="2356"/>
                  </a:moveTo>
                  <a:cubicBezTo>
                    <a:pt x="19603" y="79"/>
                    <a:pt x="19375" y="79"/>
                    <a:pt x="16870" y="79"/>
                  </a:cubicBezTo>
                  <a:cubicBezTo>
                    <a:pt x="11480" y="4937"/>
                    <a:pt x="3053" y="4937"/>
                    <a:pt x="1535" y="4937"/>
                  </a:cubicBezTo>
                  <a:lnTo>
                    <a:pt x="244" y="4937"/>
                  </a:lnTo>
                  <a:lnTo>
                    <a:pt x="244" y="8278"/>
                  </a:lnTo>
                  <a:lnTo>
                    <a:pt x="1535" y="8278"/>
                  </a:lnTo>
                  <a:cubicBezTo>
                    <a:pt x="3281" y="8278"/>
                    <a:pt x="8215" y="8050"/>
                    <a:pt x="12618" y="6152"/>
                  </a:cubicBezTo>
                  <a:lnTo>
                    <a:pt x="12618" y="44110"/>
                  </a:lnTo>
                  <a:cubicBezTo>
                    <a:pt x="12618" y="46463"/>
                    <a:pt x="12618" y="47298"/>
                    <a:pt x="4571" y="47298"/>
                  </a:cubicBezTo>
                  <a:lnTo>
                    <a:pt x="776" y="47298"/>
                  </a:lnTo>
                  <a:lnTo>
                    <a:pt x="776" y="50638"/>
                  </a:lnTo>
                  <a:cubicBezTo>
                    <a:pt x="4951" y="50335"/>
                    <a:pt x="11707" y="50335"/>
                    <a:pt x="16110" y="50335"/>
                  </a:cubicBezTo>
                  <a:cubicBezTo>
                    <a:pt x="20514" y="50335"/>
                    <a:pt x="27270" y="50335"/>
                    <a:pt x="31445" y="50638"/>
                  </a:cubicBezTo>
                  <a:lnTo>
                    <a:pt x="31445" y="47298"/>
                  </a:lnTo>
                  <a:lnTo>
                    <a:pt x="27650" y="47298"/>
                  </a:lnTo>
                  <a:cubicBezTo>
                    <a:pt x="19603" y="47298"/>
                    <a:pt x="19603" y="46463"/>
                    <a:pt x="19603" y="44110"/>
                  </a:cubicBezTo>
                  <a:lnTo>
                    <a:pt x="19603" y="2356"/>
                  </a:lnTo>
                  <a:close/>
                </a:path>
              </a:pathLst>
            </a:custGeom>
            <a:solidFill>
              <a:srgbClr val="000000"/>
            </a:solidFill>
            <a:ln w="1520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71" name="任意形状 370">
              <a:extLst>
                <a:ext uri="{FF2B5EF4-FFF2-40B4-BE49-F238E27FC236}">
                  <a16:creationId xmlns:a16="http://schemas.microsoft.com/office/drawing/2014/main" id="{985773FE-839C-5CC8-C026-BD8B5B805748}"/>
                </a:ext>
              </a:extLst>
            </p:cNvPr>
            <p:cNvSpPr/>
            <p:nvPr>
              <p:custDataLst>
                <p:tags r:id="rId145"/>
              </p:custDataLst>
            </p:nvPr>
          </p:nvSpPr>
          <p:spPr>
            <a:xfrm>
              <a:off x="6351627" y="3657779"/>
              <a:ext cx="17764" cy="45397"/>
            </a:xfrm>
            <a:custGeom>
              <a:avLst/>
              <a:gdLst>
                <a:gd name="connsiteX0" fmla="*/ 18013 w 17764"/>
                <a:gd name="connsiteY0" fmla="*/ 16017 h 45397"/>
                <a:gd name="connsiteX1" fmla="*/ 8296 w 17764"/>
                <a:gd name="connsiteY1" fmla="*/ 74 h 45397"/>
                <a:gd name="connsiteX2" fmla="*/ 249 w 17764"/>
                <a:gd name="connsiteY2" fmla="*/ 8121 h 45397"/>
                <a:gd name="connsiteX3" fmla="*/ 8296 w 17764"/>
                <a:gd name="connsiteY3" fmla="*/ 16168 h 45397"/>
                <a:gd name="connsiteX4" fmla="*/ 13610 w 17764"/>
                <a:gd name="connsiteY4" fmla="*/ 14195 h 45397"/>
                <a:gd name="connsiteX5" fmla="*/ 14370 w 17764"/>
                <a:gd name="connsiteY5" fmla="*/ 13739 h 45397"/>
                <a:gd name="connsiteX6" fmla="*/ 14673 w 17764"/>
                <a:gd name="connsiteY6" fmla="*/ 16017 h 45397"/>
                <a:gd name="connsiteX7" fmla="*/ 4349 w 17764"/>
                <a:gd name="connsiteY7" fmla="*/ 41372 h 45397"/>
                <a:gd name="connsiteX8" fmla="*/ 2679 w 17764"/>
                <a:gd name="connsiteY8" fmla="*/ 43802 h 45397"/>
                <a:gd name="connsiteX9" fmla="*/ 4197 w 17764"/>
                <a:gd name="connsiteY9" fmla="*/ 45472 h 45397"/>
                <a:gd name="connsiteX10" fmla="*/ 18013 w 17764"/>
                <a:gd name="connsiteY10" fmla="*/ 16017 h 453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7764" h="45397">
                  <a:moveTo>
                    <a:pt x="18013" y="16017"/>
                  </a:moveTo>
                  <a:cubicBezTo>
                    <a:pt x="18013" y="5996"/>
                    <a:pt x="14218" y="74"/>
                    <a:pt x="8296" y="74"/>
                  </a:cubicBezTo>
                  <a:cubicBezTo>
                    <a:pt x="3286" y="74"/>
                    <a:pt x="249" y="3870"/>
                    <a:pt x="249" y="8121"/>
                  </a:cubicBezTo>
                  <a:cubicBezTo>
                    <a:pt x="249" y="12221"/>
                    <a:pt x="3286" y="16168"/>
                    <a:pt x="8296" y="16168"/>
                  </a:cubicBezTo>
                  <a:cubicBezTo>
                    <a:pt x="10118" y="16168"/>
                    <a:pt x="12092" y="15561"/>
                    <a:pt x="13610" y="14195"/>
                  </a:cubicBezTo>
                  <a:cubicBezTo>
                    <a:pt x="14066" y="13891"/>
                    <a:pt x="14218" y="13739"/>
                    <a:pt x="14370" y="13739"/>
                  </a:cubicBezTo>
                  <a:cubicBezTo>
                    <a:pt x="14521" y="13739"/>
                    <a:pt x="14673" y="13891"/>
                    <a:pt x="14673" y="16017"/>
                  </a:cubicBezTo>
                  <a:cubicBezTo>
                    <a:pt x="14673" y="27252"/>
                    <a:pt x="9359" y="36362"/>
                    <a:pt x="4349" y="41372"/>
                  </a:cubicBezTo>
                  <a:cubicBezTo>
                    <a:pt x="2679" y="43042"/>
                    <a:pt x="2679" y="43346"/>
                    <a:pt x="2679" y="43802"/>
                  </a:cubicBezTo>
                  <a:cubicBezTo>
                    <a:pt x="2679" y="44864"/>
                    <a:pt x="3438" y="45472"/>
                    <a:pt x="4197" y="45472"/>
                  </a:cubicBezTo>
                  <a:cubicBezTo>
                    <a:pt x="5867" y="45472"/>
                    <a:pt x="18013" y="33781"/>
                    <a:pt x="18013" y="16017"/>
                  </a:cubicBezTo>
                  <a:close/>
                </a:path>
              </a:pathLst>
            </a:custGeom>
            <a:solidFill>
              <a:srgbClr val="000000"/>
            </a:solidFill>
            <a:ln w="1520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72" name="任意形状 371">
              <a:extLst>
                <a:ext uri="{FF2B5EF4-FFF2-40B4-BE49-F238E27FC236}">
                  <a16:creationId xmlns:a16="http://schemas.microsoft.com/office/drawing/2014/main" id="{55226EB4-9FB3-6839-2CE5-0346B0EFE0E5}"/>
                </a:ext>
              </a:extLst>
            </p:cNvPr>
            <p:cNvSpPr/>
            <p:nvPr>
              <p:custDataLst>
                <p:tags r:id="rId146"/>
              </p:custDataLst>
            </p:nvPr>
          </p:nvSpPr>
          <p:spPr>
            <a:xfrm>
              <a:off x="6540471" y="3606764"/>
              <a:ext cx="55873" cy="68779"/>
            </a:xfrm>
            <a:custGeom>
              <a:avLst/>
              <a:gdLst>
                <a:gd name="connsiteX0" fmla="*/ 51733 w 55873"/>
                <a:gd name="connsiteY0" fmla="*/ 10399 h 68779"/>
                <a:gd name="connsiteX1" fmla="*/ 44445 w 55873"/>
                <a:gd name="connsiteY1" fmla="*/ 17231 h 68779"/>
                <a:gd name="connsiteX2" fmla="*/ 49151 w 55873"/>
                <a:gd name="connsiteY2" fmla="*/ 21634 h 68779"/>
                <a:gd name="connsiteX3" fmla="*/ 56136 w 55873"/>
                <a:gd name="connsiteY3" fmla="*/ 13132 h 68779"/>
                <a:gd name="connsiteX4" fmla="*/ 38068 w 55873"/>
                <a:gd name="connsiteY4" fmla="*/ 74 h 68779"/>
                <a:gd name="connsiteX5" fmla="*/ 12408 w 55873"/>
                <a:gd name="connsiteY5" fmla="*/ 22242 h 68779"/>
                <a:gd name="connsiteX6" fmla="*/ 28047 w 55873"/>
                <a:gd name="connsiteY6" fmla="*/ 37273 h 68779"/>
                <a:gd name="connsiteX7" fmla="*/ 43837 w 55873"/>
                <a:gd name="connsiteY7" fmla="*/ 48812 h 68779"/>
                <a:gd name="connsiteX8" fmla="*/ 22126 w 55873"/>
                <a:gd name="connsiteY8" fmla="*/ 65513 h 68779"/>
                <a:gd name="connsiteX9" fmla="*/ 4817 w 55873"/>
                <a:gd name="connsiteY9" fmla="*/ 57466 h 68779"/>
                <a:gd name="connsiteX10" fmla="*/ 14382 w 55873"/>
                <a:gd name="connsiteY10" fmla="*/ 49419 h 68779"/>
                <a:gd name="connsiteX11" fmla="*/ 8764 w 55873"/>
                <a:gd name="connsiteY11" fmla="*/ 44105 h 68779"/>
                <a:gd name="connsiteX12" fmla="*/ 262 w 55873"/>
                <a:gd name="connsiteY12" fmla="*/ 54126 h 68779"/>
                <a:gd name="connsiteX13" fmla="*/ 21974 w 55873"/>
                <a:gd name="connsiteY13" fmla="*/ 68854 h 68779"/>
                <a:gd name="connsiteX14" fmla="*/ 52492 w 55873"/>
                <a:gd name="connsiteY14" fmla="*/ 43650 h 68779"/>
                <a:gd name="connsiteX15" fmla="*/ 47785 w 55873"/>
                <a:gd name="connsiteY15" fmla="*/ 32566 h 68779"/>
                <a:gd name="connsiteX16" fmla="*/ 32602 w 55873"/>
                <a:gd name="connsiteY16" fmla="*/ 26189 h 68779"/>
                <a:gd name="connsiteX17" fmla="*/ 21063 w 55873"/>
                <a:gd name="connsiteY17" fmla="*/ 17079 h 68779"/>
                <a:gd name="connsiteX18" fmla="*/ 38068 w 55873"/>
                <a:gd name="connsiteY18" fmla="*/ 3415 h 68779"/>
                <a:gd name="connsiteX19" fmla="*/ 51733 w 55873"/>
                <a:gd name="connsiteY19" fmla="*/ 10399 h 687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55873" h="68779">
                  <a:moveTo>
                    <a:pt x="51733" y="10399"/>
                  </a:moveTo>
                  <a:cubicBezTo>
                    <a:pt x="47481" y="10551"/>
                    <a:pt x="44445" y="13891"/>
                    <a:pt x="44445" y="17231"/>
                  </a:cubicBezTo>
                  <a:cubicBezTo>
                    <a:pt x="44445" y="19357"/>
                    <a:pt x="45811" y="21634"/>
                    <a:pt x="49151" y="21634"/>
                  </a:cubicBezTo>
                  <a:cubicBezTo>
                    <a:pt x="52492" y="21634"/>
                    <a:pt x="56136" y="19053"/>
                    <a:pt x="56136" y="13132"/>
                  </a:cubicBezTo>
                  <a:cubicBezTo>
                    <a:pt x="56136" y="6299"/>
                    <a:pt x="49607" y="74"/>
                    <a:pt x="38068" y="74"/>
                  </a:cubicBezTo>
                  <a:cubicBezTo>
                    <a:pt x="18026" y="74"/>
                    <a:pt x="12408" y="15561"/>
                    <a:pt x="12408" y="22242"/>
                  </a:cubicBezTo>
                  <a:cubicBezTo>
                    <a:pt x="12408" y="34084"/>
                    <a:pt x="23644" y="36362"/>
                    <a:pt x="28047" y="37273"/>
                  </a:cubicBezTo>
                  <a:cubicBezTo>
                    <a:pt x="35942" y="38791"/>
                    <a:pt x="43837" y="40461"/>
                    <a:pt x="43837" y="48812"/>
                  </a:cubicBezTo>
                  <a:cubicBezTo>
                    <a:pt x="43837" y="52760"/>
                    <a:pt x="40345" y="65513"/>
                    <a:pt x="22126" y="65513"/>
                  </a:cubicBezTo>
                  <a:cubicBezTo>
                    <a:pt x="20000" y="65513"/>
                    <a:pt x="8309" y="65513"/>
                    <a:pt x="4817" y="57466"/>
                  </a:cubicBezTo>
                  <a:cubicBezTo>
                    <a:pt x="10586" y="58226"/>
                    <a:pt x="14382" y="53671"/>
                    <a:pt x="14382" y="49419"/>
                  </a:cubicBezTo>
                  <a:cubicBezTo>
                    <a:pt x="14382" y="45927"/>
                    <a:pt x="11953" y="44105"/>
                    <a:pt x="8764" y="44105"/>
                  </a:cubicBezTo>
                  <a:cubicBezTo>
                    <a:pt x="4817" y="44105"/>
                    <a:pt x="262" y="47294"/>
                    <a:pt x="262" y="54126"/>
                  </a:cubicBezTo>
                  <a:cubicBezTo>
                    <a:pt x="262" y="62780"/>
                    <a:pt x="8916" y="68854"/>
                    <a:pt x="21974" y="68854"/>
                  </a:cubicBezTo>
                  <a:cubicBezTo>
                    <a:pt x="46570" y="68854"/>
                    <a:pt x="52492" y="50482"/>
                    <a:pt x="52492" y="43650"/>
                  </a:cubicBezTo>
                  <a:cubicBezTo>
                    <a:pt x="52492" y="38184"/>
                    <a:pt x="49607" y="34388"/>
                    <a:pt x="47785" y="32566"/>
                  </a:cubicBezTo>
                  <a:cubicBezTo>
                    <a:pt x="43686" y="28315"/>
                    <a:pt x="39282" y="27556"/>
                    <a:pt x="32602" y="26189"/>
                  </a:cubicBezTo>
                  <a:cubicBezTo>
                    <a:pt x="27136" y="24975"/>
                    <a:pt x="21063" y="23912"/>
                    <a:pt x="21063" y="17079"/>
                  </a:cubicBezTo>
                  <a:cubicBezTo>
                    <a:pt x="21063" y="12676"/>
                    <a:pt x="24707" y="3415"/>
                    <a:pt x="38068" y="3415"/>
                  </a:cubicBezTo>
                  <a:cubicBezTo>
                    <a:pt x="41864" y="3415"/>
                    <a:pt x="49455" y="4477"/>
                    <a:pt x="51733" y="10399"/>
                  </a:cubicBezTo>
                  <a:close/>
                </a:path>
              </a:pathLst>
            </a:custGeom>
            <a:solidFill>
              <a:srgbClr val="000000"/>
            </a:solidFill>
            <a:ln w="1520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73" name="任意形状 372">
              <a:extLst>
                <a:ext uri="{FF2B5EF4-FFF2-40B4-BE49-F238E27FC236}">
                  <a16:creationId xmlns:a16="http://schemas.microsoft.com/office/drawing/2014/main" id="{9676140C-B59B-7A27-BC82-979F4617098F}"/>
                </a:ext>
              </a:extLst>
            </p:cNvPr>
            <p:cNvSpPr/>
            <p:nvPr>
              <p:custDataLst>
                <p:tags r:id="rId147"/>
              </p:custDataLst>
            </p:nvPr>
          </p:nvSpPr>
          <p:spPr>
            <a:xfrm>
              <a:off x="6615331" y="3626077"/>
              <a:ext cx="38686" cy="70570"/>
            </a:xfrm>
            <a:custGeom>
              <a:avLst/>
              <a:gdLst>
                <a:gd name="connsiteX0" fmla="*/ 24286 w 38686"/>
                <a:gd name="connsiteY0" fmla="*/ 3052 h 70570"/>
                <a:gd name="connsiteX1" fmla="*/ 21098 w 38686"/>
                <a:gd name="connsiteY1" fmla="*/ 76 h 70570"/>
                <a:gd name="connsiteX2" fmla="*/ 267 w 38686"/>
                <a:gd name="connsiteY2" fmla="*/ 6878 h 70570"/>
                <a:gd name="connsiteX3" fmla="*/ 267 w 38686"/>
                <a:gd name="connsiteY3" fmla="*/ 10704 h 70570"/>
                <a:gd name="connsiteX4" fmla="*/ 15677 w 38686"/>
                <a:gd name="connsiteY4" fmla="*/ 7728 h 70570"/>
                <a:gd name="connsiteX5" fmla="*/ 15677 w 38686"/>
                <a:gd name="connsiteY5" fmla="*/ 61932 h 70570"/>
                <a:gd name="connsiteX6" fmla="*/ 5049 w 38686"/>
                <a:gd name="connsiteY6" fmla="*/ 66821 h 70570"/>
                <a:gd name="connsiteX7" fmla="*/ 1011 w 38686"/>
                <a:gd name="connsiteY7" fmla="*/ 66821 h 70570"/>
                <a:gd name="connsiteX8" fmla="*/ 1011 w 38686"/>
                <a:gd name="connsiteY8" fmla="*/ 70647 h 70570"/>
                <a:gd name="connsiteX9" fmla="*/ 19929 w 38686"/>
                <a:gd name="connsiteY9" fmla="*/ 70222 h 70570"/>
                <a:gd name="connsiteX10" fmla="*/ 38953 w 38686"/>
                <a:gd name="connsiteY10" fmla="*/ 70647 h 70570"/>
                <a:gd name="connsiteX11" fmla="*/ 38953 w 38686"/>
                <a:gd name="connsiteY11" fmla="*/ 66821 h 70570"/>
                <a:gd name="connsiteX12" fmla="*/ 34914 w 38686"/>
                <a:gd name="connsiteY12" fmla="*/ 66821 h 70570"/>
                <a:gd name="connsiteX13" fmla="*/ 24286 w 38686"/>
                <a:gd name="connsiteY13" fmla="*/ 61932 h 70570"/>
                <a:gd name="connsiteX14" fmla="*/ 24286 w 38686"/>
                <a:gd name="connsiteY14" fmla="*/ 3052 h 705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38686" h="70570">
                  <a:moveTo>
                    <a:pt x="24286" y="3052"/>
                  </a:moveTo>
                  <a:cubicBezTo>
                    <a:pt x="24286" y="182"/>
                    <a:pt x="24074" y="76"/>
                    <a:pt x="21098" y="76"/>
                  </a:cubicBezTo>
                  <a:cubicBezTo>
                    <a:pt x="14296" y="6772"/>
                    <a:pt x="4624" y="6878"/>
                    <a:pt x="267" y="6878"/>
                  </a:cubicBezTo>
                  <a:lnTo>
                    <a:pt x="267" y="10704"/>
                  </a:lnTo>
                  <a:cubicBezTo>
                    <a:pt x="2817" y="10704"/>
                    <a:pt x="9832" y="10704"/>
                    <a:pt x="15677" y="7728"/>
                  </a:cubicBezTo>
                  <a:lnTo>
                    <a:pt x="15677" y="61932"/>
                  </a:lnTo>
                  <a:cubicBezTo>
                    <a:pt x="15677" y="65439"/>
                    <a:pt x="15677" y="66821"/>
                    <a:pt x="5049" y="66821"/>
                  </a:cubicBezTo>
                  <a:lnTo>
                    <a:pt x="1011" y="66821"/>
                  </a:lnTo>
                  <a:lnTo>
                    <a:pt x="1011" y="70647"/>
                  </a:lnTo>
                  <a:cubicBezTo>
                    <a:pt x="2924" y="70540"/>
                    <a:pt x="15996" y="70222"/>
                    <a:pt x="19929" y="70222"/>
                  </a:cubicBezTo>
                  <a:cubicBezTo>
                    <a:pt x="23223" y="70222"/>
                    <a:pt x="36615" y="70540"/>
                    <a:pt x="38953" y="70647"/>
                  </a:cubicBezTo>
                  <a:lnTo>
                    <a:pt x="38953" y="66821"/>
                  </a:lnTo>
                  <a:lnTo>
                    <a:pt x="34914" y="66821"/>
                  </a:lnTo>
                  <a:cubicBezTo>
                    <a:pt x="24286" y="66821"/>
                    <a:pt x="24286" y="65439"/>
                    <a:pt x="24286" y="61932"/>
                  </a:cubicBezTo>
                  <a:lnTo>
                    <a:pt x="24286" y="3052"/>
                  </a:lnTo>
                  <a:close/>
                </a:path>
              </a:pathLst>
            </a:custGeom>
            <a:solidFill>
              <a:srgbClr val="000000"/>
            </a:solidFill>
            <a:ln w="1520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74" name="任意形状 373">
              <a:extLst>
                <a:ext uri="{FF2B5EF4-FFF2-40B4-BE49-F238E27FC236}">
                  <a16:creationId xmlns:a16="http://schemas.microsoft.com/office/drawing/2014/main" id="{C48D8273-71BA-C90D-EC99-B19CE13E1F4C}"/>
                </a:ext>
              </a:extLst>
            </p:cNvPr>
            <p:cNvSpPr/>
            <p:nvPr>
              <p:custDataLst>
                <p:tags r:id="rId148"/>
              </p:custDataLst>
            </p:nvPr>
          </p:nvSpPr>
          <p:spPr>
            <a:xfrm>
              <a:off x="6670964" y="3626077"/>
              <a:ext cx="46976" cy="70570"/>
            </a:xfrm>
            <a:custGeom>
              <a:avLst/>
              <a:gdLst>
                <a:gd name="connsiteX0" fmla="*/ 47247 w 46976"/>
                <a:gd name="connsiteY0" fmla="*/ 51304 h 70570"/>
                <a:gd name="connsiteX1" fmla="*/ 43633 w 46976"/>
                <a:gd name="connsiteY1" fmla="*/ 51304 h 70570"/>
                <a:gd name="connsiteX2" fmla="*/ 40870 w 46976"/>
                <a:gd name="connsiteY2" fmla="*/ 60975 h 70570"/>
                <a:gd name="connsiteX3" fmla="*/ 30348 w 46976"/>
                <a:gd name="connsiteY3" fmla="*/ 61613 h 70570"/>
                <a:gd name="connsiteX4" fmla="*/ 10792 w 46976"/>
                <a:gd name="connsiteY4" fmla="*/ 61613 h 70570"/>
                <a:gd name="connsiteX5" fmla="*/ 32049 w 46976"/>
                <a:gd name="connsiteY5" fmla="*/ 43758 h 70570"/>
                <a:gd name="connsiteX6" fmla="*/ 47247 w 46976"/>
                <a:gd name="connsiteY6" fmla="*/ 20801 h 70570"/>
                <a:gd name="connsiteX7" fmla="*/ 22377 w 46976"/>
                <a:gd name="connsiteY7" fmla="*/ 76 h 70570"/>
                <a:gd name="connsiteX8" fmla="*/ 271 w 46976"/>
                <a:gd name="connsiteY8" fmla="*/ 19100 h 70570"/>
                <a:gd name="connsiteX9" fmla="*/ 5904 w 46976"/>
                <a:gd name="connsiteY9" fmla="*/ 25052 h 70570"/>
                <a:gd name="connsiteX10" fmla="*/ 11536 w 46976"/>
                <a:gd name="connsiteY10" fmla="*/ 19419 h 70570"/>
                <a:gd name="connsiteX11" fmla="*/ 5266 w 46976"/>
                <a:gd name="connsiteY11" fmla="*/ 13786 h 70570"/>
                <a:gd name="connsiteX12" fmla="*/ 20783 w 46976"/>
                <a:gd name="connsiteY12" fmla="*/ 3902 h 70570"/>
                <a:gd name="connsiteX13" fmla="*/ 36938 w 46976"/>
                <a:gd name="connsiteY13" fmla="*/ 20801 h 70570"/>
                <a:gd name="connsiteX14" fmla="*/ 26947 w 46976"/>
                <a:gd name="connsiteY14" fmla="*/ 41207 h 70570"/>
                <a:gd name="connsiteX15" fmla="*/ 1333 w 46976"/>
                <a:gd name="connsiteY15" fmla="*/ 66502 h 70570"/>
                <a:gd name="connsiteX16" fmla="*/ 271 w 46976"/>
                <a:gd name="connsiteY16" fmla="*/ 70647 h 70570"/>
                <a:gd name="connsiteX17" fmla="*/ 44059 w 46976"/>
                <a:gd name="connsiteY17" fmla="*/ 70647 h 70570"/>
                <a:gd name="connsiteX18" fmla="*/ 47247 w 46976"/>
                <a:gd name="connsiteY18" fmla="*/ 51304 h 705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46976" h="70570">
                  <a:moveTo>
                    <a:pt x="47247" y="51304"/>
                  </a:moveTo>
                  <a:lnTo>
                    <a:pt x="43633" y="51304"/>
                  </a:lnTo>
                  <a:cubicBezTo>
                    <a:pt x="43315" y="53642"/>
                    <a:pt x="42252" y="59912"/>
                    <a:pt x="40870" y="60975"/>
                  </a:cubicBezTo>
                  <a:cubicBezTo>
                    <a:pt x="40020" y="61613"/>
                    <a:pt x="31836" y="61613"/>
                    <a:pt x="30348" y="61613"/>
                  </a:cubicBezTo>
                  <a:lnTo>
                    <a:pt x="10792" y="61613"/>
                  </a:lnTo>
                  <a:cubicBezTo>
                    <a:pt x="21952" y="51729"/>
                    <a:pt x="25672" y="48753"/>
                    <a:pt x="32049" y="43758"/>
                  </a:cubicBezTo>
                  <a:cubicBezTo>
                    <a:pt x="39914" y="37487"/>
                    <a:pt x="47247" y="30898"/>
                    <a:pt x="47247" y="20801"/>
                  </a:cubicBezTo>
                  <a:cubicBezTo>
                    <a:pt x="47247" y="7941"/>
                    <a:pt x="35981" y="76"/>
                    <a:pt x="22377" y="76"/>
                  </a:cubicBezTo>
                  <a:cubicBezTo>
                    <a:pt x="9198" y="76"/>
                    <a:pt x="271" y="9322"/>
                    <a:pt x="271" y="19100"/>
                  </a:cubicBezTo>
                  <a:cubicBezTo>
                    <a:pt x="271" y="24521"/>
                    <a:pt x="4841" y="25052"/>
                    <a:pt x="5904" y="25052"/>
                  </a:cubicBezTo>
                  <a:cubicBezTo>
                    <a:pt x="8454" y="25052"/>
                    <a:pt x="11536" y="23245"/>
                    <a:pt x="11536" y="19419"/>
                  </a:cubicBezTo>
                  <a:cubicBezTo>
                    <a:pt x="11536" y="17506"/>
                    <a:pt x="10792" y="13786"/>
                    <a:pt x="5266" y="13786"/>
                  </a:cubicBezTo>
                  <a:cubicBezTo>
                    <a:pt x="8561" y="6240"/>
                    <a:pt x="15788" y="3902"/>
                    <a:pt x="20783" y="3902"/>
                  </a:cubicBezTo>
                  <a:cubicBezTo>
                    <a:pt x="31411" y="3902"/>
                    <a:pt x="36938" y="12192"/>
                    <a:pt x="36938" y="20801"/>
                  </a:cubicBezTo>
                  <a:cubicBezTo>
                    <a:pt x="36938" y="30047"/>
                    <a:pt x="30348" y="37381"/>
                    <a:pt x="26947" y="41207"/>
                  </a:cubicBezTo>
                  <a:lnTo>
                    <a:pt x="1333" y="66502"/>
                  </a:lnTo>
                  <a:cubicBezTo>
                    <a:pt x="271" y="67458"/>
                    <a:pt x="271" y="67671"/>
                    <a:pt x="271" y="70647"/>
                  </a:cubicBezTo>
                  <a:lnTo>
                    <a:pt x="44059" y="70647"/>
                  </a:lnTo>
                  <a:lnTo>
                    <a:pt x="47247" y="51304"/>
                  </a:lnTo>
                  <a:close/>
                </a:path>
              </a:pathLst>
            </a:custGeom>
            <a:solidFill>
              <a:srgbClr val="000000"/>
            </a:solidFill>
            <a:ln w="1520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75" name="任意形状 374">
              <a:extLst>
                <a:ext uri="{FF2B5EF4-FFF2-40B4-BE49-F238E27FC236}">
                  <a16:creationId xmlns:a16="http://schemas.microsoft.com/office/drawing/2014/main" id="{E0ABC141-C5FD-0CA6-EE41-C0B5713A03B0}"/>
                </a:ext>
              </a:extLst>
            </p:cNvPr>
            <p:cNvSpPr/>
            <p:nvPr>
              <p:custDataLst>
                <p:tags r:id="rId149"/>
              </p:custDataLst>
            </p:nvPr>
          </p:nvSpPr>
          <p:spPr>
            <a:xfrm>
              <a:off x="6774623" y="3585356"/>
              <a:ext cx="100967" cy="101119"/>
            </a:xfrm>
            <a:custGeom>
              <a:avLst/>
              <a:gdLst>
                <a:gd name="connsiteX0" fmla="*/ 53874 w 100967"/>
                <a:gd name="connsiteY0" fmla="*/ 53671 h 101119"/>
                <a:gd name="connsiteX1" fmla="*/ 96234 w 100967"/>
                <a:gd name="connsiteY1" fmla="*/ 53671 h 101119"/>
                <a:gd name="connsiteX2" fmla="*/ 101245 w 100967"/>
                <a:gd name="connsiteY2" fmla="*/ 50634 h 101119"/>
                <a:gd name="connsiteX3" fmla="*/ 96234 w 100967"/>
                <a:gd name="connsiteY3" fmla="*/ 47597 h 101119"/>
                <a:gd name="connsiteX4" fmla="*/ 53874 w 100967"/>
                <a:gd name="connsiteY4" fmla="*/ 47597 h 101119"/>
                <a:gd name="connsiteX5" fmla="*/ 53874 w 100967"/>
                <a:gd name="connsiteY5" fmla="*/ 5085 h 101119"/>
                <a:gd name="connsiteX6" fmla="*/ 50837 w 100967"/>
                <a:gd name="connsiteY6" fmla="*/ 74 h 101119"/>
                <a:gd name="connsiteX7" fmla="*/ 47800 w 100967"/>
                <a:gd name="connsiteY7" fmla="*/ 5085 h 101119"/>
                <a:gd name="connsiteX8" fmla="*/ 47800 w 100967"/>
                <a:gd name="connsiteY8" fmla="*/ 47597 h 101119"/>
                <a:gd name="connsiteX9" fmla="*/ 5288 w 100967"/>
                <a:gd name="connsiteY9" fmla="*/ 47597 h 101119"/>
                <a:gd name="connsiteX10" fmla="*/ 277 w 100967"/>
                <a:gd name="connsiteY10" fmla="*/ 50634 h 101119"/>
                <a:gd name="connsiteX11" fmla="*/ 5288 w 100967"/>
                <a:gd name="connsiteY11" fmla="*/ 53671 h 101119"/>
                <a:gd name="connsiteX12" fmla="*/ 47800 w 100967"/>
                <a:gd name="connsiteY12" fmla="*/ 53671 h 101119"/>
                <a:gd name="connsiteX13" fmla="*/ 47800 w 100967"/>
                <a:gd name="connsiteY13" fmla="*/ 96183 h 101119"/>
                <a:gd name="connsiteX14" fmla="*/ 50837 w 100967"/>
                <a:gd name="connsiteY14" fmla="*/ 101194 h 101119"/>
                <a:gd name="connsiteX15" fmla="*/ 53874 w 100967"/>
                <a:gd name="connsiteY15" fmla="*/ 96183 h 101119"/>
                <a:gd name="connsiteX16" fmla="*/ 53874 w 100967"/>
                <a:gd name="connsiteY16" fmla="*/ 53671 h 1011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00967" h="101119">
                  <a:moveTo>
                    <a:pt x="53874" y="53671"/>
                  </a:moveTo>
                  <a:lnTo>
                    <a:pt x="96234" y="53671"/>
                  </a:lnTo>
                  <a:cubicBezTo>
                    <a:pt x="98360" y="53671"/>
                    <a:pt x="101245" y="53671"/>
                    <a:pt x="101245" y="50634"/>
                  </a:cubicBezTo>
                  <a:cubicBezTo>
                    <a:pt x="101245" y="47597"/>
                    <a:pt x="98360" y="47597"/>
                    <a:pt x="96234" y="47597"/>
                  </a:cubicBezTo>
                  <a:lnTo>
                    <a:pt x="53874" y="47597"/>
                  </a:lnTo>
                  <a:lnTo>
                    <a:pt x="53874" y="5085"/>
                  </a:lnTo>
                  <a:cubicBezTo>
                    <a:pt x="53874" y="2959"/>
                    <a:pt x="53874" y="74"/>
                    <a:pt x="50837" y="74"/>
                  </a:cubicBezTo>
                  <a:cubicBezTo>
                    <a:pt x="47800" y="74"/>
                    <a:pt x="47800" y="2959"/>
                    <a:pt x="47800" y="5085"/>
                  </a:cubicBezTo>
                  <a:lnTo>
                    <a:pt x="47800" y="47597"/>
                  </a:lnTo>
                  <a:lnTo>
                    <a:pt x="5288" y="47597"/>
                  </a:lnTo>
                  <a:cubicBezTo>
                    <a:pt x="3162" y="47597"/>
                    <a:pt x="277" y="47597"/>
                    <a:pt x="277" y="50634"/>
                  </a:cubicBezTo>
                  <a:cubicBezTo>
                    <a:pt x="277" y="53671"/>
                    <a:pt x="3162" y="53671"/>
                    <a:pt x="5288" y="53671"/>
                  </a:cubicBezTo>
                  <a:lnTo>
                    <a:pt x="47800" y="53671"/>
                  </a:lnTo>
                  <a:lnTo>
                    <a:pt x="47800" y="96183"/>
                  </a:lnTo>
                  <a:cubicBezTo>
                    <a:pt x="47800" y="98309"/>
                    <a:pt x="47800" y="101194"/>
                    <a:pt x="50837" y="101194"/>
                  </a:cubicBezTo>
                  <a:cubicBezTo>
                    <a:pt x="53874" y="101194"/>
                    <a:pt x="53874" y="98309"/>
                    <a:pt x="53874" y="96183"/>
                  </a:cubicBezTo>
                  <a:lnTo>
                    <a:pt x="53874" y="53671"/>
                  </a:lnTo>
                  <a:close/>
                </a:path>
              </a:pathLst>
            </a:custGeom>
            <a:solidFill>
              <a:srgbClr val="000000"/>
            </a:solidFill>
            <a:ln w="1520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76" name="任意形状 375">
              <a:extLst>
                <a:ext uri="{FF2B5EF4-FFF2-40B4-BE49-F238E27FC236}">
                  <a16:creationId xmlns:a16="http://schemas.microsoft.com/office/drawing/2014/main" id="{07D4C5F7-D563-D403-3D67-A81D9AA3C574}"/>
                </a:ext>
              </a:extLst>
            </p:cNvPr>
            <p:cNvSpPr/>
            <p:nvPr>
              <p:custDataLst>
                <p:tags r:id="rId150"/>
              </p:custDataLst>
            </p:nvPr>
          </p:nvSpPr>
          <p:spPr>
            <a:xfrm>
              <a:off x="6925846" y="3606764"/>
              <a:ext cx="55873" cy="68779"/>
            </a:xfrm>
            <a:custGeom>
              <a:avLst/>
              <a:gdLst>
                <a:gd name="connsiteX0" fmla="*/ 51758 w 55873"/>
                <a:gd name="connsiteY0" fmla="*/ 10399 h 68779"/>
                <a:gd name="connsiteX1" fmla="*/ 44470 w 55873"/>
                <a:gd name="connsiteY1" fmla="*/ 17231 h 68779"/>
                <a:gd name="connsiteX2" fmla="*/ 49177 w 55873"/>
                <a:gd name="connsiteY2" fmla="*/ 21634 h 68779"/>
                <a:gd name="connsiteX3" fmla="*/ 56161 w 55873"/>
                <a:gd name="connsiteY3" fmla="*/ 13132 h 68779"/>
                <a:gd name="connsiteX4" fmla="*/ 38093 w 55873"/>
                <a:gd name="connsiteY4" fmla="*/ 74 h 68779"/>
                <a:gd name="connsiteX5" fmla="*/ 12434 w 55873"/>
                <a:gd name="connsiteY5" fmla="*/ 22242 h 68779"/>
                <a:gd name="connsiteX6" fmla="*/ 28072 w 55873"/>
                <a:gd name="connsiteY6" fmla="*/ 37273 h 68779"/>
                <a:gd name="connsiteX7" fmla="*/ 43863 w 55873"/>
                <a:gd name="connsiteY7" fmla="*/ 48812 h 68779"/>
                <a:gd name="connsiteX8" fmla="*/ 22151 w 55873"/>
                <a:gd name="connsiteY8" fmla="*/ 65513 h 68779"/>
                <a:gd name="connsiteX9" fmla="*/ 4842 w 55873"/>
                <a:gd name="connsiteY9" fmla="*/ 57466 h 68779"/>
                <a:gd name="connsiteX10" fmla="*/ 14408 w 55873"/>
                <a:gd name="connsiteY10" fmla="*/ 49419 h 68779"/>
                <a:gd name="connsiteX11" fmla="*/ 8790 w 55873"/>
                <a:gd name="connsiteY11" fmla="*/ 44105 h 68779"/>
                <a:gd name="connsiteX12" fmla="*/ 287 w 55873"/>
                <a:gd name="connsiteY12" fmla="*/ 54126 h 68779"/>
                <a:gd name="connsiteX13" fmla="*/ 21999 w 55873"/>
                <a:gd name="connsiteY13" fmla="*/ 68854 h 68779"/>
                <a:gd name="connsiteX14" fmla="*/ 52517 w 55873"/>
                <a:gd name="connsiteY14" fmla="*/ 43650 h 68779"/>
                <a:gd name="connsiteX15" fmla="*/ 47810 w 55873"/>
                <a:gd name="connsiteY15" fmla="*/ 32566 h 68779"/>
                <a:gd name="connsiteX16" fmla="*/ 32627 w 55873"/>
                <a:gd name="connsiteY16" fmla="*/ 26189 h 68779"/>
                <a:gd name="connsiteX17" fmla="*/ 21088 w 55873"/>
                <a:gd name="connsiteY17" fmla="*/ 17079 h 68779"/>
                <a:gd name="connsiteX18" fmla="*/ 38093 w 55873"/>
                <a:gd name="connsiteY18" fmla="*/ 3415 h 68779"/>
                <a:gd name="connsiteX19" fmla="*/ 51758 w 55873"/>
                <a:gd name="connsiteY19" fmla="*/ 10399 h 687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55873" h="68779">
                  <a:moveTo>
                    <a:pt x="51758" y="10399"/>
                  </a:moveTo>
                  <a:cubicBezTo>
                    <a:pt x="47507" y="10551"/>
                    <a:pt x="44470" y="13891"/>
                    <a:pt x="44470" y="17231"/>
                  </a:cubicBezTo>
                  <a:cubicBezTo>
                    <a:pt x="44470" y="19357"/>
                    <a:pt x="45836" y="21634"/>
                    <a:pt x="49177" y="21634"/>
                  </a:cubicBezTo>
                  <a:cubicBezTo>
                    <a:pt x="52517" y="21634"/>
                    <a:pt x="56161" y="19053"/>
                    <a:pt x="56161" y="13132"/>
                  </a:cubicBezTo>
                  <a:cubicBezTo>
                    <a:pt x="56161" y="6299"/>
                    <a:pt x="49632" y="74"/>
                    <a:pt x="38093" y="74"/>
                  </a:cubicBezTo>
                  <a:cubicBezTo>
                    <a:pt x="18051" y="74"/>
                    <a:pt x="12434" y="15561"/>
                    <a:pt x="12434" y="22242"/>
                  </a:cubicBezTo>
                  <a:cubicBezTo>
                    <a:pt x="12434" y="34084"/>
                    <a:pt x="23669" y="36362"/>
                    <a:pt x="28072" y="37273"/>
                  </a:cubicBezTo>
                  <a:cubicBezTo>
                    <a:pt x="35967" y="38791"/>
                    <a:pt x="43863" y="40461"/>
                    <a:pt x="43863" y="48812"/>
                  </a:cubicBezTo>
                  <a:cubicBezTo>
                    <a:pt x="43863" y="52760"/>
                    <a:pt x="40371" y="65513"/>
                    <a:pt x="22151" y="65513"/>
                  </a:cubicBezTo>
                  <a:cubicBezTo>
                    <a:pt x="20025" y="65513"/>
                    <a:pt x="8334" y="65513"/>
                    <a:pt x="4842" y="57466"/>
                  </a:cubicBezTo>
                  <a:cubicBezTo>
                    <a:pt x="10612" y="58226"/>
                    <a:pt x="14408" y="53671"/>
                    <a:pt x="14408" y="49419"/>
                  </a:cubicBezTo>
                  <a:cubicBezTo>
                    <a:pt x="14408" y="45927"/>
                    <a:pt x="11978" y="44105"/>
                    <a:pt x="8790" y="44105"/>
                  </a:cubicBezTo>
                  <a:cubicBezTo>
                    <a:pt x="4842" y="44105"/>
                    <a:pt x="287" y="47294"/>
                    <a:pt x="287" y="54126"/>
                  </a:cubicBezTo>
                  <a:cubicBezTo>
                    <a:pt x="287" y="62780"/>
                    <a:pt x="8942" y="68854"/>
                    <a:pt x="21999" y="68854"/>
                  </a:cubicBezTo>
                  <a:cubicBezTo>
                    <a:pt x="46596" y="68854"/>
                    <a:pt x="52517" y="50482"/>
                    <a:pt x="52517" y="43650"/>
                  </a:cubicBezTo>
                  <a:cubicBezTo>
                    <a:pt x="52517" y="38184"/>
                    <a:pt x="49632" y="34388"/>
                    <a:pt x="47810" y="32566"/>
                  </a:cubicBezTo>
                  <a:cubicBezTo>
                    <a:pt x="43711" y="28315"/>
                    <a:pt x="39308" y="27556"/>
                    <a:pt x="32627" y="26189"/>
                  </a:cubicBezTo>
                  <a:cubicBezTo>
                    <a:pt x="27161" y="24975"/>
                    <a:pt x="21088" y="23912"/>
                    <a:pt x="21088" y="17079"/>
                  </a:cubicBezTo>
                  <a:cubicBezTo>
                    <a:pt x="21088" y="12676"/>
                    <a:pt x="24732" y="3415"/>
                    <a:pt x="38093" y="3415"/>
                  </a:cubicBezTo>
                  <a:cubicBezTo>
                    <a:pt x="41889" y="3415"/>
                    <a:pt x="49480" y="4477"/>
                    <a:pt x="51758" y="10399"/>
                  </a:cubicBezTo>
                  <a:close/>
                </a:path>
              </a:pathLst>
            </a:custGeom>
            <a:solidFill>
              <a:srgbClr val="000000"/>
            </a:solidFill>
            <a:ln w="1520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77" name="任意形状 376">
              <a:extLst>
                <a:ext uri="{FF2B5EF4-FFF2-40B4-BE49-F238E27FC236}">
                  <a16:creationId xmlns:a16="http://schemas.microsoft.com/office/drawing/2014/main" id="{045DACB9-A8E7-BBE9-860C-D89441A34D45}"/>
                </a:ext>
              </a:extLst>
            </p:cNvPr>
            <p:cNvSpPr/>
            <p:nvPr>
              <p:custDataLst>
                <p:tags r:id="rId151"/>
              </p:custDataLst>
            </p:nvPr>
          </p:nvSpPr>
          <p:spPr>
            <a:xfrm>
              <a:off x="6995817" y="3626077"/>
              <a:ext cx="46976" cy="70570"/>
            </a:xfrm>
            <a:custGeom>
              <a:avLst/>
              <a:gdLst>
                <a:gd name="connsiteX0" fmla="*/ 47268 w 46976"/>
                <a:gd name="connsiteY0" fmla="*/ 51304 h 70570"/>
                <a:gd name="connsiteX1" fmla="*/ 43655 w 46976"/>
                <a:gd name="connsiteY1" fmla="*/ 51304 h 70570"/>
                <a:gd name="connsiteX2" fmla="*/ 40891 w 46976"/>
                <a:gd name="connsiteY2" fmla="*/ 60975 h 70570"/>
                <a:gd name="connsiteX3" fmla="*/ 30370 w 46976"/>
                <a:gd name="connsiteY3" fmla="*/ 61613 h 70570"/>
                <a:gd name="connsiteX4" fmla="*/ 10814 w 46976"/>
                <a:gd name="connsiteY4" fmla="*/ 61613 h 70570"/>
                <a:gd name="connsiteX5" fmla="*/ 32070 w 46976"/>
                <a:gd name="connsiteY5" fmla="*/ 43758 h 70570"/>
                <a:gd name="connsiteX6" fmla="*/ 47268 w 46976"/>
                <a:gd name="connsiteY6" fmla="*/ 20801 h 70570"/>
                <a:gd name="connsiteX7" fmla="*/ 22398 w 46976"/>
                <a:gd name="connsiteY7" fmla="*/ 76 h 70570"/>
                <a:gd name="connsiteX8" fmla="*/ 292 w 46976"/>
                <a:gd name="connsiteY8" fmla="*/ 19100 h 70570"/>
                <a:gd name="connsiteX9" fmla="*/ 5925 w 46976"/>
                <a:gd name="connsiteY9" fmla="*/ 25052 h 70570"/>
                <a:gd name="connsiteX10" fmla="*/ 11558 w 46976"/>
                <a:gd name="connsiteY10" fmla="*/ 19419 h 70570"/>
                <a:gd name="connsiteX11" fmla="*/ 5287 w 46976"/>
                <a:gd name="connsiteY11" fmla="*/ 13786 h 70570"/>
                <a:gd name="connsiteX12" fmla="*/ 20804 w 46976"/>
                <a:gd name="connsiteY12" fmla="*/ 3902 h 70570"/>
                <a:gd name="connsiteX13" fmla="*/ 36959 w 46976"/>
                <a:gd name="connsiteY13" fmla="*/ 20801 h 70570"/>
                <a:gd name="connsiteX14" fmla="*/ 26969 w 46976"/>
                <a:gd name="connsiteY14" fmla="*/ 41207 h 70570"/>
                <a:gd name="connsiteX15" fmla="*/ 1355 w 46976"/>
                <a:gd name="connsiteY15" fmla="*/ 66502 h 70570"/>
                <a:gd name="connsiteX16" fmla="*/ 292 w 46976"/>
                <a:gd name="connsiteY16" fmla="*/ 70647 h 70570"/>
                <a:gd name="connsiteX17" fmla="*/ 44080 w 46976"/>
                <a:gd name="connsiteY17" fmla="*/ 70647 h 70570"/>
                <a:gd name="connsiteX18" fmla="*/ 47268 w 46976"/>
                <a:gd name="connsiteY18" fmla="*/ 51304 h 705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46976" h="70570">
                  <a:moveTo>
                    <a:pt x="47268" y="51304"/>
                  </a:moveTo>
                  <a:lnTo>
                    <a:pt x="43655" y="51304"/>
                  </a:lnTo>
                  <a:cubicBezTo>
                    <a:pt x="43336" y="53642"/>
                    <a:pt x="42273" y="59912"/>
                    <a:pt x="40891" y="60975"/>
                  </a:cubicBezTo>
                  <a:cubicBezTo>
                    <a:pt x="40041" y="61613"/>
                    <a:pt x="31858" y="61613"/>
                    <a:pt x="30370" y="61613"/>
                  </a:cubicBezTo>
                  <a:lnTo>
                    <a:pt x="10814" y="61613"/>
                  </a:lnTo>
                  <a:cubicBezTo>
                    <a:pt x="21973" y="51729"/>
                    <a:pt x="25693" y="48753"/>
                    <a:pt x="32070" y="43758"/>
                  </a:cubicBezTo>
                  <a:cubicBezTo>
                    <a:pt x="39935" y="37487"/>
                    <a:pt x="47268" y="30898"/>
                    <a:pt x="47268" y="20801"/>
                  </a:cubicBezTo>
                  <a:cubicBezTo>
                    <a:pt x="47268" y="7941"/>
                    <a:pt x="36003" y="76"/>
                    <a:pt x="22398" y="76"/>
                  </a:cubicBezTo>
                  <a:cubicBezTo>
                    <a:pt x="9220" y="76"/>
                    <a:pt x="292" y="9322"/>
                    <a:pt x="292" y="19100"/>
                  </a:cubicBezTo>
                  <a:cubicBezTo>
                    <a:pt x="292" y="24521"/>
                    <a:pt x="4862" y="25052"/>
                    <a:pt x="5925" y="25052"/>
                  </a:cubicBezTo>
                  <a:cubicBezTo>
                    <a:pt x="8476" y="25052"/>
                    <a:pt x="11558" y="23245"/>
                    <a:pt x="11558" y="19419"/>
                  </a:cubicBezTo>
                  <a:cubicBezTo>
                    <a:pt x="11558" y="17506"/>
                    <a:pt x="10814" y="13786"/>
                    <a:pt x="5287" y="13786"/>
                  </a:cubicBezTo>
                  <a:cubicBezTo>
                    <a:pt x="8582" y="6240"/>
                    <a:pt x="15809" y="3902"/>
                    <a:pt x="20804" y="3902"/>
                  </a:cubicBezTo>
                  <a:cubicBezTo>
                    <a:pt x="31432" y="3902"/>
                    <a:pt x="36959" y="12192"/>
                    <a:pt x="36959" y="20801"/>
                  </a:cubicBezTo>
                  <a:cubicBezTo>
                    <a:pt x="36959" y="30047"/>
                    <a:pt x="30370" y="37381"/>
                    <a:pt x="26969" y="41207"/>
                  </a:cubicBezTo>
                  <a:lnTo>
                    <a:pt x="1355" y="66502"/>
                  </a:lnTo>
                  <a:cubicBezTo>
                    <a:pt x="292" y="67458"/>
                    <a:pt x="292" y="67671"/>
                    <a:pt x="292" y="70647"/>
                  </a:cubicBezTo>
                  <a:lnTo>
                    <a:pt x="44080" y="70647"/>
                  </a:lnTo>
                  <a:lnTo>
                    <a:pt x="47268" y="51304"/>
                  </a:lnTo>
                  <a:close/>
                </a:path>
              </a:pathLst>
            </a:custGeom>
            <a:solidFill>
              <a:srgbClr val="000000"/>
            </a:solidFill>
            <a:ln w="1520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78" name="任意形状 377">
              <a:extLst>
                <a:ext uri="{FF2B5EF4-FFF2-40B4-BE49-F238E27FC236}">
                  <a16:creationId xmlns:a16="http://schemas.microsoft.com/office/drawing/2014/main" id="{CBE45FD9-5FBB-E799-025F-F16807937A9F}"/>
                </a:ext>
              </a:extLst>
            </p:cNvPr>
            <p:cNvSpPr/>
            <p:nvPr>
              <p:custDataLst>
                <p:tags r:id="rId152"/>
              </p:custDataLst>
            </p:nvPr>
          </p:nvSpPr>
          <p:spPr>
            <a:xfrm>
              <a:off x="7061228" y="3626077"/>
              <a:ext cx="38686" cy="70570"/>
            </a:xfrm>
            <a:custGeom>
              <a:avLst/>
              <a:gdLst>
                <a:gd name="connsiteX0" fmla="*/ 24316 w 38686"/>
                <a:gd name="connsiteY0" fmla="*/ 3052 h 70570"/>
                <a:gd name="connsiteX1" fmla="*/ 21127 w 38686"/>
                <a:gd name="connsiteY1" fmla="*/ 76 h 70570"/>
                <a:gd name="connsiteX2" fmla="*/ 296 w 38686"/>
                <a:gd name="connsiteY2" fmla="*/ 6878 h 70570"/>
                <a:gd name="connsiteX3" fmla="*/ 296 w 38686"/>
                <a:gd name="connsiteY3" fmla="*/ 10704 h 70570"/>
                <a:gd name="connsiteX4" fmla="*/ 15707 w 38686"/>
                <a:gd name="connsiteY4" fmla="*/ 7728 h 70570"/>
                <a:gd name="connsiteX5" fmla="*/ 15707 w 38686"/>
                <a:gd name="connsiteY5" fmla="*/ 61932 h 70570"/>
                <a:gd name="connsiteX6" fmla="*/ 5079 w 38686"/>
                <a:gd name="connsiteY6" fmla="*/ 66821 h 70570"/>
                <a:gd name="connsiteX7" fmla="*/ 1040 w 38686"/>
                <a:gd name="connsiteY7" fmla="*/ 66821 h 70570"/>
                <a:gd name="connsiteX8" fmla="*/ 1040 w 38686"/>
                <a:gd name="connsiteY8" fmla="*/ 70647 h 70570"/>
                <a:gd name="connsiteX9" fmla="*/ 19958 w 38686"/>
                <a:gd name="connsiteY9" fmla="*/ 70222 h 70570"/>
                <a:gd name="connsiteX10" fmla="*/ 38982 w 38686"/>
                <a:gd name="connsiteY10" fmla="*/ 70647 h 70570"/>
                <a:gd name="connsiteX11" fmla="*/ 38982 w 38686"/>
                <a:gd name="connsiteY11" fmla="*/ 66821 h 70570"/>
                <a:gd name="connsiteX12" fmla="*/ 34944 w 38686"/>
                <a:gd name="connsiteY12" fmla="*/ 66821 h 70570"/>
                <a:gd name="connsiteX13" fmla="*/ 24316 w 38686"/>
                <a:gd name="connsiteY13" fmla="*/ 61932 h 70570"/>
                <a:gd name="connsiteX14" fmla="*/ 24316 w 38686"/>
                <a:gd name="connsiteY14" fmla="*/ 3052 h 705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38686" h="70570">
                  <a:moveTo>
                    <a:pt x="24316" y="3052"/>
                  </a:moveTo>
                  <a:cubicBezTo>
                    <a:pt x="24316" y="182"/>
                    <a:pt x="24103" y="76"/>
                    <a:pt x="21127" y="76"/>
                  </a:cubicBezTo>
                  <a:cubicBezTo>
                    <a:pt x="14325" y="6772"/>
                    <a:pt x="4653" y="6878"/>
                    <a:pt x="296" y="6878"/>
                  </a:cubicBezTo>
                  <a:lnTo>
                    <a:pt x="296" y="10704"/>
                  </a:lnTo>
                  <a:cubicBezTo>
                    <a:pt x="2847" y="10704"/>
                    <a:pt x="9861" y="10704"/>
                    <a:pt x="15707" y="7728"/>
                  </a:cubicBezTo>
                  <a:lnTo>
                    <a:pt x="15707" y="61932"/>
                  </a:lnTo>
                  <a:cubicBezTo>
                    <a:pt x="15707" y="65439"/>
                    <a:pt x="15707" y="66821"/>
                    <a:pt x="5079" y="66821"/>
                  </a:cubicBezTo>
                  <a:lnTo>
                    <a:pt x="1040" y="66821"/>
                  </a:lnTo>
                  <a:lnTo>
                    <a:pt x="1040" y="70647"/>
                  </a:lnTo>
                  <a:cubicBezTo>
                    <a:pt x="2953" y="70540"/>
                    <a:pt x="16026" y="70222"/>
                    <a:pt x="19958" y="70222"/>
                  </a:cubicBezTo>
                  <a:cubicBezTo>
                    <a:pt x="23253" y="70222"/>
                    <a:pt x="36644" y="70540"/>
                    <a:pt x="38982" y="70647"/>
                  </a:cubicBezTo>
                  <a:lnTo>
                    <a:pt x="38982" y="66821"/>
                  </a:lnTo>
                  <a:lnTo>
                    <a:pt x="34944" y="66821"/>
                  </a:lnTo>
                  <a:cubicBezTo>
                    <a:pt x="24316" y="66821"/>
                    <a:pt x="24316" y="65439"/>
                    <a:pt x="24316" y="61932"/>
                  </a:cubicBezTo>
                  <a:lnTo>
                    <a:pt x="24316" y="3052"/>
                  </a:lnTo>
                  <a:close/>
                </a:path>
              </a:pathLst>
            </a:custGeom>
            <a:solidFill>
              <a:srgbClr val="000000"/>
            </a:solidFill>
            <a:ln w="1520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79" name="任意形状 378">
              <a:extLst>
                <a:ext uri="{FF2B5EF4-FFF2-40B4-BE49-F238E27FC236}">
                  <a16:creationId xmlns:a16="http://schemas.microsoft.com/office/drawing/2014/main" id="{4B3F4039-AB19-28E2-6687-4A9B09E0F2D6}"/>
                </a:ext>
              </a:extLst>
            </p:cNvPr>
            <p:cNvSpPr/>
            <p:nvPr>
              <p:custDataLst>
                <p:tags r:id="rId153"/>
              </p:custDataLst>
            </p:nvPr>
          </p:nvSpPr>
          <p:spPr>
            <a:xfrm>
              <a:off x="7172533" y="3591885"/>
              <a:ext cx="92768" cy="88061"/>
            </a:xfrm>
            <a:custGeom>
              <a:avLst/>
              <a:gdLst>
                <a:gd name="connsiteX0" fmla="*/ 90187 w 92768"/>
                <a:gd name="connsiteY0" fmla="*/ 47446 h 88061"/>
                <a:gd name="connsiteX1" fmla="*/ 93072 w 92768"/>
                <a:gd name="connsiteY1" fmla="*/ 44105 h 88061"/>
                <a:gd name="connsiteX2" fmla="*/ 90187 w 92768"/>
                <a:gd name="connsiteY2" fmla="*/ 40765 h 88061"/>
                <a:gd name="connsiteX3" fmla="*/ 6073 w 92768"/>
                <a:gd name="connsiteY3" fmla="*/ 1137 h 88061"/>
                <a:gd name="connsiteX4" fmla="*/ 3340 w 92768"/>
                <a:gd name="connsiteY4" fmla="*/ 74 h 88061"/>
                <a:gd name="connsiteX5" fmla="*/ 303 w 92768"/>
                <a:gd name="connsiteY5" fmla="*/ 3111 h 88061"/>
                <a:gd name="connsiteX6" fmla="*/ 3188 w 92768"/>
                <a:gd name="connsiteY6" fmla="*/ 6451 h 88061"/>
                <a:gd name="connsiteX7" fmla="*/ 82899 w 92768"/>
                <a:gd name="connsiteY7" fmla="*/ 44105 h 88061"/>
                <a:gd name="connsiteX8" fmla="*/ 3188 w 92768"/>
                <a:gd name="connsiteY8" fmla="*/ 81759 h 88061"/>
                <a:gd name="connsiteX9" fmla="*/ 303 w 92768"/>
                <a:gd name="connsiteY9" fmla="*/ 85100 h 88061"/>
                <a:gd name="connsiteX10" fmla="*/ 3340 w 92768"/>
                <a:gd name="connsiteY10" fmla="*/ 88136 h 88061"/>
                <a:gd name="connsiteX11" fmla="*/ 6073 w 92768"/>
                <a:gd name="connsiteY11" fmla="*/ 87073 h 88061"/>
                <a:gd name="connsiteX12" fmla="*/ 90187 w 92768"/>
                <a:gd name="connsiteY12" fmla="*/ 47446 h 880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92768" h="88061">
                  <a:moveTo>
                    <a:pt x="90187" y="47446"/>
                  </a:moveTo>
                  <a:cubicBezTo>
                    <a:pt x="91857" y="46686"/>
                    <a:pt x="93072" y="45927"/>
                    <a:pt x="93072" y="44105"/>
                  </a:cubicBezTo>
                  <a:cubicBezTo>
                    <a:pt x="93072" y="42283"/>
                    <a:pt x="91857" y="41524"/>
                    <a:pt x="90187" y="40765"/>
                  </a:cubicBezTo>
                  <a:lnTo>
                    <a:pt x="6073" y="1137"/>
                  </a:lnTo>
                  <a:cubicBezTo>
                    <a:pt x="4099" y="74"/>
                    <a:pt x="3795" y="74"/>
                    <a:pt x="3340" y="74"/>
                  </a:cubicBezTo>
                  <a:cubicBezTo>
                    <a:pt x="1670" y="74"/>
                    <a:pt x="303" y="1441"/>
                    <a:pt x="303" y="3111"/>
                  </a:cubicBezTo>
                  <a:cubicBezTo>
                    <a:pt x="303" y="4477"/>
                    <a:pt x="1062" y="5388"/>
                    <a:pt x="3188" y="6451"/>
                  </a:cubicBezTo>
                  <a:lnTo>
                    <a:pt x="82899" y="44105"/>
                  </a:lnTo>
                  <a:lnTo>
                    <a:pt x="3188" y="81759"/>
                  </a:lnTo>
                  <a:cubicBezTo>
                    <a:pt x="1062" y="82822"/>
                    <a:pt x="303" y="83733"/>
                    <a:pt x="303" y="85100"/>
                  </a:cubicBezTo>
                  <a:cubicBezTo>
                    <a:pt x="303" y="86770"/>
                    <a:pt x="1670" y="88136"/>
                    <a:pt x="3340" y="88136"/>
                  </a:cubicBezTo>
                  <a:cubicBezTo>
                    <a:pt x="3795" y="88136"/>
                    <a:pt x="4099" y="88136"/>
                    <a:pt x="6073" y="87073"/>
                  </a:cubicBezTo>
                  <a:lnTo>
                    <a:pt x="90187" y="47446"/>
                  </a:lnTo>
                  <a:close/>
                </a:path>
              </a:pathLst>
            </a:custGeom>
            <a:solidFill>
              <a:srgbClr val="000000"/>
            </a:solidFill>
            <a:ln w="1520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80" name="任意形状 379">
              <a:extLst>
                <a:ext uri="{FF2B5EF4-FFF2-40B4-BE49-F238E27FC236}">
                  <a16:creationId xmlns:a16="http://schemas.microsoft.com/office/drawing/2014/main" id="{B0FF27F5-CDE4-D77F-5BCD-147B4A6C7CC0}"/>
                </a:ext>
              </a:extLst>
            </p:cNvPr>
            <p:cNvSpPr/>
            <p:nvPr>
              <p:custDataLst>
                <p:tags r:id="rId154"/>
              </p:custDataLst>
            </p:nvPr>
          </p:nvSpPr>
          <p:spPr>
            <a:xfrm>
              <a:off x="7326117" y="3572754"/>
              <a:ext cx="63920" cy="104459"/>
            </a:xfrm>
            <a:custGeom>
              <a:avLst/>
              <a:gdLst>
                <a:gd name="connsiteX0" fmla="*/ 64234 w 63920"/>
                <a:gd name="connsiteY0" fmla="*/ 52608 h 104459"/>
                <a:gd name="connsiteX1" fmla="*/ 58161 w 63920"/>
                <a:gd name="connsiteY1" fmla="*/ 17079 h 104459"/>
                <a:gd name="connsiteX2" fmla="*/ 32350 w 63920"/>
                <a:gd name="connsiteY2" fmla="*/ 74 h 104459"/>
                <a:gd name="connsiteX3" fmla="*/ 5931 w 63920"/>
                <a:gd name="connsiteY3" fmla="*/ 18142 h 104459"/>
                <a:gd name="connsiteX4" fmla="*/ 314 w 63920"/>
                <a:gd name="connsiteY4" fmla="*/ 52608 h 104459"/>
                <a:gd name="connsiteX5" fmla="*/ 7146 w 63920"/>
                <a:gd name="connsiteY5" fmla="*/ 89199 h 104459"/>
                <a:gd name="connsiteX6" fmla="*/ 32198 w 63920"/>
                <a:gd name="connsiteY6" fmla="*/ 104534 h 104459"/>
                <a:gd name="connsiteX7" fmla="*/ 58617 w 63920"/>
                <a:gd name="connsiteY7" fmla="*/ 86922 h 104459"/>
                <a:gd name="connsiteX8" fmla="*/ 64234 w 63920"/>
                <a:gd name="connsiteY8" fmla="*/ 52608 h 104459"/>
                <a:gd name="connsiteX9" fmla="*/ 32198 w 63920"/>
                <a:gd name="connsiteY9" fmla="*/ 101194 h 104459"/>
                <a:gd name="connsiteX10" fmla="*/ 14586 w 63920"/>
                <a:gd name="connsiteY10" fmla="*/ 82822 h 104459"/>
                <a:gd name="connsiteX11" fmla="*/ 12916 w 63920"/>
                <a:gd name="connsiteY11" fmla="*/ 50786 h 104459"/>
                <a:gd name="connsiteX12" fmla="*/ 14130 w 63920"/>
                <a:gd name="connsiteY12" fmla="*/ 22849 h 104459"/>
                <a:gd name="connsiteX13" fmla="*/ 32198 w 63920"/>
                <a:gd name="connsiteY13" fmla="*/ 3415 h 104459"/>
                <a:gd name="connsiteX14" fmla="*/ 50114 w 63920"/>
                <a:gd name="connsiteY14" fmla="*/ 21179 h 104459"/>
                <a:gd name="connsiteX15" fmla="*/ 51632 w 63920"/>
                <a:gd name="connsiteY15" fmla="*/ 50786 h 104459"/>
                <a:gd name="connsiteX16" fmla="*/ 49962 w 63920"/>
                <a:gd name="connsiteY16" fmla="*/ 82215 h 104459"/>
                <a:gd name="connsiteX17" fmla="*/ 32198 w 63920"/>
                <a:gd name="connsiteY17" fmla="*/ 101194 h 1044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63920" h="104459">
                  <a:moveTo>
                    <a:pt x="64234" y="52608"/>
                  </a:moveTo>
                  <a:cubicBezTo>
                    <a:pt x="64234" y="40461"/>
                    <a:pt x="63475" y="28315"/>
                    <a:pt x="58161" y="17079"/>
                  </a:cubicBezTo>
                  <a:cubicBezTo>
                    <a:pt x="51177" y="2504"/>
                    <a:pt x="38727" y="74"/>
                    <a:pt x="32350" y="74"/>
                  </a:cubicBezTo>
                  <a:cubicBezTo>
                    <a:pt x="23240" y="74"/>
                    <a:pt x="12156" y="4022"/>
                    <a:pt x="5931" y="18142"/>
                  </a:cubicBezTo>
                  <a:cubicBezTo>
                    <a:pt x="1073" y="28619"/>
                    <a:pt x="314" y="40461"/>
                    <a:pt x="314" y="52608"/>
                  </a:cubicBezTo>
                  <a:cubicBezTo>
                    <a:pt x="314" y="63995"/>
                    <a:pt x="921" y="77660"/>
                    <a:pt x="7146" y="89199"/>
                  </a:cubicBezTo>
                  <a:cubicBezTo>
                    <a:pt x="13675" y="101497"/>
                    <a:pt x="24758" y="104534"/>
                    <a:pt x="32198" y="104534"/>
                  </a:cubicBezTo>
                  <a:cubicBezTo>
                    <a:pt x="40397" y="104534"/>
                    <a:pt x="51936" y="101345"/>
                    <a:pt x="58617" y="86922"/>
                  </a:cubicBezTo>
                  <a:cubicBezTo>
                    <a:pt x="63475" y="76445"/>
                    <a:pt x="64234" y="64602"/>
                    <a:pt x="64234" y="52608"/>
                  </a:cubicBezTo>
                  <a:close/>
                  <a:moveTo>
                    <a:pt x="32198" y="101194"/>
                  </a:moveTo>
                  <a:cubicBezTo>
                    <a:pt x="26277" y="101194"/>
                    <a:pt x="17319" y="97398"/>
                    <a:pt x="14586" y="82822"/>
                  </a:cubicBezTo>
                  <a:cubicBezTo>
                    <a:pt x="12916" y="73712"/>
                    <a:pt x="12916" y="59744"/>
                    <a:pt x="12916" y="50786"/>
                  </a:cubicBezTo>
                  <a:cubicBezTo>
                    <a:pt x="12916" y="41069"/>
                    <a:pt x="12916" y="31048"/>
                    <a:pt x="14130" y="22849"/>
                  </a:cubicBezTo>
                  <a:cubicBezTo>
                    <a:pt x="17015" y="4781"/>
                    <a:pt x="28402" y="3415"/>
                    <a:pt x="32198" y="3415"/>
                  </a:cubicBezTo>
                  <a:cubicBezTo>
                    <a:pt x="37209" y="3415"/>
                    <a:pt x="47229" y="6148"/>
                    <a:pt x="50114" y="21179"/>
                  </a:cubicBezTo>
                  <a:cubicBezTo>
                    <a:pt x="51632" y="29681"/>
                    <a:pt x="51632" y="41220"/>
                    <a:pt x="51632" y="50786"/>
                  </a:cubicBezTo>
                  <a:cubicBezTo>
                    <a:pt x="51632" y="62173"/>
                    <a:pt x="51632" y="72498"/>
                    <a:pt x="49962" y="82215"/>
                  </a:cubicBezTo>
                  <a:cubicBezTo>
                    <a:pt x="47685" y="96639"/>
                    <a:pt x="39030" y="101194"/>
                    <a:pt x="32198" y="101194"/>
                  </a:cubicBezTo>
                  <a:close/>
                </a:path>
              </a:pathLst>
            </a:custGeom>
            <a:solidFill>
              <a:srgbClr val="000000"/>
            </a:solidFill>
            <a:ln w="1520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81" name="任意形状 380">
              <a:extLst>
                <a:ext uri="{FF2B5EF4-FFF2-40B4-BE49-F238E27FC236}">
                  <a16:creationId xmlns:a16="http://schemas.microsoft.com/office/drawing/2014/main" id="{F40B69A9-AD0A-C2A4-0519-51E0A72CBB0F}"/>
                </a:ext>
              </a:extLst>
            </p:cNvPr>
            <p:cNvSpPr/>
            <p:nvPr>
              <p:custDataLst>
                <p:tags r:id="rId155"/>
              </p:custDataLst>
            </p:nvPr>
          </p:nvSpPr>
          <p:spPr>
            <a:xfrm>
              <a:off x="5878388" y="3882488"/>
              <a:ext cx="63920" cy="104459"/>
            </a:xfrm>
            <a:custGeom>
              <a:avLst/>
              <a:gdLst>
                <a:gd name="connsiteX0" fmla="*/ 64139 w 63920"/>
                <a:gd name="connsiteY0" fmla="*/ 52628 h 104459"/>
                <a:gd name="connsiteX1" fmla="*/ 58066 w 63920"/>
                <a:gd name="connsiteY1" fmla="*/ 17100 h 104459"/>
                <a:gd name="connsiteX2" fmla="*/ 32255 w 63920"/>
                <a:gd name="connsiteY2" fmla="*/ 95 h 104459"/>
                <a:gd name="connsiteX3" fmla="*/ 5836 w 63920"/>
                <a:gd name="connsiteY3" fmla="*/ 18163 h 104459"/>
                <a:gd name="connsiteX4" fmla="*/ 219 w 63920"/>
                <a:gd name="connsiteY4" fmla="*/ 52628 h 104459"/>
                <a:gd name="connsiteX5" fmla="*/ 7051 w 63920"/>
                <a:gd name="connsiteY5" fmla="*/ 89219 h 104459"/>
                <a:gd name="connsiteX6" fmla="*/ 32103 w 63920"/>
                <a:gd name="connsiteY6" fmla="*/ 104554 h 104459"/>
                <a:gd name="connsiteX7" fmla="*/ 58522 w 63920"/>
                <a:gd name="connsiteY7" fmla="*/ 86942 h 104459"/>
                <a:gd name="connsiteX8" fmla="*/ 64139 w 63920"/>
                <a:gd name="connsiteY8" fmla="*/ 52628 h 104459"/>
                <a:gd name="connsiteX9" fmla="*/ 32103 w 63920"/>
                <a:gd name="connsiteY9" fmla="*/ 101214 h 104459"/>
                <a:gd name="connsiteX10" fmla="*/ 14491 w 63920"/>
                <a:gd name="connsiteY10" fmla="*/ 82842 h 104459"/>
                <a:gd name="connsiteX11" fmla="*/ 12821 w 63920"/>
                <a:gd name="connsiteY11" fmla="*/ 50806 h 104459"/>
                <a:gd name="connsiteX12" fmla="*/ 14035 w 63920"/>
                <a:gd name="connsiteY12" fmla="*/ 22869 h 104459"/>
                <a:gd name="connsiteX13" fmla="*/ 32103 w 63920"/>
                <a:gd name="connsiteY13" fmla="*/ 3435 h 104459"/>
                <a:gd name="connsiteX14" fmla="*/ 50019 w 63920"/>
                <a:gd name="connsiteY14" fmla="*/ 21199 h 104459"/>
                <a:gd name="connsiteX15" fmla="*/ 51537 w 63920"/>
                <a:gd name="connsiteY15" fmla="*/ 50806 h 104459"/>
                <a:gd name="connsiteX16" fmla="*/ 49867 w 63920"/>
                <a:gd name="connsiteY16" fmla="*/ 82235 h 104459"/>
                <a:gd name="connsiteX17" fmla="*/ 32103 w 63920"/>
                <a:gd name="connsiteY17" fmla="*/ 101214 h 1044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63920" h="104459">
                  <a:moveTo>
                    <a:pt x="64139" y="52628"/>
                  </a:moveTo>
                  <a:cubicBezTo>
                    <a:pt x="64139" y="40482"/>
                    <a:pt x="63380" y="28335"/>
                    <a:pt x="58066" y="17100"/>
                  </a:cubicBezTo>
                  <a:cubicBezTo>
                    <a:pt x="51082" y="2524"/>
                    <a:pt x="38632" y="95"/>
                    <a:pt x="32255" y="95"/>
                  </a:cubicBezTo>
                  <a:cubicBezTo>
                    <a:pt x="23145" y="95"/>
                    <a:pt x="12061" y="4042"/>
                    <a:pt x="5836" y="18163"/>
                  </a:cubicBezTo>
                  <a:cubicBezTo>
                    <a:pt x="978" y="28639"/>
                    <a:pt x="219" y="40482"/>
                    <a:pt x="219" y="52628"/>
                  </a:cubicBezTo>
                  <a:cubicBezTo>
                    <a:pt x="219" y="64015"/>
                    <a:pt x="826" y="77680"/>
                    <a:pt x="7051" y="89219"/>
                  </a:cubicBezTo>
                  <a:cubicBezTo>
                    <a:pt x="13580" y="101518"/>
                    <a:pt x="24663" y="104554"/>
                    <a:pt x="32103" y="104554"/>
                  </a:cubicBezTo>
                  <a:cubicBezTo>
                    <a:pt x="40302" y="104554"/>
                    <a:pt x="51841" y="101366"/>
                    <a:pt x="58522" y="86942"/>
                  </a:cubicBezTo>
                  <a:cubicBezTo>
                    <a:pt x="63380" y="76466"/>
                    <a:pt x="64139" y="64623"/>
                    <a:pt x="64139" y="52628"/>
                  </a:cubicBezTo>
                  <a:close/>
                  <a:moveTo>
                    <a:pt x="32103" y="101214"/>
                  </a:moveTo>
                  <a:cubicBezTo>
                    <a:pt x="26182" y="101214"/>
                    <a:pt x="17224" y="97418"/>
                    <a:pt x="14491" y="82842"/>
                  </a:cubicBezTo>
                  <a:cubicBezTo>
                    <a:pt x="12821" y="73733"/>
                    <a:pt x="12821" y="59764"/>
                    <a:pt x="12821" y="50806"/>
                  </a:cubicBezTo>
                  <a:cubicBezTo>
                    <a:pt x="12821" y="41089"/>
                    <a:pt x="12821" y="31068"/>
                    <a:pt x="14035" y="22869"/>
                  </a:cubicBezTo>
                  <a:cubicBezTo>
                    <a:pt x="16920" y="4801"/>
                    <a:pt x="28307" y="3435"/>
                    <a:pt x="32103" y="3435"/>
                  </a:cubicBezTo>
                  <a:cubicBezTo>
                    <a:pt x="37114" y="3435"/>
                    <a:pt x="47134" y="6168"/>
                    <a:pt x="50019" y="21199"/>
                  </a:cubicBezTo>
                  <a:cubicBezTo>
                    <a:pt x="51537" y="29702"/>
                    <a:pt x="51537" y="41241"/>
                    <a:pt x="51537" y="50806"/>
                  </a:cubicBezTo>
                  <a:cubicBezTo>
                    <a:pt x="51537" y="62193"/>
                    <a:pt x="51537" y="72518"/>
                    <a:pt x="49867" y="82235"/>
                  </a:cubicBezTo>
                  <a:cubicBezTo>
                    <a:pt x="47590" y="96659"/>
                    <a:pt x="38935" y="101214"/>
                    <a:pt x="32103" y="101214"/>
                  </a:cubicBezTo>
                  <a:close/>
                </a:path>
              </a:pathLst>
            </a:custGeom>
            <a:solidFill>
              <a:srgbClr val="000000"/>
            </a:solidFill>
            <a:ln w="1520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82" name="任意形状 381">
              <a:extLst>
                <a:ext uri="{FF2B5EF4-FFF2-40B4-BE49-F238E27FC236}">
                  <a16:creationId xmlns:a16="http://schemas.microsoft.com/office/drawing/2014/main" id="{23106EB0-C3E7-AFB6-562F-5BE90B4F648C}"/>
                </a:ext>
              </a:extLst>
            </p:cNvPr>
            <p:cNvSpPr/>
            <p:nvPr>
              <p:custDataLst>
                <p:tags r:id="rId156"/>
              </p:custDataLst>
            </p:nvPr>
          </p:nvSpPr>
          <p:spPr>
            <a:xfrm>
              <a:off x="5961440" y="3967513"/>
              <a:ext cx="17764" cy="45397"/>
            </a:xfrm>
            <a:custGeom>
              <a:avLst/>
              <a:gdLst>
                <a:gd name="connsiteX0" fmla="*/ 17988 w 17764"/>
                <a:gd name="connsiteY0" fmla="*/ 16037 h 45397"/>
                <a:gd name="connsiteX1" fmla="*/ 8271 w 17764"/>
                <a:gd name="connsiteY1" fmla="*/ 95 h 45397"/>
                <a:gd name="connsiteX2" fmla="*/ 224 w 17764"/>
                <a:gd name="connsiteY2" fmla="*/ 8142 h 45397"/>
                <a:gd name="connsiteX3" fmla="*/ 8271 w 17764"/>
                <a:gd name="connsiteY3" fmla="*/ 16189 h 45397"/>
                <a:gd name="connsiteX4" fmla="*/ 13585 w 17764"/>
                <a:gd name="connsiteY4" fmla="*/ 14215 h 45397"/>
                <a:gd name="connsiteX5" fmla="*/ 14344 w 17764"/>
                <a:gd name="connsiteY5" fmla="*/ 13759 h 45397"/>
                <a:gd name="connsiteX6" fmla="*/ 14648 w 17764"/>
                <a:gd name="connsiteY6" fmla="*/ 16037 h 45397"/>
                <a:gd name="connsiteX7" fmla="*/ 4323 w 17764"/>
                <a:gd name="connsiteY7" fmla="*/ 41393 h 45397"/>
                <a:gd name="connsiteX8" fmla="*/ 2653 w 17764"/>
                <a:gd name="connsiteY8" fmla="*/ 43822 h 45397"/>
                <a:gd name="connsiteX9" fmla="*/ 4171 w 17764"/>
                <a:gd name="connsiteY9" fmla="*/ 45492 h 45397"/>
                <a:gd name="connsiteX10" fmla="*/ 17988 w 17764"/>
                <a:gd name="connsiteY10" fmla="*/ 16037 h 453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7764" h="45397">
                  <a:moveTo>
                    <a:pt x="17988" y="16037"/>
                  </a:moveTo>
                  <a:cubicBezTo>
                    <a:pt x="17988" y="6016"/>
                    <a:pt x="14192" y="95"/>
                    <a:pt x="8271" y="95"/>
                  </a:cubicBezTo>
                  <a:cubicBezTo>
                    <a:pt x="3260" y="95"/>
                    <a:pt x="224" y="3890"/>
                    <a:pt x="224" y="8142"/>
                  </a:cubicBezTo>
                  <a:cubicBezTo>
                    <a:pt x="224" y="12241"/>
                    <a:pt x="3260" y="16189"/>
                    <a:pt x="8271" y="16189"/>
                  </a:cubicBezTo>
                  <a:cubicBezTo>
                    <a:pt x="10093" y="16189"/>
                    <a:pt x="12066" y="15581"/>
                    <a:pt x="13585" y="14215"/>
                  </a:cubicBezTo>
                  <a:cubicBezTo>
                    <a:pt x="14040" y="13911"/>
                    <a:pt x="14192" y="13759"/>
                    <a:pt x="14344" y="13759"/>
                  </a:cubicBezTo>
                  <a:cubicBezTo>
                    <a:pt x="14496" y="13759"/>
                    <a:pt x="14648" y="13911"/>
                    <a:pt x="14648" y="16037"/>
                  </a:cubicBezTo>
                  <a:cubicBezTo>
                    <a:pt x="14648" y="27272"/>
                    <a:pt x="9333" y="36382"/>
                    <a:pt x="4323" y="41393"/>
                  </a:cubicBezTo>
                  <a:cubicBezTo>
                    <a:pt x="2653" y="43063"/>
                    <a:pt x="2653" y="43366"/>
                    <a:pt x="2653" y="43822"/>
                  </a:cubicBezTo>
                  <a:cubicBezTo>
                    <a:pt x="2653" y="44885"/>
                    <a:pt x="3412" y="45492"/>
                    <a:pt x="4171" y="45492"/>
                  </a:cubicBezTo>
                  <a:cubicBezTo>
                    <a:pt x="5841" y="45492"/>
                    <a:pt x="17988" y="33801"/>
                    <a:pt x="17988" y="16037"/>
                  </a:cubicBezTo>
                  <a:close/>
                </a:path>
              </a:pathLst>
            </a:custGeom>
            <a:solidFill>
              <a:srgbClr val="000000"/>
            </a:solidFill>
            <a:ln w="1520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83" name="任意形状 382">
              <a:extLst>
                <a:ext uri="{FF2B5EF4-FFF2-40B4-BE49-F238E27FC236}">
                  <a16:creationId xmlns:a16="http://schemas.microsoft.com/office/drawing/2014/main" id="{869F45AD-D00D-7644-114C-335E2F5DB427}"/>
                </a:ext>
              </a:extLst>
            </p:cNvPr>
            <p:cNvSpPr/>
            <p:nvPr>
              <p:custDataLst>
                <p:tags r:id="rId157"/>
              </p:custDataLst>
            </p:nvPr>
          </p:nvSpPr>
          <p:spPr>
            <a:xfrm>
              <a:off x="6536827" y="3915587"/>
              <a:ext cx="67260" cy="69690"/>
            </a:xfrm>
            <a:custGeom>
              <a:avLst/>
              <a:gdLst>
                <a:gd name="connsiteX0" fmla="*/ 67523 w 67260"/>
                <a:gd name="connsiteY0" fmla="*/ 35623 h 69690"/>
                <a:gd name="connsiteX1" fmla="*/ 33968 w 67260"/>
                <a:gd name="connsiteY1" fmla="*/ 95 h 69690"/>
                <a:gd name="connsiteX2" fmla="*/ 262 w 67260"/>
                <a:gd name="connsiteY2" fmla="*/ 35623 h 69690"/>
                <a:gd name="connsiteX3" fmla="*/ 33817 w 67260"/>
                <a:gd name="connsiteY3" fmla="*/ 69785 h 69690"/>
                <a:gd name="connsiteX4" fmla="*/ 67523 w 67260"/>
                <a:gd name="connsiteY4" fmla="*/ 35623 h 69690"/>
                <a:gd name="connsiteX5" fmla="*/ 33968 w 67260"/>
                <a:gd name="connsiteY5" fmla="*/ 65989 h 69690"/>
                <a:gd name="connsiteX6" fmla="*/ 16660 w 67260"/>
                <a:gd name="connsiteY6" fmla="*/ 55817 h 69690"/>
                <a:gd name="connsiteX7" fmla="*/ 12864 w 67260"/>
                <a:gd name="connsiteY7" fmla="*/ 34408 h 69690"/>
                <a:gd name="connsiteX8" fmla="*/ 16508 w 67260"/>
                <a:gd name="connsiteY8" fmla="*/ 13608 h 69690"/>
                <a:gd name="connsiteX9" fmla="*/ 33817 w 67260"/>
                <a:gd name="connsiteY9" fmla="*/ 3435 h 69690"/>
                <a:gd name="connsiteX10" fmla="*/ 50973 w 67260"/>
                <a:gd name="connsiteY10" fmla="*/ 13304 h 69690"/>
                <a:gd name="connsiteX11" fmla="*/ 54921 w 67260"/>
                <a:gd name="connsiteY11" fmla="*/ 34408 h 69690"/>
                <a:gd name="connsiteX12" fmla="*/ 51581 w 67260"/>
                <a:gd name="connsiteY12" fmla="*/ 54754 h 69690"/>
                <a:gd name="connsiteX13" fmla="*/ 33968 w 67260"/>
                <a:gd name="connsiteY13" fmla="*/ 65989 h 696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7260" h="69690">
                  <a:moveTo>
                    <a:pt x="67523" y="35623"/>
                  </a:moveTo>
                  <a:cubicBezTo>
                    <a:pt x="67523" y="16189"/>
                    <a:pt x="52340" y="95"/>
                    <a:pt x="33968" y="95"/>
                  </a:cubicBezTo>
                  <a:cubicBezTo>
                    <a:pt x="14990" y="95"/>
                    <a:pt x="262" y="16644"/>
                    <a:pt x="262" y="35623"/>
                  </a:cubicBezTo>
                  <a:cubicBezTo>
                    <a:pt x="262" y="55209"/>
                    <a:pt x="16052" y="69785"/>
                    <a:pt x="33817" y="69785"/>
                  </a:cubicBezTo>
                  <a:cubicBezTo>
                    <a:pt x="52188" y="69785"/>
                    <a:pt x="67523" y="54906"/>
                    <a:pt x="67523" y="35623"/>
                  </a:cubicBezTo>
                  <a:close/>
                  <a:moveTo>
                    <a:pt x="33968" y="65989"/>
                  </a:moveTo>
                  <a:cubicBezTo>
                    <a:pt x="27440" y="65989"/>
                    <a:pt x="20759" y="62801"/>
                    <a:pt x="16660" y="55817"/>
                  </a:cubicBezTo>
                  <a:cubicBezTo>
                    <a:pt x="12864" y="49136"/>
                    <a:pt x="12864" y="39874"/>
                    <a:pt x="12864" y="34408"/>
                  </a:cubicBezTo>
                  <a:cubicBezTo>
                    <a:pt x="12864" y="28487"/>
                    <a:pt x="12864" y="20288"/>
                    <a:pt x="16508" y="13608"/>
                  </a:cubicBezTo>
                  <a:cubicBezTo>
                    <a:pt x="20607" y="6623"/>
                    <a:pt x="27743" y="3435"/>
                    <a:pt x="33817" y="3435"/>
                  </a:cubicBezTo>
                  <a:cubicBezTo>
                    <a:pt x="40497" y="3435"/>
                    <a:pt x="47026" y="6775"/>
                    <a:pt x="50973" y="13304"/>
                  </a:cubicBezTo>
                  <a:cubicBezTo>
                    <a:pt x="54921" y="19833"/>
                    <a:pt x="54921" y="28639"/>
                    <a:pt x="54921" y="34408"/>
                  </a:cubicBezTo>
                  <a:cubicBezTo>
                    <a:pt x="54921" y="39874"/>
                    <a:pt x="54921" y="48073"/>
                    <a:pt x="51581" y="54754"/>
                  </a:cubicBezTo>
                  <a:cubicBezTo>
                    <a:pt x="48240" y="61586"/>
                    <a:pt x="41560" y="65989"/>
                    <a:pt x="33968" y="65989"/>
                  </a:cubicBezTo>
                  <a:close/>
                </a:path>
              </a:pathLst>
            </a:custGeom>
            <a:solidFill>
              <a:srgbClr val="000000"/>
            </a:solidFill>
            <a:ln w="1520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84" name="任意形状 383">
              <a:extLst>
                <a:ext uri="{FF2B5EF4-FFF2-40B4-BE49-F238E27FC236}">
                  <a16:creationId xmlns:a16="http://schemas.microsoft.com/office/drawing/2014/main" id="{898DA8EE-CC9D-9837-CF5E-951908D98DCD}"/>
                </a:ext>
              </a:extLst>
            </p:cNvPr>
            <p:cNvSpPr/>
            <p:nvPr>
              <p:custDataLst>
                <p:tags r:id="rId158"/>
              </p:custDataLst>
            </p:nvPr>
          </p:nvSpPr>
          <p:spPr>
            <a:xfrm>
              <a:off x="6611376" y="3890231"/>
              <a:ext cx="47522" cy="95045"/>
            </a:xfrm>
            <a:custGeom>
              <a:avLst/>
              <a:gdLst>
                <a:gd name="connsiteX0" fmla="*/ 23649 w 47522"/>
                <a:gd name="connsiteY0" fmla="*/ 32738 h 95045"/>
                <a:gd name="connsiteX1" fmla="*/ 45361 w 47522"/>
                <a:gd name="connsiteY1" fmla="*/ 32738 h 95045"/>
                <a:gd name="connsiteX2" fmla="*/ 45361 w 47522"/>
                <a:gd name="connsiteY2" fmla="*/ 28032 h 95045"/>
                <a:gd name="connsiteX3" fmla="*/ 23649 w 47522"/>
                <a:gd name="connsiteY3" fmla="*/ 28032 h 95045"/>
                <a:gd name="connsiteX4" fmla="*/ 23649 w 47522"/>
                <a:gd name="connsiteY4" fmla="*/ 95 h 95045"/>
                <a:gd name="connsiteX5" fmla="*/ 19853 w 47522"/>
                <a:gd name="connsiteY5" fmla="*/ 95 h 95045"/>
                <a:gd name="connsiteX6" fmla="*/ 267 w 47522"/>
                <a:gd name="connsiteY6" fmla="*/ 29398 h 95045"/>
                <a:gd name="connsiteX7" fmla="*/ 267 w 47522"/>
                <a:gd name="connsiteY7" fmla="*/ 32738 h 95045"/>
                <a:gd name="connsiteX8" fmla="*/ 13173 w 47522"/>
                <a:gd name="connsiteY8" fmla="*/ 32738 h 95045"/>
                <a:gd name="connsiteX9" fmla="*/ 13173 w 47522"/>
                <a:gd name="connsiteY9" fmla="*/ 74644 h 95045"/>
                <a:gd name="connsiteX10" fmla="*/ 32759 w 47522"/>
                <a:gd name="connsiteY10" fmla="*/ 95141 h 95045"/>
                <a:gd name="connsiteX11" fmla="*/ 47790 w 47522"/>
                <a:gd name="connsiteY11" fmla="*/ 74644 h 95045"/>
                <a:gd name="connsiteX12" fmla="*/ 47790 w 47522"/>
                <a:gd name="connsiteY12" fmla="*/ 65989 h 95045"/>
                <a:gd name="connsiteX13" fmla="*/ 43994 w 47522"/>
                <a:gd name="connsiteY13" fmla="*/ 65989 h 95045"/>
                <a:gd name="connsiteX14" fmla="*/ 43994 w 47522"/>
                <a:gd name="connsiteY14" fmla="*/ 74340 h 95045"/>
                <a:gd name="connsiteX15" fmla="*/ 33822 w 47522"/>
                <a:gd name="connsiteY15" fmla="*/ 91345 h 95045"/>
                <a:gd name="connsiteX16" fmla="*/ 23649 w 47522"/>
                <a:gd name="connsiteY16" fmla="*/ 74947 h 95045"/>
                <a:gd name="connsiteX17" fmla="*/ 23649 w 47522"/>
                <a:gd name="connsiteY17" fmla="*/ 32738 h 950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47522" h="95045">
                  <a:moveTo>
                    <a:pt x="23649" y="32738"/>
                  </a:moveTo>
                  <a:lnTo>
                    <a:pt x="45361" y="32738"/>
                  </a:lnTo>
                  <a:lnTo>
                    <a:pt x="45361" y="28032"/>
                  </a:lnTo>
                  <a:lnTo>
                    <a:pt x="23649" y="28032"/>
                  </a:lnTo>
                  <a:lnTo>
                    <a:pt x="23649" y="95"/>
                  </a:lnTo>
                  <a:lnTo>
                    <a:pt x="19853" y="95"/>
                  </a:lnTo>
                  <a:cubicBezTo>
                    <a:pt x="19701" y="12545"/>
                    <a:pt x="15146" y="28791"/>
                    <a:pt x="267" y="29398"/>
                  </a:cubicBezTo>
                  <a:lnTo>
                    <a:pt x="267" y="32738"/>
                  </a:lnTo>
                  <a:lnTo>
                    <a:pt x="13173" y="32738"/>
                  </a:lnTo>
                  <a:lnTo>
                    <a:pt x="13173" y="74644"/>
                  </a:lnTo>
                  <a:cubicBezTo>
                    <a:pt x="13173" y="93319"/>
                    <a:pt x="27293" y="95141"/>
                    <a:pt x="32759" y="95141"/>
                  </a:cubicBezTo>
                  <a:cubicBezTo>
                    <a:pt x="43539" y="95141"/>
                    <a:pt x="47790" y="84361"/>
                    <a:pt x="47790" y="74644"/>
                  </a:cubicBezTo>
                  <a:lnTo>
                    <a:pt x="47790" y="65989"/>
                  </a:lnTo>
                  <a:lnTo>
                    <a:pt x="43994" y="65989"/>
                  </a:lnTo>
                  <a:lnTo>
                    <a:pt x="43994" y="74340"/>
                  </a:lnTo>
                  <a:cubicBezTo>
                    <a:pt x="43994" y="85575"/>
                    <a:pt x="39439" y="91345"/>
                    <a:pt x="33822" y="91345"/>
                  </a:cubicBezTo>
                  <a:cubicBezTo>
                    <a:pt x="23649" y="91345"/>
                    <a:pt x="23649" y="77528"/>
                    <a:pt x="23649" y="74947"/>
                  </a:cubicBezTo>
                  <a:lnTo>
                    <a:pt x="23649" y="32738"/>
                  </a:lnTo>
                  <a:close/>
                </a:path>
              </a:pathLst>
            </a:custGeom>
            <a:solidFill>
              <a:srgbClr val="000000"/>
            </a:solidFill>
            <a:ln w="1520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85" name="任意形状 384">
              <a:extLst>
                <a:ext uri="{FF2B5EF4-FFF2-40B4-BE49-F238E27FC236}">
                  <a16:creationId xmlns:a16="http://schemas.microsoft.com/office/drawing/2014/main" id="{2B091CEF-CA0B-C265-619B-8CE05F74A9B0}"/>
                </a:ext>
              </a:extLst>
            </p:cNvPr>
            <p:cNvSpPr/>
            <p:nvPr>
              <p:custDataLst>
                <p:tags r:id="rId159"/>
              </p:custDataLst>
            </p:nvPr>
          </p:nvSpPr>
          <p:spPr>
            <a:xfrm>
              <a:off x="6672396" y="3878236"/>
              <a:ext cx="76370" cy="105370"/>
            </a:xfrm>
            <a:custGeom>
              <a:avLst/>
              <a:gdLst>
                <a:gd name="connsiteX0" fmla="*/ 12114 w 76370"/>
                <a:gd name="connsiteY0" fmla="*/ 93926 h 105370"/>
                <a:gd name="connsiteX1" fmla="*/ 271 w 76370"/>
                <a:gd name="connsiteY1" fmla="*/ 100758 h 105370"/>
                <a:gd name="connsiteX2" fmla="*/ 271 w 76370"/>
                <a:gd name="connsiteY2" fmla="*/ 105465 h 105370"/>
                <a:gd name="connsiteX3" fmla="*/ 17428 w 76370"/>
                <a:gd name="connsiteY3" fmla="*/ 105010 h 105370"/>
                <a:gd name="connsiteX4" fmla="*/ 34433 w 76370"/>
                <a:gd name="connsiteY4" fmla="*/ 105465 h 105370"/>
                <a:gd name="connsiteX5" fmla="*/ 34433 w 76370"/>
                <a:gd name="connsiteY5" fmla="*/ 100758 h 105370"/>
                <a:gd name="connsiteX6" fmla="*/ 22590 w 76370"/>
                <a:gd name="connsiteY6" fmla="*/ 93926 h 105370"/>
                <a:gd name="connsiteX7" fmla="*/ 22590 w 76370"/>
                <a:gd name="connsiteY7" fmla="*/ 65989 h 105370"/>
                <a:gd name="connsiteX8" fmla="*/ 43087 w 76370"/>
                <a:gd name="connsiteY8" fmla="*/ 41696 h 105370"/>
                <a:gd name="connsiteX9" fmla="*/ 54323 w 76370"/>
                <a:gd name="connsiteY9" fmla="*/ 58550 h 105370"/>
                <a:gd name="connsiteX10" fmla="*/ 54323 w 76370"/>
                <a:gd name="connsiteY10" fmla="*/ 93926 h 105370"/>
                <a:gd name="connsiteX11" fmla="*/ 42480 w 76370"/>
                <a:gd name="connsiteY11" fmla="*/ 100758 h 105370"/>
                <a:gd name="connsiteX12" fmla="*/ 42480 w 76370"/>
                <a:gd name="connsiteY12" fmla="*/ 105465 h 105370"/>
                <a:gd name="connsiteX13" fmla="*/ 59637 w 76370"/>
                <a:gd name="connsiteY13" fmla="*/ 105010 h 105370"/>
                <a:gd name="connsiteX14" fmla="*/ 76642 w 76370"/>
                <a:gd name="connsiteY14" fmla="*/ 105465 h 105370"/>
                <a:gd name="connsiteX15" fmla="*/ 76642 w 76370"/>
                <a:gd name="connsiteY15" fmla="*/ 100758 h 105370"/>
                <a:gd name="connsiteX16" fmla="*/ 64799 w 76370"/>
                <a:gd name="connsiteY16" fmla="*/ 96204 h 105370"/>
                <a:gd name="connsiteX17" fmla="*/ 64799 w 76370"/>
                <a:gd name="connsiteY17" fmla="*/ 67204 h 105370"/>
                <a:gd name="connsiteX18" fmla="*/ 60092 w 76370"/>
                <a:gd name="connsiteY18" fmla="*/ 43974 h 105370"/>
                <a:gd name="connsiteX19" fmla="*/ 44150 w 76370"/>
                <a:gd name="connsiteY19" fmla="*/ 38356 h 105370"/>
                <a:gd name="connsiteX20" fmla="*/ 22134 w 76370"/>
                <a:gd name="connsiteY20" fmla="*/ 53235 h 105370"/>
                <a:gd name="connsiteX21" fmla="*/ 22134 w 76370"/>
                <a:gd name="connsiteY21" fmla="*/ 95 h 105370"/>
                <a:gd name="connsiteX22" fmla="*/ 271 w 76370"/>
                <a:gd name="connsiteY22" fmla="*/ 1765 h 105370"/>
                <a:gd name="connsiteX23" fmla="*/ 271 w 76370"/>
                <a:gd name="connsiteY23" fmla="*/ 6472 h 105370"/>
                <a:gd name="connsiteX24" fmla="*/ 12114 w 76370"/>
                <a:gd name="connsiteY24" fmla="*/ 14974 h 105370"/>
                <a:gd name="connsiteX25" fmla="*/ 12114 w 76370"/>
                <a:gd name="connsiteY25" fmla="*/ 93926 h 1053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76370" h="105370">
                  <a:moveTo>
                    <a:pt x="12114" y="93926"/>
                  </a:moveTo>
                  <a:cubicBezTo>
                    <a:pt x="12114" y="100758"/>
                    <a:pt x="10443" y="100758"/>
                    <a:pt x="271" y="100758"/>
                  </a:cubicBezTo>
                  <a:lnTo>
                    <a:pt x="271" y="105465"/>
                  </a:lnTo>
                  <a:cubicBezTo>
                    <a:pt x="5585" y="105313"/>
                    <a:pt x="13328" y="105010"/>
                    <a:pt x="17428" y="105010"/>
                  </a:cubicBezTo>
                  <a:cubicBezTo>
                    <a:pt x="21375" y="105010"/>
                    <a:pt x="29270" y="105313"/>
                    <a:pt x="34433" y="105465"/>
                  </a:cubicBezTo>
                  <a:lnTo>
                    <a:pt x="34433" y="100758"/>
                  </a:lnTo>
                  <a:cubicBezTo>
                    <a:pt x="24260" y="100758"/>
                    <a:pt x="22590" y="100758"/>
                    <a:pt x="22590" y="93926"/>
                  </a:cubicBezTo>
                  <a:lnTo>
                    <a:pt x="22590" y="65989"/>
                  </a:lnTo>
                  <a:cubicBezTo>
                    <a:pt x="22590" y="50199"/>
                    <a:pt x="33370" y="41696"/>
                    <a:pt x="43087" y="41696"/>
                  </a:cubicBezTo>
                  <a:cubicBezTo>
                    <a:pt x="52652" y="41696"/>
                    <a:pt x="54323" y="49895"/>
                    <a:pt x="54323" y="58550"/>
                  </a:cubicBezTo>
                  <a:lnTo>
                    <a:pt x="54323" y="93926"/>
                  </a:lnTo>
                  <a:cubicBezTo>
                    <a:pt x="54323" y="100758"/>
                    <a:pt x="52652" y="100758"/>
                    <a:pt x="42480" y="100758"/>
                  </a:cubicBezTo>
                  <a:lnTo>
                    <a:pt x="42480" y="105465"/>
                  </a:lnTo>
                  <a:cubicBezTo>
                    <a:pt x="47794" y="105313"/>
                    <a:pt x="55537" y="105010"/>
                    <a:pt x="59637" y="105010"/>
                  </a:cubicBezTo>
                  <a:cubicBezTo>
                    <a:pt x="63584" y="105010"/>
                    <a:pt x="71479" y="105313"/>
                    <a:pt x="76642" y="105465"/>
                  </a:cubicBezTo>
                  <a:lnTo>
                    <a:pt x="76642" y="100758"/>
                  </a:lnTo>
                  <a:cubicBezTo>
                    <a:pt x="68746" y="100758"/>
                    <a:pt x="64951" y="100758"/>
                    <a:pt x="64799" y="96204"/>
                  </a:cubicBezTo>
                  <a:lnTo>
                    <a:pt x="64799" y="67204"/>
                  </a:lnTo>
                  <a:cubicBezTo>
                    <a:pt x="64799" y="54146"/>
                    <a:pt x="64799" y="49440"/>
                    <a:pt x="60092" y="43974"/>
                  </a:cubicBezTo>
                  <a:cubicBezTo>
                    <a:pt x="57966" y="41393"/>
                    <a:pt x="52956" y="38356"/>
                    <a:pt x="44150" y="38356"/>
                  </a:cubicBezTo>
                  <a:cubicBezTo>
                    <a:pt x="31396" y="38356"/>
                    <a:pt x="24716" y="47466"/>
                    <a:pt x="22134" y="53235"/>
                  </a:cubicBezTo>
                  <a:lnTo>
                    <a:pt x="22134" y="95"/>
                  </a:lnTo>
                  <a:lnTo>
                    <a:pt x="271" y="1765"/>
                  </a:lnTo>
                  <a:lnTo>
                    <a:pt x="271" y="6472"/>
                  </a:lnTo>
                  <a:cubicBezTo>
                    <a:pt x="10899" y="6472"/>
                    <a:pt x="12114" y="7534"/>
                    <a:pt x="12114" y="14974"/>
                  </a:cubicBezTo>
                  <a:lnTo>
                    <a:pt x="12114" y="93926"/>
                  </a:lnTo>
                  <a:close/>
                </a:path>
              </a:pathLst>
            </a:custGeom>
            <a:solidFill>
              <a:srgbClr val="000000"/>
            </a:solidFill>
            <a:ln w="1520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86" name="任意形状 385">
              <a:extLst>
                <a:ext uri="{FF2B5EF4-FFF2-40B4-BE49-F238E27FC236}">
                  <a16:creationId xmlns:a16="http://schemas.microsoft.com/office/drawing/2014/main" id="{0785E979-FC5B-B9ED-7DAD-EE0D71D2169E}"/>
                </a:ext>
              </a:extLst>
            </p:cNvPr>
            <p:cNvSpPr/>
            <p:nvPr>
              <p:custDataLst>
                <p:tags r:id="rId160"/>
              </p:custDataLst>
            </p:nvPr>
          </p:nvSpPr>
          <p:spPr>
            <a:xfrm>
              <a:off x="6756139" y="3915587"/>
              <a:ext cx="58758" cy="69690"/>
            </a:xfrm>
            <a:custGeom>
              <a:avLst/>
              <a:gdLst>
                <a:gd name="connsiteX0" fmla="*/ 13030 w 58758"/>
                <a:gd name="connsiteY0" fmla="*/ 29854 h 69690"/>
                <a:gd name="connsiteX1" fmla="*/ 31857 w 58758"/>
                <a:gd name="connsiteY1" fmla="*/ 3435 h 69690"/>
                <a:gd name="connsiteX2" fmla="*/ 49014 w 58758"/>
                <a:gd name="connsiteY2" fmla="*/ 29854 h 69690"/>
                <a:gd name="connsiteX3" fmla="*/ 13030 w 58758"/>
                <a:gd name="connsiteY3" fmla="*/ 29854 h 69690"/>
                <a:gd name="connsiteX4" fmla="*/ 12878 w 58758"/>
                <a:gd name="connsiteY4" fmla="*/ 33042 h 69690"/>
                <a:gd name="connsiteX5" fmla="*/ 55239 w 58758"/>
                <a:gd name="connsiteY5" fmla="*/ 33042 h 69690"/>
                <a:gd name="connsiteX6" fmla="*/ 59035 w 58758"/>
                <a:gd name="connsiteY6" fmla="*/ 29854 h 69690"/>
                <a:gd name="connsiteX7" fmla="*/ 31857 w 58758"/>
                <a:gd name="connsiteY7" fmla="*/ 95 h 69690"/>
                <a:gd name="connsiteX8" fmla="*/ 276 w 58758"/>
                <a:gd name="connsiteY8" fmla="*/ 34712 h 69690"/>
                <a:gd name="connsiteX9" fmla="*/ 33679 w 58758"/>
                <a:gd name="connsiteY9" fmla="*/ 69785 h 69690"/>
                <a:gd name="connsiteX10" fmla="*/ 59035 w 58758"/>
                <a:gd name="connsiteY10" fmla="*/ 50047 h 69690"/>
                <a:gd name="connsiteX11" fmla="*/ 57061 w 58758"/>
                <a:gd name="connsiteY11" fmla="*/ 48225 h 69690"/>
                <a:gd name="connsiteX12" fmla="*/ 55087 w 58758"/>
                <a:gd name="connsiteY12" fmla="*/ 50351 h 69690"/>
                <a:gd name="connsiteX13" fmla="*/ 34590 w 58758"/>
                <a:gd name="connsiteY13" fmla="*/ 65989 h 69690"/>
                <a:gd name="connsiteX14" fmla="*/ 17433 w 58758"/>
                <a:gd name="connsiteY14" fmla="*/ 55817 h 69690"/>
                <a:gd name="connsiteX15" fmla="*/ 12878 w 58758"/>
                <a:gd name="connsiteY15" fmla="*/ 33042 h 696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58758" h="69690">
                  <a:moveTo>
                    <a:pt x="13030" y="29854"/>
                  </a:moveTo>
                  <a:cubicBezTo>
                    <a:pt x="13941" y="7231"/>
                    <a:pt x="26695" y="3435"/>
                    <a:pt x="31857" y="3435"/>
                  </a:cubicBezTo>
                  <a:cubicBezTo>
                    <a:pt x="47496" y="3435"/>
                    <a:pt x="49014" y="23932"/>
                    <a:pt x="49014" y="29854"/>
                  </a:cubicBezTo>
                  <a:lnTo>
                    <a:pt x="13030" y="29854"/>
                  </a:lnTo>
                  <a:close/>
                  <a:moveTo>
                    <a:pt x="12878" y="33042"/>
                  </a:moveTo>
                  <a:lnTo>
                    <a:pt x="55239" y="33042"/>
                  </a:lnTo>
                  <a:cubicBezTo>
                    <a:pt x="58579" y="33042"/>
                    <a:pt x="59035" y="33042"/>
                    <a:pt x="59035" y="29854"/>
                  </a:cubicBezTo>
                  <a:cubicBezTo>
                    <a:pt x="59035" y="14822"/>
                    <a:pt x="50836" y="95"/>
                    <a:pt x="31857" y="95"/>
                  </a:cubicBezTo>
                  <a:cubicBezTo>
                    <a:pt x="14245" y="95"/>
                    <a:pt x="276" y="15733"/>
                    <a:pt x="276" y="34712"/>
                  </a:cubicBezTo>
                  <a:cubicBezTo>
                    <a:pt x="276" y="55057"/>
                    <a:pt x="16219" y="69785"/>
                    <a:pt x="33679" y="69785"/>
                  </a:cubicBezTo>
                  <a:cubicBezTo>
                    <a:pt x="52202" y="69785"/>
                    <a:pt x="59035" y="52932"/>
                    <a:pt x="59035" y="50047"/>
                  </a:cubicBezTo>
                  <a:cubicBezTo>
                    <a:pt x="59035" y="48529"/>
                    <a:pt x="57820" y="48225"/>
                    <a:pt x="57061" y="48225"/>
                  </a:cubicBezTo>
                  <a:cubicBezTo>
                    <a:pt x="55695" y="48225"/>
                    <a:pt x="55391" y="49136"/>
                    <a:pt x="55087" y="50351"/>
                  </a:cubicBezTo>
                  <a:cubicBezTo>
                    <a:pt x="49773" y="65989"/>
                    <a:pt x="36108" y="65989"/>
                    <a:pt x="34590" y="65989"/>
                  </a:cubicBezTo>
                  <a:cubicBezTo>
                    <a:pt x="26999" y="65989"/>
                    <a:pt x="20925" y="61434"/>
                    <a:pt x="17433" y="55817"/>
                  </a:cubicBezTo>
                  <a:cubicBezTo>
                    <a:pt x="12878" y="48529"/>
                    <a:pt x="12878" y="38508"/>
                    <a:pt x="12878" y="33042"/>
                  </a:cubicBezTo>
                  <a:close/>
                </a:path>
              </a:pathLst>
            </a:custGeom>
            <a:solidFill>
              <a:srgbClr val="000000"/>
            </a:solidFill>
            <a:ln w="1520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87" name="任意形状 386">
              <a:extLst>
                <a:ext uri="{FF2B5EF4-FFF2-40B4-BE49-F238E27FC236}">
                  <a16:creationId xmlns:a16="http://schemas.microsoft.com/office/drawing/2014/main" id="{2D6BEE37-D3F4-1C4B-134C-E8071DF0B286}"/>
                </a:ext>
              </a:extLst>
            </p:cNvPr>
            <p:cNvSpPr/>
            <p:nvPr>
              <p:custDataLst>
                <p:tags r:id="rId161"/>
              </p:custDataLst>
            </p:nvPr>
          </p:nvSpPr>
          <p:spPr>
            <a:xfrm>
              <a:off x="6823619" y="3916498"/>
              <a:ext cx="51015" cy="67109"/>
            </a:xfrm>
            <a:custGeom>
              <a:avLst/>
              <a:gdLst>
                <a:gd name="connsiteX0" fmla="*/ 21385 w 51015"/>
                <a:gd name="connsiteY0" fmla="*/ 16796 h 67109"/>
                <a:gd name="connsiteX1" fmla="*/ 21385 w 51015"/>
                <a:gd name="connsiteY1" fmla="*/ 95 h 67109"/>
                <a:gd name="connsiteX2" fmla="*/ 281 w 51015"/>
                <a:gd name="connsiteY2" fmla="*/ 1765 h 67109"/>
                <a:gd name="connsiteX3" fmla="*/ 281 w 51015"/>
                <a:gd name="connsiteY3" fmla="*/ 6472 h 67109"/>
                <a:gd name="connsiteX4" fmla="*/ 12124 w 51015"/>
                <a:gd name="connsiteY4" fmla="*/ 14974 h 67109"/>
                <a:gd name="connsiteX5" fmla="*/ 12124 w 51015"/>
                <a:gd name="connsiteY5" fmla="*/ 55665 h 67109"/>
                <a:gd name="connsiteX6" fmla="*/ 281 w 51015"/>
                <a:gd name="connsiteY6" fmla="*/ 62497 h 67109"/>
                <a:gd name="connsiteX7" fmla="*/ 281 w 51015"/>
                <a:gd name="connsiteY7" fmla="*/ 67204 h 67109"/>
                <a:gd name="connsiteX8" fmla="*/ 17589 w 51015"/>
                <a:gd name="connsiteY8" fmla="*/ 66748 h 67109"/>
                <a:gd name="connsiteX9" fmla="*/ 36872 w 51015"/>
                <a:gd name="connsiteY9" fmla="*/ 67204 h 67109"/>
                <a:gd name="connsiteX10" fmla="*/ 36872 w 51015"/>
                <a:gd name="connsiteY10" fmla="*/ 62497 h 67109"/>
                <a:gd name="connsiteX11" fmla="*/ 33684 w 51015"/>
                <a:gd name="connsiteY11" fmla="*/ 62497 h 67109"/>
                <a:gd name="connsiteX12" fmla="*/ 22144 w 51015"/>
                <a:gd name="connsiteY12" fmla="*/ 55361 h 67109"/>
                <a:gd name="connsiteX13" fmla="*/ 22144 w 51015"/>
                <a:gd name="connsiteY13" fmla="*/ 31979 h 67109"/>
                <a:gd name="connsiteX14" fmla="*/ 40060 w 51015"/>
                <a:gd name="connsiteY14" fmla="*/ 3435 h 67109"/>
                <a:gd name="connsiteX15" fmla="*/ 41731 w 51015"/>
                <a:gd name="connsiteY15" fmla="*/ 3587 h 67109"/>
                <a:gd name="connsiteX16" fmla="*/ 38238 w 51015"/>
                <a:gd name="connsiteY16" fmla="*/ 9508 h 67109"/>
                <a:gd name="connsiteX17" fmla="*/ 44767 w 51015"/>
                <a:gd name="connsiteY17" fmla="*/ 16037 h 67109"/>
                <a:gd name="connsiteX18" fmla="*/ 51296 w 51015"/>
                <a:gd name="connsiteY18" fmla="*/ 9356 h 67109"/>
                <a:gd name="connsiteX19" fmla="*/ 40060 w 51015"/>
                <a:gd name="connsiteY19" fmla="*/ 95 h 67109"/>
                <a:gd name="connsiteX20" fmla="*/ 21385 w 51015"/>
                <a:gd name="connsiteY20" fmla="*/ 16796 h 671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51015" h="67109">
                  <a:moveTo>
                    <a:pt x="21385" y="16796"/>
                  </a:moveTo>
                  <a:lnTo>
                    <a:pt x="21385" y="95"/>
                  </a:lnTo>
                  <a:lnTo>
                    <a:pt x="281" y="1765"/>
                  </a:lnTo>
                  <a:lnTo>
                    <a:pt x="281" y="6472"/>
                  </a:lnTo>
                  <a:cubicBezTo>
                    <a:pt x="10909" y="6472"/>
                    <a:pt x="12124" y="7534"/>
                    <a:pt x="12124" y="14974"/>
                  </a:cubicBezTo>
                  <a:lnTo>
                    <a:pt x="12124" y="55665"/>
                  </a:lnTo>
                  <a:cubicBezTo>
                    <a:pt x="12124" y="62497"/>
                    <a:pt x="10453" y="62497"/>
                    <a:pt x="281" y="62497"/>
                  </a:cubicBezTo>
                  <a:lnTo>
                    <a:pt x="281" y="67204"/>
                  </a:lnTo>
                  <a:cubicBezTo>
                    <a:pt x="6202" y="67052"/>
                    <a:pt x="13338" y="66748"/>
                    <a:pt x="17589" y="66748"/>
                  </a:cubicBezTo>
                  <a:cubicBezTo>
                    <a:pt x="23663" y="66748"/>
                    <a:pt x="30799" y="66748"/>
                    <a:pt x="36872" y="67204"/>
                  </a:cubicBezTo>
                  <a:lnTo>
                    <a:pt x="36872" y="62497"/>
                  </a:lnTo>
                  <a:lnTo>
                    <a:pt x="33684" y="62497"/>
                  </a:lnTo>
                  <a:cubicBezTo>
                    <a:pt x="22448" y="62497"/>
                    <a:pt x="22144" y="60827"/>
                    <a:pt x="22144" y="55361"/>
                  </a:cubicBezTo>
                  <a:lnTo>
                    <a:pt x="22144" y="31979"/>
                  </a:lnTo>
                  <a:cubicBezTo>
                    <a:pt x="22144" y="16948"/>
                    <a:pt x="28521" y="3435"/>
                    <a:pt x="40060" y="3435"/>
                  </a:cubicBezTo>
                  <a:cubicBezTo>
                    <a:pt x="41123" y="3435"/>
                    <a:pt x="41427" y="3435"/>
                    <a:pt x="41731" y="3587"/>
                  </a:cubicBezTo>
                  <a:cubicBezTo>
                    <a:pt x="41275" y="3739"/>
                    <a:pt x="38238" y="5561"/>
                    <a:pt x="38238" y="9508"/>
                  </a:cubicBezTo>
                  <a:cubicBezTo>
                    <a:pt x="38238" y="13759"/>
                    <a:pt x="41427" y="16037"/>
                    <a:pt x="44767" y="16037"/>
                  </a:cubicBezTo>
                  <a:cubicBezTo>
                    <a:pt x="47500" y="16037"/>
                    <a:pt x="51296" y="14215"/>
                    <a:pt x="51296" y="9356"/>
                  </a:cubicBezTo>
                  <a:cubicBezTo>
                    <a:pt x="51296" y="4498"/>
                    <a:pt x="46589" y="95"/>
                    <a:pt x="40060" y="95"/>
                  </a:cubicBezTo>
                  <a:cubicBezTo>
                    <a:pt x="28977" y="95"/>
                    <a:pt x="23511" y="10267"/>
                    <a:pt x="21385" y="16796"/>
                  </a:cubicBezTo>
                  <a:close/>
                </a:path>
              </a:pathLst>
            </a:custGeom>
            <a:solidFill>
              <a:srgbClr val="000000"/>
            </a:solidFill>
            <a:ln w="1520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88" name="任意形状 387">
              <a:extLst>
                <a:ext uri="{FF2B5EF4-FFF2-40B4-BE49-F238E27FC236}">
                  <a16:creationId xmlns:a16="http://schemas.microsoft.com/office/drawing/2014/main" id="{9CFF703F-5C58-2BFE-DC84-869A1162309D}"/>
                </a:ext>
              </a:extLst>
            </p:cNvPr>
            <p:cNvSpPr/>
            <p:nvPr>
              <p:custDataLst>
                <p:tags r:id="rId162"/>
              </p:custDataLst>
            </p:nvPr>
          </p:nvSpPr>
          <p:spPr>
            <a:xfrm>
              <a:off x="6881568" y="3918168"/>
              <a:ext cx="104003" cy="67109"/>
            </a:xfrm>
            <a:custGeom>
              <a:avLst/>
              <a:gdLst>
                <a:gd name="connsiteX0" fmla="*/ 91535 w 104003"/>
                <a:gd name="connsiteY0" fmla="*/ 14519 h 67109"/>
                <a:gd name="connsiteX1" fmla="*/ 104289 w 104003"/>
                <a:gd name="connsiteY1" fmla="*/ 4801 h 67109"/>
                <a:gd name="connsiteX2" fmla="*/ 104289 w 104003"/>
                <a:gd name="connsiteY2" fmla="*/ 95 h 67109"/>
                <a:gd name="connsiteX3" fmla="*/ 93205 w 104003"/>
                <a:gd name="connsiteY3" fmla="*/ 550 h 67109"/>
                <a:gd name="connsiteX4" fmla="*/ 79085 w 104003"/>
                <a:gd name="connsiteY4" fmla="*/ 95 h 67109"/>
                <a:gd name="connsiteX5" fmla="*/ 79085 w 104003"/>
                <a:gd name="connsiteY5" fmla="*/ 4801 h 67109"/>
                <a:gd name="connsiteX6" fmla="*/ 87891 w 104003"/>
                <a:gd name="connsiteY6" fmla="*/ 12089 h 67109"/>
                <a:gd name="connsiteX7" fmla="*/ 87132 w 104003"/>
                <a:gd name="connsiteY7" fmla="*/ 15278 h 67109"/>
                <a:gd name="connsiteX8" fmla="*/ 73315 w 104003"/>
                <a:gd name="connsiteY8" fmla="*/ 54146 h 67109"/>
                <a:gd name="connsiteX9" fmla="*/ 58284 w 104003"/>
                <a:gd name="connsiteY9" fmla="*/ 11786 h 67109"/>
                <a:gd name="connsiteX10" fmla="*/ 57525 w 104003"/>
                <a:gd name="connsiteY10" fmla="*/ 8901 h 67109"/>
                <a:gd name="connsiteX11" fmla="*/ 66483 w 104003"/>
                <a:gd name="connsiteY11" fmla="*/ 4801 h 67109"/>
                <a:gd name="connsiteX12" fmla="*/ 66483 w 104003"/>
                <a:gd name="connsiteY12" fmla="*/ 95 h 67109"/>
                <a:gd name="connsiteX13" fmla="*/ 50692 w 104003"/>
                <a:gd name="connsiteY13" fmla="*/ 550 h 67109"/>
                <a:gd name="connsiteX14" fmla="*/ 37180 w 104003"/>
                <a:gd name="connsiteY14" fmla="*/ 95 h 67109"/>
                <a:gd name="connsiteX15" fmla="*/ 37180 w 104003"/>
                <a:gd name="connsiteY15" fmla="*/ 4801 h 67109"/>
                <a:gd name="connsiteX16" fmla="*/ 46745 w 104003"/>
                <a:gd name="connsiteY16" fmla="*/ 7079 h 67109"/>
                <a:gd name="connsiteX17" fmla="*/ 50237 w 104003"/>
                <a:gd name="connsiteY17" fmla="*/ 15430 h 67109"/>
                <a:gd name="connsiteX18" fmla="*/ 37180 w 104003"/>
                <a:gd name="connsiteY18" fmla="*/ 52173 h 67109"/>
                <a:gd name="connsiteX19" fmla="*/ 22756 w 104003"/>
                <a:gd name="connsiteY19" fmla="*/ 11634 h 67109"/>
                <a:gd name="connsiteX20" fmla="*/ 21996 w 104003"/>
                <a:gd name="connsiteY20" fmla="*/ 8901 h 67109"/>
                <a:gd name="connsiteX21" fmla="*/ 30954 w 104003"/>
                <a:gd name="connsiteY21" fmla="*/ 4801 h 67109"/>
                <a:gd name="connsiteX22" fmla="*/ 30954 w 104003"/>
                <a:gd name="connsiteY22" fmla="*/ 95 h 67109"/>
                <a:gd name="connsiteX23" fmla="*/ 14405 w 104003"/>
                <a:gd name="connsiteY23" fmla="*/ 550 h 67109"/>
                <a:gd name="connsiteX24" fmla="*/ 285 w 104003"/>
                <a:gd name="connsiteY24" fmla="*/ 95 h 67109"/>
                <a:gd name="connsiteX25" fmla="*/ 285 w 104003"/>
                <a:gd name="connsiteY25" fmla="*/ 4801 h 67109"/>
                <a:gd name="connsiteX26" fmla="*/ 11520 w 104003"/>
                <a:gd name="connsiteY26" fmla="*/ 10116 h 67109"/>
                <a:gd name="connsiteX27" fmla="*/ 30651 w 104003"/>
                <a:gd name="connsiteY27" fmla="*/ 63864 h 67109"/>
                <a:gd name="connsiteX28" fmla="*/ 33839 w 104003"/>
                <a:gd name="connsiteY28" fmla="*/ 67204 h 67109"/>
                <a:gd name="connsiteX29" fmla="*/ 36876 w 104003"/>
                <a:gd name="connsiteY29" fmla="*/ 64167 h 67109"/>
                <a:gd name="connsiteX30" fmla="*/ 52211 w 104003"/>
                <a:gd name="connsiteY30" fmla="*/ 21199 h 67109"/>
                <a:gd name="connsiteX31" fmla="*/ 67698 w 104003"/>
                <a:gd name="connsiteY31" fmla="*/ 64319 h 67109"/>
                <a:gd name="connsiteX32" fmla="*/ 70734 w 104003"/>
                <a:gd name="connsiteY32" fmla="*/ 67204 h 67109"/>
                <a:gd name="connsiteX33" fmla="*/ 73771 w 104003"/>
                <a:gd name="connsiteY33" fmla="*/ 64319 h 67109"/>
                <a:gd name="connsiteX34" fmla="*/ 91535 w 104003"/>
                <a:gd name="connsiteY34" fmla="*/ 14519 h 671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104003" h="67109">
                  <a:moveTo>
                    <a:pt x="91535" y="14519"/>
                  </a:moveTo>
                  <a:cubicBezTo>
                    <a:pt x="94268" y="6927"/>
                    <a:pt x="98975" y="4953"/>
                    <a:pt x="104289" y="4801"/>
                  </a:cubicBezTo>
                  <a:lnTo>
                    <a:pt x="104289" y="95"/>
                  </a:lnTo>
                  <a:cubicBezTo>
                    <a:pt x="100948" y="398"/>
                    <a:pt x="96545" y="550"/>
                    <a:pt x="93205" y="550"/>
                  </a:cubicBezTo>
                  <a:cubicBezTo>
                    <a:pt x="88802" y="550"/>
                    <a:pt x="81970" y="247"/>
                    <a:pt x="79085" y="95"/>
                  </a:cubicBezTo>
                  <a:lnTo>
                    <a:pt x="79085" y="4801"/>
                  </a:lnTo>
                  <a:cubicBezTo>
                    <a:pt x="84551" y="4953"/>
                    <a:pt x="87891" y="7686"/>
                    <a:pt x="87891" y="12089"/>
                  </a:cubicBezTo>
                  <a:cubicBezTo>
                    <a:pt x="87891" y="13000"/>
                    <a:pt x="87891" y="13304"/>
                    <a:pt x="87132" y="15278"/>
                  </a:cubicBezTo>
                  <a:lnTo>
                    <a:pt x="73315" y="54146"/>
                  </a:lnTo>
                  <a:lnTo>
                    <a:pt x="58284" y="11786"/>
                  </a:lnTo>
                  <a:cubicBezTo>
                    <a:pt x="57677" y="9964"/>
                    <a:pt x="57525" y="9660"/>
                    <a:pt x="57525" y="8901"/>
                  </a:cubicBezTo>
                  <a:cubicBezTo>
                    <a:pt x="57525" y="4801"/>
                    <a:pt x="63446" y="4801"/>
                    <a:pt x="66483" y="4801"/>
                  </a:cubicBezTo>
                  <a:lnTo>
                    <a:pt x="66483" y="95"/>
                  </a:lnTo>
                  <a:cubicBezTo>
                    <a:pt x="62080" y="247"/>
                    <a:pt x="54336" y="550"/>
                    <a:pt x="50692" y="550"/>
                  </a:cubicBezTo>
                  <a:cubicBezTo>
                    <a:pt x="46138" y="550"/>
                    <a:pt x="41734" y="398"/>
                    <a:pt x="37180" y="95"/>
                  </a:cubicBezTo>
                  <a:lnTo>
                    <a:pt x="37180" y="4801"/>
                  </a:lnTo>
                  <a:cubicBezTo>
                    <a:pt x="42797" y="4801"/>
                    <a:pt x="45227" y="5105"/>
                    <a:pt x="46745" y="7079"/>
                  </a:cubicBezTo>
                  <a:cubicBezTo>
                    <a:pt x="47504" y="7990"/>
                    <a:pt x="49174" y="12545"/>
                    <a:pt x="50237" y="15430"/>
                  </a:cubicBezTo>
                  <a:lnTo>
                    <a:pt x="37180" y="52173"/>
                  </a:lnTo>
                  <a:lnTo>
                    <a:pt x="22756" y="11634"/>
                  </a:lnTo>
                  <a:cubicBezTo>
                    <a:pt x="21996" y="9812"/>
                    <a:pt x="21996" y="9508"/>
                    <a:pt x="21996" y="8901"/>
                  </a:cubicBezTo>
                  <a:cubicBezTo>
                    <a:pt x="21996" y="4801"/>
                    <a:pt x="27918" y="4801"/>
                    <a:pt x="30954" y="4801"/>
                  </a:cubicBezTo>
                  <a:lnTo>
                    <a:pt x="30954" y="95"/>
                  </a:lnTo>
                  <a:cubicBezTo>
                    <a:pt x="26400" y="247"/>
                    <a:pt x="17897" y="550"/>
                    <a:pt x="14405" y="550"/>
                  </a:cubicBezTo>
                  <a:cubicBezTo>
                    <a:pt x="13798" y="550"/>
                    <a:pt x="5751" y="398"/>
                    <a:pt x="285" y="95"/>
                  </a:cubicBezTo>
                  <a:lnTo>
                    <a:pt x="285" y="4801"/>
                  </a:lnTo>
                  <a:cubicBezTo>
                    <a:pt x="7876" y="4801"/>
                    <a:pt x="9698" y="5257"/>
                    <a:pt x="11520" y="10116"/>
                  </a:cubicBezTo>
                  <a:lnTo>
                    <a:pt x="30651" y="63864"/>
                  </a:lnTo>
                  <a:cubicBezTo>
                    <a:pt x="31410" y="65989"/>
                    <a:pt x="31865" y="67204"/>
                    <a:pt x="33839" y="67204"/>
                  </a:cubicBezTo>
                  <a:cubicBezTo>
                    <a:pt x="35813" y="67204"/>
                    <a:pt x="36117" y="66293"/>
                    <a:pt x="36876" y="64167"/>
                  </a:cubicBezTo>
                  <a:lnTo>
                    <a:pt x="52211" y="21199"/>
                  </a:lnTo>
                  <a:lnTo>
                    <a:pt x="67698" y="64319"/>
                  </a:lnTo>
                  <a:cubicBezTo>
                    <a:pt x="68305" y="65989"/>
                    <a:pt x="68760" y="67204"/>
                    <a:pt x="70734" y="67204"/>
                  </a:cubicBezTo>
                  <a:cubicBezTo>
                    <a:pt x="72708" y="67204"/>
                    <a:pt x="73163" y="65837"/>
                    <a:pt x="73771" y="64319"/>
                  </a:cubicBezTo>
                  <a:lnTo>
                    <a:pt x="91535" y="14519"/>
                  </a:lnTo>
                  <a:close/>
                </a:path>
              </a:pathLst>
            </a:custGeom>
            <a:solidFill>
              <a:srgbClr val="000000"/>
            </a:solidFill>
            <a:ln w="1520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89" name="任意形状 388">
              <a:extLst>
                <a:ext uri="{FF2B5EF4-FFF2-40B4-BE49-F238E27FC236}">
                  <a16:creationId xmlns:a16="http://schemas.microsoft.com/office/drawing/2014/main" id="{4D3A9789-0CAA-D2E2-F6D4-08326E639B48}"/>
                </a:ext>
              </a:extLst>
            </p:cNvPr>
            <p:cNvSpPr/>
            <p:nvPr>
              <p:custDataLst>
                <p:tags r:id="rId163"/>
              </p:custDataLst>
            </p:nvPr>
          </p:nvSpPr>
          <p:spPr>
            <a:xfrm>
              <a:off x="6993502" y="3882032"/>
              <a:ext cx="32491" cy="101574"/>
            </a:xfrm>
            <a:custGeom>
              <a:avLst/>
              <a:gdLst>
                <a:gd name="connsiteX0" fmla="*/ 22156 w 32491"/>
                <a:gd name="connsiteY0" fmla="*/ 34560 h 101574"/>
                <a:gd name="connsiteX1" fmla="*/ 899 w 32491"/>
                <a:gd name="connsiteY1" fmla="*/ 36230 h 101574"/>
                <a:gd name="connsiteX2" fmla="*/ 899 w 32491"/>
                <a:gd name="connsiteY2" fmla="*/ 40937 h 101574"/>
                <a:gd name="connsiteX3" fmla="*/ 12135 w 32491"/>
                <a:gd name="connsiteY3" fmla="*/ 49288 h 101574"/>
                <a:gd name="connsiteX4" fmla="*/ 12135 w 32491"/>
                <a:gd name="connsiteY4" fmla="*/ 90130 h 101574"/>
                <a:gd name="connsiteX5" fmla="*/ 292 w 32491"/>
                <a:gd name="connsiteY5" fmla="*/ 96963 h 101574"/>
                <a:gd name="connsiteX6" fmla="*/ 292 w 32491"/>
                <a:gd name="connsiteY6" fmla="*/ 101669 h 101574"/>
                <a:gd name="connsiteX7" fmla="*/ 16993 w 32491"/>
                <a:gd name="connsiteY7" fmla="*/ 101214 h 101574"/>
                <a:gd name="connsiteX8" fmla="*/ 32784 w 32491"/>
                <a:gd name="connsiteY8" fmla="*/ 101669 h 101574"/>
                <a:gd name="connsiteX9" fmla="*/ 32784 w 32491"/>
                <a:gd name="connsiteY9" fmla="*/ 96963 h 101574"/>
                <a:gd name="connsiteX10" fmla="*/ 22156 w 32491"/>
                <a:gd name="connsiteY10" fmla="*/ 90282 h 101574"/>
                <a:gd name="connsiteX11" fmla="*/ 22156 w 32491"/>
                <a:gd name="connsiteY11" fmla="*/ 34560 h 101574"/>
                <a:gd name="connsiteX12" fmla="*/ 22763 w 32491"/>
                <a:gd name="connsiteY12" fmla="*/ 8142 h 101574"/>
                <a:gd name="connsiteX13" fmla="*/ 14716 w 32491"/>
                <a:gd name="connsiteY13" fmla="*/ 95 h 101574"/>
                <a:gd name="connsiteX14" fmla="*/ 6669 w 32491"/>
                <a:gd name="connsiteY14" fmla="*/ 8142 h 101574"/>
                <a:gd name="connsiteX15" fmla="*/ 14716 w 32491"/>
                <a:gd name="connsiteY15" fmla="*/ 16189 h 101574"/>
                <a:gd name="connsiteX16" fmla="*/ 22763 w 32491"/>
                <a:gd name="connsiteY16" fmla="*/ 8142 h 1015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32491" h="101574">
                  <a:moveTo>
                    <a:pt x="22156" y="34560"/>
                  </a:moveTo>
                  <a:lnTo>
                    <a:pt x="899" y="36230"/>
                  </a:lnTo>
                  <a:lnTo>
                    <a:pt x="899" y="40937"/>
                  </a:lnTo>
                  <a:cubicBezTo>
                    <a:pt x="10768" y="40937"/>
                    <a:pt x="12135" y="41848"/>
                    <a:pt x="12135" y="49288"/>
                  </a:cubicBezTo>
                  <a:lnTo>
                    <a:pt x="12135" y="90130"/>
                  </a:lnTo>
                  <a:cubicBezTo>
                    <a:pt x="12135" y="96963"/>
                    <a:pt x="10465" y="96963"/>
                    <a:pt x="292" y="96963"/>
                  </a:cubicBezTo>
                  <a:lnTo>
                    <a:pt x="292" y="101669"/>
                  </a:lnTo>
                  <a:cubicBezTo>
                    <a:pt x="5150" y="101518"/>
                    <a:pt x="13349" y="101214"/>
                    <a:pt x="16993" y="101214"/>
                  </a:cubicBezTo>
                  <a:cubicBezTo>
                    <a:pt x="22307" y="101214"/>
                    <a:pt x="27621" y="101518"/>
                    <a:pt x="32784" y="101669"/>
                  </a:cubicBezTo>
                  <a:lnTo>
                    <a:pt x="32784" y="96963"/>
                  </a:lnTo>
                  <a:cubicBezTo>
                    <a:pt x="22763" y="96963"/>
                    <a:pt x="22156" y="96204"/>
                    <a:pt x="22156" y="90282"/>
                  </a:cubicBezTo>
                  <a:lnTo>
                    <a:pt x="22156" y="34560"/>
                  </a:lnTo>
                  <a:close/>
                  <a:moveTo>
                    <a:pt x="22763" y="8142"/>
                  </a:moveTo>
                  <a:cubicBezTo>
                    <a:pt x="22763" y="3283"/>
                    <a:pt x="18967" y="95"/>
                    <a:pt x="14716" y="95"/>
                  </a:cubicBezTo>
                  <a:cubicBezTo>
                    <a:pt x="10009" y="95"/>
                    <a:pt x="6669" y="4194"/>
                    <a:pt x="6669" y="8142"/>
                  </a:cubicBezTo>
                  <a:cubicBezTo>
                    <a:pt x="6669" y="12241"/>
                    <a:pt x="10009" y="16189"/>
                    <a:pt x="14716" y="16189"/>
                  </a:cubicBezTo>
                  <a:cubicBezTo>
                    <a:pt x="18967" y="16189"/>
                    <a:pt x="22763" y="13000"/>
                    <a:pt x="22763" y="8142"/>
                  </a:cubicBezTo>
                  <a:close/>
                </a:path>
              </a:pathLst>
            </a:custGeom>
            <a:solidFill>
              <a:srgbClr val="000000"/>
            </a:solidFill>
            <a:ln w="1520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90" name="任意形状 389">
              <a:extLst>
                <a:ext uri="{FF2B5EF4-FFF2-40B4-BE49-F238E27FC236}">
                  <a16:creationId xmlns:a16="http://schemas.microsoft.com/office/drawing/2014/main" id="{DE553C37-632A-BE62-A562-ED361500D3A5}"/>
                </a:ext>
              </a:extLst>
            </p:cNvPr>
            <p:cNvSpPr/>
            <p:nvPr>
              <p:custDataLst>
                <p:tags r:id="rId164"/>
              </p:custDataLst>
            </p:nvPr>
          </p:nvSpPr>
          <p:spPr>
            <a:xfrm>
              <a:off x="7035677" y="3915587"/>
              <a:ext cx="49648" cy="69690"/>
            </a:xfrm>
            <a:custGeom>
              <a:avLst/>
              <a:gdLst>
                <a:gd name="connsiteX0" fmla="*/ 26865 w 49648"/>
                <a:gd name="connsiteY0" fmla="*/ 38660 h 69690"/>
                <a:gd name="connsiteX1" fmla="*/ 42655 w 49648"/>
                <a:gd name="connsiteY1" fmla="*/ 52628 h 69690"/>
                <a:gd name="connsiteX2" fmla="*/ 25499 w 49648"/>
                <a:gd name="connsiteY2" fmla="*/ 66445 h 69690"/>
                <a:gd name="connsiteX3" fmla="*/ 4394 w 49648"/>
                <a:gd name="connsiteY3" fmla="*/ 44885 h 69690"/>
                <a:gd name="connsiteX4" fmla="*/ 2268 w 49648"/>
                <a:gd name="connsiteY4" fmla="*/ 42304 h 69690"/>
                <a:gd name="connsiteX5" fmla="*/ 295 w 49648"/>
                <a:gd name="connsiteY5" fmla="*/ 46099 h 69690"/>
                <a:gd name="connsiteX6" fmla="*/ 295 w 49648"/>
                <a:gd name="connsiteY6" fmla="*/ 66141 h 69690"/>
                <a:gd name="connsiteX7" fmla="*/ 1965 w 49648"/>
                <a:gd name="connsiteY7" fmla="*/ 69785 h 69690"/>
                <a:gd name="connsiteX8" fmla="*/ 5761 w 49648"/>
                <a:gd name="connsiteY8" fmla="*/ 66748 h 69690"/>
                <a:gd name="connsiteX9" fmla="*/ 8797 w 49648"/>
                <a:gd name="connsiteY9" fmla="*/ 63256 h 69690"/>
                <a:gd name="connsiteX10" fmla="*/ 25499 w 49648"/>
                <a:gd name="connsiteY10" fmla="*/ 69785 h 69690"/>
                <a:gd name="connsiteX11" fmla="*/ 49943 w 49648"/>
                <a:gd name="connsiteY11" fmla="*/ 48681 h 69690"/>
                <a:gd name="connsiteX12" fmla="*/ 43566 w 49648"/>
                <a:gd name="connsiteY12" fmla="*/ 34257 h 69690"/>
                <a:gd name="connsiteX13" fmla="*/ 26258 w 49648"/>
                <a:gd name="connsiteY13" fmla="*/ 26969 h 69690"/>
                <a:gd name="connsiteX14" fmla="*/ 7583 w 49648"/>
                <a:gd name="connsiteY14" fmla="*/ 14519 h 69690"/>
                <a:gd name="connsiteX15" fmla="*/ 24588 w 49648"/>
                <a:gd name="connsiteY15" fmla="*/ 2980 h 69690"/>
                <a:gd name="connsiteX16" fmla="*/ 42352 w 49648"/>
                <a:gd name="connsiteY16" fmla="*/ 21351 h 69690"/>
                <a:gd name="connsiteX17" fmla="*/ 44174 w 49648"/>
                <a:gd name="connsiteY17" fmla="*/ 22718 h 69690"/>
                <a:gd name="connsiteX18" fmla="*/ 46148 w 49648"/>
                <a:gd name="connsiteY18" fmla="*/ 19074 h 69690"/>
                <a:gd name="connsiteX19" fmla="*/ 46148 w 49648"/>
                <a:gd name="connsiteY19" fmla="*/ 3739 h 69690"/>
                <a:gd name="connsiteX20" fmla="*/ 44477 w 49648"/>
                <a:gd name="connsiteY20" fmla="*/ 95 h 69690"/>
                <a:gd name="connsiteX21" fmla="*/ 41441 w 49648"/>
                <a:gd name="connsiteY21" fmla="*/ 1917 h 69690"/>
                <a:gd name="connsiteX22" fmla="*/ 38860 w 49648"/>
                <a:gd name="connsiteY22" fmla="*/ 4346 h 69690"/>
                <a:gd name="connsiteX23" fmla="*/ 24588 w 49648"/>
                <a:gd name="connsiteY23" fmla="*/ 95 h 69690"/>
                <a:gd name="connsiteX24" fmla="*/ 295 w 49648"/>
                <a:gd name="connsiteY24" fmla="*/ 18770 h 69690"/>
                <a:gd name="connsiteX25" fmla="*/ 6823 w 49648"/>
                <a:gd name="connsiteY25" fmla="*/ 31675 h 69690"/>
                <a:gd name="connsiteX26" fmla="*/ 26865 w 49648"/>
                <a:gd name="connsiteY26" fmla="*/ 38660 h 696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49648" h="69690">
                  <a:moveTo>
                    <a:pt x="26865" y="38660"/>
                  </a:moveTo>
                  <a:cubicBezTo>
                    <a:pt x="30205" y="39267"/>
                    <a:pt x="42655" y="41696"/>
                    <a:pt x="42655" y="52628"/>
                  </a:cubicBezTo>
                  <a:cubicBezTo>
                    <a:pt x="42655" y="60371"/>
                    <a:pt x="37341" y="66445"/>
                    <a:pt x="25499" y="66445"/>
                  </a:cubicBezTo>
                  <a:cubicBezTo>
                    <a:pt x="12745" y="66445"/>
                    <a:pt x="7279" y="57790"/>
                    <a:pt x="4394" y="44885"/>
                  </a:cubicBezTo>
                  <a:cubicBezTo>
                    <a:pt x="3939" y="42911"/>
                    <a:pt x="3787" y="42304"/>
                    <a:pt x="2268" y="42304"/>
                  </a:cubicBezTo>
                  <a:cubicBezTo>
                    <a:pt x="295" y="42304"/>
                    <a:pt x="295" y="43366"/>
                    <a:pt x="295" y="46099"/>
                  </a:cubicBezTo>
                  <a:lnTo>
                    <a:pt x="295" y="66141"/>
                  </a:lnTo>
                  <a:cubicBezTo>
                    <a:pt x="295" y="68722"/>
                    <a:pt x="295" y="69785"/>
                    <a:pt x="1965" y="69785"/>
                  </a:cubicBezTo>
                  <a:cubicBezTo>
                    <a:pt x="2724" y="69785"/>
                    <a:pt x="2876" y="69633"/>
                    <a:pt x="5761" y="66748"/>
                  </a:cubicBezTo>
                  <a:cubicBezTo>
                    <a:pt x="6064" y="66445"/>
                    <a:pt x="6064" y="66141"/>
                    <a:pt x="8797" y="63256"/>
                  </a:cubicBezTo>
                  <a:cubicBezTo>
                    <a:pt x="15478" y="69633"/>
                    <a:pt x="22310" y="69785"/>
                    <a:pt x="25499" y="69785"/>
                  </a:cubicBezTo>
                  <a:cubicBezTo>
                    <a:pt x="42959" y="69785"/>
                    <a:pt x="49943" y="59612"/>
                    <a:pt x="49943" y="48681"/>
                  </a:cubicBezTo>
                  <a:cubicBezTo>
                    <a:pt x="49943" y="40634"/>
                    <a:pt x="45388" y="36079"/>
                    <a:pt x="43566" y="34257"/>
                  </a:cubicBezTo>
                  <a:cubicBezTo>
                    <a:pt x="38556" y="29398"/>
                    <a:pt x="32635" y="28183"/>
                    <a:pt x="26258" y="26969"/>
                  </a:cubicBezTo>
                  <a:cubicBezTo>
                    <a:pt x="17755" y="25299"/>
                    <a:pt x="7583" y="23325"/>
                    <a:pt x="7583" y="14519"/>
                  </a:cubicBezTo>
                  <a:cubicBezTo>
                    <a:pt x="7583" y="9205"/>
                    <a:pt x="11530" y="2980"/>
                    <a:pt x="24588" y="2980"/>
                  </a:cubicBezTo>
                  <a:cubicBezTo>
                    <a:pt x="41289" y="2980"/>
                    <a:pt x="42048" y="16644"/>
                    <a:pt x="42352" y="21351"/>
                  </a:cubicBezTo>
                  <a:cubicBezTo>
                    <a:pt x="42504" y="22718"/>
                    <a:pt x="43870" y="22718"/>
                    <a:pt x="44174" y="22718"/>
                  </a:cubicBezTo>
                  <a:cubicBezTo>
                    <a:pt x="46148" y="22718"/>
                    <a:pt x="46148" y="21958"/>
                    <a:pt x="46148" y="19074"/>
                  </a:cubicBezTo>
                  <a:lnTo>
                    <a:pt x="46148" y="3739"/>
                  </a:lnTo>
                  <a:cubicBezTo>
                    <a:pt x="46148" y="1158"/>
                    <a:pt x="46148" y="95"/>
                    <a:pt x="44477" y="95"/>
                  </a:cubicBezTo>
                  <a:cubicBezTo>
                    <a:pt x="43718" y="95"/>
                    <a:pt x="43415" y="95"/>
                    <a:pt x="41441" y="1917"/>
                  </a:cubicBezTo>
                  <a:cubicBezTo>
                    <a:pt x="40985" y="2524"/>
                    <a:pt x="39467" y="3890"/>
                    <a:pt x="38860" y="4346"/>
                  </a:cubicBezTo>
                  <a:cubicBezTo>
                    <a:pt x="33090" y="95"/>
                    <a:pt x="26865" y="95"/>
                    <a:pt x="24588" y="95"/>
                  </a:cubicBezTo>
                  <a:cubicBezTo>
                    <a:pt x="6064" y="95"/>
                    <a:pt x="295" y="10267"/>
                    <a:pt x="295" y="18770"/>
                  </a:cubicBezTo>
                  <a:cubicBezTo>
                    <a:pt x="295" y="24084"/>
                    <a:pt x="2724" y="28335"/>
                    <a:pt x="6823" y="31675"/>
                  </a:cubicBezTo>
                  <a:cubicBezTo>
                    <a:pt x="11682" y="35623"/>
                    <a:pt x="15933" y="36534"/>
                    <a:pt x="26865" y="38660"/>
                  </a:cubicBezTo>
                  <a:close/>
                </a:path>
              </a:pathLst>
            </a:custGeom>
            <a:solidFill>
              <a:srgbClr val="000000"/>
            </a:solidFill>
            <a:ln w="1520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91" name="任意形状 390">
              <a:extLst>
                <a:ext uri="{FF2B5EF4-FFF2-40B4-BE49-F238E27FC236}">
                  <a16:creationId xmlns:a16="http://schemas.microsoft.com/office/drawing/2014/main" id="{C104CC34-2C0E-44C6-8F41-B9C76E3D2BBA}"/>
                </a:ext>
              </a:extLst>
            </p:cNvPr>
            <p:cNvSpPr/>
            <p:nvPr>
              <p:custDataLst>
                <p:tags r:id="rId165"/>
              </p:custDataLst>
            </p:nvPr>
          </p:nvSpPr>
          <p:spPr>
            <a:xfrm>
              <a:off x="7094807" y="3915587"/>
              <a:ext cx="58758" cy="69690"/>
            </a:xfrm>
            <a:custGeom>
              <a:avLst/>
              <a:gdLst>
                <a:gd name="connsiteX0" fmla="*/ 13052 w 58758"/>
                <a:gd name="connsiteY0" fmla="*/ 29854 h 69690"/>
                <a:gd name="connsiteX1" fmla="*/ 31879 w 58758"/>
                <a:gd name="connsiteY1" fmla="*/ 3435 h 69690"/>
                <a:gd name="connsiteX2" fmla="*/ 49036 w 58758"/>
                <a:gd name="connsiteY2" fmla="*/ 29854 h 69690"/>
                <a:gd name="connsiteX3" fmla="*/ 13052 w 58758"/>
                <a:gd name="connsiteY3" fmla="*/ 29854 h 69690"/>
                <a:gd name="connsiteX4" fmla="*/ 12901 w 58758"/>
                <a:gd name="connsiteY4" fmla="*/ 33042 h 69690"/>
                <a:gd name="connsiteX5" fmla="*/ 55261 w 58758"/>
                <a:gd name="connsiteY5" fmla="*/ 33042 h 69690"/>
                <a:gd name="connsiteX6" fmla="*/ 59057 w 58758"/>
                <a:gd name="connsiteY6" fmla="*/ 29854 h 69690"/>
                <a:gd name="connsiteX7" fmla="*/ 31879 w 58758"/>
                <a:gd name="connsiteY7" fmla="*/ 95 h 69690"/>
                <a:gd name="connsiteX8" fmla="*/ 299 w 58758"/>
                <a:gd name="connsiteY8" fmla="*/ 34712 h 69690"/>
                <a:gd name="connsiteX9" fmla="*/ 33701 w 58758"/>
                <a:gd name="connsiteY9" fmla="*/ 69785 h 69690"/>
                <a:gd name="connsiteX10" fmla="*/ 59057 w 58758"/>
                <a:gd name="connsiteY10" fmla="*/ 50047 h 69690"/>
                <a:gd name="connsiteX11" fmla="*/ 57083 w 58758"/>
                <a:gd name="connsiteY11" fmla="*/ 48225 h 69690"/>
                <a:gd name="connsiteX12" fmla="*/ 55109 w 58758"/>
                <a:gd name="connsiteY12" fmla="*/ 50351 h 69690"/>
                <a:gd name="connsiteX13" fmla="*/ 34612 w 58758"/>
                <a:gd name="connsiteY13" fmla="*/ 65989 h 69690"/>
                <a:gd name="connsiteX14" fmla="*/ 17455 w 58758"/>
                <a:gd name="connsiteY14" fmla="*/ 55817 h 69690"/>
                <a:gd name="connsiteX15" fmla="*/ 12901 w 58758"/>
                <a:gd name="connsiteY15" fmla="*/ 33042 h 696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58758" h="69690">
                  <a:moveTo>
                    <a:pt x="13052" y="29854"/>
                  </a:moveTo>
                  <a:cubicBezTo>
                    <a:pt x="13963" y="7231"/>
                    <a:pt x="26717" y="3435"/>
                    <a:pt x="31879" y="3435"/>
                  </a:cubicBezTo>
                  <a:cubicBezTo>
                    <a:pt x="47518" y="3435"/>
                    <a:pt x="49036" y="23932"/>
                    <a:pt x="49036" y="29854"/>
                  </a:cubicBezTo>
                  <a:lnTo>
                    <a:pt x="13052" y="29854"/>
                  </a:lnTo>
                  <a:close/>
                  <a:moveTo>
                    <a:pt x="12901" y="33042"/>
                  </a:moveTo>
                  <a:lnTo>
                    <a:pt x="55261" y="33042"/>
                  </a:lnTo>
                  <a:cubicBezTo>
                    <a:pt x="58602" y="33042"/>
                    <a:pt x="59057" y="33042"/>
                    <a:pt x="59057" y="29854"/>
                  </a:cubicBezTo>
                  <a:cubicBezTo>
                    <a:pt x="59057" y="14822"/>
                    <a:pt x="50858" y="95"/>
                    <a:pt x="31879" y="95"/>
                  </a:cubicBezTo>
                  <a:cubicBezTo>
                    <a:pt x="14267" y="95"/>
                    <a:pt x="299" y="15733"/>
                    <a:pt x="299" y="34712"/>
                  </a:cubicBezTo>
                  <a:cubicBezTo>
                    <a:pt x="299" y="55057"/>
                    <a:pt x="16241" y="69785"/>
                    <a:pt x="33701" y="69785"/>
                  </a:cubicBezTo>
                  <a:cubicBezTo>
                    <a:pt x="52225" y="69785"/>
                    <a:pt x="59057" y="52932"/>
                    <a:pt x="59057" y="50047"/>
                  </a:cubicBezTo>
                  <a:cubicBezTo>
                    <a:pt x="59057" y="48529"/>
                    <a:pt x="57842" y="48225"/>
                    <a:pt x="57083" y="48225"/>
                  </a:cubicBezTo>
                  <a:cubicBezTo>
                    <a:pt x="55717" y="48225"/>
                    <a:pt x="55413" y="49136"/>
                    <a:pt x="55109" y="50351"/>
                  </a:cubicBezTo>
                  <a:cubicBezTo>
                    <a:pt x="49795" y="65989"/>
                    <a:pt x="36131" y="65989"/>
                    <a:pt x="34612" y="65989"/>
                  </a:cubicBezTo>
                  <a:cubicBezTo>
                    <a:pt x="27021" y="65989"/>
                    <a:pt x="20948" y="61434"/>
                    <a:pt x="17455" y="55817"/>
                  </a:cubicBezTo>
                  <a:cubicBezTo>
                    <a:pt x="12901" y="48529"/>
                    <a:pt x="12901" y="38508"/>
                    <a:pt x="12901" y="33042"/>
                  </a:cubicBezTo>
                  <a:close/>
                </a:path>
              </a:pathLst>
            </a:custGeom>
            <a:solidFill>
              <a:srgbClr val="000000"/>
            </a:solidFill>
            <a:ln w="1520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</p:grpSp>
      <p:sp>
        <p:nvSpPr>
          <p:cNvPr id="394" name="文本框 393">
            <a:extLst>
              <a:ext uri="{FF2B5EF4-FFF2-40B4-BE49-F238E27FC236}">
                <a16:creationId xmlns:a16="http://schemas.microsoft.com/office/drawing/2014/main" id="{4B8ADF21-C7F9-B89D-9A79-6FBF5BC2DA45}"/>
              </a:ext>
            </a:extLst>
          </p:cNvPr>
          <p:cNvSpPr txBox="1"/>
          <p:nvPr/>
        </p:nvSpPr>
        <p:spPr>
          <a:xfrm>
            <a:off x="5971305" y="1331890"/>
            <a:ext cx="619432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b="1" dirty="0"/>
              <a:t>Mutual inverse strength</a:t>
            </a:r>
            <a:r>
              <a:rPr lang="en-US" altLang="zh-CN" sz="1600" dirty="0"/>
              <a:t>:</a:t>
            </a:r>
            <a:br>
              <a:rPr lang="en-US" altLang="zh-CN" sz="1600" dirty="0"/>
            </a:br>
            <a:r>
              <a:rPr lang="en-US" altLang="zh-CN" sz="1600" dirty="0"/>
              <a:t>For each relation, we keep the strongest mutual inverse-like partner.</a:t>
            </a:r>
            <a:endParaRPr kumimoji="1" lang="zh-CN" altLang="en-US" sz="1600" dirty="0"/>
          </a:p>
        </p:txBody>
      </p:sp>
      <p:grpSp>
        <p:nvGrpSpPr>
          <p:cNvPr id="1197" name="组合 1196">
            <a:extLst>
              <a:ext uri="{FF2B5EF4-FFF2-40B4-BE49-F238E27FC236}">
                <a16:creationId xmlns:a16="http://schemas.microsoft.com/office/drawing/2014/main" id="{D27FE279-1F0A-1F5E-3290-0AD5B0195070}"/>
              </a:ext>
            </a:extLst>
          </p:cNvPr>
          <p:cNvGrpSpPr>
            <a:grpSpLocks noChangeAspect="1"/>
          </p:cNvGrpSpPr>
          <p:nvPr>
            <p:custDataLst>
              <p:tags r:id="rId6"/>
            </p:custDataLst>
          </p:nvPr>
        </p:nvGrpSpPr>
        <p:grpSpPr>
          <a:xfrm>
            <a:off x="6064916" y="2018913"/>
            <a:ext cx="3175092" cy="266711"/>
            <a:chOff x="9543657" y="4229249"/>
            <a:chExt cx="3175092" cy="266711"/>
          </a:xfrm>
        </p:grpSpPr>
        <p:sp>
          <p:nvSpPr>
            <p:cNvPr id="1156" name="任意形状 1155">
              <a:extLst>
                <a:ext uri="{FF2B5EF4-FFF2-40B4-BE49-F238E27FC236}">
                  <a16:creationId xmlns:a16="http://schemas.microsoft.com/office/drawing/2014/main" id="{572F99E7-4C6D-C3B4-D0C0-981BD5F9EBE6}"/>
                </a:ext>
              </a:extLst>
            </p:cNvPr>
            <p:cNvSpPr/>
            <p:nvPr>
              <p:custDataLst>
                <p:tags r:id="rId74"/>
              </p:custDataLst>
            </p:nvPr>
          </p:nvSpPr>
          <p:spPr>
            <a:xfrm>
              <a:off x="9543657" y="4249375"/>
              <a:ext cx="149148" cy="113422"/>
            </a:xfrm>
            <a:custGeom>
              <a:avLst/>
              <a:gdLst>
                <a:gd name="connsiteX0" fmla="*/ 36279 w 149148"/>
                <a:gd name="connsiteY0" fmla="*/ 3728 h 113422"/>
                <a:gd name="connsiteX1" fmla="*/ 30080 w 149148"/>
                <a:gd name="connsiteY1" fmla="*/ 75 h 113422"/>
                <a:gd name="connsiteX2" fmla="*/ 144 w 149148"/>
                <a:gd name="connsiteY2" fmla="*/ 75 h 113422"/>
                <a:gd name="connsiteX3" fmla="*/ 144 w 149148"/>
                <a:gd name="connsiteY3" fmla="*/ 5223 h 113422"/>
                <a:gd name="connsiteX4" fmla="*/ 4395 w 149148"/>
                <a:gd name="connsiteY4" fmla="*/ 5223 h 113422"/>
                <a:gd name="connsiteX5" fmla="*/ 18389 w 149148"/>
                <a:gd name="connsiteY5" fmla="*/ 13028 h 113422"/>
                <a:gd name="connsiteX6" fmla="*/ 18389 w 149148"/>
                <a:gd name="connsiteY6" fmla="*/ 96060 h 113422"/>
                <a:gd name="connsiteX7" fmla="*/ 144 w 149148"/>
                <a:gd name="connsiteY7" fmla="*/ 108349 h 113422"/>
                <a:gd name="connsiteX8" fmla="*/ 144 w 149148"/>
                <a:gd name="connsiteY8" fmla="*/ 113497 h 113422"/>
                <a:gd name="connsiteX9" fmla="*/ 20869 w 149148"/>
                <a:gd name="connsiteY9" fmla="*/ 112999 h 113422"/>
                <a:gd name="connsiteX10" fmla="*/ 41593 w 149148"/>
                <a:gd name="connsiteY10" fmla="*/ 113497 h 113422"/>
                <a:gd name="connsiteX11" fmla="*/ 41593 w 149148"/>
                <a:gd name="connsiteY11" fmla="*/ 108349 h 113422"/>
                <a:gd name="connsiteX12" fmla="*/ 23348 w 149148"/>
                <a:gd name="connsiteY12" fmla="*/ 96060 h 113422"/>
                <a:gd name="connsiteX13" fmla="*/ 23348 w 149148"/>
                <a:gd name="connsiteY13" fmla="*/ 6551 h 113422"/>
                <a:gd name="connsiteX14" fmla="*/ 23526 w 149148"/>
                <a:gd name="connsiteY14" fmla="*/ 6551 h 113422"/>
                <a:gd name="connsiteX15" fmla="*/ 66215 w 149148"/>
                <a:gd name="connsiteY15" fmla="*/ 109844 h 113422"/>
                <a:gd name="connsiteX16" fmla="*/ 69758 w 149148"/>
                <a:gd name="connsiteY16" fmla="*/ 113497 h 113422"/>
                <a:gd name="connsiteX17" fmla="*/ 72946 w 149148"/>
                <a:gd name="connsiteY17" fmla="*/ 110342 h 113422"/>
                <a:gd name="connsiteX18" fmla="*/ 116522 w 149148"/>
                <a:gd name="connsiteY18" fmla="*/ 5223 h 113422"/>
                <a:gd name="connsiteX19" fmla="*/ 116699 w 149148"/>
                <a:gd name="connsiteY19" fmla="*/ 5223 h 113422"/>
                <a:gd name="connsiteX20" fmla="*/ 116699 w 149148"/>
                <a:gd name="connsiteY20" fmla="*/ 100544 h 113422"/>
                <a:gd name="connsiteX21" fmla="*/ 102705 w 149148"/>
                <a:gd name="connsiteY21" fmla="*/ 108349 h 113422"/>
                <a:gd name="connsiteX22" fmla="*/ 98454 w 149148"/>
                <a:gd name="connsiteY22" fmla="*/ 108349 h 113422"/>
                <a:gd name="connsiteX23" fmla="*/ 98454 w 149148"/>
                <a:gd name="connsiteY23" fmla="*/ 113497 h 113422"/>
                <a:gd name="connsiteX24" fmla="*/ 123962 w 149148"/>
                <a:gd name="connsiteY24" fmla="*/ 112999 h 113422"/>
                <a:gd name="connsiteX25" fmla="*/ 149292 w 149148"/>
                <a:gd name="connsiteY25" fmla="*/ 113497 h 113422"/>
                <a:gd name="connsiteX26" fmla="*/ 149292 w 149148"/>
                <a:gd name="connsiteY26" fmla="*/ 108349 h 113422"/>
                <a:gd name="connsiteX27" fmla="*/ 145041 w 149148"/>
                <a:gd name="connsiteY27" fmla="*/ 108349 h 113422"/>
                <a:gd name="connsiteX28" fmla="*/ 131047 w 149148"/>
                <a:gd name="connsiteY28" fmla="*/ 100544 h 113422"/>
                <a:gd name="connsiteX29" fmla="*/ 131047 w 149148"/>
                <a:gd name="connsiteY29" fmla="*/ 13028 h 113422"/>
                <a:gd name="connsiteX30" fmla="*/ 145041 w 149148"/>
                <a:gd name="connsiteY30" fmla="*/ 5223 h 113422"/>
                <a:gd name="connsiteX31" fmla="*/ 149292 w 149148"/>
                <a:gd name="connsiteY31" fmla="*/ 5223 h 113422"/>
                <a:gd name="connsiteX32" fmla="*/ 149292 w 149148"/>
                <a:gd name="connsiteY32" fmla="*/ 75 h 113422"/>
                <a:gd name="connsiteX33" fmla="*/ 119356 w 149148"/>
                <a:gd name="connsiteY33" fmla="*/ 75 h 113422"/>
                <a:gd name="connsiteX34" fmla="*/ 113511 w 149148"/>
                <a:gd name="connsiteY34" fmla="*/ 3230 h 113422"/>
                <a:gd name="connsiteX35" fmla="*/ 74718 w 149148"/>
                <a:gd name="connsiteY35" fmla="*/ 96724 h 113422"/>
                <a:gd name="connsiteX36" fmla="*/ 36279 w 149148"/>
                <a:gd name="connsiteY36" fmla="*/ 3728 h 1134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</a:cxnLst>
              <a:rect l="l" t="t" r="r" b="b"/>
              <a:pathLst>
                <a:path w="149148" h="113422">
                  <a:moveTo>
                    <a:pt x="36279" y="3728"/>
                  </a:moveTo>
                  <a:cubicBezTo>
                    <a:pt x="34685" y="75"/>
                    <a:pt x="34154" y="75"/>
                    <a:pt x="30080" y="75"/>
                  </a:cubicBezTo>
                  <a:lnTo>
                    <a:pt x="144" y="75"/>
                  </a:lnTo>
                  <a:lnTo>
                    <a:pt x="144" y="5223"/>
                  </a:lnTo>
                  <a:lnTo>
                    <a:pt x="4395" y="5223"/>
                  </a:lnTo>
                  <a:cubicBezTo>
                    <a:pt x="18034" y="5223"/>
                    <a:pt x="18389" y="7049"/>
                    <a:pt x="18389" y="13028"/>
                  </a:cubicBezTo>
                  <a:lnTo>
                    <a:pt x="18389" y="96060"/>
                  </a:lnTo>
                  <a:cubicBezTo>
                    <a:pt x="18389" y="100544"/>
                    <a:pt x="18389" y="108349"/>
                    <a:pt x="144" y="108349"/>
                  </a:cubicBezTo>
                  <a:lnTo>
                    <a:pt x="144" y="113497"/>
                  </a:lnTo>
                  <a:cubicBezTo>
                    <a:pt x="6343" y="113331"/>
                    <a:pt x="15023" y="112999"/>
                    <a:pt x="20869" y="112999"/>
                  </a:cubicBezTo>
                  <a:cubicBezTo>
                    <a:pt x="26714" y="112999"/>
                    <a:pt x="35394" y="113331"/>
                    <a:pt x="41593" y="113497"/>
                  </a:cubicBezTo>
                  <a:lnTo>
                    <a:pt x="41593" y="108349"/>
                  </a:lnTo>
                  <a:cubicBezTo>
                    <a:pt x="23348" y="108349"/>
                    <a:pt x="23348" y="100544"/>
                    <a:pt x="23348" y="96060"/>
                  </a:cubicBezTo>
                  <a:lnTo>
                    <a:pt x="23348" y="6551"/>
                  </a:lnTo>
                  <a:lnTo>
                    <a:pt x="23526" y="6551"/>
                  </a:lnTo>
                  <a:lnTo>
                    <a:pt x="66215" y="109844"/>
                  </a:lnTo>
                  <a:cubicBezTo>
                    <a:pt x="67101" y="112002"/>
                    <a:pt x="67987" y="113497"/>
                    <a:pt x="69758" y="113497"/>
                  </a:cubicBezTo>
                  <a:cubicBezTo>
                    <a:pt x="71706" y="113497"/>
                    <a:pt x="72238" y="112168"/>
                    <a:pt x="72946" y="110342"/>
                  </a:cubicBezTo>
                  <a:lnTo>
                    <a:pt x="116522" y="5223"/>
                  </a:lnTo>
                  <a:lnTo>
                    <a:pt x="116699" y="5223"/>
                  </a:lnTo>
                  <a:lnTo>
                    <a:pt x="116699" y="100544"/>
                  </a:lnTo>
                  <a:cubicBezTo>
                    <a:pt x="116699" y="106522"/>
                    <a:pt x="116345" y="108349"/>
                    <a:pt x="102705" y="108349"/>
                  </a:cubicBezTo>
                  <a:lnTo>
                    <a:pt x="98454" y="108349"/>
                  </a:lnTo>
                  <a:lnTo>
                    <a:pt x="98454" y="113497"/>
                  </a:lnTo>
                  <a:cubicBezTo>
                    <a:pt x="105008" y="112999"/>
                    <a:pt x="117053" y="112999"/>
                    <a:pt x="123962" y="112999"/>
                  </a:cubicBezTo>
                  <a:cubicBezTo>
                    <a:pt x="130870" y="112999"/>
                    <a:pt x="142738" y="112999"/>
                    <a:pt x="149292" y="113497"/>
                  </a:cubicBezTo>
                  <a:lnTo>
                    <a:pt x="149292" y="108349"/>
                  </a:lnTo>
                  <a:lnTo>
                    <a:pt x="145041" y="108349"/>
                  </a:lnTo>
                  <a:cubicBezTo>
                    <a:pt x="131401" y="108349"/>
                    <a:pt x="131047" y="106522"/>
                    <a:pt x="131047" y="100544"/>
                  </a:cubicBezTo>
                  <a:lnTo>
                    <a:pt x="131047" y="13028"/>
                  </a:lnTo>
                  <a:cubicBezTo>
                    <a:pt x="131047" y="7049"/>
                    <a:pt x="131401" y="5223"/>
                    <a:pt x="145041" y="5223"/>
                  </a:cubicBezTo>
                  <a:lnTo>
                    <a:pt x="149292" y="5223"/>
                  </a:lnTo>
                  <a:lnTo>
                    <a:pt x="149292" y="75"/>
                  </a:lnTo>
                  <a:lnTo>
                    <a:pt x="119356" y="75"/>
                  </a:lnTo>
                  <a:cubicBezTo>
                    <a:pt x="114750" y="75"/>
                    <a:pt x="114750" y="241"/>
                    <a:pt x="113511" y="3230"/>
                  </a:cubicBezTo>
                  <a:lnTo>
                    <a:pt x="74718" y="96724"/>
                  </a:lnTo>
                  <a:lnTo>
                    <a:pt x="36279" y="3728"/>
                  </a:lnTo>
                  <a:close/>
                </a:path>
              </a:pathLst>
            </a:custGeom>
            <a:solidFill>
              <a:srgbClr val="000000"/>
            </a:solidFill>
            <a:ln w="1524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/>
            </a:p>
          </p:txBody>
        </p:sp>
        <p:sp>
          <p:nvSpPr>
            <p:cNvPr id="1157" name="任意形状 1156">
              <a:extLst>
                <a:ext uri="{FF2B5EF4-FFF2-40B4-BE49-F238E27FC236}">
                  <a16:creationId xmlns:a16="http://schemas.microsoft.com/office/drawing/2014/main" id="{31A52BB6-B95F-F591-517D-A1A226BB5C1B}"/>
                </a:ext>
              </a:extLst>
            </p:cNvPr>
            <p:cNvSpPr/>
            <p:nvPr>
              <p:custDataLst>
                <p:tags r:id="rId75"/>
              </p:custDataLst>
            </p:nvPr>
          </p:nvSpPr>
          <p:spPr>
            <a:xfrm>
              <a:off x="9705146" y="4289397"/>
              <a:ext cx="89099" cy="75227"/>
            </a:xfrm>
            <a:custGeom>
              <a:avLst/>
              <a:gdLst>
                <a:gd name="connsiteX0" fmla="*/ 63745 w 89099"/>
                <a:gd name="connsiteY0" fmla="*/ 60356 h 75227"/>
                <a:gd name="connsiteX1" fmla="*/ 63745 w 89099"/>
                <a:gd name="connsiteY1" fmla="*/ 75302 h 75227"/>
                <a:gd name="connsiteX2" fmla="*/ 89252 w 89099"/>
                <a:gd name="connsiteY2" fmla="*/ 73475 h 75227"/>
                <a:gd name="connsiteX3" fmla="*/ 89252 w 89099"/>
                <a:gd name="connsiteY3" fmla="*/ 68327 h 75227"/>
                <a:gd name="connsiteX4" fmla="*/ 75435 w 89099"/>
                <a:gd name="connsiteY4" fmla="*/ 59028 h 75227"/>
                <a:gd name="connsiteX5" fmla="*/ 75435 w 89099"/>
                <a:gd name="connsiteY5" fmla="*/ 75 h 75227"/>
                <a:gd name="connsiteX6" fmla="*/ 49397 w 89099"/>
                <a:gd name="connsiteY6" fmla="*/ 1901 h 75227"/>
                <a:gd name="connsiteX7" fmla="*/ 49397 w 89099"/>
                <a:gd name="connsiteY7" fmla="*/ 7049 h 75227"/>
                <a:gd name="connsiteX8" fmla="*/ 63213 w 89099"/>
                <a:gd name="connsiteY8" fmla="*/ 16349 h 75227"/>
                <a:gd name="connsiteX9" fmla="*/ 63213 w 89099"/>
                <a:gd name="connsiteY9" fmla="*/ 45909 h 75227"/>
                <a:gd name="connsiteX10" fmla="*/ 41780 w 89099"/>
                <a:gd name="connsiteY10" fmla="*/ 71649 h 75227"/>
                <a:gd name="connsiteX11" fmla="*/ 26192 w 89099"/>
                <a:gd name="connsiteY11" fmla="*/ 55208 h 75227"/>
                <a:gd name="connsiteX12" fmla="*/ 26192 w 89099"/>
                <a:gd name="connsiteY12" fmla="*/ 75 h 75227"/>
                <a:gd name="connsiteX13" fmla="*/ 153 w 89099"/>
                <a:gd name="connsiteY13" fmla="*/ 1901 h 75227"/>
                <a:gd name="connsiteX14" fmla="*/ 153 w 89099"/>
                <a:gd name="connsiteY14" fmla="*/ 7049 h 75227"/>
                <a:gd name="connsiteX15" fmla="*/ 13969 w 89099"/>
                <a:gd name="connsiteY15" fmla="*/ 22327 h 75227"/>
                <a:gd name="connsiteX16" fmla="*/ 13969 w 89099"/>
                <a:gd name="connsiteY16" fmla="*/ 47237 h 75227"/>
                <a:gd name="connsiteX17" fmla="*/ 40894 w 89099"/>
                <a:gd name="connsiteY17" fmla="*/ 75302 h 75227"/>
                <a:gd name="connsiteX18" fmla="*/ 63745 w 89099"/>
                <a:gd name="connsiteY18" fmla="*/ 60356 h 752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89099" h="75227">
                  <a:moveTo>
                    <a:pt x="63745" y="60356"/>
                  </a:moveTo>
                  <a:lnTo>
                    <a:pt x="63745" y="75302"/>
                  </a:lnTo>
                  <a:lnTo>
                    <a:pt x="89252" y="73475"/>
                  </a:lnTo>
                  <a:lnTo>
                    <a:pt x="89252" y="68327"/>
                  </a:lnTo>
                  <a:cubicBezTo>
                    <a:pt x="76853" y="68327"/>
                    <a:pt x="75435" y="67165"/>
                    <a:pt x="75435" y="59028"/>
                  </a:cubicBezTo>
                  <a:lnTo>
                    <a:pt x="75435" y="75"/>
                  </a:lnTo>
                  <a:lnTo>
                    <a:pt x="49397" y="1901"/>
                  </a:lnTo>
                  <a:lnTo>
                    <a:pt x="49397" y="7049"/>
                  </a:lnTo>
                  <a:cubicBezTo>
                    <a:pt x="61796" y="7049"/>
                    <a:pt x="63213" y="8212"/>
                    <a:pt x="63213" y="16349"/>
                  </a:cubicBezTo>
                  <a:lnTo>
                    <a:pt x="63213" y="45909"/>
                  </a:lnTo>
                  <a:cubicBezTo>
                    <a:pt x="63213" y="60356"/>
                    <a:pt x="54711" y="71649"/>
                    <a:pt x="41780" y="71649"/>
                  </a:cubicBezTo>
                  <a:cubicBezTo>
                    <a:pt x="26900" y="71649"/>
                    <a:pt x="26192" y="63844"/>
                    <a:pt x="26192" y="55208"/>
                  </a:cubicBezTo>
                  <a:lnTo>
                    <a:pt x="26192" y="75"/>
                  </a:lnTo>
                  <a:lnTo>
                    <a:pt x="153" y="1901"/>
                  </a:lnTo>
                  <a:lnTo>
                    <a:pt x="153" y="7049"/>
                  </a:lnTo>
                  <a:cubicBezTo>
                    <a:pt x="13969" y="7049"/>
                    <a:pt x="13969" y="7548"/>
                    <a:pt x="13969" y="22327"/>
                  </a:cubicBezTo>
                  <a:lnTo>
                    <a:pt x="13969" y="47237"/>
                  </a:lnTo>
                  <a:cubicBezTo>
                    <a:pt x="13969" y="60190"/>
                    <a:pt x="13969" y="75302"/>
                    <a:pt x="40894" y="75302"/>
                  </a:cubicBezTo>
                  <a:cubicBezTo>
                    <a:pt x="50814" y="75302"/>
                    <a:pt x="58608" y="70652"/>
                    <a:pt x="63745" y="60356"/>
                  </a:cubicBezTo>
                  <a:close/>
                </a:path>
              </a:pathLst>
            </a:custGeom>
            <a:solidFill>
              <a:srgbClr val="000000"/>
            </a:solidFill>
            <a:ln w="1524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/>
            </a:p>
          </p:txBody>
        </p:sp>
        <p:sp>
          <p:nvSpPr>
            <p:cNvPr id="1158" name="任意形状 1157">
              <a:extLst>
                <a:ext uri="{FF2B5EF4-FFF2-40B4-BE49-F238E27FC236}">
                  <a16:creationId xmlns:a16="http://schemas.microsoft.com/office/drawing/2014/main" id="{1D97E379-ADA6-B304-E3F4-667D73DA9151}"/>
                </a:ext>
              </a:extLst>
            </p:cNvPr>
            <p:cNvSpPr/>
            <p:nvPr>
              <p:custDataLst>
                <p:tags r:id="rId76"/>
              </p:custDataLst>
            </p:nvPr>
          </p:nvSpPr>
          <p:spPr>
            <a:xfrm>
              <a:off x="9801252" y="4260667"/>
              <a:ext cx="55443" cy="103956"/>
            </a:xfrm>
            <a:custGeom>
              <a:avLst/>
              <a:gdLst>
                <a:gd name="connsiteX0" fmla="*/ 27437 w 55443"/>
                <a:gd name="connsiteY0" fmla="*/ 35779 h 103956"/>
                <a:gd name="connsiteX1" fmla="*/ 52768 w 55443"/>
                <a:gd name="connsiteY1" fmla="*/ 35779 h 103956"/>
                <a:gd name="connsiteX2" fmla="*/ 52768 w 55443"/>
                <a:gd name="connsiteY2" fmla="*/ 30631 h 103956"/>
                <a:gd name="connsiteX3" fmla="*/ 27437 w 55443"/>
                <a:gd name="connsiteY3" fmla="*/ 30631 h 103956"/>
                <a:gd name="connsiteX4" fmla="*/ 27437 w 55443"/>
                <a:gd name="connsiteY4" fmla="*/ 75 h 103956"/>
                <a:gd name="connsiteX5" fmla="*/ 23009 w 55443"/>
                <a:gd name="connsiteY5" fmla="*/ 75 h 103956"/>
                <a:gd name="connsiteX6" fmla="*/ 158 w 55443"/>
                <a:gd name="connsiteY6" fmla="*/ 32125 h 103956"/>
                <a:gd name="connsiteX7" fmla="*/ 158 w 55443"/>
                <a:gd name="connsiteY7" fmla="*/ 35779 h 103956"/>
                <a:gd name="connsiteX8" fmla="*/ 15215 w 55443"/>
                <a:gd name="connsiteY8" fmla="*/ 35779 h 103956"/>
                <a:gd name="connsiteX9" fmla="*/ 15215 w 55443"/>
                <a:gd name="connsiteY9" fmla="*/ 81613 h 103956"/>
                <a:gd name="connsiteX10" fmla="*/ 38065 w 55443"/>
                <a:gd name="connsiteY10" fmla="*/ 104031 h 103956"/>
                <a:gd name="connsiteX11" fmla="*/ 55602 w 55443"/>
                <a:gd name="connsiteY11" fmla="*/ 81613 h 103956"/>
                <a:gd name="connsiteX12" fmla="*/ 55602 w 55443"/>
                <a:gd name="connsiteY12" fmla="*/ 72147 h 103956"/>
                <a:gd name="connsiteX13" fmla="*/ 51173 w 55443"/>
                <a:gd name="connsiteY13" fmla="*/ 72147 h 103956"/>
                <a:gd name="connsiteX14" fmla="*/ 51173 w 55443"/>
                <a:gd name="connsiteY14" fmla="*/ 81280 h 103956"/>
                <a:gd name="connsiteX15" fmla="*/ 39305 w 55443"/>
                <a:gd name="connsiteY15" fmla="*/ 99880 h 103956"/>
                <a:gd name="connsiteX16" fmla="*/ 27437 w 55443"/>
                <a:gd name="connsiteY16" fmla="*/ 81945 h 103956"/>
                <a:gd name="connsiteX17" fmla="*/ 27437 w 55443"/>
                <a:gd name="connsiteY17" fmla="*/ 35779 h 1039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55443" h="103956">
                  <a:moveTo>
                    <a:pt x="27437" y="35779"/>
                  </a:moveTo>
                  <a:lnTo>
                    <a:pt x="52768" y="35779"/>
                  </a:lnTo>
                  <a:lnTo>
                    <a:pt x="52768" y="30631"/>
                  </a:lnTo>
                  <a:lnTo>
                    <a:pt x="27437" y="30631"/>
                  </a:lnTo>
                  <a:lnTo>
                    <a:pt x="27437" y="75"/>
                  </a:lnTo>
                  <a:lnTo>
                    <a:pt x="23009" y="75"/>
                  </a:lnTo>
                  <a:cubicBezTo>
                    <a:pt x="22832" y="13692"/>
                    <a:pt x="17518" y="31461"/>
                    <a:pt x="158" y="32125"/>
                  </a:cubicBezTo>
                  <a:lnTo>
                    <a:pt x="158" y="35779"/>
                  </a:lnTo>
                  <a:lnTo>
                    <a:pt x="15215" y="35779"/>
                  </a:lnTo>
                  <a:lnTo>
                    <a:pt x="15215" y="81613"/>
                  </a:lnTo>
                  <a:cubicBezTo>
                    <a:pt x="15215" y="102038"/>
                    <a:pt x="31688" y="104031"/>
                    <a:pt x="38065" y="104031"/>
                  </a:cubicBezTo>
                  <a:cubicBezTo>
                    <a:pt x="50642" y="104031"/>
                    <a:pt x="55602" y="92241"/>
                    <a:pt x="55602" y="81613"/>
                  </a:cubicBezTo>
                  <a:lnTo>
                    <a:pt x="55602" y="72147"/>
                  </a:lnTo>
                  <a:lnTo>
                    <a:pt x="51173" y="72147"/>
                  </a:lnTo>
                  <a:lnTo>
                    <a:pt x="51173" y="81280"/>
                  </a:lnTo>
                  <a:cubicBezTo>
                    <a:pt x="51173" y="93569"/>
                    <a:pt x="45859" y="99880"/>
                    <a:pt x="39305" y="99880"/>
                  </a:cubicBezTo>
                  <a:cubicBezTo>
                    <a:pt x="27437" y="99880"/>
                    <a:pt x="27437" y="84768"/>
                    <a:pt x="27437" y="81945"/>
                  </a:cubicBezTo>
                  <a:lnTo>
                    <a:pt x="27437" y="35779"/>
                  </a:lnTo>
                  <a:close/>
                </a:path>
              </a:pathLst>
            </a:custGeom>
            <a:solidFill>
              <a:srgbClr val="000000"/>
            </a:solidFill>
            <a:ln w="1524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/>
            </a:p>
          </p:txBody>
        </p:sp>
        <p:sp>
          <p:nvSpPr>
            <p:cNvPr id="1159" name="任意形状 1158">
              <a:extLst>
                <a:ext uri="{FF2B5EF4-FFF2-40B4-BE49-F238E27FC236}">
                  <a16:creationId xmlns:a16="http://schemas.microsoft.com/office/drawing/2014/main" id="{7CC2D39D-24B5-69C2-C843-E6C54E278D4E}"/>
                </a:ext>
              </a:extLst>
            </p:cNvPr>
            <p:cNvSpPr/>
            <p:nvPr>
              <p:custDataLst>
                <p:tags r:id="rId77"/>
              </p:custDataLst>
            </p:nvPr>
          </p:nvSpPr>
          <p:spPr>
            <a:xfrm>
              <a:off x="9871733" y="4249375"/>
              <a:ext cx="54026" cy="113422"/>
            </a:xfrm>
            <a:custGeom>
              <a:avLst/>
              <a:gdLst>
                <a:gd name="connsiteX0" fmla="*/ 35058 w 54026"/>
                <a:gd name="connsiteY0" fmla="*/ 13028 h 113422"/>
                <a:gd name="connsiteX1" fmla="*/ 49583 w 54026"/>
                <a:gd name="connsiteY1" fmla="*/ 5223 h 113422"/>
                <a:gd name="connsiteX2" fmla="*/ 54189 w 54026"/>
                <a:gd name="connsiteY2" fmla="*/ 5223 h 113422"/>
                <a:gd name="connsiteX3" fmla="*/ 54189 w 54026"/>
                <a:gd name="connsiteY3" fmla="*/ 75 h 113422"/>
                <a:gd name="connsiteX4" fmla="*/ 27264 w 54026"/>
                <a:gd name="connsiteY4" fmla="*/ 573 h 113422"/>
                <a:gd name="connsiteX5" fmla="*/ 162 w 54026"/>
                <a:gd name="connsiteY5" fmla="*/ 75 h 113422"/>
                <a:gd name="connsiteX6" fmla="*/ 162 w 54026"/>
                <a:gd name="connsiteY6" fmla="*/ 5223 h 113422"/>
                <a:gd name="connsiteX7" fmla="*/ 4768 w 54026"/>
                <a:gd name="connsiteY7" fmla="*/ 5223 h 113422"/>
                <a:gd name="connsiteX8" fmla="*/ 19293 w 54026"/>
                <a:gd name="connsiteY8" fmla="*/ 13028 h 113422"/>
                <a:gd name="connsiteX9" fmla="*/ 19293 w 54026"/>
                <a:gd name="connsiteY9" fmla="*/ 100544 h 113422"/>
                <a:gd name="connsiteX10" fmla="*/ 4768 w 54026"/>
                <a:gd name="connsiteY10" fmla="*/ 108349 h 113422"/>
                <a:gd name="connsiteX11" fmla="*/ 162 w 54026"/>
                <a:gd name="connsiteY11" fmla="*/ 108349 h 113422"/>
                <a:gd name="connsiteX12" fmla="*/ 162 w 54026"/>
                <a:gd name="connsiteY12" fmla="*/ 113497 h 113422"/>
                <a:gd name="connsiteX13" fmla="*/ 27087 w 54026"/>
                <a:gd name="connsiteY13" fmla="*/ 112999 h 113422"/>
                <a:gd name="connsiteX14" fmla="*/ 54189 w 54026"/>
                <a:gd name="connsiteY14" fmla="*/ 113497 h 113422"/>
                <a:gd name="connsiteX15" fmla="*/ 54189 w 54026"/>
                <a:gd name="connsiteY15" fmla="*/ 108349 h 113422"/>
                <a:gd name="connsiteX16" fmla="*/ 49583 w 54026"/>
                <a:gd name="connsiteY16" fmla="*/ 108349 h 113422"/>
                <a:gd name="connsiteX17" fmla="*/ 35058 w 54026"/>
                <a:gd name="connsiteY17" fmla="*/ 100544 h 113422"/>
                <a:gd name="connsiteX18" fmla="*/ 35058 w 54026"/>
                <a:gd name="connsiteY18" fmla="*/ 13028 h 1134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54026" h="113422">
                  <a:moveTo>
                    <a:pt x="35058" y="13028"/>
                  </a:moveTo>
                  <a:cubicBezTo>
                    <a:pt x="35058" y="7049"/>
                    <a:pt x="35589" y="5223"/>
                    <a:pt x="49583" y="5223"/>
                  </a:cubicBezTo>
                  <a:lnTo>
                    <a:pt x="54189" y="5223"/>
                  </a:lnTo>
                  <a:lnTo>
                    <a:pt x="54189" y="75"/>
                  </a:lnTo>
                  <a:cubicBezTo>
                    <a:pt x="47989" y="573"/>
                    <a:pt x="33995" y="573"/>
                    <a:pt x="27264" y="573"/>
                  </a:cubicBezTo>
                  <a:cubicBezTo>
                    <a:pt x="20356" y="573"/>
                    <a:pt x="6362" y="573"/>
                    <a:pt x="162" y="75"/>
                  </a:cubicBezTo>
                  <a:lnTo>
                    <a:pt x="162" y="5223"/>
                  </a:lnTo>
                  <a:lnTo>
                    <a:pt x="4768" y="5223"/>
                  </a:lnTo>
                  <a:cubicBezTo>
                    <a:pt x="18761" y="5223"/>
                    <a:pt x="19293" y="7049"/>
                    <a:pt x="19293" y="13028"/>
                  </a:cubicBezTo>
                  <a:lnTo>
                    <a:pt x="19293" y="100544"/>
                  </a:lnTo>
                  <a:cubicBezTo>
                    <a:pt x="19293" y="106522"/>
                    <a:pt x="18761" y="108349"/>
                    <a:pt x="4768" y="108349"/>
                  </a:cubicBezTo>
                  <a:lnTo>
                    <a:pt x="162" y="108349"/>
                  </a:lnTo>
                  <a:lnTo>
                    <a:pt x="162" y="113497"/>
                  </a:lnTo>
                  <a:cubicBezTo>
                    <a:pt x="6362" y="112999"/>
                    <a:pt x="20356" y="112999"/>
                    <a:pt x="27087" y="112999"/>
                  </a:cubicBezTo>
                  <a:cubicBezTo>
                    <a:pt x="33995" y="112999"/>
                    <a:pt x="47989" y="112999"/>
                    <a:pt x="54189" y="113497"/>
                  </a:cubicBezTo>
                  <a:lnTo>
                    <a:pt x="54189" y="108349"/>
                  </a:lnTo>
                  <a:lnTo>
                    <a:pt x="49583" y="108349"/>
                  </a:lnTo>
                  <a:cubicBezTo>
                    <a:pt x="35589" y="108349"/>
                    <a:pt x="35058" y="106522"/>
                    <a:pt x="35058" y="100544"/>
                  </a:cubicBezTo>
                  <a:lnTo>
                    <a:pt x="35058" y="13028"/>
                  </a:lnTo>
                  <a:close/>
                </a:path>
              </a:pathLst>
            </a:custGeom>
            <a:solidFill>
              <a:srgbClr val="000000"/>
            </a:solidFill>
            <a:ln w="1524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/>
            </a:p>
          </p:txBody>
        </p:sp>
        <p:sp>
          <p:nvSpPr>
            <p:cNvPr id="1160" name="任意形状 1159">
              <a:extLst>
                <a:ext uri="{FF2B5EF4-FFF2-40B4-BE49-F238E27FC236}">
                  <a16:creationId xmlns:a16="http://schemas.microsoft.com/office/drawing/2014/main" id="{F2B5A077-C1C0-BE79-7A06-D4D5A1DE68C2}"/>
                </a:ext>
              </a:extLst>
            </p:cNvPr>
            <p:cNvSpPr/>
            <p:nvPr>
              <p:custDataLst>
                <p:tags r:id="rId78"/>
              </p:custDataLst>
            </p:nvPr>
          </p:nvSpPr>
          <p:spPr>
            <a:xfrm>
              <a:off x="9936407" y="4289397"/>
              <a:ext cx="89099" cy="73400"/>
            </a:xfrm>
            <a:custGeom>
              <a:avLst/>
              <a:gdLst>
                <a:gd name="connsiteX0" fmla="*/ 13982 w 89099"/>
                <a:gd name="connsiteY0" fmla="*/ 16349 h 73400"/>
                <a:gd name="connsiteX1" fmla="*/ 13982 w 89099"/>
                <a:gd name="connsiteY1" fmla="*/ 60854 h 73400"/>
                <a:gd name="connsiteX2" fmla="*/ 166 w 89099"/>
                <a:gd name="connsiteY2" fmla="*/ 68327 h 73400"/>
                <a:gd name="connsiteX3" fmla="*/ 166 w 89099"/>
                <a:gd name="connsiteY3" fmla="*/ 73475 h 73400"/>
                <a:gd name="connsiteX4" fmla="*/ 20182 w 89099"/>
                <a:gd name="connsiteY4" fmla="*/ 72977 h 73400"/>
                <a:gd name="connsiteX5" fmla="*/ 40021 w 89099"/>
                <a:gd name="connsiteY5" fmla="*/ 73475 h 73400"/>
                <a:gd name="connsiteX6" fmla="*/ 40021 w 89099"/>
                <a:gd name="connsiteY6" fmla="*/ 68327 h 73400"/>
                <a:gd name="connsiteX7" fmla="*/ 26205 w 89099"/>
                <a:gd name="connsiteY7" fmla="*/ 60854 h 73400"/>
                <a:gd name="connsiteX8" fmla="*/ 26205 w 89099"/>
                <a:gd name="connsiteY8" fmla="*/ 30299 h 73400"/>
                <a:gd name="connsiteX9" fmla="*/ 50118 w 89099"/>
                <a:gd name="connsiteY9" fmla="*/ 3728 h 73400"/>
                <a:gd name="connsiteX10" fmla="*/ 63226 w 89099"/>
                <a:gd name="connsiteY10" fmla="*/ 22161 h 73400"/>
                <a:gd name="connsiteX11" fmla="*/ 63226 w 89099"/>
                <a:gd name="connsiteY11" fmla="*/ 60854 h 73400"/>
                <a:gd name="connsiteX12" fmla="*/ 49410 w 89099"/>
                <a:gd name="connsiteY12" fmla="*/ 68327 h 73400"/>
                <a:gd name="connsiteX13" fmla="*/ 49410 w 89099"/>
                <a:gd name="connsiteY13" fmla="*/ 73475 h 73400"/>
                <a:gd name="connsiteX14" fmla="*/ 69426 w 89099"/>
                <a:gd name="connsiteY14" fmla="*/ 72977 h 73400"/>
                <a:gd name="connsiteX15" fmla="*/ 89265 w 89099"/>
                <a:gd name="connsiteY15" fmla="*/ 73475 h 73400"/>
                <a:gd name="connsiteX16" fmla="*/ 89265 w 89099"/>
                <a:gd name="connsiteY16" fmla="*/ 68327 h 73400"/>
                <a:gd name="connsiteX17" fmla="*/ 75449 w 89099"/>
                <a:gd name="connsiteY17" fmla="*/ 63345 h 73400"/>
                <a:gd name="connsiteX18" fmla="*/ 75449 w 89099"/>
                <a:gd name="connsiteY18" fmla="*/ 31627 h 73400"/>
                <a:gd name="connsiteX19" fmla="*/ 69957 w 89099"/>
                <a:gd name="connsiteY19" fmla="*/ 6219 h 73400"/>
                <a:gd name="connsiteX20" fmla="*/ 51358 w 89099"/>
                <a:gd name="connsiteY20" fmla="*/ 75 h 73400"/>
                <a:gd name="connsiteX21" fmla="*/ 25142 w 89099"/>
                <a:gd name="connsiteY21" fmla="*/ 17512 h 73400"/>
                <a:gd name="connsiteX22" fmla="*/ 25142 w 89099"/>
                <a:gd name="connsiteY22" fmla="*/ 75 h 73400"/>
                <a:gd name="connsiteX23" fmla="*/ 166 w 89099"/>
                <a:gd name="connsiteY23" fmla="*/ 1901 h 73400"/>
                <a:gd name="connsiteX24" fmla="*/ 166 w 89099"/>
                <a:gd name="connsiteY24" fmla="*/ 7049 h 73400"/>
                <a:gd name="connsiteX25" fmla="*/ 13982 w 89099"/>
                <a:gd name="connsiteY25" fmla="*/ 16349 h 73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89099" h="73400">
                  <a:moveTo>
                    <a:pt x="13982" y="16349"/>
                  </a:moveTo>
                  <a:lnTo>
                    <a:pt x="13982" y="60854"/>
                  </a:lnTo>
                  <a:cubicBezTo>
                    <a:pt x="13982" y="68327"/>
                    <a:pt x="12034" y="68327"/>
                    <a:pt x="166" y="68327"/>
                  </a:cubicBezTo>
                  <a:lnTo>
                    <a:pt x="166" y="73475"/>
                  </a:lnTo>
                  <a:cubicBezTo>
                    <a:pt x="6366" y="73309"/>
                    <a:pt x="15399" y="72977"/>
                    <a:pt x="20182" y="72977"/>
                  </a:cubicBezTo>
                  <a:cubicBezTo>
                    <a:pt x="24788" y="72977"/>
                    <a:pt x="33999" y="73309"/>
                    <a:pt x="40021" y="73475"/>
                  </a:cubicBezTo>
                  <a:lnTo>
                    <a:pt x="40021" y="68327"/>
                  </a:lnTo>
                  <a:cubicBezTo>
                    <a:pt x="28153" y="68327"/>
                    <a:pt x="26205" y="68327"/>
                    <a:pt x="26205" y="60854"/>
                  </a:cubicBezTo>
                  <a:lnTo>
                    <a:pt x="26205" y="30299"/>
                  </a:lnTo>
                  <a:cubicBezTo>
                    <a:pt x="26205" y="13028"/>
                    <a:pt x="38781" y="3728"/>
                    <a:pt x="50118" y="3728"/>
                  </a:cubicBezTo>
                  <a:cubicBezTo>
                    <a:pt x="61278" y="3728"/>
                    <a:pt x="63226" y="12696"/>
                    <a:pt x="63226" y="22161"/>
                  </a:cubicBezTo>
                  <a:lnTo>
                    <a:pt x="63226" y="60854"/>
                  </a:lnTo>
                  <a:cubicBezTo>
                    <a:pt x="63226" y="68327"/>
                    <a:pt x="61278" y="68327"/>
                    <a:pt x="49410" y="68327"/>
                  </a:cubicBezTo>
                  <a:lnTo>
                    <a:pt x="49410" y="73475"/>
                  </a:lnTo>
                  <a:cubicBezTo>
                    <a:pt x="55609" y="73309"/>
                    <a:pt x="64643" y="72977"/>
                    <a:pt x="69426" y="72977"/>
                  </a:cubicBezTo>
                  <a:cubicBezTo>
                    <a:pt x="74031" y="72977"/>
                    <a:pt x="83242" y="73309"/>
                    <a:pt x="89265" y="73475"/>
                  </a:cubicBezTo>
                  <a:lnTo>
                    <a:pt x="89265" y="68327"/>
                  </a:lnTo>
                  <a:cubicBezTo>
                    <a:pt x="80054" y="68327"/>
                    <a:pt x="75626" y="68327"/>
                    <a:pt x="75449" y="63345"/>
                  </a:cubicBezTo>
                  <a:lnTo>
                    <a:pt x="75449" y="31627"/>
                  </a:lnTo>
                  <a:cubicBezTo>
                    <a:pt x="75449" y="17345"/>
                    <a:pt x="75449" y="12197"/>
                    <a:pt x="69957" y="6219"/>
                  </a:cubicBezTo>
                  <a:cubicBezTo>
                    <a:pt x="67477" y="3396"/>
                    <a:pt x="61632" y="75"/>
                    <a:pt x="51358" y="75"/>
                  </a:cubicBezTo>
                  <a:cubicBezTo>
                    <a:pt x="38427" y="75"/>
                    <a:pt x="30102" y="7216"/>
                    <a:pt x="25142" y="17512"/>
                  </a:cubicBezTo>
                  <a:lnTo>
                    <a:pt x="25142" y="75"/>
                  </a:lnTo>
                  <a:lnTo>
                    <a:pt x="166" y="1901"/>
                  </a:lnTo>
                  <a:lnTo>
                    <a:pt x="166" y="7049"/>
                  </a:lnTo>
                  <a:cubicBezTo>
                    <a:pt x="12565" y="7049"/>
                    <a:pt x="13982" y="8212"/>
                    <a:pt x="13982" y="16349"/>
                  </a:cubicBezTo>
                  <a:close/>
                </a:path>
              </a:pathLst>
            </a:custGeom>
            <a:solidFill>
              <a:srgbClr val="000000"/>
            </a:solidFill>
            <a:ln w="1524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/>
            </a:p>
          </p:txBody>
        </p:sp>
        <p:sp>
          <p:nvSpPr>
            <p:cNvPr id="1161" name="任意形状 1160">
              <a:extLst>
                <a:ext uri="{FF2B5EF4-FFF2-40B4-BE49-F238E27FC236}">
                  <a16:creationId xmlns:a16="http://schemas.microsoft.com/office/drawing/2014/main" id="{27E29507-004D-EBAC-0E86-BC25989D171D}"/>
                </a:ext>
              </a:extLst>
            </p:cNvPr>
            <p:cNvSpPr/>
            <p:nvPr>
              <p:custDataLst>
                <p:tags r:id="rId79"/>
              </p:custDataLst>
            </p:nvPr>
          </p:nvSpPr>
          <p:spPr>
            <a:xfrm>
              <a:off x="10027593" y="4291223"/>
              <a:ext cx="86619" cy="73400"/>
            </a:xfrm>
            <a:custGeom>
              <a:avLst/>
              <a:gdLst>
                <a:gd name="connsiteX0" fmla="*/ 70494 w 86619"/>
                <a:gd name="connsiteY0" fmla="*/ 16349 h 73400"/>
                <a:gd name="connsiteX1" fmla="*/ 86790 w 86619"/>
                <a:gd name="connsiteY1" fmla="*/ 5223 h 73400"/>
                <a:gd name="connsiteX2" fmla="*/ 86790 w 86619"/>
                <a:gd name="connsiteY2" fmla="*/ 75 h 73400"/>
                <a:gd name="connsiteX3" fmla="*/ 73505 w 86619"/>
                <a:gd name="connsiteY3" fmla="*/ 573 h 73400"/>
                <a:gd name="connsiteX4" fmla="*/ 58094 w 86619"/>
                <a:gd name="connsiteY4" fmla="*/ 75 h 73400"/>
                <a:gd name="connsiteX5" fmla="*/ 58094 w 86619"/>
                <a:gd name="connsiteY5" fmla="*/ 5223 h 73400"/>
                <a:gd name="connsiteX6" fmla="*/ 66597 w 86619"/>
                <a:gd name="connsiteY6" fmla="*/ 12364 h 73400"/>
                <a:gd name="connsiteX7" fmla="*/ 65534 w 86619"/>
                <a:gd name="connsiteY7" fmla="*/ 16349 h 73400"/>
                <a:gd name="connsiteX8" fmla="*/ 47466 w 86619"/>
                <a:gd name="connsiteY8" fmla="*/ 58696 h 73400"/>
                <a:gd name="connsiteX9" fmla="*/ 27627 w 86619"/>
                <a:gd name="connsiteY9" fmla="*/ 12364 h 73400"/>
                <a:gd name="connsiteX10" fmla="*/ 26564 w 86619"/>
                <a:gd name="connsiteY10" fmla="*/ 9540 h 73400"/>
                <a:gd name="connsiteX11" fmla="*/ 36661 w 86619"/>
                <a:gd name="connsiteY11" fmla="*/ 5223 h 73400"/>
                <a:gd name="connsiteX12" fmla="*/ 36661 w 86619"/>
                <a:gd name="connsiteY12" fmla="*/ 75 h 73400"/>
                <a:gd name="connsiteX13" fmla="*/ 17353 w 86619"/>
                <a:gd name="connsiteY13" fmla="*/ 573 h 73400"/>
                <a:gd name="connsiteX14" fmla="*/ 171 w 86619"/>
                <a:gd name="connsiteY14" fmla="*/ 75 h 73400"/>
                <a:gd name="connsiteX15" fmla="*/ 171 w 86619"/>
                <a:gd name="connsiteY15" fmla="*/ 5223 h 73400"/>
                <a:gd name="connsiteX16" fmla="*/ 14342 w 86619"/>
                <a:gd name="connsiteY16" fmla="*/ 11367 h 73400"/>
                <a:gd name="connsiteX17" fmla="*/ 39849 w 86619"/>
                <a:gd name="connsiteY17" fmla="*/ 70320 h 73400"/>
                <a:gd name="connsiteX18" fmla="*/ 43569 w 86619"/>
                <a:gd name="connsiteY18" fmla="*/ 73475 h 73400"/>
                <a:gd name="connsiteX19" fmla="*/ 47289 w 86619"/>
                <a:gd name="connsiteY19" fmla="*/ 70320 h 73400"/>
                <a:gd name="connsiteX20" fmla="*/ 70494 w 86619"/>
                <a:gd name="connsiteY20" fmla="*/ 16349 h 73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86619" h="73400">
                  <a:moveTo>
                    <a:pt x="70494" y="16349"/>
                  </a:moveTo>
                  <a:cubicBezTo>
                    <a:pt x="72088" y="12530"/>
                    <a:pt x="75099" y="5389"/>
                    <a:pt x="86790" y="5223"/>
                  </a:cubicBezTo>
                  <a:lnTo>
                    <a:pt x="86790" y="75"/>
                  </a:lnTo>
                  <a:cubicBezTo>
                    <a:pt x="82716" y="407"/>
                    <a:pt x="77579" y="573"/>
                    <a:pt x="73505" y="573"/>
                  </a:cubicBezTo>
                  <a:cubicBezTo>
                    <a:pt x="69254" y="573"/>
                    <a:pt x="61106" y="241"/>
                    <a:pt x="58094" y="75"/>
                  </a:cubicBezTo>
                  <a:lnTo>
                    <a:pt x="58094" y="5223"/>
                  </a:lnTo>
                  <a:cubicBezTo>
                    <a:pt x="64648" y="5389"/>
                    <a:pt x="66597" y="9208"/>
                    <a:pt x="66597" y="12364"/>
                  </a:cubicBezTo>
                  <a:cubicBezTo>
                    <a:pt x="66597" y="13858"/>
                    <a:pt x="66243" y="14522"/>
                    <a:pt x="65534" y="16349"/>
                  </a:cubicBezTo>
                  <a:lnTo>
                    <a:pt x="47466" y="58696"/>
                  </a:lnTo>
                  <a:lnTo>
                    <a:pt x="27627" y="12364"/>
                  </a:lnTo>
                  <a:cubicBezTo>
                    <a:pt x="26564" y="10205"/>
                    <a:pt x="26564" y="9873"/>
                    <a:pt x="26564" y="9540"/>
                  </a:cubicBezTo>
                  <a:cubicBezTo>
                    <a:pt x="26564" y="5223"/>
                    <a:pt x="33473" y="5223"/>
                    <a:pt x="36661" y="5223"/>
                  </a:cubicBezTo>
                  <a:lnTo>
                    <a:pt x="36661" y="75"/>
                  </a:lnTo>
                  <a:cubicBezTo>
                    <a:pt x="31347" y="241"/>
                    <a:pt x="21427" y="573"/>
                    <a:pt x="17353" y="573"/>
                  </a:cubicBezTo>
                  <a:cubicBezTo>
                    <a:pt x="12571" y="573"/>
                    <a:pt x="5485" y="407"/>
                    <a:pt x="171" y="75"/>
                  </a:cubicBezTo>
                  <a:lnTo>
                    <a:pt x="171" y="5223"/>
                  </a:lnTo>
                  <a:cubicBezTo>
                    <a:pt x="11331" y="5223"/>
                    <a:pt x="12039" y="6219"/>
                    <a:pt x="14342" y="11367"/>
                  </a:cubicBezTo>
                  <a:lnTo>
                    <a:pt x="39849" y="70320"/>
                  </a:lnTo>
                  <a:cubicBezTo>
                    <a:pt x="40912" y="72645"/>
                    <a:pt x="41267" y="73475"/>
                    <a:pt x="43569" y="73475"/>
                  </a:cubicBezTo>
                  <a:cubicBezTo>
                    <a:pt x="45872" y="73475"/>
                    <a:pt x="46581" y="71981"/>
                    <a:pt x="47289" y="70320"/>
                  </a:cubicBezTo>
                  <a:lnTo>
                    <a:pt x="70494" y="16349"/>
                  </a:lnTo>
                  <a:close/>
                </a:path>
              </a:pathLst>
            </a:custGeom>
            <a:solidFill>
              <a:srgbClr val="000000"/>
            </a:solidFill>
            <a:ln w="1524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/>
            </a:p>
          </p:txBody>
        </p:sp>
        <p:sp>
          <p:nvSpPr>
            <p:cNvPr id="1162" name="任意形状 1161">
              <a:extLst>
                <a:ext uri="{FF2B5EF4-FFF2-40B4-BE49-F238E27FC236}">
                  <a16:creationId xmlns:a16="http://schemas.microsoft.com/office/drawing/2014/main" id="{38F65AF9-7D7C-F75B-2E89-BB0D4D0ACD74}"/>
                </a:ext>
              </a:extLst>
            </p:cNvPr>
            <p:cNvSpPr/>
            <p:nvPr>
              <p:custDataLst>
                <p:tags r:id="rId80"/>
              </p:custDataLst>
            </p:nvPr>
          </p:nvSpPr>
          <p:spPr>
            <a:xfrm>
              <a:off x="10127635" y="4245722"/>
              <a:ext cx="78471" cy="120729"/>
            </a:xfrm>
            <a:custGeom>
              <a:avLst/>
              <a:gdLst>
                <a:gd name="connsiteX0" fmla="*/ 52077 w 78471"/>
                <a:gd name="connsiteY0" fmla="*/ 52717 h 120729"/>
                <a:gd name="connsiteX1" fmla="*/ 29404 w 78471"/>
                <a:gd name="connsiteY1" fmla="*/ 47569 h 120729"/>
                <a:gd name="connsiteX2" fmla="*/ 11513 w 78471"/>
                <a:gd name="connsiteY2" fmla="*/ 26479 h 120729"/>
                <a:gd name="connsiteX3" fmla="*/ 34895 w 78471"/>
                <a:gd name="connsiteY3" fmla="*/ 4725 h 120729"/>
                <a:gd name="connsiteX4" fmla="*/ 69436 w 78471"/>
                <a:gd name="connsiteY4" fmla="*/ 39432 h 120729"/>
                <a:gd name="connsiteX5" fmla="*/ 71562 w 78471"/>
                <a:gd name="connsiteY5" fmla="*/ 41425 h 120729"/>
                <a:gd name="connsiteX6" fmla="*/ 73865 w 78471"/>
                <a:gd name="connsiteY6" fmla="*/ 37439 h 120729"/>
                <a:gd name="connsiteX7" fmla="*/ 73865 w 78471"/>
                <a:gd name="connsiteY7" fmla="*/ 4060 h 120729"/>
                <a:gd name="connsiteX8" fmla="*/ 71916 w 78471"/>
                <a:gd name="connsiteY8" fmla="*/ 75 h 120729"/>
                <a:gd name="connsiteX9" fmla="*/ 69259 w 78471"/>
                <a:gd name="connsiteY9" fmla="*/ 2234 h 120729"/>
                <a:gd name="connsiteX10" fmla="*/ 63059 w 78471"/>
                <a:gd name="connsiteY10" fmla="*/ 11699 h 120729"/>
                <a:gd name="connsiteX11" fmla="*/ 34718 w 78471"/>
                <a:gd name="connsiteY11" fmla="*/ 75 h 120729"/>
                <a:gd name="connsiteX12" fmla="*/ 176 w 78471"/>
                <a:gd name="connsiteY12" fmla="*/ 32291 h 120729"/>
                <a:gd name="connsiteX13" fmla="*/ 23381 w 78471"/>
                <a:gd name="connsiteY13" fmla="*/ 62681 h 120729"/>
                <a:gd name="connsiteX14" fmla="*/ 46763 w 78471"/>
                <a:gd name="connsiteY14" fmla="*/ 68161 h 120729"/>
                <a:gd name="connsiteX15" fmla="*/ 61820 w 78471"/>
                <a:gd name="connsiteY15" fmla="*/ 76631 h 120729"/>
                <a:gd name="connsiteX16" fmla="*/ 67311 w 78471"/>
                <a:gd name="connsiteY16" fmla="*/ 91909 h 120729"/>
                <a:gd name="connsiteX17" fmla="*/ 43575 w 78471"/>
                <a:gd name="connsiteY17" fmla="*/ 115656 h 120729"/>
                <a:gd name="connsiteX18" fmla="*/ 15587 w 78471"/>
                <a:gd name="connsiteY18" fmla="*/ 106688 h 120729"/>
                <a:gd name="connsiteX19" fmla="*/ 4605 w 78471"/>
                <a:gd name="connsiteY19" fmla="*/ 81114 h 120729"/>
                <a:gd name="connsiteX20" fmla="*/ 2479 w 78471"/>
                <a:gd name="connsiteY20" fmla="*/ 79454 h 120729"/>
                <a:gd name="connsiteX21" fmla="*/ 176 w 78471"/>
                <a:gd name="connsiteY21" fmla="*/ 83605 h 120729"/>
                <a:gd name="connsiteX22" fmla="*/ 176 w 78471"/>
                <a:gd name="connsiteY22" fmla="*/ 116818 h 120729"/>
                <a:gd name="connsiteX23" fmla="*/ 2125 w 78471"/>
                <a:gd name="connsiteY23" fmla="*/ 120804 h 120729"/>
                <a:gd name="connsiteX24" fmla="*/ 4782 w 78471"/>
                <a:gd name="connsiteY24" fmla="*/ 118645 h 120729"/>
                <a:gd name="connsiteX25" fmla="*/ 11159 w 78471"/>
                <a:gd name="connsiteY25" fmla="*/ 109179 h 120729"/>
                <a:gd name="connsiteX26" fmla="*/ 43752 w 78471"/>
                <a:gd name="connsiteY26" fmla="*/ 120804 h 120729"/>
                <a:gd name="connsiteX27" fmla="*/ 78647 w 78471"/>
                <a:gd name="connsiteY27" fmla="*/ 86262 h 120729"/>
                <a:gd name="connsiteX28" fmla="*/ 52077 w 78471"/>
                <a:gd name="connsiteY28" fmla="*/ 52717 h 1207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78471" h="120729">
                  <a:moveTo>
                    <a:pt x="52077" y="52717"/>
                  </a:moveTo>
                  <a:lnTo>
                    <a:pt x="29404" y="47569"/>
                  </a:lnTo>
                  <a:cubicBezTo>
                    <a:pt x="18421" y="45078"/>
                    <a:pt x="11513" y="36111"/>
                    <a:pt x="11513" y="26479"/>
                  </a:cubicBezTo>
                  <a:cubicBezTo>
                    <a:pt x="11513" y="14854"/>
                    <a:pt x="21078" y="4725"/>
                    <a:pt x="34895" y="4725"/>
                  </a:cubicBezTo>
                  <a:cubicBezTo>
                    <a:pt x="64477" y="4725"/>
                    <a:pt x="68374" y="31959"/>
                    <a:pt x="69436" y="39432"/>
                  </a:cubicBezTo>
                  <a:cubicBezTo>
                    <a:pt x="69614" y="40428"/>
                    <a:pt x="69614" y="41425"/>
                    <a:pt x="71562" y="41425"/>
                  </a:cubicBezTo>
                  <a:cubicBezTo>
                    <a:pt x="73865" y="41425"/>
                    <a:pt x="73865" y="40595"/>
                    <a:pt x="73865" y="37439"/>
                  </a:cubicBezTo>
                  <a:lnTo>
                    <a:pt x="73865" y="4060"/>
                  </a:lnTo>
                  <a:cubicBezTo>
                    <a:pt x="73865" y="1237"/>
                    <a:pt x="73865" y="75"/>
                    <a:pt x="71916" y="75"/>
                  </a:cubicBezTo>
                  <a:cubicBezTo>
                    <a:pt x="70676" y="75"/>
                    <a:pt x="70499" y="241"/>
                    <a:pt x="69259" y="2234"/>
                  </a:cubicBezTo>
                  <a:lnTo>
                    <a:pt x="63059" y="11699"/>
                  </a:lnTo>
                  <a:cubicBezTo>
                    <a:pt x="57745" y="6883"/>
                    <a:pt x="50483" y="75"/>
                    <a:pt x="34718" y="75"/>
                  </a:cubicBezTo>
                  <a:cubicBezTo>
                    <a:pt x="15056" y="75"/>
                    <a:pt x="176" y="14688"/>
                    <a:pt x="176" y="32291"/>
                  </a:cubicBezTo>
                  <a:cubicBezTo>
                    <a:pt x="176" y="46075"/>
                    <a:pt x="9565" y="58197"/>
                    <a:pt x="23381" y="62681"/>
                  </a:cubicBezTo>
                  <a:cubicBezTo>
                    <a:pt x="25330" y="63345"/>
                    <a:pt x="34363" y="65338"/>
                    <a:pt x="46763" y="68161"/>
                  </a:cubicBezTo>
                  <a:cubicBezTo>
                    <a:pt x="51546" y="69324"/>
                    <a:pt x="56860" y="70486"/>
                    <a:pt x="61820" y="76631"/>
                  </a:cubicBezTo>
                  <a:cubicBezTo>
                    <a:pt x="65539" y="80948"/>
                    <a:pt x="67311" y="86428"/>
                    <a:pt x="67311" y="91909"/>
                  </a:cubicBezTo>
                  <a:cubicBezTo>
                    <a:pt x="67311" y="103699"/>
                    <a:pt x="58454" y="115656"/>
                    <a:pt x="43575" y="115656"/>
                  </a:cubicBezTo>
                  <a:cubicBezTo>
                    <a:pt x="38438" y="115656"/>
                    <a:pt x="24975" y="114825"/>
                    <a:pt x="15587" y="106688"/>
                  </a:cubicBezTo>
                  <a:cubicBezTo>
                    <a:pt x="5313" y="97721"/>
                    <a:pt x="4782" y="87093"/>
                    <a:pt x="4605" y="81114"/>
                  </a:cubicBezTo>
                  <a:cubicBezTo>
                    <a:pt x="4428" y="79454"/>
                    <a:pt x="3010" y="79454"/>
                    <a:pt x="2479" y="79454"/>
                  </a:cubicBezTo>
                  <a:cubicBezTo>
                    <a:pt x="176" y="79454"/>
                    <a:pt x="176" y="80616"/>
                    <a:pt x="176" y="83605"/>
                  </a:cubicBezTo>
                  <a:lnTo>
                    <a:pt x="176" y="116818"/>
                  </a:lnTo>
                  <a:cubicBezTo>
                    <a:pt x="176" y="119641"/>
                    <a:pt x="176" y="120804"/>
                    <a:pt x="2125" y="120804"/>
                  </a:cubicBezTo>
                  <a:cubicBezTo>
                    <a:pt x="3365" y="120804"/>
                    <a:pt x="3542" y="120472"/>
                    <a:pt x="4782" y="118645"/>
                  </a:cubicBezTo>
                  <a:cubicBezTo>
                    <a:pt x="4782" y="118479"/>
                    <a:pt x="5313" y="117981"/>
                    <a:pt x="11159" y="109179"/>
                  </a:cubicBezTo>
                  <a:cubicBezTo>
                    <a:pt x="16650" y="114825"/>
                    <a:pt x="27987" y="120804"/>
                    <a:pt x="43752" y="120804"/>
                  </a:cubicBezTo>
                  <a:cubicBezTo>
                    <a:pt x="64477" y="120804"/>
                    <a:pt x="78647" y="104529"/>
                    <a:pt x="78647" y="86262"/>
                  </a:cubicBezTo>
                  <a:cubicBezTo>
                    <a:pt x="78647" y="69656"/>
                    <a:pt x="66956" y="56039"/>
                    <a:pt x="52077" y="52717"/>
                  </a:cubicBezTo>
                  <a:close/>
                </a:path>
              </a:pathLst>
            </a:custGeom>
            <a:solidFill>
              <a:srgbClr val="000000"/>
            </a:solidFill>
            <a:ln w="1524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/>
            </a:p>
          </p:txBody>
        </p:sp>
        <p:sp>
          <p:nvSpPr>
            <p:cNvPr id="1163" name="任意形状 1162">
              <a:extLst>
                <a:ext uri="{FF2B5EF4-FFF2-40B4-BE49-F238E27FC236}">
                  <a16:creationId xmlns:a16="http://schemas.microsoft.com/office/drawing/2014/main" id="{F76925DE-CA58-B263-CE59-AEA34AEA9C63}"/>
                </a:ext>
              </a:extLst>
            </p:cNvPr>
            <p:cNvSpPr/>
            <p:nvPr>
              <p:custDataLst>
                <p:tags r:id="rId81"/>
              </p:custDataLst>
            </p:nvPr>
          </p:nvSpPr>
          <p:spPr>
            <a:xfrm>
              <a:off x="10219490" y="4260667"/>
              <a:ext cx="55443" cy="103956"/>
            </a:xfrm>
            <a:custGeom>
              <a:avLst/>
              <a:gdLst>
                <a:gd name="connsiteX0" fmla="*/ 27461 w 55443"/>
                <a:gd name="connsiteY0" fmla="*/ 35779 h 103956"/>
                <a:gd name="connsiteX1" fmla="*/ 52791 w 55443"/>
                <a:gd name="connsiteY1" fmla="*/ 35779 h 103956"/>
                <a:gd name="connsiteX2" fmla="*/ 52791 w 55443"/>
                <a:gd name="connsiteY2" fmla="*/ 30631 h 103956"/>
                <a:gd name="connsiteX3" fmla="*/ 27461 w 55443"/>
                <a:gd name="connsiteY3" fmla="*/ 30631 h 103956"/>
                <a:gd name="connsiteX4" fmla="*/ 27461 w 55443"/>
                <a:gd name="connsiteY4" fmla="*/ 75 h 103956"/>
                <a:gd name="connsiteX5" fmla="*/ 23032 w 55443"/>
                <a:gd name="connsiteY5" fmla="*/ 75 h 103956"/>
                <a:gd name="connsiteX6" fmla="*/ 182 w 55443"/>
                <a:gd name="connsiteY6" fmla="*/ 32125 h 103956"/>
                <a:gd name="connsiteX7" fmla="*/ 182 w 55443"/>
                <a:gd name="connsiteY7" fmla="*/ 35779 h 103956"/>
                <a:gd name="connsiteX8" fmla="*/ 15238 w 55443"/>
                <a:gd name="connsiteY8" fmla="*/ 35779 h 103956"/>
                <a:gd name="connsiteX9" fmla="*/ 15238 w 55443"/>
                <a:gd name="connsiteY9" fmla="*/ 81613 h 103956"/>
                <a:gd name="connsiteX10" fmla="*/ 38089 w 55443"/>
                <a:gd name="connsiteY10" fmla="*/ 104031 h 103956"/>
                <a:gd name="connsiteX11" fmla="*/ 55625 w 55443"/>
                <a:gd name="connsiteY11" fmla="*/ 81613 h 103956"/>
                <a:gd name="connsiteX12" fmla="*/ 55625 w 55443"/>
                <a:gd name="connsiteY12" fmla="*/ 72147 h 103956"/>
                <a:gd name="connsiteX13" fmla="*/ 51197 w 55443"/>
                <a:gd name="connsiteY13" fmla="*/ 72147 h 103956"/>
                <a:gd name="connsiteX14" fmla="*/ 51197 w 55443"/>
                <a:gd name="connsiteY14" fmla="*/ 81280 h 103956"/>
                <a:gd name="connsiteX15" fmla="*/ 39329 w 55443"/>
                <a:gd name="connsiteY15" fmla="*/ 99880 h 103956"/>
                <a:gd name="connsiteX16" fmla="*/ 27461 w 55443"/>
                <a:gd name="connsiteY16" fmla="*/ 81945 h 103956"/>
                <a:gd name="connsiteX17" fmla="*/ 27461 w 55443"/>
                <a:gd name="connsiteY17" fmla="*/ 35779 h 1039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55443" h="103956">
                  <a:moveTo>
                    <a:pt x="27461" y="35779"/>
                  </a:moveTo>
                  <a:lnTo>
                    <a:pt x="52791" y="35779"/>
                  </a:lnTo>
                  <a:lnTo>
                    <a:pt x="52791" y="30631"/>
                  </a:lnTo>
                  <a:lnTo>
                    <a:pt x="27461" y="30631"/>
                  </a:lnTo>
                  <a:lnTo>
                    <a:pt x="27461" y="75"/>
                  </a:lnTo>
                  <a:lnTo>
                    <a:pt x="23032" y="75"/>
                  </a:lnTo>
                  <a:cubicBezTo>
                    <a:pt x="22855" y="13692"/>
                    <a:pt x="17541" y="31461"/>
                    <a:pt x="182" y="32125"/>
                  </a:cubicBezTo>
                  <a:lnTo>
                    <a:pt x="182" y="35779"/>
                  </a:lnTo>
                  <a:lnTo>
                    <a:pt x="15238" y="35779"/>
                  </a:lnTo>
                  <a:lnTo>
                    <a:pt x="15238" y="81613"/>
                  </a:lnTo>
                  <a:cubicBezTo>
                    <a:pt x="15238" y="102038"/>
                    <a:pt x="31712" y="104031"/>
                    <a:pt x="38089" y="104031"/>
                  </a:cubicBezTo>
                  <a:cubicBezTo>
                    <a:pt x="50666" y="104031"/>
                    <a:pt x="55625" y="92241"/>
                    <a:pt x="55625" y="81613"/>
                  </a:cubicBezTo>
                  <a:lnTo>
                    <a:pt x="55625" y="72147"/>
                  </a:lnTo>
                  <a:lnTo>
                    <a:pt x="51197" y="72147"/>
                  </a:lnTo>
                  <a:lnTo>
                    <a:pt x="51197" y="81280"/>
                  </a:lnTo>
                  <a:cubicBezTo>
                    <a:pt x="51197" y="93569"/>
                    <a:pt x="45883" y="99880"/>
                    <a:pt x="39329" y="99880"/>
                  </a:cubicBezTo>
                  <a:cubicBezTo>
                    <a:pt x="27461" y="99880"/>
                    <a:pt x="27461" y="84768"/>
                    <a:pt x="27461" y="81945"/>
                  </a:cubicBezTo>
                  <a:lnTo>
                    <a:pt x="27461" y="35779"/>
                  </a:lnTo>
                  <a:close/>
                </a:path>
              </a:pathLst>
            </a:custGeom>
            <a:solidFill>
              <a:srgbClr val="000000"/>
            </a:solidFill>
            <a:ln w="1524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/>
            </a:p>
          </p:txBody>
        </p:sp>
        <p:sp>
          <p:nvSpPr>
            <p:cNvPr id="1164" name="任意形状 1163">
              <a:extLst>
                <a:ext uri="{FF2B5EF4-FFF2-40B4-BE49-F238E27FC236}">
                  <a16:creationId xmlns:a16="http://schemas.microsoft.com/office/drawing/2014/main" id="{AE81B35A-AC41-3BF4-00AA-E72EC2F0261F}"/>
                </a:ext>
              </a:extLst>
            </p:cNvPr>
            <p:cNvSpPr/>
            <p:nvPr>
              <p:custDataLst>
                <p:tags r:id="rId82"/>
              </p:custDataLst>
            </p:nvPr>
          </p:nvSpPr>
          <p:spPr>
            <a:xfrm>
              <a:off x="10289971" y="4289397"/>
              <a:ext cx="59517" cy="73400"/>
            </a:xfrm>
            <a:custGeom>
              <a:avLst/>
              <a:gdLst>
                <a:gd name="connsiteX0" fmla="*/ 24808 w 59517"/>
                <a:gd name="connsiteY0" fmla="*/ 18342 h 73400"/>
                <a:gd name="connsiteX1" fmla="*/ 24808 w 59517"/>
                <a:gd name="connsiteY1" fmla="*/ 75 h 73400"/>
                <a:gd name="connsiteX2" fmla="*/ 186 w 59517"/>
                <a:gd name="connsiteY2" fmla="*/ 1901 h 73400"/>
                <a:gd name="connsiteX3" fmla="*/ 186 w 59517"/>
                <a:gd name="connsiteY3" fmla="*/ 7049 h 73400"/>
                <a:gd name="connsiteX4" fmla="*/ 14002 w 59517"/>
                <a:gd name="connsiteY4" fmla="*/ 16349 h 73400"/>
                <a:gd name="connsiteX5" fmla="*/ 14002 w 59517"/>
                <a:gd name="connsiteY5" fmla="*/ 60854 h 73400"/>
                <a:gd name="connsiteX6" fmla="*/ 186 w 59517"/>
                <a:gd name="connsiteY6" fmla="*/ 68327 h 73400"/>
                <a:gd name="connsiteX7" fmla="*/ 186 w 59517"/>
                <a:gd name="connsiteY7" fmla="*/ 73475 h 73400"/>
                <a:gd name="connsiteX8" fmla="*/ 20379 w 59517"/>
                <a:gd name="connsiteY8" fmla="*/ 72977 h 73400"/>
                <a:gd name="connsiteX9" fmla="*/ 42875 w 59517"/>
                <a:gd name="connsiteY9" fmla="*/ 73475 h 73400"/>
                <a:gd name="connsiteX10" fmla="*/ 42875 w 59517"/>
                <a:gd name="connsiteY10" fmla="*/ 68327 h 73400"/>
                <a:gd name="connsiteX11" fmla="*/ 39156 w 59517"/>
                <a:gd name="connsiteY11" fmla="*/ 68327 h 73400"/>
                <a:gd name="connsiteX12" fmla="*/ 25693 w 59517"/>
                <a:gd name="connsiteY12" fmla="*/ 60522 h 73400"/>
                <a:gd name="connsiteX13" fmla="*/ 25693 w 59517"/>
                <a:gd name="connsiteY13" fmla="*/ 34948 h 73400"/>
                <a:gd name="connsiteX14" fmla="*/ 46595 w 59517"/>
                <a:gd name="connsiteY14" fmla="*/ 3728 h 73400"/>
                <a:gd name="connsiteX15" fmla="*/ 48544 w 59517"/>
                <a:gd name="connsiteY15" fmla="*/ 3894 h 73400"/>
                <a:gd name="connsiteX16" fmla="*/ 44470 w 59517"/>
                <a:gd name="connsiteY16" fmla="*/ 10371 h 73400"/>
                <a:gd name="connsiteX17" fmla="*/ 52086 w 59517"/>
                <a:gd name="connsiteY17" fmla="*/ 17512 h 73400"/>
                <a:gd name="connsiteX18" fmla="*/ 59703 w 59517"/>
                <a:gd name="connsiteY18" fmla="*/ 10205 h 73400"/>
                <a:gd name="connsiteX19" fmla="*/ 46595 w 59517"/>
                <a:gd name="connsiteY19" fmla="*/ 75 h 73400"/>
                <a:gd name="connsiteX20" fmla="*/ 24808 w 59517"/>
                <a:gd name="connsiteY20" fmla="*/ 18342 h 73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59517" h="73400">
                  <a:moveTo>
                    <a:pt x="24808" y="18342"/>
                  </a:moveTo>
                  <a:lnTo>
                    <a:pt x="24808" y="75"/>
                  </a:lnTo>
                  <a:lnTo>
                    <a:pt x="186" y="1901"/>
                  </a:lnTo>
                  <a:lnTo>
                    <a:pt x="186" y="7049"/>
                  </a:lnTo>
                  <a:cubicBezTo>
                    <a:pt x="12585" y="7049"/>
                    <a:pt x="14002" y="8212"/>
                    <a:pt x="14002" y="16349"/>
                  </a:cubicBezTo>
                  <a:lnTo>
                    <a:pt x="14002" y="60854"/>
                  </a:lnTo>
                  <a:cubicBezTo>
                    <a:pt x="14002" y="68327"/>
                    <a:pt x="12054" y="68327"/>
                    <a:pt x="186" y="68327"/>
                  </a:cubicBezTo>
                  <a:lnTo>
                    <a:pt x="186" y="73475"/>
                  </a:lnTo>
                  <a:cubicBezTo>
                    <a:pt x="7094" y="73309"/>
                    <a:pt x="15419" y="72977"/>
                    <a:pt x="20379" y="72977"/>
                  </a:cubicBezTo>
                  <a:cubicBezTo>
                    <a:pt x="27465" y="72977"/>
                    <a:pt x="35790" y="72977"/>
                    <a:pt x="42875" y="73475"/>
                  </a:cubicBezTo>
                  <a:lnTo>
                    <a:pt x="42875" y="68327"/>
                  </a:lnTo>
                  <a:lnTo>
                    <a:pt x="39156" y="68327"/>
                  </a:lnTo>
                  <a:cubicBezTo>
                    <a:pt x="26048" y="68327"/>
                    <a:pt x="25693" y="66501"/>
                    <a:pt x="25693" y="60522"/>
                  </a:cubicBezTo>
                  <a:lnTo>
                    <a:pt x="25693" y="34948"/>
                  </a:lnTo>
                  <a:cubicBezTo>
                    <a:pt x="25693" y="18508"/>
                    <a:pt x="33133" y="3728"/>
                    <a:pt x="46595" y="3728"/>
                  </a:cubicBezTo>
                  <a:cubicBezTo>
                    <a:pt x="47835" y="3728"/>
                    <a:pt x="48189" y="3728"/>
                    <a:pt x="48544" y="3894"/>
                  </a:cubicBezTo>
                  <a:cubicBezTo>
                    <a:pt x="48012" y="4060"/>
                    <a:pt x="44470" y="6053"/>
                    <a:pt x="44470" y="10371"/>
                  </a:cubicBezTo>
                  <a:cubicBezTo>
                    <a:pt x="44470" y="15021"/>
                    <a:pt x="48189" y="17512"/>
                    <a:pt x="52086" y="17512"/>
                  </a:cubicBezTo>
                  <a:cubicBezTo>
                    <a:pt x="55275" y="17512"/>
                    <a:pt x="59703" y="15519"/>
                    <a:pt x="59703" y="10205"/>
                  </a:cubicBezTo>
                  <a:cubicBezTo>
                    <a:pt x="59703" y="4891"/>
                    <a:pt x="54212" y="75"/>
                    <a:pt x="46595" y="75"/>
                  </a:cubicBezTo>
                  <a:cubicBezTo>
                    <a:pt x="33664" y="75"/>
                    <a:pt x="27287" y="11201"/>
                    <a:pt x="24808" y="18342"/>
                  </a:cubicBezTo>
                  <a:close/>
                </a:path>
              </a:pathLst>
            </a:custGeom>
            <a:solidFill>
              <a:srgbClr val="000000"/>
            </a:solidFill>
            <a:ln w="1524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/>
            </a:p>
          </p:txBody>
        </p:sp>
        <p:sp>
          <p:nvSpPr>
            <p:cNvPr id="1165" name="任意形状 1164">
              <a:extLst>
                <a:ext uri="{FF2B5EF4-FFF2-40B4-BE49-F238E27FC236}">
                  <a16:creationId xmlns:a16="http://schemas.microsoft.com/office/drawing/2014/main" id="{8B648E38-10AE-01F4-28F2-19E3ECD62808}"/>
                </a:ext>
              </a:extLst>
            </p:cNvPr>
            <p:cNvSpPr/>
            <p:nvPr>
              <p:custDataLst>
                <p:tags r:id="rId83"/>
              </p:custDataLst>
            </p:nvPr>
          </p:nvSpPr>
          <p:spPr>
            <a:xfrm>
              <a:off x="10359349" y="4288400"/>
              <a:ext cx="68551" cy="76223"/>
            </a:xfrm>
            <a:custGeom>
              <a:avLst/>
              <a:gdLst>
                <a:gd name="connsiteX0" fmla="*/ 15069 w 68551"/>
                <a:gd name="connsiteY0" fmla="*/ 32623 h 76223"/>
                <a:gd name="connsiteX1" fmla="*/ 37034 w 68551"/>
                <a:gd name="connsiteY1" fmla="*/ 3728 h 76223"/>
                <a:gd name="connsiteX2" fmla="*/ 57050 w 68551"/>
                <a:gd name="connsiteY2" fmla="*/ 32623 h 76223"/>
                <a:gd name="connsiteX3" fmla="*/ 15069 w 68551"/>
                <a:gd name="connsiteY3" fmla="*/ 32623 h 76223"/>
                <a:gd name="connsiteX4" fmla="*/ 14892 w 68551"/>
                <a:gd name="connsiteY4" fmla="*/ 36111 h 76223"/>
                <a:gd name="connsiteX5" fmla="*/ 64313 w 68551"/>
                <a:gd name="connsiteY5" fmla="*/ 36111 h 76223"/>
                <a:gd name="connsiteX6" fmla="*/ 68741 w 68551"/>
                <a:gd name="connsiteY6" fmla="*/ 32623 h 76223"/>
                <a:gd name="connsiteX7" fmla="*/ 37034 w 68551"/>
                <a:gd name="connsiteY7" fmla="*/ 75 h 76223"/>
                <a:gd name="connsiteX8" fmla="*/ 190 w 68551"/>
                <a:gd name="connsiteY8" fmla="*/ 37937 h 76223"/>
                <a:gd name="connsiteX9" fmla="*/ 39159 w 68551"/>
                <a:gd name="connsiteY9" fmla="*/ 76298 h 76223"/>
                <a:gd name="connsiteX10" fmla="*/ 68741 w 68551"/>
                <a:gd name="connsiteY10" fmla="*/ 54710 h 76223"/>
                <a:gd name="connsiteX11" fmla="*/ 66438 w 68551"/>
                <a:gd name="connsiteY11" fmla="*/ 52717 h 76223"/>
                <a:gd name="connsiteX12" fmla="*/ 64136 w 68551"/>
                <a:gd name="connsiteY12" fmla="*/ 55042 h 76223"/>
                <a:gd name="connsiteX13" fmla="*/ 40222 w 68551"/>
                <a:gd name="connsiteY13" fmla="*/ 72147 h 76223"/>
                <a:gd name="connsiteX14" fmla="*/ 20206 w 68551"/>
                <a:gd name="connsiteY14" fmla="*/ 61020 h 76223"/>
                <a:gd name="connsiteX15" fmla="*/ 14892 w 68551"/>
                <a:gd name="connsiteY15" fmla="*/ 36111 h 76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68551" h="76223">
                  <a:moveTo>
                    <a:pt x="15069" y="32623"/>
                  </a:moveTo>
                  <a:cubicBezTo>
                    <a:pt x="16132" y="7880"/>
                    <a:pt x="31011" y="3728"/>
                    <a:pt x="37034" y="3728"/>
                  </a:cubicBezTo>
                  <a:cubicBezTo>
                    <a:pt x="55279" y="3728"/>
                    <a:pt x="57050" y="26147"/>
                    <a:pt x="57050" y="32623"/>
                  </a:cubicBezTo>
                  <a:lnTo>
                    <a:pt x="15069" y="32623"/>
                  </a:lnTo>
                  <a:close/>
                  <a:moveTo>
                    <a:pt x="14892" y="36111"/>
                  </a:moveTo>
                  <a:lnTo>
                    <a:pt x="64313" y="36111"/>
                  </a:lnTo>
                  <a:cubicBezTo>
                    <a:pt x="68210" y="36111"/>
                    <a:pt x="68741" y="36111"/>
                    <a:pt x="68741" y="32623"/>
                  </a:cubicBezTo>
                  <a:cubicBezTo>
                    <a:pt x="68741" y="16183"/>
                    <a:pt x="59176" y="75"/>
                    <a:pt x="37034" y="75"/>
                  </a:cubicBezTo>
                  <a:cubicBezTo>
                    <a:pt x="16486" y="75"/>
                    <a:pt x="190" y="17179"/>
                    <a:pt x="190" y="37937"/>
                  </a:cubicBezTo>
                  <a:cubicBezTo>
                    <a:pt x="190" y="60190"/>
                    <a:pt x="18789" y="76298"/>
                    <a:pt x="39159" y="76298"/>
                  </a:cubicBezTo>
                  <a:cubicBezTo>
                    <a:pt x="60770" y="76298"/>
                    <a:pt x="68741" y="57865"/>
                    <a:pt x="68741" y="54710"/>
                  </a:cubicBezTo>
                  <a:cubicBezTo>
                    <a:pt x="68741" y="53049"/>
                    <a:pt x="67324" y="52717"/>
                    <a:pt x="66438" y="52717"/>
                  </a:cubicBezTo>
                  <a:cubicBezTo>
                    <a:pt x="64844" y="52717"/>
                    <a:pt x="64490" y="53714"/>
                    <a:pt x="64136" y="55042"/>
                  </a:cubicBezTo>
                  <a:cubicBezTo>
                    <a:pt x="57936" y="72147"/>
                    <a:pt x="41994" y="72147"/>
                    <a:pt x="40222" y="72147"/>
                  </a:cubicBezTo>
                  <a:cubicBezTo>
                    <a:pt x="31366" y="72147"/>
                    <a:pt x="24280" y="67165"/>
                    <a:pt x="20206" y="61020"/>
                  </a:cubicBezTo>
                  <a:cubicBezTo>
                    <a:pt x="14892" y="53049"/>
                    <a:pt x="14892" y="42089"/>
                    <a:pt x="14892" y="36111"/>
                  </a:cubicBezTo>
                  <a:close/>
                </a:path>
              </a:pathLst>
            </a:custGeom>
            <a:solidFill>
              <a:srgbClr val="000000"/>
            </a:solidFill>
            <a:ln w="1524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/>
            </a:p>
          </p:txBody>
        </p:sp>
        <p:sp>
          <p:nvSpPr>
            <p:cNvPr id="1166" name="任意形状 1165">
              <a:extLst>
                <a:ext uri="{FF2B5EF4-FFF2-40B4-BE49-F238E27FC236}">
                  <a16:creationId xmlns:a16="http://schemas.microsoft.com/office/drawing/2014/main" id="{ECAF20D0-7643-D6B5-C21D-3FC8BC480256}"/>
                </a:ext>
              </a:extLst>
            </p:cNvPr>
            <p:cNvSpPr/>
            <p:nvPr>
              <p:custDataLst>
                <p:tags r:id="rId84"/>
              </p:custDataLst>
            </p:nvPr>
          </p:nvSpPr>
          <p:spPr>
            <a:xfrm>
              <a:off x="10438785" y="4289397"/>
              <a:ext cx="89099" cy="73400"/>
            </a:xfrm>
            <a:custGeom>
              <a:avLst/>
              <a:gdLst>
                <a:gd name="connsiteX0" fmla="*/ 14011 w 89099"/>
                <a:gd name="connsiteY0" fmla="*/ 16349 h 73400"/>
                <a:gd name="connsiteX1" fmla="*/ 14011 w 89099"/>
                <a:gd name="connsiteY1" fmla="*/ 60854 h 73400"/>
                <a:gd name="connsiteX2" fmla="*/ 194 w 89099"/>
                <a:gd name="connsiteY2" fmla="*/ 68327 h 73400"/>
                <a:gd name="connsiteX3" fmla="*/ 194 w 89099"/>
                <a:gd name="connsiteY3" fmla="*/ 73475 h 73400"/>
                <a:gd name="connsiteX4" fmla="*/ 20210 w 89099"/>
                <a:gd name="connsiteY4" fmla="*/ 72977 h 73400"/>
                <a:gd name="connsiteX5" fmla="*/ 40050 w 89099"/>
                <a:gd name="connsiteY5" fmla="*/ 73475 h 73400"/>
                <a:gd name="connsiteX6" fmla="*/ 40050 w 89099"/>
                <a:gd name="connsiteY6" fmla="*/ 68327 h 73400"/>
                <a:gd name="connsiteX7" fmla="*/ 26233 w 89099"/>
                <a:gd name="connsiteY7" fmla="*/ 60854 h 73400"/>
                <a:gd name="connsiteX8" fmla="*/ 26233 w 89099"/>
                <a:gd name="connsiteY8" fmla="*/ 30299 h 73400"/>
                <a:gd name="connsiteX9" fmla="*/ 50146 w 89099"/>
                <a:gd name="connsiteY9" fmla="*/ 3728 h 73400"/>
                <a:gd name="connsiteX10" fmla="*/ 63254 w 89099"/>
                <a:gd name="connsiteY10" fmla="*/ 22161 h 73400"/>
                <a:gd name="connsiteX11" fmla="*/ 63254 w 89099"/>
                <a:gd name="connsiteY11" fmla="*/ 60854 h 73400"/>
                <a:gd name="connsiteX12" fmla="*/ 49438 w 89099"/>
                <a:gd name="connsiteY12" fmla="*/ 68327 h 73400"/>
                <a:gd name="connsiteX13" fmla="*/ 49438 w 89099"/>
                <a:gd name="connsiteY13" fmla="*/ 73475 h 73400"/>
                <a:gd name="connsiteX14" fmla="*/ 69454 w 89099"/>
                <a:gd name="connsiteY14" fmla="*/ 72977 h 73400"/>
                <a:gd name="connsiteX15" fmla="*/ 89293 w 89099"/>
                <a:gd name="connsiteY15" fmla="*/ 73475 h 73400"/>
                <a:gd name="connsiteX16" fmla="*/ 89293 w 89099"/>
                <a:gd name="connsiteY16" fmla="*/ 68327 h 73400"/>
                <a:gd name="connsiteX17" fmla="*/ 75477 w 89099"/>
                <a:gd name="connsiteY17" fmla="*/ 63345 h 73400"/>
                <a:gd name="connsiteX18" fmla="*/ 75477 w 89099"/>
                <a:gd name="connsiteY18" fmla="*/ 31627 h 73400"/>
                <a:gd name="connsiteX19" fmla="*/ 69986 w 89099"/>
                <a:gd name="connsiteY19" fmla="*/ 6219 h 73400"/>
                <a:gd name="connsiteX20" fmla="*/ 51386 w 89099"/>
                <a:gd name="connsiteY20" fmla="*/ 75 h 73400"/>
                <a:gd name="connsiteX21" fmla="*/ 25170 w 89099"/>
                <a:gd name="connsiteY21" fmla="*/ 17512 h 73400"/>
                <a:gd name="connsiteX22" fmla="*/ 25170 w 89099"/>
                <a:gd name="connsiteY22" fmla="*/ 75 h 73400"/>
                <a:gd name="connsiteX23" fmla="*/ 194 w 89099"/>
                <a:gd name="connsiteY23" fmla="*/ 1901 h 73400"/>
                <a:gd name="connsiteX24" fmla="*/ 194 w 89099"/>
                <a:gd name="connsiteY24" fmla="*/ 7049 h 73400"/>
                <a:gd name="connsiteX25" fmla="*/ 14011 w 89099"/>
                <a:gd name="connsiteY25" fmla="*/ 16349 h 73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89099" h="73400">
                  <a:moveTo>
                    <a:pt x="14011" y="16349"/>
                  </a:moveTo>
                  <a:lnTo>
                    <a:pt x="14011" y="60854"/>
                  </a:lnTo>
                  <a:cubicBezTo>
                    <a:pt x="14011" y="68327"/>
                    <a:pt x="12062" y="68327"/>
                    <a:pt x="194" y="68327"/>
                  </a:cubicBezTo>
                  <a:lnTo>
                    <a:pt x="194" y="73475"/>
                  </a:lnTo>
                  <a:cubicBezTo>
                    <a:pt x="6394" y="73309"/>
                    <a:pt x="15428" y="72977"/>
                    <a:pt x="20210" y="72977"/>
                  </a:cubicBezTo>
                  <a:cubicBezTo>
                    <a:pt x="24816" y="72977"/>
                    <a:pt x="34027" y="73309"/>
                    <a:pt x="40050" y="73475"/>
                  </a:cubicBezTo>
                  <a:lnTo>
                    <a:pt x="40050" y="68327"/>
                  </a:lnTo>
                  <a:cubicBezTo>
                    <a:pt x="28182" y="68327"/>
                    <a:pt x="26233" y="68327"/>
                    <a:pt x="26233" y="60854"/>
                  </a:cubicBezTo>
                  <a:lnTo>
                    <a:pt x="26233" y="30299"/>
                  </a:lnTo>
                  <a:cubicBezTo>
                    <a:pt x="26233" y="13028"/>
                    <a:pt x="38810" y="3728"/>
                    <a:pt x="50146" y="3728"/>
                  </a:cubicBezTo>
                  <a:cubicBezTo>
                    <a:pt x="61306" y="3728"/>
                    <a:pt x="63254" y="12696"/>
                    <a:pt x="63254" y="22161"/>
                  </a:cubicBezTo>
                  <a:lnTo>
                    <a:pt x="63254" y="60854"/>
                  </a:lnTo>
                  <a:cubicBezTo>
                    <a:pt x="63254" y="68327"/>
                    <a:pt x="61306" y="68327"/>
                    <a:pt x="49438" y="68327"/>
                  </a:cubicBezTo>
                  <a:lnTo>
                    <a:pt x="49438" y="73475"/>
                  </a:lnTo>
                  <a:cubicBezTo>
                    <a:pt x="55638" y="73309"/>
                    <a:pt x="64671" y="72977"/>
                    <a:pt x="69454" y="72977"/>
                  </a:cubicBezTo>
                  <a:cubicBezTo>
                    <a:pt x="74060" y="72977"/>
                    <a:pt x="83271" y="73309"/>
                    <a:pt x="89293" y="73475"/>
                  </a:cubicBezTo>
                  <a:lnTo>
                    <a:pt x="89293" y="68327"/>
                  </a:lnTo>
                  <a:cubicBezTo>
                    <a:pt x="80082" y="68327"/>
                    <a:pt x="75654" y="68327"/>
                    <a:pt x="75477" y="63345"/>
                  </a:cubicBezTo>
                  <a:lnTo>
                    <a:pt x="75477" y="31627"/>
                  </a:lnTo>
                  <a:cubicBezTo>
                    <a:pt x="75477" y="17345"/>
                    <a:pt x="75477" y="12197"/>
                    <a:pt x="69986" y="6219"/>
                  </a:cubicBezTo>
                  <a:cubicBezTo>
                    <a:pt x="67506" y="3396"/>
                    <a:pt x="61660" y="75"/>
                    <a:pt x="51386" y="75"/>
                  </a:cubicBezTo>
                  <a:cubicBezTo>
                    <a:pt x="38455" y="75"/>
                    <a:pt x="30130" y="7216"/>
                    <a:pt x="25170" y="17512"/>
                  </a:cubicBezTo>
                  <a:lnTo>
                    <a:pt x="25170" y="75"/>
                  </a:lnTo>
                  <a:lnTo>
                    <a:pt x="194" y="1901"/>
                  </a:lnTo>
                  <a:lnTo>
                    <a:pt x="194" y="7049"/>
                  </a:lnTo>
                  <a:cubicBezTo>
                    <a:pt x="12594" y="7049"/>
                    <a:pt x="14011" y="8212"/>
                    <a:pt x="14011" y="16349"/>
                  </a:cubicBezTo>
                  <a:close/>
                </a:path>
              </a:pathLst>
            </a:custGeom>
            <a:solidFill>
              <a:srgbClr val="000000"/>
            </a:solidFill>
            <a:ln w="1524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/>
            </a:p>
          </p:txBody>
        </p:sp>
        <p:sp>
          <p:nvSpPr>
            <p:cNvPr id="1167" name="任意形状 1166">
              <a:extLst>
                <a:ext uri="{FF2B5EF4-FFF2-40B4-BE49-F238E27FC236}">
                  <a16:creationId xmlns:a16="http://schemas.microsoft.com/office/drawing/2014/main" id="{76147EB0-C589-7EC3-E348-BCC9F21E1AE2}"/>
                </a:ext>
              </a:extLst>
            </p:cNvPr>
            <p:cNvSpPr/>
            <p:nvPr>
              <p:custDataLst>
                <p:tags r:id="rId85"/>
              </p:custDataLst>
            </p:nvPr>
          </p:nvSpPr>
          <p:spPr>
            <a:xfrm>
              <a:off x="10536486" y="4287570"/>
              <a:ext cx="80951" cy="109436"/>
            </a:xfrm>
            <a:custGeom>
              <a:avLst/>
              <a:gdLst>
                <a:gd name="connsiteX0" fmla="*/ 34564 w 80951"/>
                <a:gd name="connsiteY0" fmla="*/ 46739 h 109436"/>
                <a:gd name="connsiteX1" fmla="*/ 19153 w 80951"/>
                <a:gd name="connsiteY1" fmla="*/ 26313 h 109436"/>
                <a:gd name="connsiteX2" fmla="*/ 21987 w 80951"/>
                <a:gd name="connsiteY2" fmla="*/ 12364 h 109436"/>
                <a:gd name="connsiteX3" fmla="*/ 34564 w 80951"/>
                <a:gd name="connsiteY3" fmla="*/ 5721 h 109436"/>
                <a:gd name="connsiteX4" fmla="*/ 49975 w 80951"/>
                <a:gd name="connsiteY4" fmla="*/ 26147 h 109436"/>
                <a:gd name="connsiteX5" fmla="*/ 47141 w 80951"/>
                <a:gd name="connsiteY5" fmla="*/ 40096 h 109436"/>
                <a:gd name="connsiteX6" fmla="*/ 34564 w 80951"/>
                <a:gd name="connsiteY6" fmla="*/ 46739 h 109436"/>
                <a:gd name="connsiteX7" fmla="*/ 14016 w 80951"/>
                <a:gd name="connsiteY7" fmla="*/ 53215 h 109436"/>
                <a:gd name="connsiteX8" fmla="*/ 17027 w 80951"/>
                <a:gd name="connsiteY8" fmla="*/ 45410 h 109436"/>
                <a:gd name="connsiteX9" fmla="*/ 34564 w 80951"/>
                <a:gd name="connsiteY9" fmla="*/ 50558 h 109436"/>
                <a:gd name="connsiteX10" fmla="*/ 63260 w 80951"/>
                <a:gd name="connsiteY10" fmla="*/ 26313 h 109436"/>
                <a:gd name="connsiteX11" fmla="*/ 55997 w 80951"/>
                <a:gd name="connsiteY11" fmla="*/ 10205 h 109436"/>
                <a:gd name="connsiteX12" fmla="*/ 71940 w 80951"/>
                <a:gd name="connsiteY12" fmla="*/ 3728 h 109436"/>
                <a:gd name="connsiteX13" fmla="*/ 73711 w 80951"/>
                <a:gd name="connsiteY13" fmla="*/ 3894 h 109436"/>
                <a:gd name="connsiteX14" fmla="*/ 70877 w 80951"/>
                <a:gd name="connsiteY14" fmla="*/ 8378 h 109436"/>
                <a:gd name="connsiteX15" fmla="*/ 76014 w 80951"/>
                <a:gd name="connsiteY15" fmla="*/ 13194 h 109436"/>
                <a:gd name="connsiteX16" fmla="*/ 81151 w 80951"/>
                <a:gd name="connsiteY16" fmla="*/ 8212 h 109436"/>
                <a:gd name="connsiteX17" fmla="*/ 72117 w 80951"/>
                <a:gd name="connsiteY17" fmla="*/ 75 h 109436"/>
                <a:gd name="connsiteX18" fmla="*/ 53340 w 80951"/>
                <a:gd name="connsiteY18" fmla="*/ 7880 h 109436"/>
                <a:gd name="connsiteX19" fmla="*/ 34564 w 80951"/>
                <a:gd name="connsiteY19" fmla="*/ 1901 h 109436"/>
                <a:gd name="connsiteX20" fmla="*/ 5868 w 80951"/>
                <a:gd name="connsiteY20" fmla="*/ 26147 h 109436"/>
                <a:gd name="connsiteX21" fmla="*/ 14193 w 80951"/>
                <a:gd name="connsiteY21" fmla="*/ 43252 h 109436"/>
                <a:gd name="connsiteX22" fmla="*/ 8702 w 80951"/>
                <a:gd name="connsiteY22" fmla="*/ 57035 h 109436"/>
                <a:gd name="connsiteX23" fmla="*/ 16496 w 80951"/>
                <a:gd name="connsiteY23" fmla="*/ 71815 h 109436"/>
                <a:gd name="connsiteX24" fmla="*/ 200 w 80951"/>
                <a:gd name="connsiteY24" fmla="*/ 88421 h 109436"/>
                <a:gd name="connsiteX25" fmla="*/ 39347 w 80951"/>
                <a:gd name="connsiteY25" fmla="*/ 109511 h 109436"/>
                <a:gd name="connsiteX26" fmla="*/ 78671 w 80951"/>
                <a:gd name="connsiteY26" fmla="*/ 88089 h 109436"/>
                <a:gd name="connsiteX27" fmla="*/ 67157 w 80951"/>
                <a:gd name="connsiteY27" fmla="*/ 69158 h 109436"/>
                <a:gd name="connsiteX28" fmla="*/ 36690 w 80951"/>
                <a:gd name="connsiteY28" fmla="*/ 64508 h 109436"/>
                <a:gd name="connsiteX29" fmla="*/ 23404 w 80951"/>
                <a:gd name="connsiteY29" fmla="*/ 64342 h 109436"/>
                <a:gd name="connsiteX30" fmla="*/ 14016 w 80951"/>
                <a:gd name="connsiteY30" fmla="*/ 53215 h 109436"/>
                <a:gd name="connsiteX31" fmla="*/ 39524 w 80951"/>
                <a:gd name="connsiteY31" fmla="*/ 105692 h 109436"/>
                <a:gd name="connsiteX32" fmla="*/ 9411 w 80951"/>
                <a:gd name="connsiteY32" fmla="*/ 88421 h 109436"/>
                <a:gd name="connsiteX33" fmla="*/ 23936 w 80951"/>
                <a:gd name="connsiteY33" fmla="*/ 74140 h 109436"/>
                <a:gd name="connsiteX34" fmla="*/ 34387 w 80951"/>
                <a:gd name="connsiteY34" fmla="*/ 74140 h 109436"/>
                <a:gd name="connsiteX35" fmla="*/ 69460 w 80951"/>
                <a:gd name="connsiteY35" fmla="*/ 88421 h 109436"/>
                <a:gd name="connsiteX36" fmla="*/ 39524 w 80951"/>
                <a:gd name="connsiteY36" fmla="*/ 105692 h 1094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</a:cxnLst>
              <a:rect l="l" t="t" r="r" b="b"/>
              <a:pathLst>
                <a:path w="80951" h="109436">
                  <a:moveTo>
                    <a:pt x="34564" y="46739"/>
                  </a:moveTo>
                  <a:cubicBezTo>
                    <a:pt x="19153" y="46739"/>
                    <a:pt x="19153" y="30132"/>
                    <a:pt x="19153" y="26313"/>
                  </a:cubicBezTo>
                  <a:cubicBezTo>
                    <a:pt x="19153" y="21829"/>
                    <a:pt x="19330" y="16515"/>
                    <a:pt x="21987" y="12364"/>
                  </a:cubicBezTo>
                  <a:cubicBezTo>
                    <a:pt x="23404" y="10371"/>
                    <a:pt x="27478" y="5721"/>
                    <a:pt x="34564" y="5721"/>
                  </a:cubicBezTo>
                  <a:cubicBezTo>
                    <a:pt x="49975" y="5721"/>
                    <a:pt x="49975" y="22327"/>
                    <a:pt x="49975" y="26147"/>
                  </a:cubicBezTo>
                  <a:cubicBezTo>
                    <a:pt x="49975" y="30631"/>
                    <a:pt x="49798" y="35945"/>
                    <a:pt x="47141" y="40096"/>
                  </a:cubicBezTo>
                  <a:cubicBezTo>
                    <a:pt x="45723" y="42089"/>
                    <a:pt x="41649" y="46739"/>
                    <a:pt x="34564" y="46739"/>
                  </a:cubicBezTo>
                  <a:close/>
                  <a:moveTo>
                    <a:pt x="14016" y="53215"/>
                  </a:moveTo>
                  <a:cubicBezTo>
                    <a:pt x="14016" y="52551"/>
                    <a:pt x="14016" y="48732"/>
                    <a:pt x="17027" y="45410"/>
                  </a:cubicBezTo>
                  <a:cubicBezTo>
                    <a:pt x="23936" y="50060"/>
                    <a:pt x="31198" y="50558"/>
                    <a:pt x="34564" y="50558"/>
                  </a:cubicBezTo>
                  <a:cubicBezTo>
                    <a:pt x="51038" y="50558"/>
                    <a:pt x="63260" y="39100"/>
                    <a:pt x="63260" y="26313"/>
                  </a:cubicBezTo>
                  <a:cubicBezTo>
                    <a:pt x="63260" y="20169"/>
                    <a:pt x="60426" y="14024"/>
                    <a:pt x="55997" y="10205"/>
                  </a:cubicBezTo>
                  <a:cubicBezTo>
                    <a:pt x="62374" y="4558"/>
                    <a:pt x="68751" y="3728"/>
                    <a:pt x="71940" y="3728"/>
                  </a:cubicBezTo>
                  <a:cubicBezTo>
                    <a:pt x="72294" y="3728"/>
                    <a:pt x="73180" y="3728"/>
                    <a:pt x="73711" y="3894"/>
                  </a:cubicBezTo>
                  <a:cubicBezTo>
                    <a:pt x="71762" y="4558"/>
                    <a:pt x="70877" y="6385"/>
                    <a:pt x="70877" y="8378"/>
                  </a:cubicBezTo>
                  <a:cubicBezTo>
                    <a:pt x="70877" y="11201"/>
                    <a:pt x="73180" y="13194"/>
                    <a:pt x="76014" y="13194"/>
                  </a:cubicBezTo>
                  <a:cubicBezTo>
                    <a:pt x="77785" y="13194"/>
                    <a:pt x="81151" y="12031"/>
                    <a:pt x="81151" y="8212"/>
                  </a:cubicBezTo>
                  <a:cubicBezTo>
                    <a:pt x="81151" y="5389"/>
                    <a:pt x="79025" y="75"/>
                    <a:pt x="72117" y="75"/>
                  </a:cubicBezTo>
                  <a:cubicBezTo>
                    <a:pt x="68574" y="75"/>
                    <a:pt x="60780" y="1071"/>
                    <a:pt x="53340" y="7880"/>
                  </a:cubicBezTo>
                  <a:cubicBezTo>
                    <a:pt x="45901" y="2400"/>
                    <a:pt x="38461" y="1901"/>
                    <a:pt x="34564" y="1901"/>
                  </a:cubicBezTo>
                  <a:cubicBezTo>
                    <a:pt x="18090" y="1901"/>
                    <a:pt x="5868" y="13360"/>
                    <a:pt x="5868" y="26147"/>
                  </a:cubicBezTo>
                  <a:cubicBezTo>
                    <a:pt x="5868" y="33454"/>
                    <a:pt x="9765" y="39764"/>
                    <a:pt x="14193" y="43252"/>
                  </a:cubicBezTo>
                  <a:cubicBezTo>
                    <a:pt x="11891" y="45743"/>
                    <a:pt x="8702" y="51223"/>
                    <a:pt x="8702" y="57035"/>
                  </a:cubicBezTo>
                  <a:cubicBezTo>
                    <a:pt x="8702" y="62183"/>
                    <a:pt x="11005" y="68493"/>
                    <a:pt x="16496" y="71815"/>
                  </a:cubicBezTo>
                  <a:cubicBezTo>
                    <a:pt x="5868" y="74638"/>
                    <a:pt x="200" y="81779"/>
                    <a:pt x="200" y="88421"/>
                  </a:cubicBezTo>
                  <a:cubicBezTo>
                    <a:pt x="200" y="100378"/>
                    <a:pt x="17736" y="109511"/>
                    <a:pt x="39347" y="109511"/>
                  </a:cubicBezTo>
                  <a:cubicBezTo>
                    <a:pt x="60249" y="109511"/>
                    <a:pt x="78671" y="101042"/>
                    <a:pt x="78671" y="88089"/>
                  </a:cubicBezTo>
                  <a:cubicBezTo>
                    <a:pt x="78671" y="82277"/>
                    <a:pt x="76191" y="73807"/>
                    <a:pt x="67157" y="69158"/>
                  </a:cubicBezTo>
                  <a:cubicBezTo>
                    <a:pt x="57769" y="64508"/>
                    <a:pt x="47495" y="64508"/>
                    <a:pt x="36690" y="64508"/>
                  </a:cubicBezTo>
                  <a:cubicBezTo>
                    <a:pt x="32261" y="64508"/>
                    <a:pt x="24644" y="64508"/>
                    <a:pt x="23404" y="64342"/>
                  </a:cubicBezTo>
                  <a:cubicBezTo>
                    <a:pt x="17736" y="63678"/>
                    <a:pt x="14016" y="58530"/>
                    <a:pt x="14016" y="53215"/>
                  </a:cubicBezTo>
                  <a:close/>
                  <a:moveTo>
                    <a:pt x="39524" y="105692"/>
                  </a:moveTo>
                  <a:cubicBezTo>
                    <a:pt x="21633" y="105692"/>
                    <a:pt x="9411" y="97223"/>
                    <a:pt x="9411" y="88421"/>
                  </a:cubicBezTo>
                  <a:cubicBezTo>
                    <a:pt x="9411" y="80782"/>
                    <a:pt x="16142" y="74638"/>
                    <a:pt x="23936" y="74140"/>
                  </a:cubicBezTo>
                  <a:lnTo>
                    <a:pt x="34387" y="74140"/>
                  </a:lnTo>
                  <a:cubicBezTo>
                    <a:pt x="49620" y="74140"/>
                    <a:pt x="69460" y="74140"/>
                    <a:pt x="69460" y="88421"/>
                  </a:cubicBezTo>
                  <a:cubicBezTo>
                    <a:pt x="69460" y="97389"/>
                    <a:pt x="56883" y="105692"/>
                    <a:pt x="39524" y="105692"/>
                  </a:cubicBezTo>
                  <a:close/>
                </a:path>
              </a:pathLst>
            </a:custGeom>
            <a:solidFill>
              <a:srgbClr val="000000"/>
            </a:solidFill>
            <a:ln w="1524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/>
            </a:p>
          </p:txBody>
        </p:sp>
        <p:sp>
          <p:nvSpPr>
            <p:cNvPr id="1168" name="任意形状 1167">
              <a:extLst>
                <a:ext uri="{FF2B5EF4-FFF2-40B4-BE49-F238E27FC236}">
                  <a16:creationId xmlns:a16="http://schemas.microsoft.com/office/drawing/2014/main" id="{E0763E73-84D1-9BF0-F07A-2BAC7A621DC3}"/>
                </a:ext>
              </a:extLst>
            </p:cNvPr>
            <p:cNvSpPr/>
            <p:nvPr>
              <p:custDataLst>
                <p:tags r:id="rId86"/>
              </p:custDataLst>
            </p:nvPr>
          </p:nvSpPr>
          <p:spPr>
            <a:xfrm>
              <a:off x="10623460" y="4260667"/>
              <a:ext cx="55443" cy="103956"/>
            </a:xfrm>
            <a:custGeom>
              <a:avLst/>
              <a:gdLst>
                <a:gd name="connsiteX0" fmla="*/ 27483 w 55443"/>
                <a:gd name="connsiteY0" fmla="*/ 35779 h 103956"/>
                <a:gd name="connsiteX1" fmla="*/ 52814 w 55443"/>
                <a:gd name="connsiteY1" fmla="*/ 35779 h 103956"/>
                <a:gd name="connsiteX2" fmla="*/ 52814 w 55443"/>
                <a:gd name="connsiteY2" fmla="*/ 30631 h 103956"/>
                <a:gd name="connsiteX3" fmla="*/ 27483 w 55443"/>
                <a:gd name="connsiteY3" fmla="*/ 30631 h 103956"/>
                <a:gd name="connsiteX4" fmla="*/ 27483 w 55443"/>
                <a:gd name="connsiteY4" fmla="*/ 75 h 103956"/>
                <a:gd name="connsiteX5" fmla="*/ 23055 w 55443"/>
                <a:gd name="connsiteY5" fmla="*/ 75 h 103956"/>
                <a:gd name="connsiteX6" fmla="*/ 205 w 55443"/>
                <a:gd name="connsiteY6" fmla="*/ 32125 h 103956"/>
                <a:gd name="connsiteX7" fmla="*/ 205 w 55443"/>
                <a:gd name="connsiteY7" fmla="*/ 35779 h 103956"/>
                <a:gd name="connsiteX8" fmla="*/ 15261 w 55443"/>
                <a:gd name="connsiteY8" fmla="*/ 35779 h 103956"/>
                <a:gd name="connsiteX9" fmla="*/ 15261 w 55443"/>
                <a:gd name="connsiteY9" fmla="*/ 81613 h 103956"/>
                <a:gd name="connsiteX10" fmla="*/ 38112 w 55443"/>
                <a:gd name="connsiteY10" fmla="*/ 104031 h 103956"/>
                <a:gd name="connsiteX11" fmla="*/ 55648 w 55443"/>
                <a:gd name="connsiteY11" fmla="*/ 81613 h 103956"/>
                <a:gd name="connsiteX12" fmla="*/ 55648 w 55443"/>
                <a:gd name="connsiteY12" fmla="*/ 72147 h 103956"/>
                <a:gd name="connsiteX13" fmla="*/ 51220 w 55443"/>
                <a:gd name="connsiteY13" fmla="*/ 72147 h 103956"/>
                <a:gd name="connsiteX14" fmla="*/ 51220 w 55443"/>
                <a:gd name="connsiteY14" fmla="*/ 81280 h 103956"/>
                <a:gd name="connsiteX15" fmla="*/ 39352 w 55443"/>
                <a:gd name="connsiteY15" fmla="*/ 99880 h 103956"/>
                <a:gd name="connsiteX16" fmla="*/ 27483 w 55443"/>
                <a:gd name="connsiteY16" fmla="*/ 81945 h 103956"/>
                <a:gd name="connsiteX17" fmla="*/ 27483 w 55443"/>
                <a:gd name="connsiteY17" fmla="*/ 35779 h 1039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55443" h="103956">
                  <a:moveTo>
                    <a:pt x="27483" y="35779"/>
                  </a:moveTo>
                  <a:lnTo>
                    <a:pt x="52814" y="35779"/>
                  </a:lnTo>
                  <a:lnTo>
                    <a:pt x="52814" y="30631"/>
                  </a:lnTo>
                  <a:lnTo>
                    <a:pt x="27483" y="30631"/>
                  </a:lnTo>
                  <a:lnTo>
                    <a:pt x="27483" y="75"/>
                  </a:lnTo>
                  <a:lnTo>
                    <a:pt x="23055" y="75"/>
                  </a:lnTo>
                  <a:cubicBezTo>
                    <a:pt x="22878" y="13692"/>
                    <a:pt x="17564" y="31461"/>
                    <a:pt x="205" y="32125"/>
                  </a:cubicBezTo>
                  <a:lnTo>
                    <a:pt x="205" y="35779"/>
                  </a:lnTo>
                  <a:lnTo>
                    <a:pt x="15261" y="35779"/>
                  </a:lnTo>
                  <a:lnTo>
                    <a:pt x="15261" y="81613"/>
                  </a:lnTo>
                  <a:cubicBezTo>
                    <a:pt x="15261" y="102038"/>
                    <a:pt x="31735" y="104031"/>
                    <a:pt x="38112" y="104031"/>
                  </a:cubicBezTo>
                  <a:cubicBezTo>
                    <a:pt x="50688" y="104031"/>
                    <a:pt x="55648" y="92241"/>
                    <a:pt x="55648" y="81613"/>
                  </a:cubicBezTo>
                  <a:lnTo>
                    <a:pt x="55648" y="72147"/>
                  </a:lnTo>
                  <a:lnTo>
                    <a:pt x="51220" y="72147"/>
                  </a:lnTo>
                  <a:lnTo>
                    <a:pt x="51220" y="81280"/>
                  </a:lnTo>
                  <a:cubicBezTo>
                    <a:pt x="51220" y="93569"/>
                    <a:pt x="45906" y="99880"/>
                    <a:pt x="39352" y="99880"/>
                  </a:cubicBezTo>
                  <a:cubicBezTo>
                    <a:pt x="27483" y="99880"/>
                    <a:pt x="27483" y="84768"/>
                    <a:pt x="27483" y="81945"/>
                  </a:cubicBezTo>
                  <a:lnTo>
                    <a:pt x="27483" y="35779"/>
                  </a:lnTo>
                  <a:close/>
                </a:path>
              </a:pathLst>
            </a:custGeom>
            <a:solidFill>
              <a:srgbClr val="000000"/>
            </a:solidFill>
            <a:ln w="1524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/>
            </a:p>
          </p:txBody>
        </p:sp>
        <p:sp>
          <p:nvSpPr>
            <p:cNvPr id="1169" name="任意形状 1168">
              <a:extLst>
                <a:ext uri="{FF2B5EF4-FFF2-40B4-BE49-F238E27FC236}">
                  <a16:creationId xmlns:a16="http://schemas.microsoft.com/office/drawing/2014/main" id="{17092B0C-5184-BD37-CC1A-6A20350FD84A}"/>
                </a:ext>
              </a:extLst>
            </p:cNvPr>
            <p:cNvSpPr/>
            <p:nvPr>
              <p:custDataLst>
                <p:tags r:id="rId87"/>
              </p:custDataLst>
            </p:nvPr>
          </p:nvSpPr>
          <p:spPr>
            <a:xfrm>
              <a:off x="10694649" y="4247548"/>
              <a:ext cx="89099" cy="115248"/>
            </a:xfrm>
            <a:custGeom>
              <a:avLst/>
              <a:gdLst>
                <a:gd name="connsiteX0" fmla="*/ 14025 w 89099"/>
                <a:gd name="connsiteY0" fmla="*/ 102703 h 115248"/>
                <a:gd name="connsiteX1" fmla="*/ 208 w 89099"/>
                <a:gd name="connsiteY1" fmla="*/ 110176 h 115248"/>
                <a:gd name="connsiteX2" fmla="*/ 208 w 89099"/>
                <a:gd name="connsiteY2" fmla="*/ 115324 h 115248"/>
                <a:gd name="connsiteX3" fmla="*/ 20225 w 89099"/>
                <a:gd name="connsiteY3" fmla="*/ 114825 h 115248"/>
                <a:gd name="connsiteX4" fmla="*/ 40064 w 89099"/>
                <a:gd name="connsiteY4" fmla="*/ 115324 h 115248"/>
                <a:gd name="connsiteX5" fmla="*/ 40064 w 89099"/>
                <a:gd name="connsiteY5" fmla="*/ 110176 h 115248"/>
                <a:gd name="connsiteX6" fmla="*/ 26247 w 89099"/>
                <a:gd name="connsiteY6" fmla="*/ 102703 h 115248"/>
                <a:gd name="connsiteX7" fmla="*/ 26247 w 89099"/>
                <a:gd name="connsiteY7" fmla="*/ 72147 h 115248"/>
                <a:gd name="connsiteX8" fmla="*/ 50161 w 89099"/>
                <a:gd name="connsiteY8" fmla="*/ 45576 h 115248"/>
                <a:gd name="connsiteX9" fmla="*/ 63269 w 89099"/>
                <a:gd name="connsiteY9" fmla="*/ 64010 h 115248"/>
                <a:gd name="connsiteX10" fmla="*/ 63269 w 89099"/>
                <a:gd name="connsiteY10" fmla="*/ 102703 h 115248"/>
                <a:gd name="connsiteX11" fmla="*/ 49452 w 89099"/>
                <a:gd name="connsiteY11" fmla="*/ 110176 h 115248"/>
                <a:gd name="connsiteX12" fmla="*/ 49452 w 89099"/>
                <a:gd name="connsiteY12" fmla="*/ 115324 h 115248"/>
                <a:gd name="connsiteX13" fmla="*/ 69469 w 89099"/>
                <a:gd name="connsiteY13" fmla="*/ 114825 h 115248"/>
                <a:gd name="connsiteX14" fmla="*/ 89308 w 89099"/>
                <a:gd name="connsiteY14" fmla="*/ 115324 h 115248"/>
                <a:gd name="connsiteX15" fmla="*/ 89308 w 89099"/>
                <a:gd name="connsiteY15" fmla="*/ 110176 h 115248"/>
                <a:gd name="connsiteX16" fmla="*/ 75491 w 89099"/>
                <a:gd name="connsiteY16" fmla="*/ 105194 h 115248"/>
                <a:gd name="connsiteX17" fmla="*/ 75491 w 89099"/>
                <a:gd name="connsiteY17" fmla="*/ 73475 h 115248"/>
                <a:gd name="connsiteX18" fmla="*/ 70000 w 89099"/>
                <a:gd name="connsiteY18" fmla="*/ 48067 h 115248"/>
                <a:gd name="connsiteX19" fmla="*/ 51401 w 89099"/>
                <a:gd name="connsiteY19" fmla="*/ 41923 h 115248"/>
                <a:gd name="connsiteX20" fmla="*/ 25716 w 89099"/>
                <a:gd name="connsiteY20" fmla="*/ 58197 h 115248"/>
                <a:gd name="connsiteX21" fmla="*/ 25716 w 89099"/>
                <a:gd name="connsiteY21" fmla="*/ 75 h 115248"/>
                <a:gd name="connsiteX22" fmla="*/ 208 w 89099"/>
                <a:gd name="connsiteY22" fmla="*/ 1901 h 115248"/>
                <a:gd name="connsiteX23" fmla="*/ 208 w 89099"/>
                <a:gd name="connsiteY23" fmla="*/ 7049 h 115248"/>
                <a:gd name="connsiteX24" fmla="*/ 14025 w 89099"/>
                <a:gd name="connsiteY24" fmla="*/ 16349 h 115248"/>
                <a:gd name="connsiteX25" fmla="*/ 14025 w 89099"/>
                <a:gd name="connsiteY25" fmla="*/ 102703 h 1152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89099" h="115248">
                  <a:moveTo>
                    <a:pt x="14025" y="102703"/>
                  </a:moveTo>
                  <a:cubicBezTo>
                    <a:pt x="14025" y="110176"/>
                    <a:pt x="12077" y="110176"/>
                    <a:pt x="208" y="110176"/>
                  </a:cubicBezTo>
                  <a:lnTo>
                    <a:pt x="208" y="115324"/>
                  </a:lnTo>
                  <a:cubicBezTo>
                    <a:pt x="6408" y="115158"/>
                    <a:pt x="15442" y="114825"/>
                    <a:pt x="20225" y="114825"/>
                  </a:cubicBezTo>
                  <a:cubicBezTo>
                    <a:pt x="24830" y="114825"/>
                    <a:pt x="34041" y="115158"/>
                    <a:pt x="40064" y="115324"/>
                  </a:cubicBezTo>
                  <a:lnTo>
                    <a:pt x="40064" y="110176"/>
                  </a:lnTo>
                  <a:cubicBezTo>
                    <a:pt x="28196" y="110176"/>
                    <a:pt x="26247" y="110176"/>
                    <a:pt x="26247" y="102703"/>
                  </a:cubicBezTo>
                  <a:lnTo>
                    <a:pt x="26247" y="72147"/>
                  </a:lnTo>
                  <a:cubicBezTo>
                    <a:pt x="26247" y="54876"/>
                    <a:pt x="38824" y="45576"/>
                    <a:pt x="50161" y="45576"/>
                  </a:cubicBezTo>
                  <a:cubicBezTo>
                    <a:pt x="61320" y="45576"/>
                    <a:pt x="63269" y="54544"/>
                    <a:pt x="63269" y="64010"/>
                  </a:cubicBezTo>
                  <a:lnTo>
                    <a:pt x="63269" y="102703"/>
                  </a:lnTo>
                  <a:cubicBezTo>
                    <a:pt x="63269" y="110176"/>
                    <a:pt x="61320" y="110176"/>
                    <a:pt x="49452" y="110176"/>
                  </a:cubicBezTo>
                  <a:lnTo>
                    <a:pt x="49452" y="115324"/>
                  </a:lnTo>
                  <a:cubicBezTo>
                    <a:pt x="55652" y="115158"/>
                    <a:pt x="64686" y="114825"/>
                    <a:pt x="69469" y="114825"/>
                  </a:cubicBezTo>
                  <a:cubicBezTo>
                    <a:pt x="74074" y="114825"/>
                    <a:pt x="83285" y="115158"/>
                    <a:pt x="89308" y="115324"/>
                  </a:cubicBezTo>
                  <a:lnTo>
                    <a:pt x="89308" y="110176"/>
                  </a:lnTo>
                  <a:cubicBezTo>
                    <a:pt x="80097" y="110176"/>
                    <a:pt x="75668" y="110176"/>
                    <a:pt x="75491" y="105194"/>
                  </a:cubicBezTo>
                  <a:lnTo>
                    <a:pt x="75491" y="73475"/>
                  </a:lnTo>
                  <a:cubicBezTo>
                    <a:pt x="75491" y="59194"/>
                    <a:pt x="75491" y="54046"/>
                    <a:pt x="70000" y="48067"/>
                  </a:cubicBezTo>
                  <a:cubicBezTo>
                    <a:pt x="67520" y="45244"/>
                    <a:pt x="61675" y="41923"/>
                    <a:pt x="51401" y="41923"/>
                  </a:cubicBezTo>
                  <a:cubicBezTo>
                    <a:pt x="36521" y="41923"/>
                    <a:pt x="28727" y="51887"/>
                    <a:pt x="25716" y="58197"/>
                  </a:cubicBezTo>
                  <a:lnTo>
                    <a:pt x="25716" y="75"/>
                  </a:lnTo>
                  <a:lnTo>
                    <a:pt x="208" y="1901"/>
                  </a:lnTo>
                  <a:lnTo>
                    <a:pt x="208" y="7049"/>
                  </a:lnTo>
                  <a:cubicBezTo>
                    <a:pt x="12608" y="7049"/>
                    <a:pt x="14025" y="8212"/>
                    <a:pt x="14025" y="16349"/>
                  </a:cubicBezTo>
                  <a:lnTo>
                    <a:pt x="14025" y="102703"/>
                  </a:lnTo>
                  <a:close/>
                </a:path>
              </a:pathLst>
            </a:custGeom>
            <a:solidFill>
              <a:srgbClr val="000000"/>
            </a:solidFill>
            <a:ln w="1524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/>
            </a:p>
          </p:txBody>
        </p:sp>
        <p:sp>
          <p:nvSpPr>
            <p:cNvPr id="1170" name="任意形状 1169">
              <a:extLst>
                <a:ext uri="{FF2B5EF4-FFF2-40B4-BE49-F238E27FC236}">
                  <a16:creationId xmlns:a16="http://schemas.microsoft.com/office/drawing/2014/main" id="{EEA30E13-A4B0-8E8F-18A7-0F4F5503AE4E}"/>
                </a:ext>
              </a:extLst>
            </p:cNvPr>
            <p:cNvSpPr/>
            <p:nvPr>
              <p:custDataLst>
                <p:tags r:id="rId88"/>
              </p:custDataLst>
            </p:nvPr>
          </p:nvSpPr>
          <p:spPr>
            <a:xfrm>
              <a:off x="10804925" y="4238249"/>
              <a:ext cx="41095" cy="166064"/>
            </a:xfrm>
            <a:custGeom>
              <a:avLst/>
              <a:gdLst>
                <a:gd name="connsiteX0" fmla="*/ 41309 w 41095"/>
                <a:gd name="connsiteY0" fmla="*/ 164479 h 166064"/>
                <a:gd name="connsiteX1" fmla="*/ 38298 w 41095"/>
                <a:gd name="connsiteY1" fmla="*/ 160825 h 166064"/>
                <a:gd name="connsiteX2" fmla="*/ 10488 w 41095"/>
                <a:gd name="connsiteY2" fmla="*/ 83107 h 166064"/>
                <a:gd name="connsiteX3" fmla="*/ 39007 w 41095"/>
                <a:gd name="connsiteY3" fmla="*/ 4558 h 166064"/>
                <a:gd name="connsiteX4" fmla="*/ 41309 w 41095"/>
                <a:gd name="connsiteY4" fmla="*/ 1735 h 166064"/>
                <a:gd name="connsiteX5" fmla="*/ 39538 w 41095"/>
                <a:gd name="connsiteY5" fmla="*/ 75 h 166064"/>
                <a:gd name="connsiteX6" fmla="*/ 11374 w 41095"/>
                <a:gd name="connsiteY6" fmla="*/ 32457 h 166064"/>
                <a:gd name="connsiteX7" fmla="*/ 214 w 41095"/>
                <a:gd name="connsiteY7" fmla="*/ 83107 h 166064"/>
                <a:gd name="connsiteX8" fmla="*/ 11905 w 41095"/>
                <a:gd name="connsiteY8" fmla="*/ 134919 h 166064"/>
                <a:gd name="connsiteX9" fmla="*/ 39538 w 41095"/>
                <a:gd name="connsiteY9" fmla="*/ 166139 h 166064"/>
                <a:gd name="connsiteX10" fmla="*/ 41309 w 41095"/>
                <a:gd name="connsiteY10" fmla="*/ 164479 h 1660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41095" h="166064">
                  <a:moveTo>
                    <a:pt x="41309" y="164479"/>
                  </a:moveTo>
                  <a:cubicBezTo>
                    <a:pt x="41309" y="163981"/>
                    <a:pt x="41309" y="163649"/>
                    <a:pt x="38298" y="160825"/>
                  </a:cubicBezTo>
                  <a:cubicBezTo>
                    <a:pt x="16156" y="139901"/>
                    <a:pt x="10488" y="108515"/>
                    <a:pt x="10488" y="83107"/>
                  </a:cubicBezTo>
                  <a:cubicBezTo>
                    <a:pt x="10488" y="54212"/>
                    <a:pt x="17219" y="25317"/>
                    <a:pt x="39007" y="4558"/>
                  </a:cubicBezTo>
                  <a:cubicBezTo>
                    <a:pt x="41309" y="2566"/>
                    <a:pt x="41309" y="2234"/>
                    <a:pt x="41309" y="1735"/>
                  </a:cubicBezTo>
                  <a:cubicBezTo>
                    <a:pt x="41309" y="573"/>
                    <a:pt x="40601" y="75"/>
                    <a:pt x="39538" y="75"/>
                  </a:cubicBezTo>
                  <a:cubicBezTo>
                    <a:pt x="37767" y="75"/>
                    <a:pt x="21825" y="11367"/>
                    <a:pt x="11374" y="32457"/>
                  </a:cubicBezTo>
                  <a:cubicBezTo>
                    <a:pt x="2340" y="50724"/>
                    <a:pt x="214" y="69158"/>
                    <a:pt x="214" y="83107"/>
                  </a:cubicBezTo>
                  <a:cubicBezTo>
                    <a:pt x="214" y="96060"/>
                    <a:pt x="2162" y="116154"/>
                    <a:pt x="11905" y="134919"/>
                  </a:cubicBezTo>
                  <a:cubicBezTo>
                    <a:pt x="22533" y="155345"/>
                    <a:pt x="37767" y="166139"/>
                    <a:pt x="39538" y="166139"/>
                  </a:cubicBezTo>
                  <a:cubicBezTo>
                    <a:pt x="40601" y="166139"/>
                    <a:pt x="41309" y="165641"/>
                    <a:pt x="41309" y="164479"/>
                  </a:cubicBezTo>
                  <a:close/>
                </a:path>
              </a:pathLst>
            </a:custGeom>
            <a:solidFill>
              <a:srgbClr val="000000"/>
            </a:solidFill>
            <a:ln w="1524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/>
            </a:p>
          </p:txBody>
        </p:sp>
        <p:sp>
          <p:nvSpPr>
            <p:cNvPr id="1171" name="任意形状 1170">
              <a:extLst>
                <a:ext uri="{FF2B5EF4-FFF2-40B4-BE49-F238E27FC236}">
                  <a16:creationId xmlns:a16="http://schemas.microsoft.com/office/drawing/2014/main" id="{D8FC5D6C-39D9-BACA-4490-0163B2439970}"/>
                </a:ext>
              </a:extLst>
            </p:cNvPr>
            <p:cNvSpPr/>
            <p:nvPr>
              <p:custDataLst>
                <p:tags r:id="rId89"/>
              </p:custDataLst>
            </p:nvPr>
          </p:nvSpPr>
          <p:spPr>
            <a:xfrm>
              <a:off x="10861412" y="4289397"/>
              <a:ext cx="72094" cy="75227"/>
            </a:xfrm>
            <a:custGeom>
              <a:avLst/>
              <a:gdLst>
                <a:gd name="connsiteX0" fmla="*/ 10669 w 72094"/>
                <a:gd name="connsiteY0" fmla="*/ 63678 h 75227"/>
                <a:gd name="connsiteX1" fmla="*/ 9075 w 72094"/>
                <a:gd name="connsiteY1" fmla="*/ 70818 h 75227"/>
                <a:gd name="connsiteX2" fmla="*/ 14212 w 72094"/>
                <a:gd name="connsiteY2" fmla="*/ 75302 h 75227"/>
                <a:gd name="connsiteX3" fmla="*/ 20766 w 72094"/>
                <a:gd name="connsiteY3" fmla="*/ 70652 h 75227"/>
                <a:gd name="connsiteX4" fmla="*/ 27851 w 72094"/>
                <a:gd name="connsiteY4" fmla="*/ 44414 h 75227"/>
                <a:gd name="connsiteX5" fmla="*/ 33519 w 72094"/>
                <a:gd name="connsiteY5" fmla="*/ 22826 h 75227"/>
                <a:gd name="connsiteX6" fmla="*/ 43439 w 72094"/>
                <a:gd name="connsiteY6" fmla="*/ 9208 h 75227"/>
                <a:gd name="connsiteX7" fmla="*/ 57610 w 72094"/>
                <a:gd name="connsiteY7" fmla="*/ 3728 h 75227"/>
                <a:gd name="connsiteX8" fmla="*/ 65050 w 72094"/>
                <a:gd name="connsiteY8" fmla="*/ 5721 h 75227"/>
                <a:gd name="connsiteX9" fmla="*/ 55838 w 72094"/>
                <a:gd name="connsiteY9" fmla="*/ 14854 h 75227"/>
                <a:gd name="connsiteX10" fmla="*/ 62570 w 72094"/>
                <a:gd name="connsiteY10" fmla="*/ 20667 h 75227"/>
                <a:gd name="connsiteX11" fmla="*/ 72312 w 72094"/>
                <a:gd name="connsiteY11" fmla="*/ 10869 h 75227"/>
                <a:gd name="connsiteX12" fmla="*/ 57610 w 72094"/>
                <a:gd name="connsiteY12" fmla="*/ 75 h 75227"/>
                <a:gd name="connsiteX13" fmla="*/ 34936 w 72094"/>
                <a:gd name="connsiteY13" fmla="*/ 12862 h 75227"/>
                <a:gd name="connsiteX14" fmla="*/ 18817 w 72094"/>
                <a:gd name="connsiteY14" fmla="*/ 75 h 75227"/>
                <a:gd name="connsiteX15" fmla="*/ 5709 w 72094"/>
                <a:gd name="connsiteY15" fmla="*/ 9540 h 75227"/>
                <a:gd name="connsiteX16" fmla="*/ 218 w 72094"/>
                <a:gd name="connsiteY16" fmla="*/ 25649 h 75227"/>
                <a:gd name="connsiteX17" fmla="*/ 2343 w 72094"/>
                <a:gd name="connsiteY17" fmla="*/ 27309 h 75227"/>
                <a:gd name="connsiteX18" fmla="*/ 5355 w 72094"/>
                <a:gd name="connsiteY18" fmla="*/ 23490 h 75227"/>
                <a:gd name="connsiteX19" fmla="*/ 18286 w 72094"/>
                <a:gd name="connsiteY19" fmla="*/ 3728 h 75227"/>
                <a:gd name="connsiteX20" fmla="*/ 23777 w 72094"/>
                <a:gd name="connsiteY20" fmla="*/ 11367 h 75227"/>
                <a:gd name="connsiteX21" fmla="*/ 20943 w 72094"/>
                <a:gd name="connsiteY21" fmla="*/ 25317 h 75227"/>
                <a:gd name="connsiteX22" fmla="*/ 10669 w 72094"/>
                <a:gd name="connsiteY22" fmla="*/ 63678 h 752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72094" h="75227">
                  <a:moveTo>
                    <a:pt x="10669" y="63678"/>
                  </a:moveTo>
                  <a:cubicBezTo>
                    <a:pt x="10137" y="66169"/>
                    <a:pt x="9075" y="69988"/>
                    <a:pt x="9075" y="70818"/>
                  </a:cubicBezTo>
                  <a:cubicBezTo>
                    <a:pt x="9075" y="73807"/>
                    <a:pt x="11555" y="75302"/>
                    <a:pt x="14212" y="75302"/>
                  </a:cubicBezTo>
                  <a:cubicBezTo>
                    <a:pt x="16337" y="75302"/>
                    <a:pt x="19526" y="73974"/>
                    <a:pt x="20766" y="70652"/>
                  </a:cubicBezTo>
                  <a:cubicBezTo>
                    <a:pt x="21120" y="69988"/>
                    <a:pt x="27142" y="47403"/>
                    <a:pt x="27851" y="44414"/>
                  </a:cubicBezTo>
                  <a:cubicBezTo>
                    <a:pt x="29268" y="38934"/>
                    <a:pt x="32457" y="27309"/>
                    <a:pt x="33519" y="22826"/>
                  </a:cubicBezTo>
                  <a:cubicBezTo>
                    <a:pt x="34228" y="20667"/>
                    <a:pt x="39188" y="12862"/>
                    <a:pt x="43439" y="9208"/>
                  </a:cubicBezTo>
                  <a:cubicBezTo>
                    <a:pt x="44856" y="8046"/>
                    <a:pt x="49993" y="3728"/>
                    <a:pt x="57610" y="3728"/>
                  </a:cubicBezTo>
                  <a:cubicBezTo>
                    <a:pt x="62215" y="3728"/>
                    <a:pt x="64872" y="5721"/>
                    <a:pt x="65050" y="5721"/>
                  </a:cubicBezTo>
                  <a:cubicBezTo>
                    <a:pt x="59735" y="6551"/>
                    <a:pt x="55838" y="10537"/>
                    <a:pt x="55838" y="14854"/>
                  </a:cubicBezTo>
                  <a:cubicBezTo>
                    <a:pt x="55838" y="17512"/>
                    <a:pt x="57787" y="20667"/>
                    <a:pt x="62570" y="20667"/>
                  </a:cubicBezTo>
                  <a:cubicBezTo>
                    <a:pt x="67352" y="20667"/>
                    <a:pt x="72312" y="16847"/>
                    <a:pt x="72312" y="10869"/>
                  </a:cubicBezTo>
                  <a:cubicBezTo>
                    <a:pt x="72312" y="5057"/>
                    <a:pt x="66644" y="75"/>
                    <a:pt x="57610" y="75"/>
                  </a:cubicBezTo>
                  <a:cubicBezTo>
                    <a:pt x="46096" y="75"/>
                    <a:pt x="38302" y="8212"/>
                    <a:pt x="34936" y="12862"/>
                  </a:cubicBezTo>
                  <a:cubicBezTo>
                    <a:pt x="33519" y="5389"/>
                    <a:pt x="27142" y="75"/>
                    <a:pt x="18817" y="75"/>
                  </a:cubicBezTo>
                  <a:cubicBezTo>
                    <a:pt x="10669" y="75"/>
                    <a:pt x="7303" y="6551"/>
                    <a:pt x="5709" y="9540"/>
                  </a:cubicBezTo>
                  <a:cubicBezTo>
                    <a:pt x="2521" y="15187"/>
                    <a:pt x="218" y="25151"/>
                    <a:pt x="218" y="25649"/>
                  </a:cubicBezTo>
                  <a:cubicBezTo>
                    <a:pt x="218" y="27309"/>
                    <a:pt x="1989" y="27309"/>
                    <a:pt x="2343" y="27309"/>
                  </a:cubicBezTo>
                  <a:cubicBezTo>
                    <a:pt x="4115" y="27309"/>
                    <a:pt x="4292" y="27143"/>
                    <a:pt x="5355" y="23490"/>
                  </a:cubicBezTo>
                  <a:cubicBezTo>
                    <a:pt x="8366" y="11699"/>
                    <a:pt x="11909" y="3728"/>
                    <a:pt x="18286" y="3728"/>
                  </a:cubicBezTo>
                  <a:cubicBezTo>
                    <a:pt x="21297" y="3728"/>
                    <a:pt x="23777" y="5057"/>
                    <a:pt x="23777" y="11367"/>
                  </a:cubicBezTo>
                  <a:cubicBezTo>
                    <a:pt x="23777" y="14854"/>
                    <a:pt x="23245" y="16681"/>
                    <a:pt x="20943" y="25317"/>
                  </a:cubicBezTo>
                  <a:lnTo>
                    <a:pt x="10669" y="63678"/>
                  </a:lnTo>
                  <a:close/>
                </a:path>
              </a:pathLst>
            </a:custGeom>
            <a:solidFill>
              <a:srgbClr val="000000"/>
            </a:solidFill>
            <a:ln w="1524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/>
            </a:p>
          </p:txBody>
        </p:sp>
        <p:sp>
          <p:nvSpPr>
            <p:cNvPr id="1172" name="任意形状 1171">
              <a:extLst>
                <a:ext uri="{FF2B5EF4-FFF2-40B4-BE49-F238E27FC236}">
                  <a16:creationId xmlns:a16="http://schemas.microsoft.com/office/drawing/2014/main" id="{B8DBB37D-D8F3-5607-5715-852B11111C3C}"/>
                </a:ext>
              </a:extLst>
            </p:cNvPr>
            <p:cNvSpPr/>
            <p:nvPr>
              <p:custDataLst>
                <p:tags r:id="rId90"/>
              </p:custDataLst>
            </p:nvPr>
          </p:nvSpPr>
          <p:spPr>
            <a:xfrm>
              <a:off x="10951209" y="4238249"/>
              <a:ext cx="41095" cy="166064"/>
            </a:xfrm>
            <a:custGeom>
              <a:avLst/>
              <a:gdLst>
                <a:gd name="connsiteX0" fmla="*/ 41318 w 41095"/>
                <a:gd name="connsiteY0" fmla="*/ 83107 h 166064"/>
                <a:gd name="connsiteX1" fmla="*/ 29627 w 41095"/>
                <a:gd name="connsiteY1" fmla="*/ 31295 h 166064"/>
                <a:gd name="connsiteX2" fmla="*/ 1994 w 41095"/>
                <a:gd name="connsiteY2" fmla="*/ 75 h 166064"/>
                <a:gd name="connsiteX3" fmla="*/ 223 w 41095"/>
                <a:gd name="connsiteY3" fmla="*/ 1735 h 166064"/>
                <a:gd name="connsiteX4" fmla="*/ 3588 w 41095"/>
                <a:gd name="connsiteY4" fmla="*/ 5555 h 166064"/>
                <a:gd name="connsiteX5" fmla="*/ 31044 w 41095"/>
                <a:gd name="connsiteY5" fmla="*/ 83107 h 166064"/>
                <a:gd name="connsiteX6" fmla="*/ 2525 w 41095"/>
                <a:gd name="connsiteY6" fmla="*/ 161656 h 166064"/>
                <a:gd name="connsiteX7" fmla="*/ 223 w 41095"/>
                <a:gd name="connsiteY7" fmla="*/ 164479 h 166064"/>
                <a:gd name="connsiteX8" fmla="*/ 1994 w 41095"/>
                <a:gd name="connsiteY8" fmla="*/ 166139 h 166064"/>
                <a:gd name="connsiteX9" fmla="*/ 30159 w 41095"/>
                <a:gd name="connsiteY9" fmla="*/ 133757 h 166064"/>
                <a:gd name="connsiteX10" fmla="*/ 41318 w 41095"/>
                <a:gd name="connsiteY10" fmla="*/ 83107 h 1660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41095" h="166064">
                  <a:moveTo>
                    <a:pt x="41318" y="83107"/>
                  </a:moveTo>
                  <a:cubicBezTo>
                    <a:pt x="41318" y="70154"/>
                    <a:pt x="39370" y="50060"/>
                    <a:pt x="29627" y="31295"/>
                  </a:cubicBezTo>
                  <a:cubicBezTo>
                    <a:pt x="18999" y="10869"/>
                    <a:pt x="3765" y="75"/>
                    <a:pt x="1994" y="75"/>
                  </a:cubicBezTo>
                  <a:cubicBezTo>
                    <a:pt x="931" y="75"/>
                    <a:pt x="223" y="739"/>
                    <a:pt x="223" y="1735"/>
                  </a:cubicBezTo>
                  <a:cubicBezTo>
                    <a:pt x="223" y="2234"/>
                    <a:pt x="223" y="2566"/>
                    <a:pt x="3588" y="5555"/>
                  </a:cubicBezTo>
                  <a:cubicBezTo>
                    <a:pt x="20948" y="21995"/>
                    <a:pt x="31044" y="48400"/>
                    <a:pt x="31044" y="83107"/>
                  </a:cubicBezTo>
                  <a:cubicBezTo>
                    <a:pt x="31044" y="111504"/>
                    <a:pt x="24490" y="140732"/>
                    <a:pt x="2525" y="161656"/>
                  </a:cubicBezTo>
                  <a:cubicBezTo>
                    <a:pt x="223" y="163649"/>
                    <a:pt x="223" y="163981"/>
                    <a:pt x="223" y="164479"/>
                  </a:cubicBezTo>
                  <a:cubicBezTo>
                    <a:pt x="223" y="165475"/>
                    <a:pt x="931" y="166139"/>
                    <a:pt x="1994" y="166139"/>
                  </a:cubicBezTo>
                  <a:cubicBezTo>
                    <a:pt x="3765" y="166139"/>
                    <a:pt x="19708" y="154847"/>
                    <a:pt x="30159" y="133757"/>
                  </a:cubicBezTo>
                  <a:cubicBezTo>
                    <a:pt x="39192" y="115490"/>
                    <a:pt x="41318" y="97057"/>
                    <a:pt x="41318" y="83107"/>
                  </a:cubicBezTo>
                  <a:close/>
                </a:path>
              </a:pathLst>
            </a:custGeom>
            <a:solidFill>
              <a:srgbClr val="000000"/>
            </a:solidFill>
            <a:ln w="1524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/>
            </a:p>
          </p:txBody>
        </p:sp>
        <p:sp>
          <p:nvSpPr>
            <p:cNvPr id="1173" name="任意形状 1172">
              <a:extLst>
                <a:ext uri="{FF2B5EF4-FFF2-40B4-BE49-F238E27FC236}">
                  <a16:creationId xmlns:a16="http://schemas.microsoft.com/office/drawing/2014/main" id="{7A6DA5D6-AA89-C095-2B24-8083E955E153}"/>
                </a:ext>
              </a:extLst>
            </p:cNvPr>
            <p:cNvSpPr/>
            <p:nvPr>
              <p:custDataLst>
                <p:tags r:id="rId91"/>
              </p:custDataLst>
            </p:nvPr>
          </p:nvSpPr>
          <p:spPr>
            <a:xfrm>
              <a:off x="11069121" y="4301851"/>
              <a:ext cx="117795" cy="38859"/>
            </a:xfrm>
            <a:custGeom>
              <a:avLst/>
              <a:gdLst>
                <a:gd name="connsiteX0" fmla="*/ 112002 w 117795"/>
                <a:gd name="connsiteY0" fmla="*/ 6717 h 38859"/>
                <a:gd name="connsiteX1" fmla="*/ 118025 w 117795"/>
                <a:gd name="connsiteY1" fmla="*/ 3396 h 38859"/>
                <a:gd name="connsiteX2" fmla="*/ 112179 w 117795"/>
                <a:gd name="connsiteY2" fmla="*/ 75 h 38859"/>
                <a:gd name="connsiteX3" fmla="*/ 6075 w 117795"/>
                <a:gd name="connsiteY3" fmla="*/ 75 h 38859"/>
                <a:gd name="connsiteX4" fmla="*/ 229 w 117795"/>
                <a:gd name="connsiteY4" fmla="*/ 3396 h 38859"/>
                <a:gd name="connsiteX5" fmla="*/ 6252 w 117795"/>
                <a:gd name="connsiteY5" fmla="*/ 6717 h 38859"/>
                <a:gd name="connsiteX6" fmla="*/ 112002 w 117795"/>
                <a:gd name="connsiteY6" fmla="*/ 6717 h 38859"/>
                <a:gd name="connsiteX7" fmla="*/ 112179 w 117795"/>
                <a:gd name="connsiteY7" fmla="*/ 38934 h 38859"/>
                <a:gd name="connsiteX8" fmla="*/ 118025 w 117795"/>
                <a:gd name="connsiteY8" fmla="*/ 35613 h 38859"/>
                <a:gd name="connsiteX9" fmla="*/ 112002 w 117795"/>
                <a:gd name="connsiteY9" fmla="*/ 32291 h 38859"/>
                <a:gd name="connsiteX10" fmla="*/ 6252 w 117795"/>
                <a:gd name="connsiteY10" fmla="*/ 32291 h 38859"/>
                <a:gd name="connsiteX11" fmla="*/ 229 w 117795"/>
                <a:gd name="connsiteY11" fmla="*/ 35613 h 38859"/>
                <a:gd name="connsiteX12" fmla="*/ 6075 w 117795"/>
                <a:gd name="connsiteY12" fmla="*/ 38934 h 38859"/>
                <a:gd name="connsiteX13" fmla="*/ 112179 w 117795"/>
                <a:gd name="connsiteY13" fmla="*/ 38934 h 388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17795" h="38859">
                  <a:moveTo>
                    <a:pt x="112002" y="6717"/>
                  </a:moveTo>
                  <a:cubicBezTo>
                    <a:pt x="114659" y="6717"/>
                    <a:pt x="118025" y="6717"/>
                    <a:pt x="118025" y="3396"/>
                  </a:cubicBezTo>
                  <a:cubicBezTo>
                    <a:pt x="118025" y="75"/>
                    <a:pt x="114659" y="75"/>
                    <a:pt x="112179" y="75"/>
                  </a:cubicBezTo>
                  <a:lnTo>
                    <a:pt x="6075" y="75"/>
                  </a:lnTo>
                  <a:cubicBezTo>
                    <a:pt x="3595" y="75"/>
                    <a:pt x="229" y="75"/>
                    <a:pt x="229" y="3396"/>
                  </a:cubicBezTo>
                  <a:cubicBezTo>
                    <a:pt x="229" y="6717"/>
                    <a:pt x="3595" y="6717"/>
                    <a:pt x="6252" y="6717"/>
                  </a:cubicBezTo>
                  <a:lnTo>
                    <a:pt x="112002" y="6717"/>
                  </a:lnTo>
                  <a:close/>
                  <a:moveTo>
                    <a:pt x="112179" y="38934"/>
                  </a:moveTo>
                  <a:cubicBezTo>
                    <a:pt x="114659" y="38934"/>
                    <a:pt x="118025" y="38934"/>
                    <a:pt x="118025" y="35613"/>
                  </a:cubicBezTo>
                  <a:cubicBezTo>
                    <a:pt x="118025" y="32291"/>
                    <a:pt x="114659" y="32291"/>
                    <a:pt x="112002" y="32291"/>
                  </a:cubicBezTo>
                  <a:lnTo>
                    <a:pt x="6252" y="32291"/>
                  </a:lnTo>
                  <a:cubicBezTo>
                    <a:pt x="3595" y="32291"/>
                    <a:pt x="229" y="32291"/>
                    <a:pt x="229" y="35613"/>
                  </a:cubicBezTo>
                  <a:cubicBezTo>
                    <a:pt x="229" y="38934"/>
                    <a:pt x="3595" y="38934"/>
                    <a:pt x="6075" y="38934"/>
                  </a:cubicBezTo>
                  <a:lnTo>
                    <a:pt x="112179" y="38934"/>
                  </a:lnTo>
                  <a:close/>
                </a:path>
              </a:pathLst>
            </a:custGeom>
            <a:solidFill>
              <a:srgbClr val="000000"/>
            </a:solidFill>
            <a:ln w="1524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/>
            </a:p>
          </p:txBody>
        </p:sp>
        <p:sp>
          <p:nvSpPr>
            <p:cNvPr id="1174" name="任意形状 1173">
              <a:extLst>
                <a:ext uri="{FF2B5EF4-FFF2-40B4-BE49-F238E27FC236}">
                  <a16:creationId xmlns:a16="http://schemas.microsoft.com/office/drawing/2014/main" id="{48CD24DC-6705-8F94-44E3-0EC3A94E17D8}"/>
                </a:ext>
              </a:extLst>
            </p:cNvPr>
            <p:cNvSpPr/>
            <p:nvPr>
              <p:custDataLst>
                <p:tags r:id="rId92"/>
              </p:custDataLst>
            </p:nvPr>
          </p:nvSpPr>
          <p:spPr>
            <a:xfrm>
              <a:off x="11435351" y="4289397"/>
              <a:ext cx="138343" cy="73400"/>
            </a:xfrm>
            <a:custGeom>
              <a:avLst/>
              <a:gdLst>
                <a:gd name="connsiteX0" fmla="*/ 14067 w 138343"/>
                <a:gd name="connsiteY0" fmla="*/ 16349 h 73400"/>
                <a:gd name="connsiteX1" fmla="*/ 14067 w 138343"/>
                <a:gd name="connsiteY1" fmla="*/ 60854 h 73400"/>
                <a:gd name="connsiteX2" fmla="*/ 250 w 138343"/>
                <a:gd name="connsiteY2" fmla="*/ 68327 h 73400"/>
                <a:gd name="connsiteX3" fmla="*/ 250 w 138343"/>
                <a:gd name="connsiteY3" fmla="*/ 73475 h 73400"/>
                <a:gd name="connsiteX4" fmla="*/ 20266 w 138343"/>
                <a:gd name="connsiteY4" fmla="*/ 72977 h 73400"/>
                <a:gd name="connsiteX5" fmla="*/ 40106 w 138343"/>
                <a:gd name="connsiteY5" fmla="*/ 73475 h 73400"/>
                <a:gd name="connsiteX6" fmla="*/ 40106 w 138343"/>
                <a:gd name="connsiteY6" fmla="*/ 68327 h 73400"/>
                <a:gd name="connsiteX7" fmla="*/ 26289 w 138343"/>
                <a:gd name="connsiteY7" fmla="*/ 60854 h 73400"/>
                <a:gd name="connsiteX8" fmla="*/ 26289 w 138343"/>
                <a:gd name="connsiteY8" fmla="*/ 30299 h 73400"/>
                <a:gd name="connsiteX9" fmla="*/ 50202 w 138343"/>
                <a:gd name="connsiteY9" fmla="*/ 3728 h 73400"/>
                <a:gd name="connsiteX10" fmla="*/ 63310 w 138343"/>
                <a:gd name="connsiteY10" fmla="*/ 22161 h 73400"/>
                <a:gd name="connsiteX11" fmla="*/ 63310 w 138343"/>
                <a:gd name="connsiteY11" fmla="*/ 60854 h 73400"/>
                <a:gd name="connsiteX12" fmla="*/ 49494 w 138343"/>
                <a:gd name="connsiteY12" fmla="*/ 68327 h 73400"/>
                <a:gd name="connsiteX13" fmla="*/ 49494 w 138343"/>
                <a:gd name="connsiteY13" fmla="*/ 73475 h 73400"/>
                <a:gd name="connsiteX14" fmla="*/ 69510 w 138343"/>
                <a:gd name="connsiteY14" fmla="*/ 72977 h 73400"/>
                <a:gd name="connsiteX15" fmla="*/ 89349 w 138343"/>
                <a:gd name="connsiteY15" fmla="*/ 73475 h 73400"/>
                <a:gd name="connsiteX16" fmla="*/ 89349 w 138343"/>
                <a:gd name="connsiteY16" fmla="*/ 68327 h 73400"/>
                <a:gd name="connsiteX17" fmla="*/ 75533 w 138343"/>
                <a:gd name="connsiteY17" fmla="*/ 60854 h 73400"/>
                <a:gd name="connsiteX18" fmla="*/ 75533 w 138343"/>
                <a:gd name="connsiteY18" fmla="*/ 30299 h 73400"/>
                <a:gd name="connsiteX19" fmla="*/ 99446 w 138343"/>
                <a:gd name="connsiteY19" fmla="*/ 3728 h 73400"/>
                <a:gd name="connsiteX20" fmla="*/ 112554 w 138343"/>
                <a:gd name="connsiteY20" fmla="*/ 22161 h 73400"/>
                <a:gd name="connsiteX21" fmla="*/ 112554 w 138343"/>
                <a:gd name="connsiteY21" fmla="*/ 60854 h 73400"/>
                <a:gd name="connsiteX22" fmla="*/ 98738 w 138343"/>
                <a:gd name="connsiteY22" fmla="*/ 68327 h 73400"/>
                <a:gd name="connsiteX23" fmla="*/ 98738 w 138343"/>
                <a:gd name="connsiteY23" fmla="*/ 73475 h 73400"/>
                <a:gd name="connsiteX24" fmla="*/ 118754 w 138343"/>
                <a:gd name="connsiteY24" fmla="*/ 72977 h 73400"/>
                <a:gd name="connsiteX25" fmla="*/ 138593 w 138343"/>
                <a:gd name="connsiteY25" fmla="*/ 73475 h 73400"/>
                <a:gd name="connsiteX26" fmla="*/ 138593 w 138343"/>
                <a:gd name="connsiteY26" fmla="*/ 68327 h 73400"/>
                <a:gd name="connsiteX27" fmla="*/ 124777 w 138343"/>
                <a:gd name="connsiteY27" fmla="*/ 63345 h 73400"/>
                <a:gd name="connsiteX28" fmla="*/ 124777 w 138343"/>
                <a:gd name="connsiteY28" fmla="*/ 31627 h 73400"/>
                <a:gd name="connsiteX29" fmla="*/ 119285 w 138343"/>
                <a:gd name="connsiteY29" fmla="*/ 6219 h 73400"/>
                <a:gd name="connsiteX30" fmla="*/ 100686 w 138343"/>
                <a:gd name="connsiteY30" fmla="*/ 75 h 73400"/>
                <a:gd name="connsiteX31" fmla="*/ 75001 w 138343"/>
                <a:gd name="connsiteY31" fmla="*/ 16349 h 73400"/>
                <a:gd name="connsiteX32" fmla="*/ 51442 w 138343"/>
                <a:gd name="connsiteY32" fmla="*/ 75 h 73400"/>
                <a:gd name="connsiteX33" fmla="*/ 25226 w 138343"/>
                <a:gd name="connsiteY33" fmla="*/ 17512 h 73400"/>
                <a:gd name="connsiteX34" fmla="*/ 25226 w 138343"/>
                <a:gd name="connsiteY34" fmla="*/ 75 h 73400"/>
                <a:gd name="connsiteX35" fmla="*/ 250 w 138343"/>
                <a:gd name="connsiteY35" fmla="*/ 1901 h 73400"/>
                <a:gd name="connsiteX36" fmla="*/ 250 w 138343"/>
                <a:gd name="connsiteY36" fmla="*/ 7049 h 73400"/>
                <a:gd name="connsiteX37" fmla="*/ 14067 w 138343"/>
                <a:gd name="connsiteY37" fmla="*/ 16349 h 73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138343" h="73400">
                  <a:moveTo>
                    <a:pt x="14067" y="16349"/>
                  </a:moveTo>
                  <a:lnTo>
                    <a:pt x="14067" y="60854"/>
                  </a:lnTo>
                  <a:cubicBezTo>
                    <a:pt x="14067" y="68327"/>
                    <a:pt x="12118" y="68327"/>
                    <a:pt x="250" y="68327"/>
                  </a:cubicBezTo>
                  <a:lnTo>
                    <a:pt x="250" y="73475"/>
                  </a:lnTo>
                  <a:cubicBezTo>
                    <a:pt x="6450" y="73309"/>
                    <a:pt x="15484" y="72977"/>
                    <a:pt x="20266" y="72977"/>
                  </a:cubicBezTo>
                  <a:cubicBezTo>
                    <a:pt x="24872" y="72977"/>
                    <a:pt x="34083" y="73309"/>
                    <a:pt x="40106" y="73475"/>
                  </a:cubicBezTo>
                  <a:lnTo>
                    <a:pt x="40106" y="68327"/>
                  </a:lnTo>
                  <a:cubicBezTo>
                    <a:pt x="28238" y="68327"/>
                    <a:pt x="26289" y="68327"/>
                    <a:pt x="26289" y="60854"/>
                  </a:cubicBezTo>
                  <a:lnTo>
                    <a:pt x="26289" y="30299"/>
                  </a:lnTo>
                  <a:cubicBezTo>
                    <a:pt x="26289" y="13028"/>
                    <a:pt x="38866" y="3728"/>
                    <a:pt x="50202" y="3728"/>
                  </a:cubicBezTo>
                  <a:cubicBezTo>
                    <a:pt x="61362" y="3728"/>
                    <a:pt x="63310" y="12696"/>
                    <a:pt x="63310" y="22161"/>
                  </a:cubicBezTo>
                  <a:lnTo>
                    <a:pt x="63310" y="60854"/>
                  </a:lnTo>
                  <a:cubicBezTo>
                    <a:pt x="63310" y="68327"/>
                    <a:pt x="61362" y="68327"/>
                    <a:pt x="49494" y="68327"/>
                  </a:cubicBezTo>
                  <a:lnTo>
                    <a:pt x="49494" y="73475"/>
                  </a:lnTo>
                  <a:cubicBezTo>
                    <a:pt x="55694" y="73309"/>
                    <a:pt x="64728" y="72977"/>
                    <a:pt x="69510" y="72977"/>
                  </a:cubicBezTo>
                  <a:cubicBezTo>
                    <a:pt x="74116" y="72977"/>
                    <a:pt x="83327" y="73309"/>
                    <a:pt x="89349" y="73475"/>
                  </a:cubicBezTo>
                  <a:lnTo>
                    <a:pt x="89349" y="68327"/>
                  </a:lnTo>
                  <a:cubicBezTo>
                    <a:pt x="77481" y="68327"/>
                    <a:pt x="75533" y="68327"/>
                    <a:pt x="75533" y="60854"/>
                  </a:cubicBezTo>
                  <a:lnTo>
                    <a:pt x="75533" y="30299"/>
                  </a:lnTo>
                  <a:cubicBezTo>
                    <a:pt x="75533" y="13028"/>
                    <a:pt x="88109" y="3728"/>
                    <a:pt x="99446" y="3728"/>
                  </a:cubicBezTo>
                  <a:cubicBezTo>
                    <a:pt x="110606" y="3728"/>
                    <a:pt x="112554" y="12696"/>
                    <a:pt x="112554" y="22161"/>
                  </a:cubicBezTo>
                  <a:lnTo>
                    <a:pt x="112554" y="60854"/>
                  </a:lnTo>
                  <a:cubicBezTo>
                    <a:pt x="112554" y="68327"/>
                    <a:pt x="110606" y="68327"/>
                    <a:pt x="98738" y="68327"/>
                  </a:cubicBezTo>
                  <a:lnTo>
                    <a:pt x="98738" y="73475"/>
                  </a:lnTo>
                  <a:cubicBezTo>
                    <a:pt x="104937" y="73309"/>
                    <a:pt x="113971" y="72977"/>
                    <a:pt x="118754" y="72977"/>
                  </a:cubicBezTo>
                  <a:cubicBezTo>
                    <a:pt x="123359" y="72977"/>
                    <a:pt x="132571" y="73309"/>
                    <a:pt x="138593" y="73475"/>
                  </a:cubicBezTo>
                  <a:lnTo>
                    <a:pt x="138593" y="68327"/>
                  </a:lnTo>
                  <a:cubicBezTo>
                    <a:pt x="129382" y="68327"/>
                    <a:pt x="124954" y="68327"/>
                    <a:pt x="124777" y="63345"/>
                  </a:cubicBezTo>
                  <a:lnTo>
                    <a:pt x="124777" y="31627"/>
                  </a:lnTo>
                  <a:cubicBezTo>
                    <a:pt x="124777" y="17345"/>
                    <a:pt x="124777" y="12197"/>
                    <a:pt x="119285" y="6219"/>
                  </a:cubicBezTo>
                  <a:cubicBezTo>
                    <a:pt x="116805" y="3396"/>
                    <a:pt x="110960" y="75"/>
                    <a:pt x="100686" y="75"/>
                  </a:cubicBezTo>
                  <a:cubicBezTo>
                    <a:pt x="85807" y="75"/>
                    <a:pt x="78013" y="10039"/>
                    <a:pt x="75001" y="16349"/>
                  </a:cubicBezTo>
                  <a:cubicBezTo>
                    <a:pt x="72522" y="1901"/>
                    <a:pt x="59413" y="75"/>
                    <a:pt x="51442" y="75"/>
                  </a:cubicBezTo>
                  <a:cubicBezTo>
                    <a:pt x="38511" y="75"/>
                    <a:pt x="30186" y="7216"/>
                    <a:pt x="25226" y="17512"/>
                  </a:cubicBezTo>
                  <a:lnTo>
                    <a:pt x="25226" y="75"/>
                  </a:lnTo>
                  <a:lnTo>
                    <a:pt x="250" y="1901"/>
                  </a:lnTo>
                  <a:lnTo>
                    <a:pt x="250" y="7049"/>
                  </a:lnTo>
                  <a:cubicBezTo>
                    <a:pt x="12650" y="7049"/>
                    <a:pt x="14067" y="8212"/>
                    <a:pt x="14067" y="16349"/>
                  </a:cubicBezTo>
                  <a:close/>
                </a:path>
              </a:pathLst>
            </a:custGeom>
            <a:solidFill>
              <a:srgbClr val="000000"/>
            </a:solidFill>
            <a:ln w="1524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/>
            </a:p>
          </p:txBody>
        </p:sp>
        <p:sp>
          <p:nvSpPr>
            <p:cNvPr id="1175" name="任意形状 1174">
              <a:extLst>
                <a:ext uri="{FF2B5EF4-FFF2-40B4-BE49-F238E27FC236}">
                  <a16:creationId xmlns:a16="http://schemas.microsoft.com/office/drawing/2014/main" id="{D689BED9-3910-AD44-B9C0-FC623711BBAC}"/>
                </a:ext>
              </a:extLst>
            </p:cNvPr>
            <p:cNvSpPr/>
            <p:nvPr>
              <p:custDataLst>
                <p:tags r:id="rId93"/>
              </p:custDataLst>
            </p:nvPr>
          </p:nvSpPr>
          <p:spPr>
            <a:xfrm>
              <a:off x="11584736" y="4288400"/>
              <a:ext cx="79888" cy="76223"/>
            </a:xfrm>
            <a:custGeom>
              <a:avLst/>
              <a:gdLst>
                <a:gd name="connsiteX0" fmla="*/ 51805 w 79888"/>
                <a:gd name="connsiteY0" fmla="*/ 61851 h 76223"/>
                <a:gd name="connsiteX1" fmla="*/ 65621 w 79888"/>
                <a:gd name="connsiteY1" fmla="*/ 75468 h 76223"/>
                <a:gd name="connsiteX2" fmla="*/ 80147 w 79888"/>
                <a:gd name="connsiteY2" fmla="*/ 59692 h 76223"/>
                <a:gd name="connsiteX3" fmla="*/ 80147 w 79888"/>
                <a:gd name="connsiteY3" fmla="*/ 50392 h 76223"/>
                <a:gd name="connsiteX4" fmla="*/ 75718 w 79888"/>
                <a:gd name="connsiteY4" fmla="*/ 50392 h 76223"/>
                <a:gd name="connsiteX5" fmla="*/ 75718 w 79888"/>
                <a:gd name="connsiteY5" fmla="*/ 59692 h 76223"/>
                <a:gd name="connsiteX6" fmla="*/ 69341 w 79888"/>
                <a:gd name="connsiteY6" fmla="*/ 70320 h 76223"/>
                <a:gd name="connsiteX7" fmla="*/ 62787 w 79888"/>
                <a:gd name="connsiteY7" fmla="*/ 62017 h 76223"/>
                <a:gd name="connsiteX8" fmla="*/ 62787 w 79888"/>
                <a:gd name="connsiteY8" fmla="*/ 28804 h 76223"/>
                <a:gd name="connsiteX9" fmla="*/ 56410 w 79888"/>
                <a:gd name="connsiteY9" fmla="*/ 9208 h 76223"/>
                <a:gd name="connsiteX10" fmla="*/ 32143 w 79888"/>
                <a:gd name="connsiteY10" fmla="*/ 75 h 76223"/>
                <a:gd name="connsiteX11" fmla="*/ 5395 w 79888"/>
                <a:gd name="connsiteY11" fmla="*/ 18840 h 76223"/>
                <a:gd name="connsiteX12" fmla="*/ 13544 w 79888"/>
                <a:gd name="connsiteY12" fmla="*/ 26645 h 76223"/>
                <a:gd name="connsiteX13" fmla="*/ 21692 w 79888"/>
                <a:gd name="connsiteY13" fmla="*/ 19006 h 76223"/>
                <a:gd name="connsiteX14" fmla="*/ 12658 w 79888"/>
                <a:gd name="connsiteY14" fmla="*/ 11367 h 76223"/>
                <a:gd name="connsiteX15" fmla="*/ 31789 w 79888"/>
                <a:gd name="connsiteY15" fmla="*/ 3728 h 76223"/>
                <a:gd name="connsiteX16" fmla="*/ 50565 w 79888"/>
                <a:gd name="connsiteY16" fmla="*/ 24984 h 76223"/>
                <a:gd name="connsiteX17" fmla="*/ 50565 w 79888"/>
                <a:gd name="connsiteY17" fmla="*/ 31129 h 76223"/>
                <a:gd name="connsiteX18" fmla="*/ 17972 w 79888"/>
                <a:gd name="connsiteY18" fmla="*/ 37107 h 76223"/>
                <a:gd name="connsiteX19" fmla="*/ 258 w 79888"/>
                <a:gd name="connsiteY19" fmla="*/ 58696 h 76223"/>
                <a:gd name="connsiteX20" fmla="*/ 28600 w 79888"/>
                <a:gd name="connsiteY20" fmla="*/ 76298 h 76223"/>
                <a:gd name="connsiteX21" fmla="*/ 51805 w 79888"/>
                <a:gd name="connsiteY21" fmla="*/ 61851 h 76223"/>
                <a:gd name="connsiteX22" fmla="*/ 50565 w 79888"/>
                <a:gd name="connsiteY22" fmla="*/ 34616 h 76223"/>
                <a:gd name="connsiteX23" fmla="*/ 50565 w 79888"/>
                <a:gd name="connsiteY23" fmla="*/ 51223 h 76223"/>
                <a:gd name="connsiteX24" fmla="*/ 29840 w 79888"/>
                <a:gd name="connsiteY24" fmla="*/ 72645 h 76223"/>
                <a:gd name="connsiteX25" fmla="*/ 13898 w 79888"/>
                <a:gd name="connsiteY25" fmla="*/ 58530 h 76223"/>
                <a:gd name="connsiteX26" fmla="*/ 50565 w 79888"/>
                <a:gd name="connsiteY26" fmla="*/ 34616 h 76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79888" h="76223">
                  <a:moveTo>
                    <a:pt x="51805" y="61851"/>
                  </a:moveTo>
                  <a:cubicBezTo>
                    <a:pt x="52513" y="68493"/>
                    <a:pt x="57296" y="75468"/>
                    <a:pt x="65621" y="75468"/>
                  </a:cubicBezTo>
                  <a:cubicBezTo>
                    <a:pt x="69341" y="75468"/>
                    <a:pt x="80147" y="73143"/>
                    <a:pt x="80147" y="59692"/>
                  </a:cubicBezTo>
                  <a:lnTo>
                    <a:pt x="80147" y="50392"/>
                  </a:lnTo>
                  <a:lnTo>
                    <a:pt x="75718" y="50392"/>
                  </a:lnTo>
                  <a:lnTo>
                    <a:pt x="75718" y="59692"/>
                  </a:lnTo>
                  <a:cubicBezTo>
                    <a:pt x="75718" y="69324"/>
                    <a:pt x="71290" y="70320"/>
                    <a:pt x="69341" y="70320"/>
                  </a:cubicBezTo>
                  <a:cubicBezTo>
                    <a:pt x="63496" y="70320"/>
                    <a:pt x="62787" y="62847"/>
                    <a:pt x="62787" y="62017"/>
                  </a:cubicBezTo>
                  <a:lnTo>
                    <a:pt x="62787" y="28804"/>
                  </a:lnTo>
                  <a:cubicBezTo>
                    <a:pt x="62787" y="21829"/>
                    <a:pt x="62787" y="15353"/>
                    <a:pt x="56410" y="9208"/>
                  </a:cubicBezTo>
                  <a:cubicBezTo>
                    <a:pt x="49502" y="2732"/>
                    <a:pt x="40645" y="75"/>
                    <a:pt x="32143" y="75"/>
                  </a:cubicBezTo>
                  <a:cubicBezTo>
                    <a:pt x="17618" y="75"/>
                    <a:pt x="5395" y="7880"/>
                    <a:pt x="5395" y="18840"/>
                  </a:cubicBezTo>
                  <a:cubicBezTo>
                    <a:pt x="5395" y="23822"/>
                    <a:pt x="8938" y="26645"/>
                    <a:pt x="13544" y="26645"/>
                  </a:cubicBezTo>
                  <a:cubicBezTo>
                    <a:pt x="18503" y="26645"/>
                    <a:pt x="21692" y="23324"/>
                    <a:pt x="21692" y="19006"/>
                  </a:cubicBezTo>
                  <a:cubicBezTo>
                    <a:pt x="21692" y="17013"/>
                    <a:pt x="20806" y="11533"/>
                    <a:pt x="12658" y="11367"/>
                  </a:cubicBezTo>
                  <a:cubicBezTo>
                    <a:pt x="17441" y="5555"/>
                    <a:pt x="26120" y="3728"/>
                    <a:pt x="31789" y="3728"/>
                  </a:cubicBezTo>
                  <a:cubicBezTo>
                    <a:pt x="40468" y="3728"/>
                    <a:pt x="50565" y="10205"/>
                    <a:pt x="50565" y="24984"/>
                  </a:cubicBezTo>
                  <a:lnTo>
                    <a:pt x="50565" y="31129"/>
                  </a:lnTo>
                  <a:cubicBezTo>
                    <a:pt x="41531" y="31627"/>
                    <a:pt x="29132" y="32125"/>
                    <a:pt x="17972" y="37107"/>
                  </a:cubicBezTo>
                  <a:cubicBezTo>
                    <a:pt x="4687" y="42753"/>
                    <a:pt x="258" y="51389"/>
                    <a:pt x="258" y="58696"/>
                  </a:cubicBezTo>
                  <a:cubicBezTo>
                    <a:pt x="258" y="72147"/>
                    <a:pt x="17441" y="76298"/>
                    <a:pt x="28600" y="76298"/>
                  </a:cubicBezTo>
                  <a:cubicBezTo>
                    <a:pt x="40291" y="76298"/>
                    <a:pt x="48439" y="69656"/>
                    <a:pt x="51805" y="61851"/>
                  </a:cubicBezTo>
                  <a:close/>
                  <a:moveTo>
                    <a:pt x="50565" y="34616"/>
                  </a:moveTo>
                  <a:lnTo>
                    <a:pt x="50565" y="51223"/>
                  </a:lnTo>
                  <a:cubicBezTo>
                    <a:pt x="50565" y="66999"/>
                    <a:pt x="37811" y="72645"/>
                    <a:pt x="29840" y="72645"/>
                  </a:cubicBezTo>
                  <a:cubicBezTo>
                    <a:pt x="21160" y="72645"/>
                    <a:pt x="13898" y="66833"/>
                    <a:pt x="13898" y="58530"/>
                  </a:cubicBezTo>
                  <a:cubicBezTo>
                    <a:pt x="13898" y="49396"/>
                    <a:pt x="21338" y="35613"/>
                    <a:pt x="50565" y="34616"/>
                  </a:cubicBezTo>
                  <a:close/>
                </a:path>
              </a:pathLst>
            </a:custGeom>
            <a:solidFill>
              <a:srgbClr val="000000"/>
            </a:solidFill>
            <a:ln w="1524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/>
            </a:p>
          </p:txBody>
        </p:sp>
        <p:sp>
          <p:nvSpPr>
            <p:cNvPr id="1176" name="任意形状 1175">
              <a:extLst>
                <a:ext uri="{FF2B5EF4-FFF2-40B4-BE49-F238E27FC236}">
                  <a16:creationId xmlns:a16="http://schemas.microsoft.com/office/drawing/2014/main" id="{31B6A0CA-33AD-5403-563D-A7D5E9D95A48}"/>
                </a:ext>
              </a:extLst>
            </p:cNvPr>
            <p:cNvSpPr/>
            <p:nvPr>
              <p:custDataLst>
                <p:tags r:id="rId94"/>
              </p:custDataLst>
            </p:nvPr>
          </p:nvSpPr>
          <p:spPr>
            <a:xfrm>
              <a:off x="11667990" y="4291223"/>
              <a:ext cx="89276" cy="71573"/>
            </a:xfrm>
            <a:custGeom>
              <a:avLst/>
              <a:gdLst>
                <a:gd name="connsiteX0" fmla="*/ 48976 w 89276"/>
                <a:gd name="connsiteY0" fmla="*/ 32623 h 71573"/>
                <a:gd name="connsiteX1" fmla="*/ 65272 w 89276"/>
                <a:gd name="connsiteY1" fmla="*/ 13858 h 71573"/>
                <a:gd name="connsiteX2" fmla="*/ 86351 w 89276"/>
                <a:gd name="connsiteY2" fmla="*/ 5223 h 71573"/>
                <a:gd name="connsiteX3" fmla="*/ 86351 w 89276"/>
                <a:gd name="connsiteY3" fmla="*/ 75 h 71573"/>
                <a:gd name="connsiteX4" fmla="*/ 71826 w 89276"/>
                <a:gd name="connsiteY4" fmla="*/ 573 h 71573"/>
                <a:gd name="connsiteX5" fmla="*/ 54821 w 89276"/>
                <a:gd name="connsiteY5" fmla="*/ 75 h 71573"/>
                <a:gd name="connsiteX6" fmla="*/ 54821 w 89276"/>
                <a:gd name="connsiteY6" fmla="*/ 5223 h 71573"/>
                <a:gd name="connsiteX7" fmla="*/ 59958 w 89276"/>
                <a:gd name="connsiteY7" fmla="*/ 10371 h 71573"/>
                <a:gd name="connsiteX8" fmla="*/ 57301 w 89276"/>
                <a:gd name="connsiteY8" fmla="*/ 16183 h 71573"/>
                <a:gd name="connsiteX9" fmla="*/ 46319 w 89276"/>
                <a:gd name="connsiteY9" fmla="*/ 29136 h 71573"/>
                <a:gd name="connsiteX10" fmla="*/ 32502 w 89276"/>
                <a:gd name="connsiteY10" fmla="*/ 12364 h 71573"/>
                <a:gd name="connsiteX11" fmla="*/ 30908 w 89276"/>
                <a:gd name="connsiteY11" fmla="*/ 9374 h 71573"/>
                <a:gd name="connsiteX12" fmla="*/ 37108 w 89276"/>
                <a:gd name="connsiteY12" fmla="*/ 5223 h 71573"/>
                <a:gd name="connsiteX13" fmla="*/ 37108 w 89276"/>
                <a:gd name="connsiteY13" fmla="*/ 75 h 71573"/>
                <a:gd name="connsiteX14" fmla="*/ 17977 w 89276"/>
                <a:gd name="connsiteY14" fmla="*/ 573 h 71573"/>
                <a:gd name="connsiteX15" fmla="*/ 1149 w 89276"/>
                <a:gd name="connsiteY15" fmla="*/ 75 h 71573"/>
                <a:gd name="connsiteX16" fmla="*/ 1149 w 89276"/>
                <a:gd name="connsiteY16" fmla="*/ 5223 h 71573"/>
                <a:gd name="connsiteX17" fmla="*/ 22051 w 89276"/>
                <a:gd name="connsiteY17" fmla="*/ 15353 h 71573"/>
                <a:gd name="connsiteX18" fmla="*/ 39588 w 89276"/>
                <a:gd name="connsiteY18" fmla="*/ 36775 h 71573"/>
                <a:gd name="connsiteX19" fmla="*/ 22937 w 89276"/>
                <a:gd name="connsiteY19" fmla="*/ 56537 h 71573"/>
                <a:gd name="connsiteX20" fmla="*/ 263 w 89276"/>
                <a:gd name="connsiteY20" fmla="*/ 66501 h 71573"/>
                <a:gd name="connsiteX21" fmla="*/ 263 w 89276"/>
                <a:gd name="connsiteY21" fmla="*/ 71649 h 71573"/>
                <a:gd name="connsiteX22" fmla="*/ 14966 w 89276"/>
                <a:gd name="connsiteY22" fmla="*/ 71150 h 71573"/>
                <a:gd name="connsiteX23" fmla="*/ 31794 w 89276"/>
                <a:gd name="connsiteY23" fmla="*/ 71649 h 71573"/>
                <a:gd name="connsiteX24" fmla="*/ 31794 w 89276"/>
                <a:gd name="connsiteY24" fmla="*/ 66501 h 71573"/>
                <a:gd name="connsiteX25" fmla="*/ 26657 w 89276"/>
                <a:gd name="connsiteY25" fmla="*/ 61353 h 71573"/>
                <a:gd name="connsiteX26" fmla="*/ 42599 w 89276"/>
                <a:gd name="connsiteY26" fmla="*/ 40262 h 71573"/>
                <a:gd name="connsiteX27" fmla="*/ 56061 w 89276"/>
                <a:gd name="connsiteY27" fmla="*/ 56869 h 71573"/>
                <a:gd name="connsiteX28" fmla="*/ 59781 w 89276"/>
                <a:gd name="connsiteY28" fmla="*/ 62349 h 71573"/>
                <a:gd name="connsiteX29" fmla="*/ 53404 w 89276"/>
                <a:gd name="connsiteY29" fmla="*/ 66501 h 71573"/>
                <a:gd name="connsiteX30" fmla="*/ 53404 w 89276"/>
                <a:gd name="connsiteY30" fmla="*/ 71649 h 71573"/>
                <a:gd name="connsiteX31" fmla="*/ 72535 w 89276"/>
                <a:gd name="connsiteY31" fmla="*/ 71150 h 71573"/>
                <a:gd name="connsiteX32" fmla="*/ 89540 w 89276"/>
                <a:gd name="connsiteY32" fmla="*/ 71649 h 71573"/>
                <a:gd name="connsiteX33" fmla="*/ 89540 w 89276"/>
                <a:gd name="connsiteY33" fmla="*/ 66501 h 71573"/>
                <a:gd name="connsiteX34" fmla="*/ 72712 w 89276"/>
                <a:gd name="connsiteY34" fmla="*/ 61353 h 71573"/>
                <a:gd name="connsiteX35" fmla="*/ 48976 w 89276"/>
                <a:gd name="connsiteY35" fmla="*/ 32623 h 715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</a:cxnLst>
              <a:rect l="l" t="t" r="r" b="b"/>
              <a:pathLst>
                <a:path w="89276" h="71573">
                  <a:moveTo>
                    <a:pt x="48976" y="32623"/>
                  </a:moveTo>
                  <a:cubicBezTo>
                    <a:pt x="54290" y="26313"/>
                    <a:pt x="61021" y="18176"/>
                    <a:pt x="65272" y="13858"/>
                  </a:cubicBezTo>
                  <a:cubicBezTo>
                    <a:pt x="70763" y="7880"/>
                    <a:pt x="78026" y="5389"/>
                    <a:pt x="86351" y="5223"/>
                  </a:cubicBezTo>
                  <a:lnTo>
                    <a:pt x="86351" y="75"/>
                  </a:lnTo>
                  <a:cubicBezTo>
                    <a:pt x="81746" y="407"/>
                    <a:pt x="76432" y="573"/>
                    <a:pt x="71826" y="573"/>
                  </a:cubicBezTo>
                  <a:cubicBezTo>
                    <a:pt x="66512" y="573"/>
                    <a:pt x="57124" y="241"/>
                    <a:pt x="54821" y="75"/>
                  </a:cubicBezTo>
                  <a:lnTo>
                    <a:pt x="54821" y="5223"/>
                  </a:lnTo>
                  <a:cubicBezTo>
                    <a:pt x="58541" y="5555"/>
                    <a:pt x="59958" y="7714"/>
                    <a:pt x="59958" y="10371"/>
                  </a:cubicBezTo>
                  <a:cubicBezTo>
                    <a:pt x="59958" y="13028"/>
                    <a:pt x="58187" y="15187"/>
                    <a:pt x="57301" y="16183"/>
                  </a:cubicBezTo>
                  <a:lnTo>
                    <a:pt x="46319" y="29136"/>
                  </a:lnTo>
                  <a:lnTo>
                    <a:pt x="32502" y="12364"/>
                  </a:lnTo>
                  <a:cubicBezTo>
                    <a:pt x="30908" y="10703"/>
                    <a:pt x="30908" y="10371"/>
                    <a:pt x="30908" y="9374"/>
                  </a:cubicBezTo>
                  <a:cubicBezTo>
                    <a:pt x="30908" y="6883"/>
                    <a:pt x="33565" y="5389"/>
                    <a:pt x="37108" y="5223"/>
                  </a:cubicBezTo>
                  <a:lnTo>
                    <a:pt x="37108" y="75"/>
                  </a:lnTo>
                  <a:cubicBezTo>
                    <a:pt x="32502" y="241"/>
                    <a:pt x="20811" y="573"/>
                    <a:pt x="17977" y="573"/>
                  </a:cubicBezTo>
                  <a:cubicBezTo>
                    <a:pt x="14257" y="573"/>
                    <a:pt x="5932" y="407"/>
                    <a:pt x="1149" y="75"/>
                  </a:cubicBezTo>
                  <a:lnTo>
                    <a:pt x="1149" y="5223"/>
                  </a:lnTo>
                  <a:cubicBezTo>
                    <a:pt x="13549" y="5223"/>
                    <a:pt x="13726" y="5389"/>
                    <a:pt x="22051" y="15353"/>
                  </a:cubicBezTo>
                  <a:lnTo>
                    <a:pt x="39588" y="36775"/>
                  </a:lnTo>
                  <a:lnTo>
                    <a:pt x="22937" y="56537"/>
                  </a:lnTo>
                  <a:cubicBezTo>
                    <a:pt x="14434" y="66169"/>
                    <a:pt x="3983" y="66501"/>
                    <a:pt x="263" y="66501"/>
                  </a:cubicBezTo>
                  <a:lnTo>
                    <a:pt x="263" y="71649"/>
                  </a:lnTo>
                  <a:cubicBezTo>
                    <a:pt x="4869" y="71317"/>
                    <a:pt x="10360" y="71150"/>
                    <a:pt x="14966" y="71150"/>
                  </a:cubicBezTo>
                  <a:cubicBezTo>
                    <a:pt x="20103" y="71150"/>
                    <a:pt x="27542" y="71483"/>
                    <a:pt x="31794" y="71649"/>
                  </a:cubicBezTo>
                  <a:lnTo>
                    <a:pt x="31794" y="66501"/>
                  </a:lnTo>
                  <a:cubicBezTo>
                    <a:pt x="27897" y="66002"/>
                    <a:pt x="26657" y="63844"/>
                    <a:pt x="26657" y="61353"/>
                  </a:cubicBezTo>
                  <a:cubicBezTo>
                    <a:pt x="26657" y="57699"/>
                    <a:pt x="31794" y="52219"/>
                    <a:pt x="42599" y="40262"/>
                  </a:cubicBezTo>
                  <a:lnTo>
                    <a:pt x="56061" y="56869"/>
                  </a:lnTo>
                  <a:cubicBezTo>
                    <a:pt x="57478" y="58696"/>
                    <a:pt x="59781" y="61353"/>
                    <a:pt x="59781" y="62349"/>
                  </a:cubicBezTo>
                  <a:cubicBezTo>
                    <a:pt x="59781" y="63844"/>
                    <a:pt x="58187" y="66335"/>
                    <a:pt x="53404" y="66501"/>
                  </a:cubicBezTo>
                  <a:lnTo>
                    <a:pt x="53404" y="71649"/>
                  </a:lnTo>
                  <a:cubicBezTo>
                    <a:pt x="58718" y="71483"/>
                    <a:pt x="68638" y="71150"/>
                    <a:pt x="72535" y="71150"/>
                  </a:cubicBezTo>
                  <a:cubicBezTo>
                    <a:pt x="77317" y="71150"/>
                    <a:pt x="84226" y="71317"/>
                    <a:pt x="89540" y="71649"/>
                  </a:cubicBezTo>
                  <a:lnTo>
                    <a:pt x="89540" y="66501"/>
                  </a:lnTo>
                  <a:cubicBezTo>
                    <a:pt x="79974" y="66501"/>
                    <a:pt x="76786" y="66169"/>
                    <a:pt x="72712" y="61353"/>
                  </a:cubicBezTo>
                  <a:lnTo>
                    <a:pt x="48976" y="32623"/>
                  </a:lnTo>
                  <a:close/>
                </a:path>
              </a:pathLst>
            </a:custGeom>
            <a:solidFill>
              <a:srgbClr val="000000"/>
            </a:solidFill>
            <a:ln w="1524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/>
            </a:p>
          </p:txBody>
        </p:sp>
        <p:sp>
          <p:nvSpPr>
            <p:cNvPr id="1177" name="任意形状 1176">
              <a:extLst>
                <a:ext uri="{FF2B5EF4-FFF2-40B4-BE49-F238E27FC236}">
                  <a16:creationId xmlns:a16="http://schemas.microsoft.com/office/drawing/2014/main" id="{1BE96FD3-8D7F-71D4-A359-CEE7512ECE7B}"/>
                </a:ext>
              </a:extLst>
            </p:cNvPr>
            <p:cNvSpPr/>
            <p:nvPr>
              <p:custDataLst>
                <p:tags r:id="rId95"/>
              </p:custDataLst>
            </p:nvPr>
          </p:nvSpPr>
          <p:spPr>
            <a:xfrm>
              <a:off x="11252005" y="4419936"/>
              <a:ext cx="57657" cy="52426"/>
            </a:xfrm>
            <a:custGeom>
              <a:avLst/>
              <a:gdLst>
                <a:gd name="connsiteX0" fmla="*/ 23551 w 57657"/>
                <a:gd name="connsiteY0" fmla="*/ 27864 h 52426"/>
                <a:gd name="connsiteX1" fmla="*/ 26775 w 57657"/>
                <a:gd name="connsiteY1" fmla="*/ 16123 h 52426"/>
                <a:gd name="connsiteX2" fmla="*/ 34586 w 57657"/>
                <a:gd name="connsiteY2" fmla="*/ 6591 h 52426"/>
                <a:gd name="connsiteX3" fmla="*/ 44630 w 57657"/>
                <a:gd name="connsiteY3" fmla="*/ 3336 h 52426"/>
                <a:gd name="connsiteX4" fmla="*/ 51450 w 57657"/>
                <a:gd name="connsiteY4" fmla="*/ 4964 h 52426"/>
                <a:gd name="connsiteX5" fmla="*/ 45994 w 57657"/>
                <a:gd name="connsiteY5" fmla="*/ 11357 h 52426"/>
                <a:gd name="connsiteX6" fmla="*/ 50954 w 57657"/>
                <a:gd name="connsiteY6" fmla="*/ 15658 h 52426"/>
                <a:gd name="connsiteX7" fmla="*/ 57897 w 57657"/>
                <a:gd name="connsiteY7" fmla="*/ 8567 h 52426"/>
                <a:gd name="connsiteX8" fmla="*/ 44754 w 57657"/>
                <a:gd name="connsiteY8" fmla="*/ 81 h 52426"/>
                <a:gd name="connsiteX9" fmla="*/ 27271 w 57657"/>
                <a:gd name="connsiteY9" fmla="*/ 8335 h 52426"/>
                <a:gd name="connsiteX10" fmla="*/ 14499 w 57657"/>
                <a:gd name="connsiteY10" fmla="*/ 81 h 52426"/>
                <a:gd name="connsiteX11" fmla="*/ 4828 w 57657"/>
                <a:gd name="connsiteY11" fmla="*/ 6010 h 52426"/>
                <a:gd name="connsiteX12" fmla="*/ 240 w 57657"/>
                <a:gd name="connsiteY12" fmla="*/ 17867 h 52426"/>
                <a:gd name="connsiteX13" fmla="*/ 2348 w 57657"/>
                <a:gd name="connsiteY13" fmla="*/ 19378 h 52426"/>
                <a:gd name="connsiteX14" fmla="*/ 5076 w 57657"/>
                <a:gd name="connsiteY14" fmla="*/ 15891 h 52426"/>
                <a:gd name="connsiteX15" fmla="*/ 14127 w 57657"/>
                <a:gd name="connsiteY15" fmla="*/ 3336 h 52426"/>
                <a:gd name="connsiteX16" fmla="*/ 18219 w 57657"/>
                <a:gd name="connsiteY16" fmla="*/ 9032 h 52426"/>
                <a:gd name="connsiteX17" fmla="*/ 16235 w 57657"/>
                <a:gd name="connsiteY17" fmla="*/ 18680 h 52426"/>
                <a:gd name="connsiteX18" fmla="*/ 13507 w 57657"/>
                <a:gd name="connsiteY18" fmla="*/ 29143 h 52426"/>
                <a:gd name="connsiteX19" fmla="*/ 9539 w 57657"/>
                <a:gd name="connsiteY19" fmla="*/ 44022 h 52426"/>
                <a:gd name="connsiteX20" fmla="*/ 8299 w 57657"/>
                <a:gd name="connsiteY20" fmla="*/ 48788 h 52426"/>
                <a:gd name="connsiteX21" fmla="*/ 12515 w 57657"/>
                <a:gd name="connsiteY21" fmla="*/ 52508 h 52426"/>
                <a:gd name="connsiteX22" fmla="*/ 17847 w 57657"/>
                <a:gd name="connsiteY22" fmla="*/ 49137 h 52426"/>
                <a:gd name="connsiteX23" fmla="*/ 20203 w 57657"/>
                <a:gd name="connsiteY23" fmla="*/ 40418 h 52426"/>
                <a:gd name="connsiteX24" fmla="*/ 23551 w 57657"/>
                <a:gd name="connsiteY24" fmla="*/ 27864 h 52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57657" h="52426">
                  <a:moveTo>
                    <a:pt x="23551" y="27864"/>
                  </a:moveTo>
                  <a:cubicBezTo>
                    <a:pt x="23675" y="27166"/>
                    <a:pt x="26527" y="16704"/>
                    <a:pt x="26775" y="16123"/>
                  </a:cubicBezTo>
                  <a:cubicBezTo>
                    <a:pt x="27023" y="15193"/>
                    <a:pt x="30619" y="9381"/>
                    <a:pt x="34586" y="6591"/>
                  </a:cubicBezTo>
                  <a:cubicBezTo>
                    <a:pt x="35950" y="5661"/>
                    <a:pt x="39298" y="3336"/>
                    <a:pt x="44630" y="3336"/>
                  </a:cubicBezTo>
                  <a:cubicBezTo>
                    <a:pt x="45870" y="3336"/>
                    <a:pt x="48970" y="3452"/>
                    <a:pt x="51450" y="4964"/>
                  </a:cubicBezTo>
                  <a:cubicBezTo>
                    <a:pt x="47482" y="6010"/>
                    <a:pt x="45994" y="9265"/>
                    <a:pt x="45994" y="11357"/>
                  </a:cubicBezTo>
                  <a:cubicBezTo>
                    <a:pt x="45994" y="13914"/>
                    <a:pt x="48102" y="15658"/>
                    <a:pt x="50954" y="15658"/>
                  </a:cubicBezTo>
                  <a:cubicBezTo>
                    <a:pt x="53806" y="15658"/>
                    <a:pt x="57897" y="13449"/>
                    <a:pt x="57897" y="8567"/>
                  </a:cubicBezTo>
                  <a:cubicBezTo>
                    <a:pt x="57897" y="2522"/>
                    <a:pt x="51078" y="81"/>
                    <a:pt x="44754" y="81"/>
                  </a:cubicBezTo>
                  <a:cubicBezTo>
                    <a:pt x="38306" y="81"/>
                    <a:pt x="32726" y="2522"/>
                    <a:pt x="27271" y="8335"/>
                  </a:cubicBezTo>
                  <a:cubicBezTo>
                    <a:pt x="25039" y="1244"/>
                    <a:pt x="17475" y="81"/>
                    <a:pt x="14499" y="81"/>
                  </a:cubicBezTo>
                  <a:cubicBezTo>
                    <a:pt x="9911" y="81"/>
                    <a:pt x="6812" y="2755"/>
                    <a:pt x="4828" y="6010"/>
                  </a:cubicBezTo>
                  <a:cubicBezTo>
                    <a:pt x="1976" y="10543"/>
                    <a:pt x="240" y="17286"/>
                    <a:pt x="240" y="17867"/>
                  </a:cubicBezTo>
                  <a:cubicBezTo>
                    <a:pt x="240" y="19378"/>
                    <a:pt x="1976" y="19378"/>
                    <a:pt x="2348" y="19378"/>
                  </a:cubicBezTo>
                  <a:cubicBezTo>
                    <a:pt x="4084" y="19378"/>
                    <a:pt x="4208" y="19029"/>
                    <a:pt x="5076" y="15891"/>
                  </a:cubicBezTo>
                  <a:cubicBezTo>
                    <a:pt x="6936" y="8800"/>
                    <a:pt x="9291" y="3336"/>
                    <a:pt x="14127" y="3336"/>
                  </a:cubicBezTo>
                  <a:cubicBezTo>
                    <a:pt x="17351" y="3336"/>
                    <a:pt x="18219" y="5893"/>
                    <a:pt x="18219" y="9032"/>
                  </a:cubicBezTo>
                  <a:cubicBezTo>
                    <a:pt x="18219" y="11241"/>
                    <a:pt x="17103" y="15542"/>
                    <a:pt x="16235" y="18680"/>
                  </a:cubicBezTo>
                  <a:cubicBezTo>
                    <a:pt x="15367" y="21819"/>
                    <a:pt x="14127" y="26585"/>
                    <a:pt x="13507" y="29143"/>
                  </a:cubicBezTo>
                  <a:lnTo>
                    <a:pt x="9539" y="44022"/>
                  </a:lnTo>
                  <a:cubicBezTo>
                    <a:pt x="9043" y="45533"/>
                    <a:pt x="8299" y="48439"/>
                    <a:pt x="8299" y="48788"/>
                  </a:cubicBezTo>
                  <a:cubicBezTo>
                    <a:pt x="8299" y="51345"/>
                    <a:pt x="10531" y="52508"/>
                    <a:pt x="12515" y="52508"/>
                  </a:cubicBezTo>
                  <a:cubicBezTo>
                    <a:pt x="14375" y="52508"/>
                    <a:pt x="16855" y="51462"/>
                    <a:pt x="17847" y="49137"/>
                  </a:cubicBezTo>
                  <a:cubicBezTo>
                    <a:pt x="18095" y="48439"/>
                    <a:pt x="19459" y="43324"/>
                    <a:pt x="20203" y="40418"/>
                  </a:cubicBezTo>
                  <a:lnTo>
                    <a:pt x="23551" y="27864"/>
                  </a:lnTo>
                  <a:close/>
                </a:path>
              </a:pathLst>
            </a:custGeom>
            <a:solidFill>
              <a:srgbClr val="000000"/>
            </a:solidFill>
            <a:ln w="1524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/>
            </a:p>
          </p:txBody>
        </p:sp>
        <p:sp>
          <p:nvSpPr>
            <p:cNvPr id="1178" name="任意形状 1177">
              <a:extLst>
                <a:ext uri="{FF2B5EF4-FFF2-40B4-BE49-F238E27FC236}">
                  <a16:creationId xmlns:a16="http://schemas.microsoft.com/office/drawing/2014/main" id="{FBB3021C-1722-F7B7-1322-D00A9BDB4B1F}"/>
                </a:ext>
              </a:extLst>
            </p:cNvPr>
            <p:cNvSpPr/>
            <p:nvPr>
              <p:custDataLst>
                <p:tags r:id="rId96"/>
              </p:custDataLst>
            </p:nvPr>
          </p:nvSpPr>
          <p:spPr>
            <a:xfrm>
              <a:off x="11323998" y="4391572"/>
              <a:ext cx="24533" cy="43259"/>
            </a:xfrm>
            <a:custGeom>
              <a:avLst/>
              <a:gdLst>
                <a:gd name="connsiteX0" fmla="*/ 23891 w 24533"/>
                <a:gd name="connsiteY0" fmla="*/ 7884 h 43259"/>
                <a:gd name="connsiteX1" fmla="*/ 24777 w 24533"/>
                <a:gd name="connsiteY1" fmla="*/ 4978 h 43259"/>
                <a:gd name="connsiteX2" fmla="*/ 19286 w 24533"/>
                <a:gd name="connsiteY2" fmla="*/ 79 h 43259"/>
                <a:gd name="connsiteX3" fmla="*/ 14237 w 24533"/>
                <a:gd name="connsiteY3" fmla="*/ 3899 h 43259"/>
                <a:gd name="connsiteX4" fmla="*/ 598 w 24533"/>
                <a:gd name="connsiteY4" fmla="*/ 39852 h 43259"/>
                <a:gd name="connsiteX5" fmla="*/ 244 w 24533"/>
                <a:gd name="connsiteY5" fmla="*/ 41180 h 43259"/>
                <a:gd name="connsiteX6" fmla="*/ 4052 w 24533"/>
                <a:gd name="connsiteY6" fmla="*/ 43339 h 43259"/>
                <a:gd name="connsiteX7" fmla="*/ 5558 w 24533"/>
                <a:gd name="connsiteY7" fmla="*/ 41928 h 43259"/>
                <a:gd name="connsiteX8" fmla="*/ 23891 w 24533"/>
                <a:gd name="connsiteY8" fmla="*/ 7884 h 432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4533" h="43259">
                  <a:moveTo>
                    <a:pt x="23891" y="7884"/>
                  </a:moveTo>
                  <a:cubicBezTo>
                    <a:pt x="23980" y="7801"/>
                    <a:pt x="24777" y="6224"/>
                    <a:pt x="24777" y="4978"/>
                  </a:cubicBezTo>
                  <a:cubicBezTo>
                    <a:pt x="24777" y="1989"/>
                    <a:pt x="21943" y="79"/>
                    <a:pt x="19286" y="79"/>
                  </a:cubicBezTo>
                  <a:cubicBezTo>
                    <a:pt x="15654" y="79"/>
                    <a:pt x="14680" y="2653"/>
                    <a:pt x="14237" y="3899"/>
                  </a:cubicBezTo>
                  <a:lnTo>
                    <a:pt x="598" y="39852"/>
                  </a:lnTo>
                  <a:cubicBezTo>
                    <a:pt x="244" y="40848"/>
                    <a:pt x="244" y="41097"/>
                    <a:pt x="244" y="41180"/>
                  </a:cubicBezTo>
                  <a:cubicBezTo>
                    <a:pt x="244" y="42509"/>
                    <a:pt x="3964" y="43339"/>
                    <a:pt x="4052" y="43339"/>
                  </a:cubicBezTo>
                  <a:cubicBezTo>
                    <a:pt x="4849" y="43339"/>
                    <a:pt x="5026" y="42924"/>
                    <a:pt x="5558" y="41928"/>
                  </a:cubicBezTo>
                  <a:lnTo>
                    <a:pt x="23891" y="7884"/>
                  </a:lnTo>
                  <a:close/>
                </a:path>
              </a:pathLst>
            </a:custGeom>
            <a:solidFill>
              <a:srgbClr val="000000"/>
            </a:solidFill>
            <a:ln w="1524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/>
            </a:p>
          </p:txBody>
        </p:sp>
        <p:sp>
          <p:nvSpPr>
            <p:cNvPr id="1179" name="任意形状 1178">
              <a:extLst>
                <a:ext uri="{FF2B5EF4-FFF2-40B4-BE49-F238E27FC236}">
                  <a16:creationId xmlns:a16="http://schemas.microsoft.com/office/drawing/2014/main" id="{5EA1D84C-4CBB-0ADB-CC25-D48BAF362061}"/>
                </a:ext>
              </a:extLst>
            </p:cNvPr>
            <p:cNvSpPr/>
            <p:nvPr>
              <p:custDataLst>
                <p:tags r:id="rId97"/>
              </p:custDataLst>
            </p:nvPr>
          </p:nvSpPr>
          <p:spPr>
            <a:xfrm>
              <a:off x="11377066" y="4404127"/>
              <a:ext cx="68569" cy="75908"/>
            </a:xfrm>
            <a:custGeom>
              <a:avLst/>
              <a:gdLst>
                <a:gd name="connsiteX0" fmla="*/ 63856 w 68569"/>
                <a:gd name="connsiteY0" fmla="*/ 40883 h 75908"/>
                <a:gd name="connsiteX1" fmla="*/ 68816 w 68569"/>
                <a:gd name="connsiteY1" fmla="*/ 38093 h 75908"/>
                <a:gd name="connsiteX2" fmla="*/ 63856 w 68569"/>
                <a:gd name="connsiteY2" fmla="*/ 35187 h 75908"/>
                <a:gd name="connsiteX3" fmla="*/ 6446 w 68569"/>
                <a:gd name="connsiteY3" fmla="*/ 35187 h 75908"/>
                <a:gd name="connsiteX4" fmla="*/ 42653 w 68569"/>
                <a:gd name="connsiteY4" fmla="*/ 5777 h 75908"/>
                <a:gd name="connsiteX5" fmla="*/ 63856 w 68569"/>
                <a:gd name="connsiteY5" fmla="*/ 5777 h 75908"/>
                <a:gd name="connsiteX6" fmla="*/ 68816 w 68569"/>
                <a:gd name="connsiteY6" fmla="*/ 2987 h 75908"/>
                <a:gd name="connsiteX7" fmla="*/ 63856 w 68569"/>
                <a:gd name="connsiteY7" fmla="*/ 81 h 75908"/>
                <a:gd name="connsiteX8" fmla="*/ 42157 w 68569"/>
                <a:gd name="connsiteY8" fmla="*/ 81 h 75908"/>
                <a:gd name="connsiteX9" fmla="*/ 246 w 68569"/>
                <a:gd name="connsiteY9" fmla="*/ 37977 h 75908"/>
                <a:gd name="connsiteX10" fmla="*/ 42157 w 68569"/>
                <a:gd name="connsiteY10" fmla="*/ 75989 h 75908"/>
                <a:gd name="connsiteX11" fmla="*/ 63856 w 68569"/>
                <a:gd name="connsiteY11" fmla="*/ 75989 h 75908"/>
                <a:gd name="connsiteX12" fmla="*/ 68816 w 68569"/>
                <a:gd name="connsiteY12" fmla="*/ 73200 h 75908"/>
                <a:gd name="connsiteX13" fmla="*/ 63856 w 68569"/>
                <a:gd name="connsiteY13" fmla="*/ 70293 h 75908"/>
                <a:gd name="connsiteX14" fmla="*/ 42653 w 68569"/>
                <a:gd name="connsiteY14" fmla="*/ 70293 h 75908"/>
                <a:gd name="connsiteX15" fmla="*/ 6446 w 68569"/>
                <a:gd name="connsiteY15" fmla="*/ 40883 h 75908"/>
                <a:gd name="connsiteX16" fmla="*/ 63856 w 68569"/>
                <a:gd name="connsiteY16" fmla="*/ 40883 h 759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68569" h="75908">
                  <a:moveTo>
                    <a:pt x="63856" y="40883"/>
                  </a:moveTo>
                  <a:cubicBezTo>
                    <a:pt x="65840" y="40883"/>
                    <a:pt x="68816" y="40883"/>
                    <a:pt x="68816" y="38093"/>
                  </a:cubicBezTo>
                  <a:cubicBezTo>
                    <a:pt x="68816" y="35187"/>
                    <a:pt x="65964" y="35187"/>
                    <a:pt x="63856" y="35187"/>
                  </a:cubicBezTo>
                  <a:lnTo>
                    <a:pt x="6446" y="35187"/>
                  </a:lnTo>
                  <a:cubicBezTo>
                    <a:pt x="8306" y="18332"/>
                    <a:pt x="23309" y="5777"/>
                    <a:pt x="42653" y="5777"/>
                  </a:cubicBezTo>
                  <a:lnTo>
                    <a:pt x="63856" y="5777"/>
                  </a:lnTo>
                  <a:cubicBezTo>
                    <a:pt x="65840" y="5777"/>
                    <a:pt x="68816" y="5777"/>
                    <a:pt x="68816" y="2987"/>
                  </a:cubicBezTo>
                  <a:cubicBezTo>
                    <a:pt x="68816" y="81"/>
                    <a:pt x="65964" y="81"/>
                    <a:pt x="63856" y="81"/>
                  </a:cubicBezTo>
                  <a:lnTo>
                    <a:pt x="42157" y="81"/>
                  </a:lnTo>
                  <a:cubicBezTo>
                    <a:pt x="19094" y="81"/>
                    <a:pt x="246" y="17053"/>
                    <a:pt x="246" y="37977"/>
                  </a:cubicBezTo>
                  <a:cubicBezTo>
                    <a:pt x="246" y="59366"/>
                    <a:pt x="19342" y="75989"/>
                    <a:pt x="42157" y="75989"/>
                  </a:cubicBezTo>
                  <a:lnTo>
                    <a:pt x="63856" y="75989"/>
                  </a:lnTo>
                  <a:cubicBezTo>
                    <a:pt x="65840" y="75989"/>
                    <a:pt x="68816" y="75989"/>
                    <a:pt x="68816" y="73200"/>
                  </a:cubicBezTo>
                  <a:cubicBezTo>
                    <a:pt x="68816" y="70293"/>
                    <a:pt x="65964" y="70293"/>
                    <a:pt x="63856" y="70293"/>
                  </a:cubicBezTo>
                  <a:lnTo>
                    <a:pt x="42653" y="70293"/>
                  </a:lnTo>
                  <a:cubicBezTo>
                    <a:pt x="23309" y="70293"/>
                    <a:pt x="8306" y="57739"/>
                    <a:pt x="6446" y="40883"/>
                  </a:cubicBezTo>
                  <a:lnTo>
                    <a:pt x="63856" y="40883"/>
                  </a:lnTo>
                  <a:close/>
                </a:path>
              </a:pathLst>
            </a:custGeom>
            <a:solidFill>
              <a:srgbClr val="000000"/>
            </a:solidFill>
            <a:ln w="1524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/>
            </a:p>
          </p:txBody>
        </p:sp>
        <p:sp>
          <p:nvSpPr>
            <p:cNvPr id="1180" name="任意形状 1179">
              <a:extLst>
                <a:ext uri="{FF2B5EF4-FFF2-40B4-BE49-F238E27FC236}">
                  <a16:creationId xmlns:a16="http://schemas.microsoft.com/office/drawing/2014/main" id="{85569109-F4F7-E54B-B60C-71CB32BAD64B}"/>
                </a:ext>
              </a:extLst>
            </p:cNvPr>
            <p:cNvSpPr/>
            <p:nvPr>
              <p:custDataLst>
                <p:tags r:id="rId98"/>
              </p:custDataLst>
            </p:nvPr>
          </p:nvSpPr>
          <p:spPr>
            <a:xfrm>
              <a:off x="11463967" y="4391805"/>
              <a:ext cx="113579" cy="81720"/>
            </a:xfrm>
            <a:custGeom>
              <a:avLst/>
              <a:gdLst>
                <a:gd name="connsiteX0" fmla="*/ 55430 w 113579"/>
                <a:gd name="connsiteY0" fmla="*/ 7172 h 81720"/>
                <a:gd name="connsiteX1" fmla="*/ 86428 w 113579"/>
                <a:gd name="connsiteY1" fmla="*/ 19727 h 81720"/>
                <a:gd name="connsiteX2" fmla="*/ 58033 w 113579"/>
                <a:gd name="connsiteY2" fmla="*/ 40651 h 81720"/>
                <a:gd name="connsiteX3" fmla="*/ 50594 w 113579"/>
                <a:gd name="connsiteY3" fmla="*/ 42627 h 81720"/>
                <a:gd name="connsiteX4" fmla="*/ 46502 w 113579"/>
                <a:gd name="connsiteY4" fmla="*/ 46696 h 81720"/>
                <a:gd name="connsiteX5" fmla="*/ 47866 w 113579"/>
                <a:gd name="connsiteY5" fmla="*/ 47742 h 81720"/>
                <a:gd name="connsiteX6" fmla="*/ 63489 w 113579"/>
                <a:gd name="connsiteY6" fmla="*/ 64249 h 81720"/>
                <a:gd name="connsiteX7" fmla="*/ 82088 w 113579"/>
                <a:gd name="connsiteY7" fmla="*/ 81802 h 81720"/>
                <a:gd name="connsiteX8" fmla="*/ 113831 w 113579"/>
                <a:gd name="connsiteY8" fmla="*/ 64946 h 81720"/>
                <a:gd name="connsiteX9" fmla="*/ 112343 w 113579"/>
                <a:gd name="connsiteY9" fmla="*/ 64016 h 81720"/>
                <a:gd name="connsiteX10" fmla="*/ 102920 w 113579"/>
                <a:gd name="connsiteY10" fmla="*/ 69015 h 81720"/>
                <a:gd name="connsiteX11" fmla="*/ 90892 w 113579"/>
                <a:gd name="connsiteY11" fmla="*/ 74711 h 81720"/>
                <a:gd name="connsiteX12" fmla="*/ 74401 w 113579"/>
                <a:gd name="connsiteY12" fmla="*/ 57390 h 81720"/>
                <a:gd name="connsiteX13" fmla="*/ 65969 w 113579"/>
                <a:gd name="connsiteY13" fmla="*/ 45184 h 81720"/>
                <a:gd name="connsiteX14" fmla="*/ 97960 w 113579"/>
                <a:gd name="connsiteY14" fmla="*/ 14496 h 81720"/>
                <a:gd name="connsiteX15" fmla="*/ 54686 w 113579"/>
                <a:gd name="connsiteY15" fmla="*/ 81 h 81720"/>
                <a:gd name="connsiteX16" fmla="*/ 20463 w 113579"/>
                <a:gd name="connsiteY16" fmla="*/ 4150 h 81720"/>
                <a:gd name="connsiteX17" fmla="*/ 252 w 113579"/>
                <a:gd name="connsiteY17" fmla="*/ 22284 h 81720"/>
                <a:gd name="connsiteX18" fmla="*/ 1740 w 113579"/>
                <a:gd name="connsiteY18" fmla="*/ 23330 h 81720"/>
                <a:gd name="connsiteX19" fmla="*/ 11783 w 113579"/>
                <a:gd name="connsiteY19" fmla="*/ 16937 h 81720"/>
                <a:gd name="connsiteX20" fmla="*/ 34970 w 113579"/>
                <a:gd name="connsiteY20" fmla="*/ 7172 h 81720"/>
                <a:gd name="connsiteX21" fmla="*/ 16247 w 113579"/>
                <a:gd name="connsiteY21" fmla="*/ 78314 h 81720"/>
                <a:gd name="connsiteX22" fmla="*/ 15255 w 113579"/>
                <a:gd name="connsiteY22" fmla="*/ 80755 h 81720"/>
                <a:gd name="connsiteX23" fmla="*/ 16743 w 113579"/>
                <a:gd name="connsiteY23" fmla="*/ 81802 h 81720"/>
                <a:gd name="connsiteX24" fmla="*/ 26043 w 113579"/>
                <a:gd name="connsiteY24" fmla="*/ 76919 h 81720"/>
                <a:gd name="connsiteX25" fmla="*/ 46006 w 113579"/>
                <a:gd name="connsiteY25" fmla="*/ 7172 h 81720"/>
                <a:gd name="connsiteX26" fmla="*/ 55430 w 113579"/>
                <a:gd name="connsiteY26" fmla="*/ 7172 h 817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113579" h="81720">
                  <a:moveTo>
                    <a:pt x="55430" y="7172"/>
                  </a:moveTo>
                  <a:cubicBezTo>
                    <a:pt x="80601" y="7172"/>
                    <a:pt x="86428" y="12054"/>
                    <a:pt x="86428" y="19727"/>
                  </a:cubicBezTo>
                  <a:cubicBezTo>
                    <a:pt x="86428" y="29026"/>
                    <a:pt x="78989" y="40070"/>
                    <a:pt x="58033" y="40651"/>
                  </a:cubicBezTo>
                  <a:cubicBezTo>
                    <a:pt x="55430" y="40767"/>
                    <a:pt x="53942" y="40767"/>
                    <a:pt x="50594" y="42627"/>
                  </a:cubicBezTo>
                  <a:cubicBezTo>
                    <a:pt x="48610" y="43789"/>
                    <a:pt x="46502" y="45533"/>
                    <a:pt x="46502" y="46696"/>
                  </a:cubicBezTo>
                  <a:cubicBezTo>
                    <a:pt x="46502" y="47393"/>
                    <a:pt x="46874" y="47626"/>
                    <a:pt x="47866" y="47742"/>
                  </a:cubicBezTo>
                  <a:cubicBezTo>
                    <a:pt x="53322" y="48556"/>
                    <a:pt x="56174" y="51694"/>
                    <a:pt x="63489" y="64249"/>
                  </a:cubicBezTo>
                  <a:cubicBezTo>
                    <a:pt x="70185" y="75873"/>
                    <a:pt x="74277" y="81802"/>
                    <a:pt x="82088" y="81802"/>
                  </a:cubicBezTo>
                  <a:cubicBezTo>
                    <a:pt x="98208" y="81802"/>
                    <a:pt x="113831" y="67387"/>
                    <a:pt x="113831" y="64946"/>
                  </a:cubicBezTo>
                  <a:cubicBezTo>
                    <a:pt x="113831" y="64830"/>
                    <a:pt x="113707" y="64016"/>
                    <a:pt x="112343" y="64016"/>
                  </a:cubicBezTo>
                  <a:cubicBezTo>
                    <a:pt x="111227" y="64016"/>
                    <a:pt x="106515" y="65062"/>
                    <a:pt x="102920" y="69015"/>
                  </a:cubicBezTo>
                  <a:cubicBezTo>
                    <a:pt x="101308" y="70758"/>
                    <a:pt x="97588" y="74711"/>
                    <a:pt x="90892" y="74711"/>
                  </a:cubicBezTo>
                  <a:cubicBezTo>
                    <a:pt x="84196" y="74711"/>
                    <a:pt x="79733" y="66806"/>
                    <a:pt x="74401" y="57390"/>
                  </a:cubicBezTo>
                  <a:cubicBezTo>
                    <a:pt x="69689" y="49369"/>
                    <a:pt x="67581" y="46812"/>
                    <a:pt x="65969" y="45184"/>
                  </a:cubicBezTo>
                  <a:cubicBezTo>
                    <a:pt x="88040" y="37977"/>
                    <a:pt x="97960" y="25190"/>
                    <a:pt x="97960" y="14496"/>
                  </a:cubicBezTo>
                  <a:cubicBezTo>
                    <a:pt x="97960" y="81"/>
                    <a:pt x="78617" y="81"/>
                    <a:pt x="54686" y="81"/>
                  </a:cubicBezTo>
                  <a:cubicBezTo>
                    <a:pt x="39062" y="81"/>
                    <a:pt x="31499" y="81"/>
                    <a:pt x="20463" y="4150"/>
                  </a:cubicBezTo>
                  <a:cubicBezTo>
                    <a:pt x="3972" y="10311"/>
                    <a:pt x="252" y="20424"/>
                    <a:pt x="252" y="22284"/>
                  </a:cubicBezTo>
                  <a:cubicBezTo>
                    <a:pt x="252" y="23214"/>
                    <a:pt x="1120" y="23330"/>
                    <a:pt x="1740" y="23330"/>
                  </a:cubicBezTo>
                  <a:cubicBezTo>
                    <a:pt x="3600" y="23330"/>
                    <a:pt x="10295" y="21005"/>
                    <a:pt x="11783" y="16937"/>
                  </a:cubicBezTo>
                  <a:cubicBezTo>
                    <a:pt x="13395" y="12287"/>
                    <a:pt x="15007" y="8102"/>
                    <a:pt x="34970" y="7172"/>
                  </a:cubicBezTo>
                  <a:cubicBezTo>
                    <a:pt x="32614" y="38791"/>
                    <a:pt x="23315" y="62505"/>
                    <a:pt x="16247" y="78314"/>
                  </a:cubicBezTo>
                  <a:cubicBezTo>
                    <a:pt x="15255" y="80407"/>
                    <a:pt x="15255" y="80639"/>
                    <a:pt x="15255" y="80755"/>
                  </a:cubicBezTo>
                  <a:cubicBezTo>
                    <a:pt x="15255" y="81569"/>
                    <a:pt x="15875" y="81802"/>
                    <a:pt x="16743" y="81802"/>
                  </a:cubicBezTo>
                  <a:cubicBezTo>
                    <a:pt x="19471" y="81802"/>
                    <a:pt x="24679" y="78896"/>
                    <a:pt x="26043" y="76919"/>
                  </a:cubicBezTo>
                  <a:cubicBezTo>
                    <a:pt x="26291" y="76571"/>
                    <a:pt x="42658" y="45068"/>
                    <a:pt x="46006" y="7172"/>
                  </a:cubicBezTo>
                  <a:lnTo>
                    <a:pt x="55430" y="7172"/>
                  </a:lnTo>
                  <a:close/>
                </a:path>
              </a:pathLst>
            </a:custGeom>
            <a:solidFill>
              <a:srgbClr val="000000"/>
            </a:solidFill>
            <a:ln w="1524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/>
            </a:p>
          </p:txBody>
        </p:sp>
        <p:sp>
          <p:nvSpPr>
            <p:cNvPr id="1181" name="任意形状 1180">
              <a:extLst>
                <a:ext uri="{FF2B5EF4-FFF2-40B4-BE49-F238E27FC236}">
                  <a16:creationId xmlns:a16="http://schemas.microsoft.com/office/drawing/2014/main" id="{95663814-63A2-1FAE-06FE-CEF238288AAD}"/>
                </a:ext>
              </a:extLst>
            </p:cNvPr>
            <p:cNvSpPr/>
            <p:nvPr>
              <p:custDataLst>
                <p:tags r:id="rId99"/>
              </p:custDataLst>
            </p:nvPr>
          </p:nvSpPr>
          <p:spPr>
            <a:xfrm>
              <a:off x="11594662" y="4457832"/>
              <a:ext cx="15747" cy="35803"/>
            </a:xfrm>
            <a:custGeom>
              <a:avLst/>
              <a:gdLst>
                <a:gd name="connsiteX0" fmla="*/ 12534 w 15747"/>
                <a:gd name="connsiteY0" fmla="*/ 11590 h 35803"/>
                <a:gd name="connsiteX1" fmla="*/ 2862 w 15747"/>
                <a:gd name="connsiteY1" fmla="*/ 32862 h 35803"/>
                <a:gd name="connsiteX2" fmla="*/ 1995 w 15747"/>
                <a:gd name="connsiteY2" fmla="*/ 34257 h 35803"/>
                <a:gd name="connsiteX3" fmla="*/ 3730 w 15747"/>
                <a:gd name="connsiteY3" fmla="*/ 35885 h 35803"/>
                <a:gd name="connsiteX4" fmla="*/ 16006 w 15747"/>
                <a:gd name="connsiteY4" fmla="*/ 12752 h 35803"/>
                <a:gd name="connsiteX5" fmla="*/ 7326 w 15747"/>
                <a:gd name="connsiteY5" fmla="*/ 81 h 35803"/>
                <a:gd name="connsiteX6" fmla="*/ 259 w 15747"/>
                <a:gd name="connsiteY6" fmla="*/ 6707 h 35803"/>
                <a:gd name="connsiteX7" fmla="*/ 7450 w 15747"/>
                <a:gd name="connsiteY7" fmla="*/ 13449 h 35803"/>
                <a:gd name="connsiteX8" fmla="*/ 12534 w 15747"/>
                <a:gd name="connsiteY8" fmla="*/ 11590 h 358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5747" h="35803">
                  <a:moveTo>
                    <a:pt x="12534" y="11590"/>
                  </a:moveTo>
                  <a:cubicBezTo>
                    <a:pt x="12534" y="17983"/>
                    <a:pt x="11294" y="25423"/>
                    <a:pt x="2862" y="32862"/>
                  </a:cubicBezTo>
                  <a:cubicBezTo>
                    <a:pt x="2367" y="33327"/>
                    <a:pt x="1995" y="33676"/>
                    <a:pt x="1995" y="34257"/>
                  </a:cubicBezTo>
                  <a:cubicBezTo>
                    <a:pt x="1995" y="35071"/>
                    <a:pt x="2986" y="35885"/>
                    <a:pt x="3730" y="35885"/>
                  </a:cubicBezTo>
                  <a:cubicBezTo>
                    <a:pt x="5466" y="35885"/>
                    <a:pt x="16006" y="26585"/>
                    <a:pt x="16006" y="12752"/>
                  </a:cubicBezTo>
                  <a:cubicBezTo>
                    <a:pt x="16006" y="5545"/>
                    <a:pt x="13030" y="81"/>
                    <a:pt x="7326" y="81"/>
                  </a:cubicBezTo>
                  <a:cubicBezTo>
                    <a:pt x="3234" y="81"/>
                    <a:pt x="259" y="3104"/>
                    <a:pt x="259" y="6707"/>
                  </a:cubicBezTo>
                  <a:cubicBezTo>
                    <a:pt x="259" y="10427"/>
                    <a:pt x="3110" y="13449"/>
                    <a:pt x="7450" y="13449"/>
                  </a:cubicBezTo>
                  <a:cubicBezTo>
                    <a:pt x="10426" y="13449"/>
                    <a:pt x="12410" y="11590"/>
                    <a:pt x="12534" y="11590"/>
                  </a:cubicBezTo>
                  <a:close/>
                </a:path>
              </a:pathLst>
            </a:custGeom>
            <a:solidFill>
              <a:srgbClr val="000000"/>
            </a:solidFill>
            <a:ln w="1524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/>
            </a:p>
          </p:txBody>
        </p:sp>
        <p:sp>
          <p:nvSpPr>
            <p:cNvPr id="1182" name="任意形状 1181">
              <a:extLst>
                <a:ext uri="{FF2B5EF4-FFF2-40B4-BE49-F238E27FC236}">
                  <a16:creationId xmlns:a16="http://schemas.microsoft.com/office/drawing/2014/main" id="{911D0E32-1BA8-4EC2-918C-67F5AFF600E7}"/>
                </a:ext>
              </a:extLst>
            </p:cNvPr>
            <p:cNvSpPr/>
            <p:nvPr>
              <p:custDataLst>
                <p:tags r:id="rId100"/>
              </p:custDataLst>
            </p:nvPr>
          </p:nvSpPr>
          <p:spPr>
            <a:xfrm>
              <a:off x="11652865" y="4419936"/>
              <a:ext cx="57657" cy="52426"/>
            </a:xfrm>
            <a:custGeom>
              <a:avLst/>
              <a:gdLst>
                <a:gd name="connsiteX0" fmla="*/ 23573 w 57657"/>
                <a:gd name="connsiteY0" fmla="*/ 27864 h 52426"/>
                <a:gd name="connsiteX1" fmla="*/ 26797 w 57657"/>
                <a:gd name="connsiteY1" fmla="*/ 16123 h 52426"/>
                <a:gd name="connsiteX2" fmla="*/ 34609 w 57657"/>
                <a:gd name="connsiteY2" fmla="*/ 6591 h 52426"/>
                <a:gd name="connsiteX3" fmla="*/ 44653 w 57657"/>
                <a:gd name="connsiteY3" fmla="*/ 3336 h 52426"/>
                <a:gd name="connsiteX4" fmla="*/ 51472 w 57657"/>
                <a:gd name="connsiteY4" fmla="*/ 4964 h 52426"/>
                <a:gd name="connsiteX5" fmla="*/ 46016 w 57657"/>
                <a:gd name="connsiteY5" fmla="*/ 11357 h 52426"/>
                <a:gd name="connsiteX6" fmla="*/ 50976 w 57657"/>
                <a:gd name="connsiteY6" fmla="*/ 15658 h 52426"/>
                <a:gd name="connsiteX7" fmla="*/ 57920 w 57657"/>
                <a:gd name="connsiteY7" fmla="*/ 8567 h 52426"/>
                <a:gd name="connsiteX8" fmla="*/ 44777 w 57657"/>
                <a:gd name="connsiteY8" fmla="*/ 81 h 52426"/>
                <a:gd name="connsiteX9" fmla="*/ 27293 w 57657"/>
                <a:gd name="connsiteY9" fmla="*/ 8335 h 52426"/>
                <a:gd name="connsiteX10" fmla="*/ 14522 w 57657"/>
                <a:gd name="connsiteY10" fmla="*/ 81 h 52426"/>
                <a:gd name="connsiteX11" fmla="*/ 4850 w 57657"/>
                <a:gd name="connsiteY11" fmla="*/ 6010 h 52426"/>
                <a:gd name="connsiteX12" fmla="*/ 262 w 57657"/>
                <a:gd name="connsiteY12" fmla="*/ 17867 h 52426"/>
                <a:gd name="connsiteX13" fmla="*/ 2370 w 57657"/>
                <a:gd name="connsiteY13" fmla="*/ 19378 h 52426"/>
                <a:gd name="connsiteX14" fmla="*/ 5098 w 57657"/>
                <a:gd name="connsiteY14" fmla="*/ 15891 h 52426"/>
                <a:gd name="connsiteX15" fmla="*/ 14150 w 57657"/>
                <a:gd name="connsiteY15" fmla="*/ 3336 h 52426"/>
                <a:gd name="connsiteX16" fmla="*/ 18242 w 57657"/>
                <a:gd name="connsiteY16" fmla="*/ 9032 h 52426"/>
                <a:gd name="connsiteX17" fmla="*/ 16258 w 57657"/>
                <a:gd name="connsiteY17" fmla="*/ 18680 h 52426"/>
                <a:gd name="connsiteX18" fmla="*/ 13530 w 57657"/>
                <a:gd name="connsiteY18" fmla="*/ 29143 h 52426"/>
                <a:gd name="connsiteX19" fmla="*/ 9562 w 57657"/>
                <a:gd name="connsiteY19" fmla="*/ 44022 h 52426"/>
                <a:gd name="connsiteX20" fmla="*/ 8322 w 57657"/>
                <a:gd name="connsiteY20" fmla="*/ 48788 h 52426"/>
                <a:gd name="connsiteX21" fmla="*/ 12538 w 57657"/>
                <a:gd name="connsiteY21" fmla="*/ 52508 h 52426"/>
                <a:gd name="connsiteX22" fmla="*/ 17870 w 57657"/>
                <a:gd name="connsiteY22" fmla="*/ 49137 h 52426"/>
                <a:gd name="connsiteX23" fmla="*/ 20226 w 57657"/>
                <a:gd name="connsiteY23" fmla="*/ 40418 h 52426"/>
                <a:gd name="connsiteX24" fmla="*/ 23573 w 57657"/>
                <a:gd name="connsiteY24" fmla="*/ 27864 h 52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57657" h="52426">
                  <a:moveTo>
                    <a:pt x="23573" y="27864"/>
                  </a:moveTo>
                  <a:cubicBezTo>
                    <a:pt x="23697" y="27166"/>
                    <a:pt x="26549" y="16704"/>
                    <a:pt x="26797" y="16123"/>
                  </a:cubicBezTo>
                  <a:cubicBezTo>
                    <a:pt x="27045" y="15193"/>
                    <a:pt x="30641" y="9381"/>
                    <a:pt x="34609" y="6591"/>
                  </a:cubicBezTo>
                  <a:cubicBezTo>
                    <a:pt x="35973" y="5661"/>
                    <a:pt x="39321" y="3336"/>
                    <a:pt x="44653" y="3336"/>
                  </a:cubicBezTo>
                  <a:cubicBezTo>
                    <a:pt x="45892" y="3336"/>
                    <a:pt x="48992" y="3452"/>
                    <a:pt x="51472" y="4964"/>
                  </a:cubicBezTo>
                  <a:cubicBezTo>
                    <a:pt x="47504" y="6010"/>
                    <a:pt x="46016" y="9265"/>
                    <a:pt x="46016" y="11357"/>
                  </a:cubicBezTo>
                  <a:cubicBezTo>
                    <a:pt x="46016" y="13914"/>
                    <a:pt x="48124" y="15658"/>
                    <a:pt x="50976" y="15658"/>
                  </a:cubicBezTo>
                  <a:cubicBezTo>
                    <a:pt x="53828" y="15658"/>
                    <a:pt x="57920" y="13449"/>
                    <a:pt x="57920" y="8567"/>
                  </a:cubicBezTo>
                  <a:cubicBezTo>
                    <a:pt x="57920" y="2522"/>
                    <a:pt x="51100" y="81"/>
                    <a:pt x="44777" y="81"/>
                  </a:cubicBezTo>
                  <a:cubicBezTo>
                    <a:pt x="38329" y="81"/>
                    <a:pt x="32749" y="2522"/>
                    <a:pt x="27293" y="8335"/>
                  </a:cubicBezTo>
                  <a:cubicBezTo>
                    <a:pt x="25061" y="1244"/>
                    <a:pt x="17498" y="81"/>
                    <a:pt x="14522" y="81"/>
                  </a:cubicBezTo>
                  <a:cubicBezTo>
                    <a:pt x="9934" y="81"/>
                    <a:pt x="6834" y="2755"/>
                    <a:pt x="4850" y="6010"/>
                  </a:cubicBezTo>
                  <a:cubicBezTo>
                    <a:pt x="1998" y="10543"/>
                    <a:pt x="262" y="17286"/>
                    <a:pt x="262" y="17867"/>
                  </a:cubicBezTo>
                  <a:cubicBezTo>
                    <a:pt x="262" y="19378"/>
                    <a:pt x="1998" y="19378"/>
                    <a:pt x="2370" y="19378"/>
                  </a:cubicBezTo>
                  <a:cubicBezTo>
                    <a:pt x="4106" y="19378"/>
                    <a:pt x="4230" y="19029"/>
                    <a:pt x="5098" y="15891"/>
                  </a:cubicBezTo>
                  <a:cubicBezTo>
                    <a:pt x="6958" y="8800"/>
                    <a:pt x="9314" y="3336"/>
                    <a:pt x="14150" y="3336"/>
                  </a:cubicBezTo>
                  <a:cubicBezTo>
                    <a:pt x="17374" y="3336"/>
                    <a:pt x="18242" y="5893"/>
                    <a:pt x="18242" y="9032"/>
                  </a:cubicBezTo>
                  <a:cubicBezTo>
                    <a:pt x="18242" y="11241"/>
                    <a:pt x="17126" y="15542"/>
                    <a:pt x="16258" y="18680"/>
                  </a:cubicBezTo>
                  <a:cubicBezTo>
                    <a:pt x="15390" y="21819"/>
                    <a:pt x="14150" y="26585"/>
                    <a:pt x="13530" y="29143"/>
                  </a:cubicBezTo>
                  <a:lnTo>
                    <a:pt x="9562" y="44022"/>
                  </a:lnTo>
                  <a:cubicBezTo>
                    <a:pt x="9066" y="45533"/>
                    <a:pt x="8322" y="48439"/>
                    <a:pt x="8322" y="48788"/>
                  </a:cubicBezTo>
                  <a:cubicBezTo>
                    <a:pt x="8322" y="51345"/>
                    <a:pt x="10554" y="52508"/>
                    <a:pt x="12538" y="52508"/>
                  </a:cubicBezTo>
                  <a:cubicBezTo>
                    <a:pt x="14398" y="52508"/>
                    <a:pt x="16878" y="51462"/>
                    <a:pt x="17870" y="49137"/>
                  </a:cubicBezTo>
                  <a:cubicBezTo>
                    <a:pt x="18118" y="48439"/>
                    <a:pt x="19482" y="43324"/>
                    <a:pt x="20226" y="40418"/>
                  </a:cubicBezTo>
                  <a:lnTo>
                    <a:pt x="23573" y="27864"/>
                  </a:lnTo>
                  <a:close/>
                </a:path>
              </a:pathLst>
            </a:custGeom>
            <a:solidFill>
              <a:srgbClr val="000000"/>
            </a:solidFill>
            <a:ln w="1524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/>
            </a:p>
          </p:txBody>
        </p:sp>
        <p:sp>
          <p:nvSpPr>
            <p:cNvPr id="1183" name="任意形状 1182">
              <a:extLst>
                <a:ext uri="{FF2B5EF4-FFF2-40B4-BE49-F238E27FC236}">
                  <a16:creationId xmlns:a16="http://schemas.microsoft.com/office/drawing/2014/main" id="{F8E09BB5-BDBB-F4AE-D699-60BBC67E4A86}"/>
                </a:ext>
              </a:extLst>
            </p:cNvPr>
            <p:cNvSpPr/>
            <p:nvPr>
              <p:custDataLst>
                <p:tags r:id="rId101"/>
              </p:custDataLst>
            </p:nvPr>
          </p:nvSpPr>
          <p:spPr>
            <a:xfrm>
              <a:off x="11724857" y="4391572"/>
              <a:ext cx="24533" cy="43259"/>
            </a:xfrm>
            <a:custGeom>
              <a:avLst/>
              <a:gdLst>
                <a:gd name="connsiteX0" fmla="*/ 23914 w 24533"/>
                <a:gd name="connsiteY0" fmla="*/ 7884 h 43259"/>
                <a:gd name="connsiteX1" fmla="*/ 24800 w 24533"/>
                <a:gd name="connsiteY1" fmla="*/ 4978 h 43259"/>
                <a:gd name="connsiteX2" fmla="*/ 19308 w 24533"/>
                <a:gd name="connsiteY2" fmla="*/ 79 h 43259"/>
                <a:gd name="connsiteX3" fmla="*/ 14260 w 24533"/>
                <a:gd name="connsiteY3" fmla="*/ 3899 h 43259"/>
                <a:gd name="connsiteX4" fmla="*/ 621 w 24533"/>
                <a:gd name="connsiteY4" fmla="*/ 39852 h 43259"/>
                <a:gd name="connsiteX5" fmla="*/ 266 w 24533"/>
                <a:gd name="connsiteY5" fmla="*/ 41180 h 43259"/>
                <a:gd name="connsiteX6" fmla="*/ 4075 w 24533"/>
                <a:gd name="connsiteY6" fmla="*/ 43339 h 43259"/>
                <a:gd name="connsiteX7" fmla="*/ 5580 w 24533"/>
                <a:gd name="connsiteY7" fmla="*/ 41928 h 43259"/>
                <a:gd name="connsiteX8" fmla="*/ 23914 w 24533"/>
                <a:gd name="connsiteY8" fmla="*/ 7884 h 432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4533" h="43259">
                  <a:moveTo>
                    <a:pt x="23914" y="7884"/>
                  </a:moveTo>
                  <a:cubicBezTo>
                    <a:pt x="24002" y="7801"/>
                    <a:pt x="24800" y="6224"/>
                    <a:pt x="24800" y="4978"/>
                  </a:cubicBezTo>
                  <a:cubicBezTo>
                    <a:pt x="24800" y="1989"/>
                    <a:pt x="21965" y="79"/>
                    <a:pt x="19308" y="79"/>
                  </a:cubicBezTo>
                  <a:cubicBezTo>
                    <a:pt x="15677" y="79"/>
                    <a:pt x="14703" y="2653"/>
                    <a:pt x="14260" y="3899"/>
                  </a:cubicBezTo>
                  <a:lnTo>
                    <a:pt x="621" y="39852"/>
                  </a:lnTo>
                  <a:cubicBezTo>
                    <a:pt x="266" y="40848"/>
                    <a:pt x="266" y="41097"/>
                    <a:pt x="266" y="41180"/>
                  </a:cubicBezTo>
                  <a:cubicBezTo>
                    <a:pt x="266" y="42509"/>
                    <a:pt x="3986" y="43339"/>
                    <a:pt x="4075" y="43339"/>
                  </a:cubicBezTo>
                  <a:cubicBezTo>
                    <a:pt x="4872" y="43339"/>
                    <a:pt x="5049" y="42924"/>
                    <a:pt x="5580" y="41928"/>
                  </a:cubicBezTo>
                  <a:lnTo>
                    <a:pt x="23914" y="7884"/>
                  </a:lnTo>
                  <a:close/>
                </a:path>
              </a:pathLst>
            </a:custGeom>
            <a:solidFill>
              <a:srgbClr val="000000"/>
            </a:solidFill>
            <a:ln w="1524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/>
            </a:p>
          </p:txBody>
        </p:sp>
        <p:sp>
          <p:nvSpPr>
            <p:cNvPr id="1184" name="任意形状 1183">
              <a:extLst>
                <a:ext uri="{FF2B5EF4-FFF2-40B4-BE49-F238E27FC236}">
                  <a16:creationId xmlns:a16="http://schemas.microsoft.com/office/drawing/2014/main" id="{66AE3191-57E4-7573-DDED-9C4D86AA71A5}"/>
                </a:ext>
              </a:extLst>
            </p:cNvPr>
            <p:cNvSpPr/>
            <p:nvPr>
              <p:custDataLst>
                <p:tags r:id="rId102"/>
              </p:custDataLst>
            </p:nvPr>
          </p:nvSpPr>
          <p:spPr>
            <a:xfrm>
              <a:off x="11785613" y="4388201"/>
              <a:ext cx="68445" cy="107759"/>
            </a:xfrm>
            <a:custGeom>
              <a:avLst/>
              <a:gdLst>
                <a:gd name="connsiteX0" fmla="*/ 67722 w 68445"/>
                <a:gd name="connsiteY0" fmla="*/ 5312 h 107759"/>
                <a:gd name="connsiteX1" fmla="*/ 68714 w 68445"/>
                <a:gd name="connsiteY1" fmla="*/ 2987 h 107759"/>
                <a:gd name="connsiteX2" fmla="*/ 65614 w 68445"/>
                <a:gd name="connsiteY2" fmla="*/ 81 h 107759"/>
                <a:gd name="connsiteX3" fmla="*/ 62514 w 68445"/>
                <a:gd name="connsiteY3" fmla="*/ 2290 h 107759"/>
                <a:gd name="connsiteX4" fmla="*/ 1261 w 68445"/>
                <a:gd name="connsiteY4" fmla="*/ 102610 h 107759"/>
                <a:gd name="connsiteX5" fmla="*/ 269 w 68445"/>
                <a:gd name="connsiteY5" fmla="*/ 104935 h 107759"/>
                <a:gd name="connsiteX6" fmla="*/ 3369 w 68445"/>
                <a:gd name="connsiteY6" fmla="*/ 107841 h 107759"/>
                <a:gd name="connsiteX7" fmla="*/ 6469 w 68445"/>
                <a:gd name="connsiteY7" fmla="*/ 105632 h 107759"/>
                <a:gd name="connsiteX8" fmla="*/ 67722 w 68445"/>
                <a:gd name="connsiteY8" fmla="*/ 5312 h 1077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68445" h="107759">
                  <a:moveTo>
                    <a:pt x="67722" y="5312"/>
                  </a:moveTo>
                  <a:cubicBezTo>
                    <a:pt x="68590" y="3917"/>
                    <a:pt x="68714" y="3569"/>
                    <a:pt x="68714" y="2987"/>
                  </a:cubicBezTo>
                  <a:cubicBezTo>
                    <a:pt x="68714" y="1476"/>
                    <a:pt x="67474" y="81"/>
                    <a:pt x="65614" y="81"/>
                  </a:cubicBezTo>
                  <a:cubicBezTo>
                    <a:pt x="64002" y="81"/>
                    <a:pt x="63134" y="1127"/>
                    <a:pt x="62514" y="2290"/>
                  </a:cubicBezTo>
                  <a:lnTo>
                    <a:pt x="1261" y="102610"/>
                  </a:lnTo>
                  <a:cubicBezTo>
                    <a:pt x="393" y="104005"/>
                    <a:pt x="269" y="104353"/>
                    <a:pt x="269" y="104935"/>
                  </a:cubicBezTo>
                  <a:cubicBezTo>
                    <a:pt x="269" y="106446"/>
                    <a:pt x="1509" y="107841"/>
                    <a:pt x="3369" y="107841"/>
                  </a:cubicBezTo>
                  <a:cubicBezTo>
                    <a:pt x="4981" y="107841"/>
                    <a:pt x="5849" y="106794"/>
                    <a:pt x="6469" y="105632"/>
                  </a:cubicBezTo>
                  <a:lnTo>
                    <a:pt x="67722" y="5312"/>
                  </a:lnTo>
                  <a:close/>
                </a:path>
              </a:pathLst>
            </a:custGeom>
            <a:solidFill>
              <a:srgbClr val="000000"/>
            </a:solidFill>
            <a:ln w="1524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/>
            </a:p>
          </p:txBody>
        </p:sp>
        <p:sp>
          <p:nvSpPr>
            <p:cNvPr id="1185" name="任意形状 1184">
              <a:extLst>
                <a:ext uri="{FF2B5EF4-FFF2-40B4-BE49-F238E27FC236}">
                  <a16:creationId xmlns:a16="http://schemas.microsoft.com/office/drawing/2014/main" id="{CD7EDD49-F2F7-F31D-23D9-FCF5F5F17F5C}"/>
                </a:ext>
              </a:extLst>
            </p:cNvPr>
            <p:cNvSpPr/>
            <p:nvPr>
              <p:custDataLst>
                <p:tags r:id="rId103"/>
              </p:custDataLst>
            </p:nvPr>
          </p:nvSpPr>
          <p:spPr>
            <a:xfrm>
              <a:off x="11773213" y="4426446"/>
              <a:ext cx="91260" cy="31270"/>
            </a:xfrm>
            <a:custGeom>
              <a:avLst/>
              <a:gdLst>
                <a:gd name="connsiteX0" fmla="*/ 86817 w 91260"/>
                <a:gd name="connsiteY0" fmla="*/ 5777 h 31270"/>
                <a:gd name="connsiteX1" fmla="*/ 91529 w 91260"/>
                <a:gd name="connsiteY1" fmla="*/ 2871 h 31270"/>
                <a:gd name="connsiteX2" fmla="*/ 86941 w 91260"/>
                <a:gd name="connsiteY2" fmla="*/ 81 h 31270"/>
                <a:gd name="connsiteX3" fmla="*/ 4857 w 91260"/>
                <a:gd name="connsiteY3" fmla="*/ 81 h 31270"/>
                <a:gd name="connsiteX4" fmla="*/ 269 w 91260"/>
                <a:gd name="connsiteY4" fmla="*/ 2871 h 31270"/>
                <a:gd name="connsiteX5" fmla="*/ 4981 w 91260"/>
                <a:gd name="connsiteY5" fmla="*/ 5777 h 31270"/>
                <a:gd name="connsiteX6" fmla="*/ 86817 w 91260"/>
                <a:gd name="connsiteY6" fmla="*/ 5777 h 31270"/>
                <a:gd name="connsiteX7" fmla="*/ 86941 w 91260"/>
                <a:gd name="connsiteY7" fmla="*/ 31351 h 31270"/>
                <a:gd name="connsiteX8" fmla="*/ 91529 w 91260"/>
                <a:gd name="connsiteY8" fmla="*/ 28561 h 31270"/>
                <a:gd name="connsiteX9" fmla="*/ 86817 w 91260"/>
                <a:gd name="connsiteY9" fmla="*/ 25655 h 31270"/>
                <a:gd name="connsiteX10" fmla="*/ 4981 w 91260"/>
                <a:gd name="connsiteY10" fmla="*/ 25655 h 31270"/>
                <a:gd name="connsiteX11" fmla="*/ 269 w 91260"/>
                <a:gd name="connsiteY11" fmla="*/ 28561 h 31270"/>
                <a:gd name="connsiteX12" fmla="*/ 4857 w 91260"/>
                <a:gd name="connsiteY12" fmla="*/ 31351 h 31270"/>
                <a:gd name="connsiteX13" fmla="*/ 86941 w 91260"/>
                <a:gd name="connsiteY13" fmla="*/ 31351 h 312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91260" h="31270">
                  <a:moveTo>
                    <a:pt x="86817" y="5777"/>
                  </a:moveTo>
                  <a:cubicBezTo>
                    <a:pt x="88677" y="5777"/>
                    <a:pt x="91529" y="5777"/>
                    <a:pt x="91529" y="2871"/>
                  </a:cubicBezTo>
                  <a:cubicBezTo>
                    <a:pt x="91529" y="81"/>
                    <a:pt x="88553" y="81"/>
                    <a:pt x="86941" y="81"/>
                  </a:cubicBezTo>
                  <a:lnTo>
                    <a:pt x="4857" y="81"/>
                  </a:lnTo>
                  <a:cubicBezTo>
                    <a:pt x="3245" y="81"/>
                    <a:pt x="269" y="81"/>
                    <a:pt x="269" y="2871"/>
                  </a:cubicBezTo>
                  <a:cubicBezTo>
                    <a:pt x="269" y="5777"/>
                    <a:pt x="3121" y="5777"/>
                    <a:pt x="4981" y="5777"/>
                  </a:cubicBezTo>
                  <a:lnTo>
                    <a:pt x="86817" y="5777"/>
                  </a:lnTo>
                  <a:close/>
                  <a:moveTo>
                    <a:pt x="86941" y="31351"/>
                  </a:moveTo>
                  <a:cubicBezTo>
                    <a:pt x="88553" y="31351"/>
                    <a:pt x="91529" y="31351"/>
                    <a:pt x="91529" y="28561"/>
                  </a:cubicBezTo>
                  <a:cubicBezTo>
                    <a:pt x="91529" y="25655"/>
                    <a:pt x="88677" y="25655"/>
                    <a:pt x="86817" y="25655"/>
                  </a:cubicBezTo>
                  <a:lnTo>
                    <a:pt x="4981" y="25655"/>
                  </a:lnTo>
                  <a:cubicBezTo>
                    <a:pt x="3121" y="25655"/>
                    <a:pt x="269" y="25655"/>
                    <a:pt x="269" y="28561"/>
                  </a:cubicBezTo>
                  <a:cubicBezTo>
                    <a:pt x="269" y="31351"/>
                    <a:pt x="3245" y="31351"/>
                    <a:pt x="4857" y="31351"/>
                  </a:cubicBezTo>
                  <a:lnTo>
                    <a:pt x="86941" y="31351"/>
                  </a:lnTo>
                  <a:close/>
                </a:path>
              </a:pathLst>
            </a:custGeom>
            <a:solidFill>
              <a:srgbClr val="000000"/>
            </a:solidFill>
            <a:ln w="1524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/>
            </a:p>
          </p:txBody>
        </p:sp>
        <p:sp>
          <p:nvSpPr>
            <p:cNvPr id="1186" name="任意形状 1185">
              <a:extLst>
                <a:ext uri="{FF2B5EF4-FFF2-40B4-BE49-F238E27FC236}">
                  <a16:creationId xmlns:a16="http://schemas.microsoft.com/office/drawing/2014/main" id="{9A169730-DA76-2FF5-FEA9-904C012696F7}"/>
                </a:ext>
              </a:extLst>
            </p:cNvPr>
            <p:cNvSpPr/>
            <p:nvPr>
              <p:custDataLst>
                <p:tags r:id="rId104"/>
              </p:custDataLst>
            </p:nvPr>
          </p:nvSpPr>
          <p:spPr>
            <a:xfrm>
              <a:off x="11879104" y="4419936"/>
              <a:ext cx="57657" cy="52426"/>
            </a:xfrm>
            <a:custGeom>
              <a:avLst/>
              <a:gdLst>
                <a:gd name="connsiteX0" fmla="*/ 23586 w 57657"/>
                <a:gd name="connsiteY0" fmla="*/ 27864 h 52426"/>
                <a:gd name="connsiteX1" fmla="*/ 26810 w 57657"/>
                <a:gd name="connsiteY1" fmla="*/ 16123 h 52426"/>
                <a:gd name="connsiteX2" fmla="*/ 34622 w 57657"/>
                <a:gd name="connsiteY2" fmla="*/ 6591 h 52426"/>
                <a:gd name="connsiteX3" fmla="*/ 44665 w 57657"/>
                <a:gd name="connsiteY3" fmla="*/ 3336 h 52426"/>
                <a:gd name="connsiteX4" fmla="*/ 51485 w 57657"/>
                <a:gd name="connsiteY4" fmla="*/ 4964 h 52426"/>
                <a:gd name="connsiteX5" fmla="*/ 46029 w 57657"/>
                <a:gd name="connsiteY5" fmla="*/ 11357 h 52426"/>
                <a:gd name="connsiteX6" fmla="*/ 50989 w 57657"/>
                <a:gd name="connsiteY6" fmla="*/ 15658 h 52426"/>
                <a:gd name="connsiteX7" fmla="*/ 57933 w 57657"/>
                <a:gd name="connsiteY7" fmla="*/ 8567 h 52426"/>
                <a:gd name="connsiteX8" fmla="*/ 44789 w 57657"/>
                <a:gd name="connsiteY8" fmla="*/ 81 h 52426"/>
                <a:gd name="connsiteX9" fmla="*/ 27306 w 57657"/>
                <a:gd name="connsiteY9" fmla="*/ 8335 h 52426"/>
                <a:gd name="connsiteX10" fmla="*/ 14534 w 57657"/>
                <a:gd name="connsiteY10" fmla="*/ 81 h 52426"/>
                <a:gd name="connsiteX11" fmla="*/ 4863 w 57657"/>
                <a:gd name="connsiteY11" fmla="*/ 6010 h 52426"/>
                <a:gd name="connsiteX12" fmla="*/ 275 w 57657"/>
                <a:gd name="connsiteY12" fmla="*/ 17867 h 52426"/>
                <a:gd name="connsiteX13" fmla="*/ 2383 w 57657"/>
                <a:gd name="connsiteY13" fmla="*/ 19378 h 52426"/>
                <a:gd name="connsiteX14" fmla="*/ 5111 w 57657"/>
                <a:gd name="connsiteY14" fmla="*/ 15891 h 52426"/>
                <a:gd name="connsiteX15" fmla="*/ 14162 w 57657"/>
                <a:gd name="connsiteY15" fmla="*/ 3336 h 52426"/>
                <a:gd name="connsiteX16" fmla="*/ 18254 w 57657"/>
                <a:gd name="connsiteY16" fmla="*/ 9032 h 52426"/>
                <a:gd name="connsiteX17" fmla="*/ 16270 w 57657"/>
                <a:gd name="connsiteY17" fmla="*/ 18680 h 52426"/>
                <a:gd name="connsiteX18" fmla="*/ 13543 w 57657"/>
                <a:gd name="connsiteY18" fmla="*/ 29143 h 52426"/>
                <a:gd name="connsiteX19" fmla="*/ 9575 w 57657"/>
                <a:gd name="connsiteY19" fmla="*/ 44022 h 52426"/>
                <a:gd name="connsiteX20" fmla="*/ 8335 w 57657"/>
                <a:gd name="connsiteY20" fmla="*/ 48788 h 52426"/>
                <a:gd name="connsiteX21" fmla="*/ 12551 w 57657"/>
                <a:gd name="connsiteY21" fmla="*/ 52508 h 52426"/>
                <a:gd name="connsiteX22" fmla="*/ 17882 w 57657"/>
                <a:gd name="connsiteY22" fmla="*/ 49137 h 52426"/>
                <a:gd name="connsiteX23" fmla="*/ 20238 w 57657"/>
                <a:gd name="connsiteY23" fmla="*/ 40418 h 52426"/>
                <a:gd name="connsiteX24" fmla="*/ 23586 w 57657"/>
                <a:gd name="connsiteY24" fmla="*/ 27864 h 52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57657" h="52426">
                  <a:moveTo>
                    <a:pt x="23586" y="27864"/>
                  </a:moveTo>
                  <a:cubicBezTo>
                    <a:pt x="23710" y="27166"/>
                    <a:pt x="26562" y="16704"/>
                    <a:pt x="26810" y="16123"/>
                  </a:cubicBezTo>
                  <a:cubicBezTo>
                    <a:pt x="27058" y="15193"/>
                    <a:pt x="30654" y="9381"/>
                    <a:pt x="34622" y="6591"/>
                  </a:cubicBezTo>
                  <a:cubicBezTo>
                    <a:pt x="35986" y="5661"/>
                    <a:pt x="39333" y="3336"/>
                    <a:pt x="44665" y="3336"/>
                  </a:cubicBezTo>
                  <a:cubicBezTo>
                    <a:pt x="45905" y="3336"/>
                    <a:pt x="49005" y="3452"/>
                    <a:pt x="51485" y="4964"/>
                  </a:cubicBezTo>
                  <a:cubicBezTo>
                    <a:pt x="47517" y="6010"/>
                    <a:pt x="46029" y="9265"/>
                    <a:pt x="46029" y="11357"/>
                  </a:cubicBezTo>
                  <a:cubicBezTo>
                    <a:pt x="46029" y="13914"/>
                    <a:pt x="48137" y="15658"/>
                    <a:pt x="50989" y="15658"/>
                  </a:cubicBezTo>
                  <a:cubicBezTo>
                    <a:pt x="53841" y="15658"/>
                    <a:pt x="57933" y="13449"/>
                    <a:pt x="57933" y="8567"/>
                  </a:cubicBezTo>
                  <a:cubicBezTo>
                    <a:pt x="57933" y="2522"/>
                    <a:pt x="51113" y="81"/>
                    <a:pt x="44789" y="81"/>
                  </a:cubicBezTo>
                  <a:cubicBezTo>
                    <a:pt x="38342" y="81"/>
                    <a:pt x="32762" y="2522"/>
                    <a:pt x="27306" y="8335"/>
                  </a:cubicBezTo>
                  <a:cubicBezTo>
                    <a:pt x="25074" y="1244"/>
                    <a:pt x="17510" y="81"/>
                    <a:pt x="14534" y="81"/>
                  </a:cubicBezTo>
                  <a:cubicBezTo>
                    <a:pt x="9947" y="81"/>
                    <a:pt x="6847" y="2755"/>
                    <a:pt x="4863" y="6010"/>
                  </a:cubicBezTo>
                  <a:cubicBezTo>
                    <a:pt x="2011" y="10543"/>
                    <a:pt x="275" y="17286"/>
                    <a:pt x="275" y="17867"/>
                  </a:cubicBezTo>
                  <a:cubicBezTo>
                    <a:pt x="275" y="19378"/>
                    <a:pt x="2011" y="19378"/>
                    <a:pt x="2383" y="19378"/>
                  </a:cubicBezTo>
                  <a:cubicBezTo>
                    <a:pt x="4119" y="19378"/>
                    <a:pt x="4243" y="19029"/>
                    <a:pt x="5111" y="15891"/>
                  </a:cubicBezTo>
                  <a:cubicBezTo>
                    <a:pt x="6971" y="8800"/>
                    <a:pt x="9327" y="3336"/>
                    <a:pt x="14162" y="3336"/>
                  </a:cubicBezTo>
                  <a:cubicBezTo>
                    <a:pt x="17386" y="3336"/>
                    <a:pt x="18254" y="5893"/>
                    <a:pt x="18254" y="9032"/>
                  </a:cubicBezTo>
                  <a:cubicBezTo>
                    <a:pt x="18254" y="11241"/>
                    <a:pt x="17138" y="15542"/>
                    <a:pt x="16270" y="18680"/>
                  </a:cubicBezTo>
                  <a:cubicBezTo>
                    <a:pt x="15402" y="21819"/>
                    <a:pt x="14162" y="26585"/>
                    <a:pt x="13543" y="29143"/>
                  </a:cubicBezTo>
                  <a:lnTo>
                    <a:pt x="9575" y="44022"/>
                  </a:lnTo>
                  <a:cubicBezTo>
                    <a:pt x="9079" y="45533"/>
                    <a:pt x="8335" y="48439"/>
                    <a:pt x="8335" y="48788"/>
                  </a:cubicBezTo>
                  <a:cubicBezTo>
                    <a:pt x="8335" y="51345"/>
                    <a:pt x="10567" y="52508"/>
                    <a:pt x="12551" y="52508"/>
                  </a:cubicBezTo>
                  <a:cubicBezTo>
                    <a:pt x="14410" y="52508"/>
                    <a:pt x="16890" y="51462"/>
                    <a:pt x="17882" y="49137"/>
                  </a:cubicBezTo>
                  <a:cubicBezTo>
                    <a:pt x="18130" y="48439"/>
                    <a:pt x="19494" y="43324"/>
                    <a:pt x="20238" y="40418"/>
                  </a:cubicBezTo>
                  <a:lnTo>
                    <a:pt x="23586" y="27864"/>
                  </a:lnTo>
                  <a:close/>
                </a:path>
              </a:pathLst>
            </a:custGeom>
            <a:solidFill>
              <a:srgbClr val="000000"/>
            </a:solidFill>
            <a:ln w="1524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/>
            </a:p>
          </p:txBody>
        </p:sp>
        <p:sp>
          <p:nvSpPr>
            <p:cNvPr id="1187" name="任意形状 1186">
              <a:extLst>
                <a:ext uri="{FF2B5EF4-FFF2-40B4-BE49-F238E27FC236}">
                  <a16:creationId xmlns:a16="http://schemas.microsoft.com/office/drawing/2014/main" id="{71AA6B38-7209-9DEE-FA8F-E3E5A9A67D4B}"/>
                </a:ext>
              </a:extLst>
            </p:cNvPr>
            <p:cNvSpPr/>
            <p:nvPr>
              <p:custDataLst>
                <p:tags r:id="rId105"/>
              </p:custDataLst>
            </p:nvPr>
          </p:nvSpPr>
          <p:spPr>
            <a:xfrm>
              <a:off x="11981591" y="4289397"/>
              <a:ext cx="65185" cy="75227"/>
            </a:xfrm>
            <a:custGeom>
              <a:avLst/>
              <a:gdLst>
                <a:gd name="connsiteX0" fmla="*/ 60330 w 65185"/>
                <a:gd name="connsiteY0" fmla="*/ 11367 h 75227"/>
                <a:gd name="connsiteX1" fmla="*/ 51827 w 65185"/>
                <a:gd name="connsiteY1" fmla="*/ 18840 h 75227"/>
                <a:gd name="connsiteX2" fmla="*/ 57318 w 65185"/>
                <a:gd name="connsiteY2" fmla="*/ 23656 h 75227"/>
                <a:gd name="connsiteX3" fmla="*/ 65467 w 65185"/>
                <a:gd name="connsiteY3" fmla="*/ 14356 h 75227"/>
                <a:gd name="connsiteX4" fmla="*/ 44387 w 65185"/>
                <a:gd name="connsiteY4" fmla="*/ 75 h 75227"/>
                <a:gd name="connsiteX5" fmla="*/ 14451 w 65185"/>
                <a:gd name="connsiteY5" fmla="*/ 24320 h 75227"/>
                <a:gd name="connsiteX6" fmla="*/ 32696 w 65185"/>
                <a:gd name="connsiteY6" fmla="*/ 40761 h 75227"/>
                <a:gd name="connsiteX7" fmla="*/ 51119 w 65185"/>
                <a:gd name="connsiteY7" fmla="*/ 53382 h 75227"/>
                <a:gd name="connsiteX8" fmla="*/ 25788 w 65185"/>
                <a:gd name="connsiteY8" fmla="*/ 71649 h 75227"/>
                <a:gd name="connsiteX9" fmla="*/ 5595 w 65185"/>
                <a:gd name="connsiteY9" fmla="*/ 62847 h 75227"/>
                <a:gd name="connsiteX10" fmla="*/ 16754 w 65185"/>
                <a:gd name="connsiteY10" fmla="*/ 54046 h 75227"/>
                <a:gd name="connsiteX11" fmla="*/ 10200 w 65185"/>
                <a:gd name="connsiteY11" fmla="*/ 48234 h 75227"/>
                <a:gd name="connsiteX12" fmla="*/ 281 w 65185"/>
                <a:gd name="connsiteY12" fmla="*/ 59194 h 75227"/>
                <a:gd name="connsiteX13" fmla="*/ 25611 w 65185"/>
                <a:gd name="connsiteY13" fmla="*/ 75302 h 75227"/>
                <a:gd name="connsiteX14" fmla="*/ 61215 w 65185"/>
                <a:gd name="connsiteY14" fmla="*/ 47735 h 75227"/>
                <a:gd name="connsiteX15" fmla="*/ 55724 w 65185"/>
                <a:gd name="connsiteY15" fmla="*/ 35613 h 75227"/>
                <a:gd name="connsiteX16" fmla="*/ 38011 w 65185"/>
                <a:gd name="connsiteY16" fmla="*/ 28638 h 75227"/>
                <a:gd name="connsiteX17" fmla="*/ 24548 w 65185"/>
                <a:gd name="connsiteY17" fmla="*/ 18674 h 75227"/>
                <a:gd name="connsiteX18" fmla="*/ 44387 w 65185"/>
                <a:gd name="connsiteY18" fmla="*/ 3728 h 75227"/>
                <a:gd name="connsiteX19" fmla="*/ 60330 w 65185"/>
                <a:gd name="connsiteY19" fmla="*/ 11367 h 752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65185" h="75227">
                  <a:moveTo>
                    <a:pt x="60330" y="11367"/>
                  </a:moveTo>
                  <a:cubicBezTo>
                    <a:pt x="55370" y="11533"/>
                    <a:pt x="51827" y="15187"/>
                    <a:pt x="51827" y="18840"/>
                  </a:cubicBezTo>
                  <a:cubicBezTo>
                    <a:pt x="51827" y="21165"/>
                    <a:pt x="53421" y="23656"/>
                    <a:pt x="57318" y="23656"/>
                  </a:cubicBezTo>
                  <a:cubicBezTo>
                    <a:pt x="61215" y="23656"/>
                    <a:pt x="65467" y="20833"/>
                    <a:pt x="65467" y="14356"/>
                  </a:cubicBezTo>
                  <a:cubicBezTo>
                    <a:pt x="65467" y="6883"/>
                    <a:pt x="57850" y="75"/>
                    <a:pt x="44387" y="75"/>
                  </a:cubicBezTo>
                  <a:cubicBezTo>
                    <a:pt x="21006" y="75"/>
                    <a:pt x="14451" y="17013"/>
                    <a:pt x="14451" y="24320"/>
                  </a:cubicBezTo>
                  <a:cubicBezTo>
                    <a:pt x="14451" y="37273"/>
                    <a:pt x="27560" y="39764"/>
                    <a:pt x="32696" y="40761"/>
                  </a:cubicBezTo>
                  <a:cubicBezTo>
                    <a:pt x="41908" y="42421"/>
                    <a:pt x="51119" y="44248"/>
                    <a:pt x="51119" y="53382"/>
                  </a:cubicBezTo>
                  <a:cubicBezTo>
                    <a:pt x="51119" y="57699"/>
                    <a:pt x="47044" y="71649"/>
                    <a:pt x="25788" y="71649"/>
                  </a:cubicBezTo>
                  <a:cubicBezTo>
                    <a:pt x="23308" y="71649"/>
                    <a:pt x="9669" y="71649"/>
                    <a:pt x="5595" y="62847"/>
                  </a:cubicBezTo>
                  <a:cubicBezTo>
                    <a:pt x="12326" y="63678"/>
                    <a:pt x="16754" y="58696"/>
                    <a:pt x="16754" y="54046"/>
                  </a:cubicBezTo>
                  <a:cubicBezTo>
                    <a:pt x="16754" y="50226"/>
                    <a:pt x="13920" y="48234"/>
                    <a:pt x="10200" y="48234"/>
                  </a:cubicBezTo>
                  <a:cubicBezTo>
                    <a:pt x="5595" y="48234"/>
                    <a:pt x="281" y="51721"/>
                    <a:pt x="281" y="59194"/>
                  </a:cubicBezTo>
                  <a:cubicBezTo>
                    <a:pt x="281" y="68659"/>
                    <a:pt x="10377" y="75302"/>
                    <a:pt x="25611" y="75302"/>
                  </a:cubicBezTo>
                  <a:cubicBezTo>
                    <a:pt x="54307" y="75302"/>
                    <a:pt x="61215" y="55208"/>
                    <a:pt x="61215" y="47735"/>
                  </a:cubicBezTo>
                  <a:cubicBezTo>
                    <a:pt x="61215" y="41757"/>
                    <a:pt x="57850" y="37605"/>
                    <a:pt x="55724" y="35613"/>
                  </a:cubicBezTo>
                  <a:cubicBezTo>
                    <a:pt x="50941" y="30963"/>
                    <a:pt x="45805" y="30132"/>
                    <a:pt x="38011" y="28638"/>
                  </a:cubicBezTo>
                  <a:cubicBezTo>
                    <a:pt x="31634" y="27309"/>
                    <a:pt x="24548" y="26147"/>
                    <a:pt x="24548" y="18674"/>
                  </a:cubicBezTo>
                  <a:cubicBezTo>
                    <a:pt x="24548" y="13858"/>
                    <a:pt x="28799" y="3728"/>
                    <a:pt x="44387" y="3728"/>
                  </a:cubicBezTo>
                  <a:cubicBezTo>
                    <a:pt x="48816" y="3728"/>
                    <a:pt x="57673" y="4891"/>
                    <a:pt x="60330" y="11367"/>
                  </a:cubicBezTo>
                  <a:close/>
                </a:path>
              </a:pathLst>
            </a:custGeom>
            <a:solidFill>
              <a:srgbClr val="000000"/>
            </a:solidFill>
            <a:ln w="1524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/>
            </a:p>
          </p:txBody>
        </p:sp>
        <p:sp>
          <p:nvSpPr>
            <p:cNvPr id="1188" name="任意形状 1187">
              <a:extLst>
                <a:ext uri="{FF2B5EF4-FFF2-40B4-BE49-F238E27FC236}">
                  <a16:creationId xmlns:a16="http://schemas.microsoft.com/office/drawing/2014/main" id="{107DAEA3-D3E9-2891-721A-9221C37FEAAF}"/>
                </a:ext>
              </a:extLst>
            </p:cNvPr>
            <p:cNvSpPr/>
            <p:nvPr>
              <p:custDataLst>
                <p:tags r:id="rId106"/>
              </p:custDataLst>
            </p:nvPr>
          </p:nvSpPr>
          <p:spPr>
            <a:xfrm>
              <a:off x="12062108" y="4336442"/>
              <a:ext cx="104527" cy="51264"/>
            </a:xfrm>
            <a:custGeom>
              <a:avLst/>
              <a:gdLst>
                <a:gd name="connsiteX0" fmla="*/ 95513 w 104527"/>
                <a:gd name="connsiteY0" fmla="*/ 16118 h 51264"/>
                <a:gd name="connsiteX1" fmla="*/ 76914 w 104527"/>
                <a:gd name="connsiteY1" fmla="*/ 76 h 51264"/>
                <a:gd name="connsiteX2" fmla="*/ 57075 w 104527"/>
                <a:gd name="connsiteY2" fmla="*/ 10887 h 51264"/>
                <a:gd name="connsiteX3" fmla="*/ 38848 w 104527"/>
                <a:gd name="connsiteY3" fmla="*/ 76 h 51264"/>
                <a:gd name="connsiteX4" fmla="*/ 18637 w 104527"/>
                <a:gd name="connsiteY4" fmla="*/ 11352 h 51264"/>
                <a:gd name="connsiteX5" fmla="*/ 18513 w 104527"/>
                <a:gd name="connsiteY5" fmla="*/ 11352 h 51264"/>
                <a:gd name="connsiteX6" fmla="*/ 18513 w 104527"/>
                <a:gd name="connsiteY6" fmla="*/ 76 h 51264"/>
                <a:gd name="connsiteX7" fmla="*/ 285 w 104527"/>
                <a:gd name="connsiteY7" fmla="*/ 1355 h 51264"/>
                <a:gd name="connsiteX8" fmla="*/ 285 w 104527"/>
                <a:gd name="connsiteY8" fmla="*/ 5540 h 51264"/>
                <a:gd name="connsiteX9" fmla="*/ 9585 w 104527"/>
                <a:gd name="connsiteY9" fmla="*/ 12049 h 51264"/>
                <a:gd name="connsiteX10" fmla="*/ 9585 w 104527"/>
                <a:gd name="connsiteY10" fmla="*/ 42157 h 51264"/>
                <a:gd name="connsiteX11" fmla="*/ 285 w 104527"/>
                <a:gd name="connsiteY11" fmla="*/ 47156 h 51264"/>
                <a:gd name="connsiteX12" fmla="*/ 285 w 104527"/>
                <a:gd name="connsiteY12" fmla="*/ 51340 h 51264"/>
                <a:gd name="connsiteX13" fmla="*/ 14421 w 104527"/>
                <a:gd name="connsiteY13" fmla="*/ 50875 h 51264"/>
                <a:gd name="connsiteX14" fmla="*/ 28680 w 104527"/>
                <a:gd name="connsiteY14" fmla="*/ 51340 h 51264"/>
                <a:gd name="connsiteX15" fmla="*/ 28680 w 104527"/>
                <a:gd name="connsiteY15" fmla="*/ 47156 h 51264"/>
                <a:gd name="connsiteX16" fmla="*/ 19381 w 104527"/>
                <a:gd name="connsiteY16" fmla="*/ 42157 h 51264"/>
                <a:gd name="connsiteX17" fmla="*/ 19381 w 104527"/>
                <a:gd name="connsiteY17" fmla="*/ 21233 h 51264"/>
                <a:gd name="connsiteX18" fmla="*/ 37856 w 104527"/>
                <a:gd name="connsiteY18" fmla="*/ 3331 h 51264"/>
                <a:gd name="connsiteX19" fmla="*/ 47651 w 104527"/>
                <a:gd name="connsiteY19" fmla="*/ 15653 h 51264"/>
                <a:gd name="connsiteX20" fmla="*/ 47651 w 104527"/>
                <a:gd name="connsiteY20" fmla="*/ 42157 h 51264"/>
                <a:gd name="connsiteX21" fmla="*/ 38352 w 104527"/>
                <a:gd name="connsiteY21" fmla="*/ 47156 h 51264"/>
                <a:gd name="connsiteX22" fmla="*/ 38352 w 104527"/>
                <a:gd name="connsiteY22" fmla="*/ 51340 h 51264"/>
                <a:gd name="connsiteX23" fmla="*/ 52487 w 104527"/>
                <a:gd name="connsiteY23" fmla="*/ 50875 h 51264"/>
                <a:gd name="connsiteX24" fmla="*/ 66747 w 104527"/>
                <a:gd name="connsiteY24" fmla="*/ 51340 h 51264"/>
                <a:gd name="connsiteX25" fmla="*/ 66747 w 104527"/>
                <a:gd name="connsiteY25" fmla="*/ 47156 h 51264"/>
                <a:gd name="connsiteX26" fmla="*/ 57447 w 104527"/>
                <a:gd name="connsiteY26" fmla="*/ 42157 h 51264"/>
                <a:gd name="connsiteX27" fmla="*/ 57447 w 104527"/>
                <a:gd name="connsiteY27" fmla="*/ 21233 h 51264"/>
                <a:gd name="connsiteX28" fmla="*/ 75922 w 104527"/>
                <a:gd name="connsiteY28" fmla="*/ 3331 h 51264"/>
                <a:gd name="connsiteX29" fmla="*/ 85718 w 104527"/>
                <a:gd name="connsiteY29" fmla="*/ 15653 h 51264"/>
                <a:gd name="connsiteX30" fmla="*/ 85718 w 104527"/>
                <a:gd name="connsiteY30" fmla="*/ 42157 h 51264"/>
                <a:gd name="connsiteX31" fmla="*/ 76418 w 104527"/>
                <a:gd name="connsiteY31" fmla="*/ 47156 h 51264"/>
                <a:gd name="connsiteX32" fmla="*/ 76418 w 104527"/>
                <a:gd name="connsiteY32" fmla="*/ 51340 h 51264"/>
                <a:gd name="connsiteX33" fmla="*/ 90554 w 104527"/>
                <a:gd name="connsiteY33" fmla="*/ 50875 h 51264"/>
                <a:gd name="connsiteX34" fmla="*/ 104813 w 104527"/>
                <a:gd name="connsiteY34" fmla="*/ 51340 h 51264"/>
                <a:gd name="connsiteX35" fmla="*/ 104813 w 104527"/>
                <a:gd name="connsiteY35" fmla="*/ 47156 h 51264"/>
                <a:gd name="connsiteX36" fmla="*/ 95513 w 104527"/>
                <a:gd name="connsiteY36" fmla="*/ 42157 h 51264"/>
                <a:gd name="connsiteX37" fmla="*/ 95513 w 104527"/>
                <a:gd name="connsiteY37" fmla="*/ 16118 h 512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104527" h="51264">
                  <a:moveTo>
                    <a:pt x="95513" y="16118"/>
                  </a:moveTo>
                  <a:cubicBezTo>
                    <a:pt x="95513" y="6005"/>
                    <a:pt x="90182" y="76"/>
                    <a:pt x="76914" y="76"/>
                  </a:cubicBezTo>
                  <a:cubicBezTo>
                    <a:pt x="67119" y="76"/>
                    <a:pt x="60423" y="5075"/>
                    <a:pt x="57075" y="10887"/>
                  </a:cubicBezTo>
                  <a:cubicBezTo>
                    <a:pt x="54595" y="2634"/>
                    <a:pt x="47899" y="76"/>
                    <a:pt x="38848" y="76"/>
                  </a:cubicBezTo>
                  <a:cubicBezTo>
                    <a:pt x="28680" y="76"/>
                    <a:pt x="22108" y="5307"/>
                    <a:pt x="18637" y="11352"/>
                  </a:cubicBezTo>
                  <a:lnTo>
                    <a:pt x="18513" y="11352"/>
                  </a:lnTo>
                  <a:lnTo>
                    <a:pt x="18513" y="76"/>
                  </a:lnTo>
                  <a:lnTo>
                    <a:pt x="285" y="1355"/>
                  </a:lnTo>
                  <a:lnTo>
                    <a:pt x="285" y="5540"/>
                  </a:lnTo>
                  <a:cubicBezTo>
                    <a:pt x="8593" y="5540"/>
                    <a:pt x="9585" y="6353"/>
                    <a:pt x="9585" y="12049"/>
                  </a:cubicBezTo>
                  <a:lnTo>
                    <a:pt x="9585" y="42157"/>
                  </a:lnTo>
                  <a:cubicBezTo>
                    <a:pt x="9585" y="47156"/>
                    <a:pt x="8345" y="47156"/>
                    <a:pt x="285" y="47156"/>
                  </a:cubicBezTo>
                  <a:lnTo>
                    <a:pt x="285" y="51340"/>
                  </a:lnTo>
                  <a:cubicBezTo>
                    <a:pt x="533" y="51340"/>
                    <a:pt x="9213" y="50875"/>
                    <a:pt x="14421" y="50875"/>
                  </a:cubicBezTo>
                  <a:cubicBezTo>
                    <a:pt x="19009" y="50875"/>
                    <a:pt x="27564" y="51224"/>
                    <a:pt x="28680" y="51340"/>
                  </a:cubicBezTo>
                  <a:lnTo>
                    <a:pt x="28680" y="47156"/>
                  </a:lnTo>
                  <a:cubicBezTo>
                    <a:pt x="20620" y="47156"/>
                    <a:pt x="19381" y="47156"/>
                    <a:pt x="19381" y="42157"/>
                  </a:cubicBezTo>
                  <a:lnTo>
                    <a:pt x="19381" y="21233"/>
                  </a:lnTo>
                  <a:cubicBezTo>
                    <a:pt x="19381" y="9027"/>
                    <a:pt x="29672" y="3331"/>
                    <a:pt x="37856" y="3331"/>
                  </a:cubicBezTo>
                  <a:cubicBezTo>
                    <a:pt x="46535" y="3331"/>
                    <a:pt x="47651" y="9725"/>
                    <a:pt x="47651" y="15653"/>
                  </a:cubicBezTo>
                  <a:lnTo>
                    <a:pt x="47651" y="42157"/>
                  </a:lnTo>
                  <a:cubicBezTo>
                    <a:pt x="47651" y="47156"/>
                    <a:pt x="46411" y="47156"/>
                    <a:pt x="38352" y="47156"/>
                  </a:cubicBezTo>
                  <a:lnTo>
                    <a:pt x="38352" y="51340"/>
                  </a:lnTo>
                  <a:cubicBezTo>
                    <a:pt x="38600" y="51340"/>
                    <a:pt x="47279" y="50875"/>
                    <a:pt x="52487" y="50875"/>
                  </a:cubicBezTo>
                  <a:cubicBezTo>
                    <a:pt x="57075" y="50875"/>
                    <a:pt x="65631" y="51224"/>
                    <a:pt x="66747" y="51340"/>
                  </a:cubicBezTo>
                  <a:lnTo>
                    <a:pt x="66747" y="47156"/>
                  </a:lnTo>
                  <a:cubicBezTo>
                    <a:pt x="58687" y="47156"/>
                    <a:pt x="57447" y="47156"/>
                    <a:pt x="57447" y="42157"/>
                  </a:cubicBezTo>
                  <a:lnTo>
                    <a:pt x="57447" y="21233"/>
                  </a:lnTo>
                  <a:cubicBezTo>
                    <a:pt x="57447" y="9027"/>
                    <a:pt x="67739" y="3331"/>
                    <a:pt x="75922" y="3331"/>
                  </a:cubicBezTo>
                  <a:cubicBezTo>
                    <a:pt x="84602" y="3331"/>
                    <a:pt x="85718" y="9725"/>
                    <a:pt x="85718" y="15653"/>
                  </a:cubicBezTo>
                  <a:lnTo>
                    <a:pt x="85718" y="42157"/>
                  </a:lnTo>
                  <a:cubicBezTo>
                    <a:pt x="85718" y="47156"/>
                    <a:pt x="84478" y="47156"/>
                    <a:pt x="76418" y="47156"/>
                  </a:cubicBezTo>
                  <a:lnTo>
                    <a:pt x="76418" y="51340"/>
                  </a:lnTo>
                  <a:cubicBezTo>
                    <a:pt x="76666" y="51340"/>
                    <a:pt x="85346" y="50875"/>
                    <a:pt x="90554" y="50875"/>
                  </a:cubicBezTo>
                  <a:cubicBezTo>
                    <a:pt x="95141" y="50875"/>
                    <a:pt x="103697" y="51224"/>
                    <a:pt x="104813" y="51340"/>
                  </a:cubicBezTo>
                  <a:lnTo>
                    <a:pt x="104813" y="47156"/>
                  </a:lnTo>
                  <a:cubicBezTo>
                    <a:pt x="96753" y="47156"/>
                    <a:pt x="95513" y="47156"/>
                    <a:pt x="95513" y="42157"/>
                  </a:cubicBezTo>
                  <a:lnTo>
                    <a:pt x="95513" y="16118"/>
                  </a:lnTo>
                  <a:close/>
                </a:path>
              </a:pathLst>
            </a:custGeom>
            <a:solidFill>
              <a:srgbClr val="000000"/>
            </a:solidFill>
            <a:ln w="1524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/>
            </a:p>
          </p:txBody>
        </p:sp>
        <p:sp>
          <p:nvSpPr>
            <p:cNvPr id="1189" name="任意形状 1188">
              <a:extLst>
                <a:ext uri="{FF2B5EF4-FFF2-40B4-BE49-F238E27FC236}">
                  <a16:creationId xmlns:a16="http://schemas.microsoft.com/office/drawing/2014/main" id="{8A72932A-6332-85D3-E3A4-5B0EBFFBCED1}"/>
                </a:ext>
              </a:extLst>
            </p:cNvPr>
            <p:cNvSpPr/>
            <p:nvPr>
              <p:custDataLst>
                <p:tags r:id="rId107"/>
              </p:custDataLst>
            </p:nvPr>
          </p:nvSpPr>
          <p:spPr>
            <a:xfrm>
              <a:off x="12174663" y="4336442"/>
              <a:ext cx="66461" cy="52426"/>
            </a:xfrm>
            <a:custGeom>
              <a:avLst/>
              <a:gdLst>
                <a:gd name="connsiteX0" fmla="*/ 38358 w 66461"/>
                <a:gd name="connsiteY0" fmla="*/ 1355 h 52426"/>
                <a:gd name="connsiteX1" fmla="*/ 38358 w 66461"/>
                <a:gd name="connsiteY1" fmla="*/ 5540 h 52426"/>
                <a:gd name="connsiteX2" fmla="*/ 47658 w 66461"/>
                <a:gd name="connsiteY2" fmla="*/ 12049 h 52426"/>
                <a:gd name="connsiteX3" fmla="*/ 47658 w 66461"/>
                <a:gd name="connsiteY3" fmla="*/ 31927 h 52426"/>
                <a:gd name="connsiteX4" fmla="*/ 31166 w 66461"/>
                <a:gd name="connsiteY4" fmla="*/ 49248 h 52426"/>
                <a:gd name="connsiteX5" fmla="*/ 19387 w 66461"/>
                <a:gd name="connsiteY5" fmla="*/ 38321 h 52426"/>
                <a:gd name="connsiteX6" fmla="*/ 19387 w 66461"/>
                <a:gd name="connsiteY6" fmla="*/ 76 h 52426"/>
                <a:gd name="connsiteX7" fmla="*/ 292 w 66461"/>
                <a:gd name="connsiteY7" fmla="*/ 1355 h 52426"/>
                <a:gd name="connsiteX8" fmla="*/ 292 w 66461"/>
                <a:gd name="connsiteY8" fmla="*/ 5540 h 52426"/>
                <a:gd name="connsiteX9" fmla="*/ 9591 w 66461"/>
                <a:gd name="connsiteY9" fmla="*/ 16234 h 52426"/>
                <a:gd name="connsiteX10" fmla="*/ 9591 w 66461"/>
                <a:gd name="connsiteY10" fmla="*/ 33671 h 52426"/>
                <a:gd name="connsiteX11" fmla="*/ 30298 w 66461"/>
                <a:gd name="connsiteY11" fmla="*/ 52503 h 52426"/>
                <a:gd name="connsiteX12" fmla="*/ 48030 w 66461"/>
                <a:gd name="connsiteY12" fmla="*/ 42738 h 52426"/>
                <a:gd name="connsiteX13" fmla="*/ 48154 w 66461"/>
                <a:gd name="connsiteY13" fmla="*/ 42738 h 52426"/>
                <a:gd name="connsiteX14" fmla="*/ 48154 w 66461"/>
                <a:gd name="connsiteY14" fmla="*/ 52503 h 52426"/>
                <a:gd name="connsiteX15" fmla="*/ 66753 w 66461"/>
                <a:gd name="connsiteY15" fmla="*/ 51340 h 52426"/>
                <a:gd name="connsiteX16" fmla="*/ 66753 w 66461"/>
                <a:gd name="connsiteY16" fmla="*/ 47156 h 52426"/>
                <a:gd name="connsiteX17" fmla="*/ 57453 w 66461"/>
                <a:gd name="connsiteY17" fmla="*/ 40646 h 52426"/>
                <a:gd name="connsiteX18" fmla="*/ 57453 w 66461"/>
                <a:gd name="connsiteY18" fmla="*/ 76 h 52426"/>
                <a:gd name="connsiteX19" fmla="*/ 38358 w 66461"/>
                <a:gd name="connsiteY19" fmla="*/ 1355 h 52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66461" h="52426">
                  <a:moveTo>
                    <a:pt x="38358" y="1355"/>
                  </a:moveTo>
                  <a:lnTo>
                    <a:pt x="38358" y="5540"/>
                  </a:lnTo>
                  <a:cubicBezTo>
                    <a:pt x="46666" y="5540"/>
                    <a:pt x="47658" y="6353"/>
                    <a:pt x="47658" y="12049"/>
                  </a:cubicBezTo>
                  <a:lnTo>
                    <a:pt x="47658" y="31927"/>
                  </a:lnTo>
                  <a:cubicBezTo>
                    <a:pt x="47658" y="42157"/>
                    <a:pt x="40590" y="49248"/>
                    <a:pt x="31166" y="49248"/>
                  </a:cubicBezTo>
                  <a:cubicBezTo>
                    <a:pt x="19883" y="49248"/>
                    <a:pt x="19387" y="44249"/>
                    <a:pt x="19387" y="38321"/>
                  </a:cubicBezTo>
                  <a:lnTo>
                    <a:pt x="19387" y="76"/>
                  </a:lnTo>
                  <a:lnTo>
                    <a:pt x="292" y="1355"/>
                  </a:lnTo>
                  <a:lnTo>
                    <a:pt x="292" y="5540"/>
                  </a:lnTo>
                  <a:cubicBezTo>
                    <a:pt x="9591" y="5540"/>
                    <a:pt x="9591" y="5888"/>
                    <a:pt x="9591" y="16234"/>
                  </a:cubicBezTo>
                  <a:lnTo>
                    <a:pt x="9591" y="33671"/>
                  </a:lnTo>
                  <a:cubicBezTo>
                    <a:pt x="9591" y="41692"/>
                    <a:pt x="9591" y="52503"/>
                    <a:pt x="30298" y="52503"/>
                  </a:cubicBezTo>
                  <a:cubicBezTo>
                    <a:pt x="33026" y="52503"/>
                    <a:pt x="42078" y="52503"/>
                    <a:pt x="48030" y="42738"/>
                  </a:cubicBezTo>
                  <a:lnTo>
                    <a:pt x="48154" y="42738"/>
                  </a:lnTo>
                  <a:lnTo>
                    <a:pt x="48154" y="52503"/>
                  </a:lnTo>
                  <a:lnTo>
                    <a:pt x="66753" y="51340"/>
                  </a:lnTo>
                  <a:lnTo>
                    <a:pt x="66753" y="47156"/>
                  </a:lnTo>
                  <a:cubicBezTo>
                    <a:pt x="58445" y="47156"/>
                    <a:pt x="57453" y="46342"/>
                    <a:pt x="57453" y="40646"/>
                  </a:cubicBezTo>
                  <a:lnTo>
                    <a:pt x="57453" y="76"/>
                  </a:lnTo>
                  <a:lnTo>
                    <a:pt x="38358" y="1355"/>
                  </a:lnTo>
                  <a:close/>
                </a:path>
              </a:pathLst>
            </a:custGeom>
            <a:solidFill>
              <a:srgbClr val="000000"/>
            </a:solidFill>
            <a:ln w="1524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/>
            </a:p>
          </p:txBody>
        </p:sp>
        <p:sp>
          <p:nvSpPr>
            <p:cNvPr id="1190" name="任意形状 1189">
              <a:extLst>
                <a:ext uri="{FF2B5EF4-FFF2-40B4-BE49-F238E27FC236}">
                  <a16:creationId xmlns:a16="http://schemas.microsoft.com/office/drawing/2014/main" id="{ABC42FF2-CDFE-F124-4E5F-B631A7AF22E4}"/>
                </a:ext>
              </a:extLst>
            </p:cNvPr>
            <p:cNvSpPr/>
            <p:nvPr>
              <p:custDataLst>
                <p:tags r:id="rId108"/>
              </p:custDataLst>
            </p:nvPr>
          </p:nvSpPr>
          <p:spPr>
            <a:xfrm>
              <a:off x="12249799" y="4316216"/>
              <a:ext cx="42902" cy="72653"/>
            </a:xfrm>
            <a:custGeom>
              <a:avLst/>
              <a:gdLst>
                <a:gd name="connsiteX0" fmla="*/ 21623 w 42902"/>
                <a:gd name="connsiteY0" fmla="*/ 25650 h 72653"/>
                <a:gd name="connsiteX1" fmla="*/ 40966 w 42902"/>
                <a:gd name="connsiteY1" fmla="*/ 25650 h 72653"/>
                <a:gd name="connsiteX2" fmla="*/ 40966 w 42902"/>
                <a:gd name="connsiteY2" fmla="*/ 21465 h 72653"/>
                <a:gd name="connsiteX3" fmla="*/ 21623 w 42902"/>
                <a:gd name="connsiteY3" fmla="*/ 21465 h 72653"/>
                <a:gd name="connsiteX4" fmla="*/ 21623 w 42902"/>
                <a:gd name="connsiteY4" fmla="*/ 76 h 72653"/>
                <a:gd name="connsiteX5" fmla="*/ 17407 w 42902"/>
                <a:gd name="connsiteY5" fmla="*/ 76 h 72653"/>
                <a:gd name="connsiteX6" fmla="*/ 296 w 42902"/>
                <a:gd name="connsiteY6" fmla="*/ 22395 h 72653"/>
                <a:gd name="connsiteX7" fmla="*/ 296 w 42902"/>
                <a:gd name="connsiteY7" fmla="*/ 25650 h 72653"/>
                <a:gd name="connsiteX8" fmla="*/ 11828 w 42902"/>
                <a:gd name="connsiteY8" fmla="*/ 25650 h 72653"/>
                <a:gd name="connsiteX9" fmla="*/ 11828 w 42902"/>
                <a:gd name="connsiteY9" fmla="*/ 57036 h 72653"/>
                <a:gd name="connsiteX10" fmla="*/ 29187 w 42902"/>
                <a:gd name="connsiteY10" fmla="*/ 72730 h 72653"/>
                <a:gd name="connsiteX11" fmla="*/ 43198 w 42902"/>
                <a:gd name="connsiteY11" fmla="*/ 56920 h 72653"/>
                <a:gd name="connsiteX12" fmla="*/ 43198 w 42902"/>
                <a:gd name="connsiteY12" fmla="*/ 50527 h 72653"/>
                <a:gd name="connsiteX13" fmla="*/ 38982 w 42902"/>
                <a:gd name="connsiteY13" fmla="*/ 50527 h 72653"/>
                <a:gd name="connsiteX14" fmla="*/ 38982 w 42902"/>
                <a:gd name="connsiteY14" fmla="*/ 56804 h 72653"/>
                <a:gd name="connsiteX15" fmla="*/ 30179 w 42902"/>
                <a:gd name="connsiteY15" fmla="*/ 69010 h 72653"/>
                <a:gd name="connsiteX16" fmla="*/ 21623 w 42902"/>
                <a:gd name="connsiteY16" fmla="*/ 57153 h 72653"/>
                <a:gd name="connsiteX17" fmla="*/ 21623 w 42902"/>
                <a:gd name="connsiteY17" fmla="*/ 25650 h 726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42902" h="72653">
                  <a:moveTo>
                    <a:pt x="21623" y="25650"/>
                  </a:moveTo>
                  <a:lnTo>
                    <a:pt x="40966" y="25650"/>
                  </a:lnTo>
                  <a:lnTo>
                    <a:pt x="40966" y="21465"/>
                  </a:lnTo>
                  <a:lnTo>
                    <a:pt x="21623" y="21465"/>
                  </a:lnTo>
                  <a:lnTo>
                    <a:pt x="21623" y="76"/>
                  </a:lnTo>
                  <a:lnTo>
                    <a:pt x="17407" y="76"/>
                  </a:lnTo>
                  <a:cubicBezTo>
                    <a:pt x="17283" y="10538"/>
                    <a:pt x="12200" y="22047"/>
                    <a:pt x="296" y="22395"/>
                  </a:cubicBezTo>
                  <a:lnTo>
                    <a:pt x="296" y="25650"/>
                  </a:lnTo>
                  <a:lnTo>
                    <a:pt x="11828" y="25650"/>
                  </a:lnTo>
                  <a:lnTo>
                    <a:pt x="11828" y="57036"/>
                  </a:lnTo>
                  <a:cubicBezTo>
                    <a:pt x="11828" y="70056"/>
                    <a:pt x="22243" y="72730"/>
                    <a:pt x="29187" y="72730"/>
                  </a:cubicBezTo>
                  <a:cubicBezTo>
                    <a:pt x="37495" y="72730"/>
                    <a:pt x="43198" y="66104"/>
                    <a:pt x="43198" y="56920"/>
                  </a:cubicBezTo>
                  <a:lnTo>
                    <a:pt x="43198" y="50527"/>
                  </a:lnTo>
                  <a:lnTo>
                    <a:pt x="38982" y="50527"/>
                  </a:lnTo>
                  <a:lnTo>
                    <a:pt x="38982" y="56804"/>
                  </a:lnTo>
                  <a:cubicBezTo>
                    <a:pt x="38982" y="64709"/>
                    <a:pt x="35015" y="69010"/>
                    <a:pt x="30179" y="69010"/>
                  </a:cubicBezTo>
                  <a:cubicBezTo>
                    <a:pt x="21623" y="69010"/>
                    <a:pt x="21623" y="59245"/>
                    <a:pt x="21623" y="57153"/>
                  </a:cubicBezTo>
                  <a:lnTo>
                    <a:pt x="21623" y="25650"/>
                  </a:lnTo>
                  <a:close/>
                </a:path>
              </a:pathLst>
            </a:custGeom>
            <a:solidFill>
              <a:srgbClr val="000000"/>
            </a:solidFill>
            <a:ln w="1524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/>
            </a:p>
          </p:txBody>
        </p:sp>
        <p:sp>
          <p:nvSpPr>
            <p:cNvPr id="1191" name="任意形状 1190">
              <a:extLst>
                <a:ext uri="{FF2B5EF4-FFF2-40B4-BE49-F238E27FC236}">
                  <a16:creationId xmlns:a16="http://schemas.microsoft.com/office/drawing/2014/main" id="{9FB02CD2-A809-1296-E89E-C12C26ED4C15}"/>
                </a:ext>
              </a:extLst>
            </p:cNvPr>
            <p:cNvSpPr/>
            <p:nvPr>
              <p:custDataLst>
                <p:tags r:id="rId109"/>
              </p:custDataLst>
            </p:nvPr>
          </p:nvSpPr>
          <p:spPr>
            <a:xfrm>
              <a:off x="12327951" y="4238249"/>
              <a:ext cx="41095" cy="166064"/>
            </a:xfrm>
            <a:custGeom>
              <a:avLst/>
              <a:gdLst>
                <a:gd name="connsiteX0" fmla="*/ 41395 w 41095"/>
                <a:gd name="connsiteY0" fmla="*/ 164479 h 166064"/>
                <a:gd name="connsiteX1" fmla="*/ 38384 w 41095"/>
                <a:gd name="connsiteY1" fmla="*/ 160825 h 166064"/>
                <a:gd name="connsiteX2" fmla="*/ 10574 w 41095"/>
                <a:gd name="connsiteY2" fmla="*/ 83107 h 166064"/>
                <a:gd name="connsiteX3" fmla="*/ 39092 w 41095"/>
                <a:gd name="connsiteY3" fmla="*/ 4558 h 166064"/>
                <a:gd name="connsiteX4" fmla="*/ 41395 w 41095"/>
                <a:gd name="connsiteY4" fmla="*/ 1735 h 166064"/>
                <a:gd name="connsiteX5" fmla="*/ 39624 w 41095"/>
                <a:gd name="connsiteY5" fmla="*/ 75 h 166064"/>
                <a:gd name="connsiteX6" fmla="*/ 11459 w 41095"/>
                <a:gd name="connsiteY6" fmla="*/ 32457 h 166064"/>
                <a:gd name="connsiteX7" fmla="*/ 300 w 41095"/>
                <a:gd name="connsiteY7" fmla="*/ 83107 h 166064"/>
                <a:gd name="connsiteX8" fmla="*/ 11991 w 41095"/>
                <a:gd name="connsiteY8" fmla="*/ 134919 h 166064"/>
                <a:gd name="connsiteX9" fmla="*/ 39624 w 41095"/>
                <a:gd name="connsiteY9" fmla="*/ 166139 h 166064"/>
                <a:gd name="connsiteX10" fmla="*/ 41395 w 41095"/>
                <a:gd name="connsiteY10" fmla="*/ 164479 h 1660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41095" h="166064">
                  <a:moveTo>
                    <a:pt x="41395" y="164479"/>
                  </a:moveTo>
                  <a:cubicBezTo>
                    <a:pt x="41395" y="163981"/>
                    <a:pt x="41395" y="163649"/>
                    <a:pt x="38384" y="160825"/>
                  </a:cubicBezTo>
                  <a:cubicBezTo>
                    <a:pt x="16242" y="139901"/>
                    <a:pt x="10574" y="108515"/>
                    <a:pt x="10574" y="83107"/>
                  </a:cubicBezTo>
                  <a:cubicBezTo>
                    <a:pt x="10574" y="54212"/>
                    <a:pt x="17305" y="25317"/>
                    <a:pt x="39092" y="4558"/>
                  </a:cubicBezTo>
                  <a:cubicBezTo>
                    <a:pt x="41395" y="2566"/>
                    <a:pt x="41395" y="2234"/>
                    <a:pt x="41395" y="1735"/>
                  </a:cubicBezTo>
                  <a:cubicBezTo>
                    <a:pt x="41395" y="573"/>
                    <a:pt x="40687" y="75"/>
                    <a:pt x="39624" y="75"/>
                  </a:cubicBezTo>
                  <a:cubicBezTo>
                    <a:pt x="37852" y="75"/>
                    <a:pt x="21910" y="11367"/>
                    <a:pt x="11459" y="32457"/>
                  </a:cubicBezTo>
                  <a:cubicBezTo>
                    <a:pt x="2425" y="50724"/>
                    <a:pt x="300" y="69158"/>
                    <a:pt x="300" y="83107"/>
                  </a:cubicBezTo>
                  <a:cubicBezTo>
                    <a:pt x="300" y="96060"/>
                    <a:pt x="2248" y="116154"/>
                    <a:pt x="11991" y="134919"/>
                  </a:cubicBezTo>
                  <a:cubicBezTo>
                    <a:pt x="22619" y="155345"/>
                    <a:pt x="37852" y="166139"/>
                    <a:pt x="39624" y="166139"/>
                  </a:cubicBezTo>
                  <a:cubicBezTo>
                    <a:pt x="40687" y="166139"/>
                    <a:pt x="41395" y="165641"/>
                    <a:pt x="41395" y="164479"/>
                  </a:cubicBezTo>
                  <a:close/>
                </a:path>
              </a:pathLst>
            </a:custGeom>
            <a:solidFill>
              <a:srgbClr val="000000"/>
            </a:solidFill>
            <a:ln w="1524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/>
            </a:p>
          </p:txBody>
        </p:sp>
        <p:sp>
          <p:nvSpPr>
            <p:cNvPr id="1192" name="任意形状 1191">
              <a:extLst>
                <a:ext uri="{FF2B5EF4-FFF2-40B4-BE49-F238E27FC236}">
                  <a16:creationId xmlns:a16="http://schemas.microsoft.com/office/drawing/2014/main" id="{504DCF87-E562-A14E-FC3F-18D55C03663D}"/>
                </a:ext>
              </a:extLst>
            </p:cNvPr>
            <p:cNvSpPr/>
            <p:nvPr>
              <p:custDataLst>
                <p:tags r:id="rId110"/>
              </p:custDataLst>
            </p:nvPr>
          </p:nvSpPr>
          <p:spPr>
            <a:xfrm>
              <a:off x="12384438" y="4289397"/>
              <a:ext cx="72094" cy="75227"/>
            </a:xfrm>
            <a:custGeom>
              <a:avLst/>
              <a:gdLst>
                <a:gd name="connsiteX0" fmla="*/ 10755 w 72094"/>
                <a:gd name="connsiteY0" fmla="*/ 63678 h 75227"/>
                <a:gd name="connsiteX1" fmla="*/ 9160 w 72094"/>
                <a:gd name="connsiteY1" fmla="*/ 70818 h 75227"/>
                <a:gd name="connsiteX2" fmla="*/ 14297 w 72094"/>
                <a:gd name="connsiteY2" fmla="*/ 75302 h 75227"/>
                <a:gd name="connsiteX3" fmla="*/ 20851 w 72094"/>
                <a:gd name="connsiteY3" fmla="*/ 70652 h 75227"/>
                <a:gd name="connsiteX4" fmla="*/ 27937 w 72094"/>
                <a:gd name="connsiteY4" fmla="*/ 44414 h 75227"/>
                <a:gd name="connsiteX5" fmla="*/ 33605 w 72094"/>
                <a:gd name="connsiteY5" fmla="*/ 22826 h 75227"/>
                <a:gd name="connsiteX6" fmla="*/ 43525 w 72094"/>
                <a:gd name="connsiteY6" fmla="*/ 9208 h 75227"/>
                <a:gd name="connsiteX7" fmla="*/ 57695 w 72094"/>
                <a:gd name="connsiteY7" fmla="*/ 3728 h 75227"/>
                <a:gd name="connsiteX8" fmla="*/ 65135 w 72094"/>
                <a:gd name="connsiteY8" fmla="*/ 5721 h 75227"/>
                <a:gd name="connsiteX9" fmla="*/ 55924 w 72094"/>
                <a:gd name="connsiteY9" fmla="*/ 14854 h 75227"/>
                <a:gd name="connsiteX10" fmla="*/ 62655 w 72094"/>
                <a:gd name="connsiteY10" fmla="*/ 20667 h 75227"/>
                <a:gd name="connsiteX11" fmla="*/ 72398 w 72094"/>
                <a:gd name="connsiteY11" fmla="*/ 10869 h 75227"/>
                <a:gd name="connsiteX12" fmla="*/ 57695 w 72094"/>
                <a:gd name="connsiteY12" fmla="*/ 75 h 75227"/>
                <a:gd name="connsiteX13" fmla="*/ 35022 w 72094"/>
                <a:gd name="connsiteY13" fmla="*/ 12862 h 75227"/>
                <a:gd name="connsiteX14" fmla="*/ 18903 w 72094"/>
                <a:gd name="connsiteY14" fmla="*/ 75 h 75227"/>
                <a:gd name="connsiteX15" fmla="*/ 5795 w 72094"/>
                <a:gd name="connsiteY15" fmla="*/ 9540 h 75227"/>
                <a:gd name="connsiteX16" fmla="*/ 304 w 72094"/>
                <a:gd name="connsiteY16" fmla="*/ 25649 h 75227"/>
                <a:gd name="connsiteX17" fmla="*/ 2429 w 72094"/>
                <a:gd name="connsiteY17" fmla="*/ 27309 h 75227"/>
                <a:gd name="connsiteX18" fmla="*/ 5440 w 72094"/>
                <a:gd name="connsiteY18" fmla="*/ 23490 h 75227"/>
                <a:gd name="connsiteX19" fmla="*/ 18371 w 72094"/>
                <a:gd name="connsiteY19" fmla="*/ 3728 h 75227"/>
                <a:gd name="connsiteX20" fmla="*/ 23863 w 72094"/>
                <a:gd name="connsiteY20" fmla="*/ 11367 h 75227"/>
                <a:gd name="connsiteX21" fmla="*/ 21028 w 72094"/>
                <a:gd name="connsiteY21" fmla="*/ 25317 h 75227"/>
                <a:gd name="connsiteX22" fmla="*/ 10755 w 72094"/>
                <a:gd name="connsiteY22" fmla="*/ 63678 h 752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72094" h="75227">
                  <a:moveTo>
                    <a:pt x="10755" y="63678"/>
                  </a:moveTo>
                  <a:cubicBezTo>
                    <a:pt x="10223" y="66169"/>
                    <a:pt x="9160" y="69988"/>
                    <a:pt x="9160" y="70818"/>
                  </a:cubicBezTo>
                  <a:cubicBezTo>
                    <a:pt x="9160" y="73807"/>
                    <a:pt x="11640" y="75302"/>
                    <a:pt x="14297" y="75302"/>
                  </a:cubicBezTo>
                  <a:cubicBezTo>
                    <a:pt x="16423" y="75302"/>
                    <a:pt x="19611" y="73974"/>
                    <a:pt x="20851" y="70652"/>
                  </a:cubicBezTo>
                  <a:cubicBezTo>
                    <a:pt x="21206" y="69988"/>
                    <a:pt x="27228" y="47403"/>
                    <a:pt x="27937" y="44414"/>
                  </a:cubicBezTo>
                  <a:cubicBezTo>
                    <a:pt x="29354" y="38934"/>
                    <a:pt x="32542" y="27309"/>
                    <a:pt x="33605" y="22826"/>
                  </a:cubicBezTo>
                  <a:cubicBezTo>
                    <a:pt x="34314" y="20667"/>
                    <a:pt x="39273" y="12862"/>
                    <a:pt x="43525" y="9208"/>
                  </a:cubicBezTo>
                  <a:cubicBezTo>
                    <a:pt x="44942" y="8046"/>
                    <a:pt x="50079" y="3728"/>
                    <a:pt x="57695" y="3728"/>
                  </a:cubicBezTo>
                  <a:cubicBezTo>
                    <a:pt x="62301" y="3728"/>
                    <a:pt x="64958" y="5721"/>
                    <a:pt x="65135" y="5721"/>
                  </a:cubicBezTo>
                  <a:cubicBezTo>
                    <a:pt x="59821" y="6551"/>
                    <a:pt x="55924" y="10537"/>
                    <a:pt x="55924" y="14854"/>
                  </a:cubicBezTo>
                  <a:cubicBezTo>
                    <a:pt x="55924" y="17512"/>
                    <a:pt x="57873" y="20667"/>
                    <a:pt x="62655" y="20667"/>
                  </a:cubicBezTo>
                  <a:cubicBezTo>
                    <a:pt x="67438" y="20667"/>
                    <a:pt x="72398" y="16847"/>
                    <a:pt x="72398" y="10869"/>
                  </a:cubicBezTo>
                  <a:cubicBezTo>
                    <a:pt x="72398" y="5057"/>
                    <a:pt x="66729" y="75"/>
                    <a:pt x="57695" y="75"/>
                  </a:cubicBezTo>
                  <a:cubicBezTo>
                    <a:pt x="46182" y="75"/>
                    <a:pt x="38388" y="8212"/>
                    <a:pt x="35022" y="12862"/>
                  </a:cubicBezTo>
                  <a:cubicBezTo>
                    <a:pt x="33605" y="5389"/>
                    <a:pt x="27228" y="75"/>
                    <a:pt x="18903" y="75"/>
                  </a:cubicBezTo>
                  <a:cubicBezTo>
                    <a:pt x="10755" y="75"/>
                    <a:pt x="7389" y="6551"/>
                    <a:pt x="5795" y="9540"/>
                  </a:cubicBezTo>
                  <a:cubicBezTo>
                    <a:pt x="2606" y="15187"/>
                    <a:pt x="304" y="25151"/>
                    <a:pt x="304" y="25649"/>
                  </a:cubicBezTo>
                  <a:cubicBezTo>
                    <a:pt x="304" y="27309"/>
                    <a:pt x="2075" y="27309"/>
                    <a:pt x="2429" y="27309"/>
                  </a:cubicBezTo>
                  <a:cubicBezTo>
                    <a:pt x="4200" y="27309"/>
                    <a:pt x="4378" y="27143"/>
                    <a:pt x="5440" y="23490"/>
                  </a:cubicBezTo>
                  <a:cubicBezTo>
                    <a:pt x="8452" y="11699"/>
                    <a:pt x="11994" y="3728"/>
                    <a:pt x="18371" y="3728"/>
                  </a:cubicBezTo>
                  <a:cubicBezTo>
                    <a:pt x="21383" y="3728"/>
                    <a:pt x="23863" y="5057"/>
                    <a:pt x="23863" y="11367"/>
                  </a:cubicBezTo>
                  <a:cubicBezTo>
                    <a:pt x="23863" y="14854"/>
                    <a:pt x="23331" y="16681"/>
                    <a:pt x="21028" y="25317"/>
                  </a:cubicBezTo>
                  <a:lnTo>
                    <a:pt x="10755" y="63678"/>
                  </a:lnTo>
                  <a:close/>
                </a:path>
              </a:pathLst>
            </a:custGeom>
            <a:solidFill>
              <a:srgbClr val="000000"/>
            </a:solidFill>
            <a:ln w="1524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/>
            </a:p>
          </p:txBody>
        </p:sp>
        <p:sp>
          <p:nvSpPr>
            <p:cNvPr id="1193" name="任意形状 1192">
              <a:extLst>
                <a:ext uri="{FF2B5EF4-FFF2-40B4-BE49-F238E27FC236}">
                  <a16:creationId xmlns:a16="http://schemas.microsoft.com/office/drawing/2014/main" id="{3093AA30-C51C-9E27-D30D-0C6B1E689035}"/>
                </a:ext>
              </a:extLst>
            </p:cNvPr>
            <p:cNvSpPr/>
            <p:nvPr>
              <p:custDataLst>
                <p:tags r:id="rId111"/>
              </p:custDataLst>
            </p:nvPr>
          </p:nvSpPr>
          <p:spPr>
            <a:xfrm>
              <a:off x="12469531" y="4345194"/>
              <a:ext cx="20724" cy="49653"/>
            </a:xfrm>
            <a:custGeom>
              <a:avLst/>
              <a:gdLst>
                <a:gd name="connsiteX0" fmla="*/ 21033 w 20724"/>
                <a:gd name="connsiteY0" fmla="*/ 17512 h 49653"/>
                <a:gd name="connsiteX1" fmla="*/ 9696 w 20724"/>
                <a:gd name="connsiteY1" fmla="*/ 75 h 49653"/>
                <a:gd name="connsiteX2" fmla="*/ 308 w 20724"/>
                <a:gd name="connsiteY2" fmla="*/ 8876 h 49653"/>
                <a:gd name="connsiteX3" fmla="*/ 9696 w 20724"/>
                <a:gd name="connsiteY3" fmla="*/ 17678 h 49653"/>
                <a:gd name="connsiteX4" fmla="*/ 15896 w 20724"/>
                <a:gd name="connsiteY4" fmla="*/ 15519 h 49653"/>
                <a:gd name="connsiteX5" fmla="*/ 16781 w 20724"/>
                <a:gd name="connsiteY5" fmla="*/ 15021 h 49653"/>
                <a:gd name="connsiteX6" fmla="*/ 17136 w 20724"/>
                <a:gd name="connsiteY6" fmla="*/ 17512 h 49653"/>
                <a:gd name="connsiteX7" fmla="*/ 5090 w 20724"/>
                <a:gd name="connsiteY7" fmla="*/ 45244 h 49653"/>
                <a:gd name="connsiteX8" fmla="*/ 3142 w 20724"/>
                <a:gd name="connsiteY8" fmla="*/ 47901 h 49653"/>
                <a:gd name="connsiteX9" fmla="*/ 4913 w 20724"/>
                <a:gd name="connsiteY9" fmla="*/ 49728 h 49653"/>
                <a:gd name="connsiteX10" fmla="*/ 21033 w 20724"/>
                <a:gd name="connsiteY10" fmla="*/ 17512 h 496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0724" h="49653">
                  <a:moveTo>
                    <a:pt x="21033" y="17512"/>
                  </a:moveTo>
                  <a:cubicBezTo>
                    <a:pt x="21033" y="6551"/>
                    <a:pt x="16604" y="75"/>
                    <a:pt x="9696" y="75"/>
                  </a:cubicBezTo>
                  <a:cubicBezTo>
                    <a:pt x="3850" y="75"/>
                    <a:pt x="308" y="4226"/>
                    <a:pt x="308" y="8876"/>
                  </a:cubicBezTo>
                  <a:cubicBezTo>
                    <a:pt x="308" y="13360"/>
                    <a:pt x="3850" y="17678"/>
                    <a:pt x="9696" y="17678"/>
                  </a:cubicBezTo>
                  <a:cubicBezTo>
                    <a:pt x="11822" y="17678"/>
                    <a:pt x="14124" y="17013"/>
                    <a:pt x="15896" y="15519"/>
                  </a:cubicBezTo>
                  <a:cubicBezTo>
                    <a:pt x="16427" y="15187"/>
                    <a:pt x="16604" y="15021"/>
                    <a:pt x="16781" y="15021"/>
                  </a:cubicBezTo>
                  <a:cubicBezTo>
                    <a:pt x="16958" y="15021"/>
                    <a:pt x="17136" y="15187"/>
                    <a:pt x="17136" y="17512"/>
                  </a:cubicBezTo>
                  <a:cubicBezTo>
                    <a:pt x="17136" y="29800"/>
                    <a:pt x="10936" y="39764"/>
                    <a:pt x="5090" y="45244"/>
                  </a:cubicBezTo>
                  <a:cubicBezTo>
                    <a:pt x="3142" y="47071"/>
                    <a:pt x="3142" y="47403"/>
                    <a:pt x="3142" y="47901"/>
                  </a:cubicBezTo>
                  <a:cubicBezTo>
                    <a:pt x="3142" y="49064"/>
                    <a:pt x="4028" y="49728"/>
                    <a:pt x="4913" y="49728"/>
                  </a:cubicBezTo>
                  <a:cubicBezTo>
                    <a:pt x="6862" y="49728"/>
                    <a:pt x="21033" y="36941"/>
                    <a:pt x="21033" y="17512"/>
                  </a:cubicBezTo>
                  <a:close/>
                </a:path>
              </a:pathLst>
            </a:custGeom>
            <a:solidFill>
              <a:srgbClr val="000000"/>
            </a:solidFill>
            <a:ln w="1524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/>
            </a:p>
          </p:txBody>
        </p:sp>
        <p:sp>
          <p:nvSpPr>
            <p:cNvPr id="1194" name="任意形状 1193">
              <a:extLst>
                <a:ext uri="{FF2B5EF4-FFF2-40B4-BE49-F238E27FC236}">
                  <a16:creationId xmlns:a16="http://schemas.microsoft.com/office/drawing/2014/main" id="{0F699794-6F6D-5B2A-5297-58D1DC175A74}"/>
                </a:ext>
              </a:extLst>
            </p:cNvPr>
            <p:cNvSpPr/>
            <p:nvPr>
              <p:custDataLst>
                <p:tags r:id="rId112"/>
              </p:custDataLst>
            </p:nvPr>
          </p:nvSpPr>
          <p:spPr>
            <a:xfrm>
              <a:off x="12538161" y="4289397"/>
              <a:ext cx="72094" cy="75227"/>
            </a:xfrm>
            <a:custGeom>
              <a:avLst/>
              <a:gdLst>
                <a:gd name="connsiteX0" fmla="*/ 10763 w 72094"/>
                <a:gd name="connsiteY0" fmla="*/ 63678 h 75227"/>
                <a:gd name="connsiteX1" fmla="*/ 9169 w 72094"/>
                <a:gd name="connsiteY1" fmla="*/ 70818 h 75227"/>
                <a:gd name="connsiteX2" fmla="*/ 14306 w 72094"/>
                <a:gd name="connsiteY2" fmla="*/ 75302 h 75227"/>
                <a:gd name="connsiteX3" fmla="*/ 20860 w 72094"/>
                <a:gd name="connsiteY3" fmla="*/ 70652 h 75227"/>
                <a:gd name="connsiteX4" fmla="*/ 27945 w 72094"/>
                <a:gd name="connsiteY4" fmla="*/ 44414 h 75227"/>
                <a:gd name="connsiteX5" fmla="*/ 33614 w 72094"/>
                <a:gd name="connsiteY5" fmla="*/ 22826 h 75227"/>
                <a:gd name="connsiteX6" fmla="*/ 43533 w 72094"/>
                <a:gd name="connsiteY6" fmla="*/ 9208 h 75227"/>
                <a:gd name="connsiteX7" fmla="*/ 57704 w 72094"/>
                <a:gd name="connsiteY7" fmla="*/ 3728 h 75227"/>
                <a:gd name="connsiteX8" fmla="*/ 65144 w 72094"/>
                <a:gd name="connsiteY8" fmla="*/ 5721 h 75227"/>
                <a:gd name="connsiteX9" fmla="*/ 55933 w 72094"/>
                <a:gd name="connsiteY9" fmla="*/ 14854 h 75227"/>
                <a:gd name="connsiteX10" fmla="*/ 62664 w 72094"/>
                <a:gd name="connsiteY10" fmla="*/ 20667 h 75227"/>
                <a:gd name="connsiteX11" fmla="*/ 72406 w 72094"/>
                <a:gd name="connsiteY11" fmla="*/ 10869 h 75227"/>
                <a:gd name="connsiteX12" fmla="*/ 57704 w 72094"/>
                <a:gd name="connsiteY12" fmla="*/ 75 h 75227"/>
                <a:gd name="connsiteX13" fmla="*/ 35031 w 72094"/>
                <a:gd name="connsiteY13" fmla="*/ 12862 h 75227"/>
                <a:gd name="connsiteX14" fmla="*/ 18911 w 72094"/>
                <a:gd name="connsiteY14" fmla="*/ 75 h 75227"/>
                <a:gd name="connsiteX15" fmla="*/ 5803 w 72094"/>
                <a:gd name="connsiteY15" fmla="*/ 9540 h 75227"/>
                <a:gd name="connsiteX16" fmla="*/ 312 w 72094"/>
                <a:gd name="connsiteY16" fmla="*/ 25649 h 75227"/>
                <a:gd name="connsiteX17" fmla="*/ 2438 w 72094"/>
                <a:gd name="connsiteY17" fmla="*/ 27309 h 75227"/>
                <a:gd name="connsiteX18" fmla="*/ 5449 w 72094"/>
                <a:gd name="connsiteY18" fmla="*/ 23490 h 75227"/>
                <a:gd name="connsiteX19" fmla="*/ 18380 w 72094"/>
                <a:gd name="connsiteY19" fmla="*/ 3728 h 75227"/>
                <a:gd name="connsiteX20" fmla="*/ 23871 w 72094"/>
                <a:gd name="connsiteY20" fmla="*/ 11367 h 75227"/>
                <a:gd name="connsiteX21" fmla="*/ 21037 w 72094"/>
                <a:gd name="connsiteY21" fmla="*/ 25317 h 75227"/>
                <a:gd name="connsiteX22" fmla="*/ 10763 w 72094"/>
                <a:gd name="connsiteY22" fmla="*/ 63678 h 752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72094" h="75227">
                  <a:moveTo>
                    <a:pt x="10763" y="63678"/>
                  </a:moveTo>
                  <a:cubicBezTo>
                    <a:pt x="10232" y="66169"/>
                    <a:pt x="9169" y="69988"/>
                    <a:pt x="9169" y="70818"/>
                  </a:cubicBezTo>
                  <a:cubicBezTo>
                    <a:pt x="9169" y="73807"/>
                    <a:pt x="11649" y="75302"/>
                    <a:pt x="14306" y="75302"/>
                  </a:cubicBezTo>
                  <a:cubicBezTo>
                    <a:pt x="16432" y="75302"/>
                    <a:pt x="19620" y="73974"/>
                    <a:pt x="20860" y="70652"/>
                  </a:cubicBezTo>
                  <a:cubicBezTo>
                    <a:pt x="21214" y="69988"/>
                    <a:pt x="27237" y="47403"/>
                    <a:pt x="27945" y="44414"/>
                  </a:cubicBezTo>
                  <a:cubicBezTo>
                    <a:pt x="29362" y="38934"/>
                    <a:pt x="32551" y="27309"/>
                    <a:pt x="33614" y="22826"/>
                  </a:cubicBezTo>
                  <a:cubicBezTo>
                    <a:pt x="34322" y="20667"/>
                    <a:pt x="39282" y="12862"/>
                    <a:pt x="43533" y="9208"/>
                  </a:cubicBezTo>
                  <a:cubicBezTo>
                    <a:pt x="44950" y="8046"/>
                    <a:pt x="50087" y="3728"/>
                    <a:pt x="57704" y="3728"/>
                  </a:cubicBezTo>
                  <a:cubicBezTo>
                    <a:pt x="62310" y="3728"/>
                    <a:pt x="64967" y="5721"/>
                    <a:pt x="65144" y="5721"/>
                  </a:cubicBezTo>
                  <a:cubicBezTo>
                    <a:pt x="59830" y="6551"/>
                    <a:pt x="55933" y="10537"/>
                    <a:pt x="55933" y="14854"/>
                  </a:cubicBezTo>
                  <a:cubicBezTo>
                    <a:pt x="55933" y="17512"/>
                    <a:pt x="57881" y="20667"/>
                    <a:pt x="62664" y="20667"/>
                  </a:cubicBezTo>
                  <a:cubicBezTo>
                    <a:pt x="67447" y="20667"/>
                    <a:pt x="72406" y="16847"/>
                    <a:pt x="72406" y="10869"/>
                  </a:cubicBezTo>
                  <a:cubicBezTo>
                    <a:pt x="72406" y="5057"/>
                    <a:pt x="66738" y="75"/>
                    <a:pt x="57704" y="75"/>
                  </a:cubicBezTo>
                  <a:cubicBezTo>
                    <a:pt x="46190" y="75"/>
                    <a:pt x="38396" y="8212"/>
                    <a:pt x="35031" y="12862"/>
                  </a:cubicBezTo>
                  <a:cubicBezTo>
                    <a:pt x="33614" y="5389"/>
                    <a:pt x="27237" y="75"/>
                    <a:pt x="18911" y="75"/>
                  </a:cubicBezTo>
                  <a:cubicBezTo>
                    <a:pt x="10763" y="75"/>
                    <a:pt x="7398" y="6551"/>
                    <a:pt x="5803" y="9540"/>
                  </a:cubicBezTo>
                  <a:cubicBezTo>
                    <a:pt x="2615" y="15187"/>
                    <a:pt x="312" y="25151"/>
                    <a:pt x="312" y="25649"/>
                  </a:cubicBezTo>
                  <a:cubicBezTo>
                    <a:pt x="312" y="27309"/>
                    <a:pt x="2084" y="27309"/>
                    <a:pt x="2438" y="27309"/>
                  </a:cubicBezTo>
                  <a:cubicBezTo>
                    <a:pt x="4209" y="27309"/>
                    <a:pt x="4386" y="27143"/>
                    <a:pt x="5449" y="23490"/>
                  </a:cubicBezTo>
                  <a:cubicBezTo>
                    <a:pt x="8460" y="11699"/>
                    <a:pt x="12003" y="3728"/>
                    <a:pt x="18380" y="3728"/>
                  </a:cubicBezTo>
                  <a:cubicBezTo>
                    <a:pt x="21391" y="3728"/>
                    <a:pt x="23871" y="5057"/>
                    <a:pt x="23871" y="11367"/>
                  </a:cubicBezTo>
                  <a:cubicBezTo>
                    <a:pt x="23871" y="14854"/>
                    <a:pt x="23340" y="16681"/>
                    <a:pt x="21037" y="25317"/>
                  </a:cubicBezTo>
                  <a:lnTo>
                    <a:pt x="10763" y="63678"/>
                  </a:lnTo>
                  <a:close/>
                </a:path>
              </a:pathLst>
            </a:custGeom>
            <a:solidFill>
              <a:srgbClr val="000000"/>
            </a:solidFill>
            <a:ln w="1524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/>
            </a:p>
          </p:txBody>
        </p:sp>
        <p:sp>
          <p:nvSpPr>
            <p:cNvPr id="1195" name="任意形状 1194">
              <a:extLst>
                <a:ext uri="{FF2B5EF4-FFF2-40B4-BE49-F238E27FC236}">
                  <a16:creationId xmlns:a16="http://schemas.microsoft.com/office/drawing/2014/main" id="{E922E8A8-C0F8-DF51-3AC6-EB880206BA29}"/>
                </a:ext>
              </a:extLst>
            </p:cNvPr>
            <p:cNvSpPr/>
            <p:nvPr>
              <p:custDataLst>
                <p:tags r:id="rId113"/>
              </p:custDataLst>
            </p:nvPr>
          </p:nvSpPr>
          <p:spPr>
            <a:xfrm>
              <a:off x="12623813" y="4229249"/>
              <a:ext cx="31122" cy="60215"/>
            </a:xfrm>
            <a:custGeom>
              <a:avLst/>
              <a:gdLst>
                <a:gd name="connsiteX0" fmla="*/ 30324 w 31122"/>
                <a:gd name="connsiteY0" fmla="*/ 10184 h 60215"/>
                <a:gd name="connsiteX1" fmla="*/ 31440 w 31122"/>
                <a:gd name="connsiteY1" fmla="*/ 6464 h 60215"/>
                <a:gd name="connsiteX2" fmla="*/ 24124 w 31122"/>
                <a:gd name="connsiteY2" fmla="*/ 71 h 60215"/>
                <a:gd name="connsiteX3" fmla="*/ 17304 w 31122"/>
                <a:gd name="connsiteY3" fmla="*/ 5534 h 60215"/>
                <a:gd name="connsiteX4" fmla="*/ 937 w 31122"/>
                <a:gd name="connsiteY4" fmla="*/ 55868 h 60215"/>
                <a:gd name="connsiteX5" fmla="*/ 317 w 31122"/>
                <a:gd name="connsiteY5" fmla="*/ 57728 h 60215"/>
                <a:gd name="connsiteX6" fmla="*/ 5153 w 31122"/>
                <a:gd name="connsiteY6" fmla="*/ 60286 h 60215"/>
                <a:gd name="connsiteX7" fmla="*/ 7013 w 31122"/>
                <a:gd name="connsiteY7" fmla="*/ 58310 h 60215"/>
                <a:gd name="connsiteX8" fmla="*/ 30324 w 31122"/>
                <a:gd name="connsiteY8" fmla="*/ 10184 h 602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1122" h="60215">
                  <a:moveTo>
                    <a:pt x="30324" y="10184"/>
                  </a:moveTo>
                  <a:cubicBezTo>
                    <a:pt x="31316" y="8208"/>
                    <a:pt x="31440" y="7278"/>
                    <a:pt x="31440" y="6464"/>
                  </a:cubicBezTo>
                  <a:cubicBezTo>
                    <a:pt x="31440" y="2860"/>
                    <a:pt x="27968" y="71"/>
                    <a:pt x="24124" y="71"/>
                  </a:cubicBezTo>
                  <a:cubicBezTo>
                    <a:pt x="19412" y="71"/>
                    <a:pt x="17924" y="3674"/>
                    <a:pt x="17304" y="5534"/>
                  </a:cubicBezTo>
                  <a:lnTo>
                    <a:pt x="937" y="55868"/>
                  </a:lnTo>
                  <a:cubicBezTo>
                    <a:pt x="813" y="56101"/>
                    <a:pt x="317" y="57612"/>
                    <a:pt x="317" y="57728"/>
                  </a:cubicBezTo>
                  <a:cubicBezTo>
                    <a:pt x="317" y="59123"/>
                    <a:pt x="4161" y="60286"/>
                    <a:pt x="5153" y="60286"/>
                  </a:cubicBezTo>
                  <a:cubicBezTo>
                    <a:pt x="6021" y="60286"/>
                    <a:pt x="6145" y="60053"/>
                    <a:pt x="7013" y="58310"/>
                  </a:cubicBezTo>
                  <a:lnTo>
                    <a:pt x="30324" y="10184"/>
                  </a:lnTo>
                  <a:close/>
                </a:path>
              </a:pathLst>
            </a:custGeom>
            <a:solidFill>
              <a:srgbClr val="000000"/>
            </a:solidFill>
            <a:ln w="1524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/>
            </a:p>
          </p:txBody>
        </p:sp>
        <p:sp>
          <p:nvSpPr>
            <p:cNvPr id="1196" name="任意形状 1195">
              <a:extLst>
                <a:ext uri="{FF2B5EF4-FFF2-40B4-BE49-F238E27FC236}">
                  <a16:creationId xmlns:a16="http://schemas.microsoft.com/office/drawing/2014/main" id="{4502509A-0670-D346-AD6E-3407D49F15A9}"/>
                </a:ext>
              </a:extLst>
            </p:cNvPr>
            <p:cNvSpPr/>
            <p:nvPr>
              <p:custDataLst>
                <p:tags r:id="rId114"/>
              </p:custDataLst>
            </p:nvPr>
          </p:nvSpPr>
          <p:spPr>
            <a:xfrm>
              <a:off x="12677654" y="4238249"/>
              <a:ext cx="41095" cy="166064"/>
            </a:xfrm>
            <a:custGeom>
              <a:avLst/>
              <a:gdLst>
                <a:gd name="connsiteX0" fmla="*/ 41415 w 41095"/>
                <a:gd name="connsiteY0" fmla="*/ 83107 h 166064"/>
                <a:gd name="connsiteX1" fmla="*/ 29724 w 41095"/>
                <a:gd name="connsiteY1" fmla="*/ 31295 h 166064"/>
                <a:gd name="connsiteX2" fmla="*/ 2091 w 41095"/>
                <a:gd name="connsiteY2" fmla="*/ 75 h 166064"/>
                <a:gd name="connsiteX3" fmla="*/ 320 w 41095"/>
                <a:gd name="connsiteY3" fmla="*/ 1735 h 166064"/>
                <a:gd name="connsiteX4" fmla="*/ 3685 w 41095"/>
                <a:gd name="connsiteY4" fmla="*/ 5555 h 166064"/>
                <a:gd name="connsiteX5" fmla="*/ 31141 w 41095"/>
                <a:gd name="connsiteY5" fmla="*/ 83107 h 166064"/>
                <a:gd name="connsiteX6" fmla="*/ 2622 w 41095"/>
                <a:gd name="connsiteY6" fmla="*/ 161656 h 166064"/>
                <a:gd name="connsiteX7" fmla="*/ 320 w 41095"/>
                <a:gd name="connsiteY7" fmla="*/ 164479 h 166064"/>
                <a:gd name="connsiteX8" fmla="*/ 2091 w 41095"/>
                <a:gd name="connsiteY8" fmla="*/ 166139 h 166064"/>
                <a:gd name="connsiteX9" fmla="*/ 30256 w 41095"/>
                <a:gd name="connsiteY9" fmla="*/ 133757 h 166064"/>
                <a:gd name="connsiteX10" fmla="*/ 41415 w 41095"/>
                <a:gd name="connsiteY10" fmla="*/ 83107 h 1660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41095" h="166064">
                  <a:moveTo>
                    <a:pt x="41415" y="83107"/>
                  </a:moveTo>
                  <a:cubicBezTo>
                    <a:pt x="41415" y="70154"/>
                    <a:pt x="39467" y="50060"/>
                    <a:pt x="29724" y="31295"/>
                  </a:cubicBezTo>
                  <a:cubicBezTo>
                    <a:pt x="19096" y="10869"/>
                    <a:pt x="3862" y="75"/>
                    <a:pt x="2091" y="75"/>
                  </a:cubicBezTo>
                  <a:cubicBezTo>
                    <a:pt x="1028" y="75"/>
                    <a:pt x="320" y="739"/>
                    <a:pt x="320" y="1735"/>
                  </a:cubicBezTo>
                  <a:cubicBezTo>
                    <a:pt x="320" y="2234"/>
                    <a:pt x="320" y="2566"/>
                    <a:pt x="3685" y="5555"/>
                  </a:cubicBezTo>
                  <a:cubicBezTo>
                    <a:pt x="21045" y="21995"/>
                    <a:pt x="31141" y="48400"/>
                    <a:pt x="31141" y="83107"/>
                  </a:cubicBezTo>
                  <a:cubicBezTo>
                    <a:pt x="31141" y="111504"/>
                    <a:pt x="24587" y="140732"/>
                    <a:pt x="2622" y="161656"/>
                  </a:cubicBezTo>
                  <a:cubicBezTo>
                    <a:pt x="320" y="163649"/>
                    <a:pt x="320" y="163981"/>
                    <a:pt x="320" y="164479"/>
                  </a:cubicBezTo>
                  <a:cubicBezTo>
                    <a:pt x="320" y="165475"/>
                    <a:pt x="1028" y="166139"/>
                    <a:pt x="2091" y="166139"/>
                  </a:cubicBezTo>
                  <a:cubicBezTo>
                    <a:pt x="3862" y="166139"/>
                    <a:pt x="19805" y="154847"/>
                    <a:pt x="30256" y="133757"/>
                  </a:cubicBezTo>
                  <a:cubicBezTo>
                    <a:pt x="39290" y="115490"/>
                    <a:pt x="41415" y="97057"/>
                    <a:pt x="41415" y="83107"/>
                  </a:cubicBezTo>
                  <a:close/>
                </a:path>
              </a:pathLst>
            </a:custGeom>
            <a:solidFill>
              <a:srgbClr val="000000"/>
            </a:solidFill>
            <a:ln w="1524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/>
            </a:p>
          </p:txBody>
        </p:sp>
      </p:grpSp>
      <p:sp>
        <p:nvSpPr>
          <p:cNvPr id="440" name="文本框 439">
            <a:extLst>
              <a:ext uri="{FF2B5EF4-FFF2-40B4-BE49-F238E27FC236}">
                <a16:creationId xmlns:a16="http://schemas.microsoft.com/office/drawing/2014/main" id="{9C20E57C-418E-B9CA-6683-B7E05B3788B0}"/>
              </a:ext>
            </a:extLst>
          </p:cNvPr>
          <p:cNvSpPr txBox="1"/>
          <p:nvPr/>
        </p:nvSpPr>
        <p:spPr>
          <a:xfrm>
            <a:off x="5971305" y="2640214"/>
            <a:ext cx="554411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b="1" dirty="0"/>
              <a:t>Inverse clarity</a:t>
            </a:r>
            <a:r>
              <a:rPr lang="en-US" altLang="zh-CN" sz="1600" dirty="0"/>
              <a:t>:</a:t>
            </a:r>
            <a:br>
              <a:rPr lang="en-US" altLang="zh-CN" sz="1600" dirty="0"/>
            </a:br>
            <a:r>
              <a:rPr lang="en-US" altLang="zh-CN" sz="1600" dirty="0"/>
              <a:t>This measures whether the best inverse-like partner is clearly better than the second-best candidate.</a:t>
            </a:r>
          </a:p>
        </p:txBody>
      </p:sp>
      <p:grpSp>
        <p:nvGrpSpPr>
          <p:cNvPr id="854" name="组合 853">
            <a:extLst>
              <a:ext uri="{FF2B5EF4-FFF2-40B4-BE49-F238E27FC236}">
                <a16:creationId xmlns:a16="http://schemas.microsoft.com/office/drawing/2014/main" id="{955D2BE1-7154-2E27-3500-6198A2B9BCB6}"/>
              </a:ext>
            </a:extLst>
          </p:cNvPr>
          <p:cNvGrpSpPr>
            <a:grpSpLocks noChangeAspect="1"/>
          </p:cNvGrpSpPr>
          <p:nvPr>
            <p:custDataLst>
              <p:tags r:id="rId7"/>
            </p:custDataLst>
          </p:nvPr>
        </p:nvGrpSpPr>
        <p:grpSpPr>
          <a:xfrm>
            <a:off x="6068290" y="3548644"/>
            <a:ext cx="5556367" cy="295905"/>
            <a:chOff x="7325101" y="6846594"/>
            <a:chExt cx="5556367" cy="295905"/>
          </a:xfrm>
        </p:grpSpPr>
        <p:sp>
          <p:nvSpPr>
            <p:cNvPr id="788" name="任意形状 787">
              <a:extLst>
                <a:ext uri="{FF2B5EF4-FFF2-40B4-BE49-F238E27FC236}">
                  <a16:creationId xmlns:a16="http://schemas.microsoft.com/office/drawing/2014/main" id="{47058336-648C-A8AE-F960-EF7460BAE6C1}"/>
                </a:ext>
              </a:extLst>
            </p:cNvPr>
            <p:cNvSpPr/>
            <p:nvPr>
              <p:custDataLst>
                <p:tags r:id="rId8"/>
              </p:custDataLst>
            </p:nvPr>
          </p:nvSpPr>
          <p:spPr>
            <a:xfrm>
              <a:off x="7325101" y="6923410"/>
              <a:ext cx="50019" cy="112342"/>
            </a:xfrm>
            <a:custGeom>
              <a:avLst/>
              <a:gdLst>
                <a:gd name="connsiteX0" fmla="*/ 32372 w 50019"/>
                <a:gd name="connsiteY0" fmla="*/ 12914 h 112342"/>
                <a:gd name="connsiteX1" fmla="*/ 45820 w 50019"/>
                <a:gd name="connsiteY1" fmla="*/ 5184 h 112342"/>
                <a:gd name="connsiteX2" fmla="*/ 50084 w 50019"/>
                <a:gd name="connsiteY2" fmla="*/ 5184 h 112342"/>
                <a:gd name="connsiteX3" fmla="*/ 50084 w 50019"/>
                <a:gd name="connsiteY3" fmla="*/ 85 h 112342"/>
                <a:gd name="connsiteX4" fmla="*/ 25156 w 50019"/>
                <a:gd name="connsiteY4" fmla="*/ 578 h 112342"/>
                <a:gd name="connsiteX5" fmla="*/ 64 w 50019"/>
                <a:gd name="connsiteY5" fmla="*/ 85 h 112342"/>
                <a:gd name="connsiteX6" fmla="*/ 64 w 50019"/>
                <a:gd name="connsiteY6" fmla="*/ 5184 h 112342"/>
                <a:gd name="connsiteX7" fmla="*/ 4328 w 50019"/>
                <a:gd name="connsiteY7" fmla="*/ 5184 h 112342"/>
                <a:gd name="connsiteX8" fmla="*/ 17776 w 50019"/>
                <a:gd name="connsiteY8" fmla="*/ 12914 h 112342"/>
                <a:gd name="connsiteX9" fmla="*/ 17776 w 50019"/>
                <a:gd name="connsiteY9" fmla="*/ 99597 h 112342"/>
                <a:gd name="connsiteX10" fmla="*/ 4328 w 50019"/>
                <a:gd name="connsiteY10" fmla="*/ 107328 h 112342"/>
                <a:gd name="connsiteX11" fmla="*/ 64 w 50019"/>
                <a:gd name="connsiteY11" fmla="*/ 107328 h 112342"/>
                <a:gd name="connsiteX12" fmla="*/ 64 w 50019"/>
                <a:gd name="connsiteY12" fmla="*/ 112427 h 112342"/>
                <a:gd name="connsiteX13" fmla="*/ 24992 w 50019"/>
                <a:gd name="connsiteY13" fmla="*/ 111933 h 112342"/>
                <a:gd name="connsiteX14" fmla="*/ 50084 w 50019"/>
                <a:gd name="connsiteY14" fmla="*/ 112427 h 112342"/>
                <a:gd name="connsiteX15" fmla="*/ 50084 w 50019"/>
                <a:gd name="connsiteY15" fmla="*/ 107328 h 112342"/>
                <a:gd name="connsiteX16" fmla="*/ 45820 w 50019"/>
                <a:gd name="connsiteY16" fmla="*/ 107328 h 112342"/>
                <a:gd name="connsiteX17" fmla="*/ 32372 w 50019"/>
                <a:gd name="connsiteY17" fmla="*/ 99597 h 112342"/>
                <a:gd name="connsiteX18" fmla="*/ 32372 w 50019"/>
                <a:gd name="connsiteY18" fmla="*/ 12914 h 1123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50019" h="112342">
                  <a:moveTo>
                    <a:pt x="32372" y="12914"/>
                  </a:moveTo>
                  <a:cubicBezTo>
                    <a:pt x="32372" y="6993"/>
                    <a:pt x="32864" y="5184"/>
                    <a:pt x="45820" y="5184"/>
                  </a:cubicBezTo>
                  <a:lnTo>
                    <a:pt x="50084" y="5184"/>
                  </a:lnTo>
                  <a:lnTo>
                    <a:pt x="50084" y="85"/>
                  </a:lnTo>
                  <a:cubicBezTo>
                    <a:pt x="44344" y="578"/>
                    <a:pt x="31388" y="578"/>
                    <a:pt x="25156" y="578"/>
                  </a:cubicBezTo>
                  <a:cubicBezTo>
                    <a:pt x="18760" y="578"/>
                    <a:pt x="5804" y="578"/>
                    <a:pt x="64" y="85"/>
                  </a:cubicBezTo>
                  <a:lnTo>
                    <a:pt x="64" y="5184"/>
                  </a:lnTo>
                  <a:lnTo>
                    <a:pt x="4328" y="5184"/>
                  </a:lnTo>
                  <a:cubicBezTo>
                    <a:pt x="17284" y="5184"/>
                    <a:pt x="17776" y="6993"/>
                    <a:pt x="17776" y="12914"/>
                  </a:cubicBezTo>
                  <a:lnTo>
                    <a:pt x="17776" y="99597"/>
                  </a:lnTo>
                  <a:cubicBezTo>
                    <a:pt x="17776" y="105518"/>
                    <a:pt x="17284" y="107328"/>
                    <a:pt x="4328" y="107328"/>
                  </a:cubicBezTo>
                  <a:lnTo>
                    <a:pt x="64" y="107328"/>
                  </a:lnTo>
                  <a:lnTo>
                    <a:pt x="64" y="112427"/>
                  </a:lnTo>
                  <a:cubicBezTo>
                    <a:pt x="5804" y="111933"/>
                    <a:pt x="18760" y="111933"/>
                    <a:pt x="24992" y="111933"/>
                  </a:cubicBezTo>
                  <a:cubicBezTo>
                    <a:pt x="31388" y="111933"/>
                    <a:pt x="44344" y="111933"/>
                    <a:pt x="50084" y="112427"/>
                  </a:cubicBezTo>
                  <a:lnTo>
                    <a:pt x="50084" y="107328"/>
                  </a:lnTo>
                  <a:lnTo>
                    <a:pt x="45820" y="107328"/>
                  </a:lnTo>
                  <a:cubicBezTo>
                    <a:pt x="32864" y="107328"/>
                    <a:pt x="32372" y="105518"/>
                    <a:pt x="32372" y="99597"/>
                  </a:cubicBezTo>
                  <a:lnTo>
                    <a:pt x="32372" y="12914"/>
                  </a:lnTo>
                  <a:close/>
                </a:path>
              </a:pathLst>
            </a:custGeom>
            <a:solidFill>
              <a:srgbClr val="000000"/>
            </a:solidFill>
            <a:ln w="22776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/>
            </a:p>
          </p:txBody>
        </p:sp>
        <p:sp>
          <p:nvSpPr>
            <p:cNvPr id="789" name="任意形状 788">
              <a:extLst>
                <a:ext uri="{FF2B5EF4-FFF2-40B4-BE49-F238E27FC236}">
                  <a16:creationId xmlns:a16="http://schemas.microsoft.com/office/drawing/2014/main" id="{BA192F93-2572-AD0C-0C2F-8A308C84E311}"/>
                </a:ext>
              </a:extLst>
            </p:cNvPr>
            <p:cNvSpPr/>
            <p:nvPr>
              <p:custDataLst>
                <p:tags r:id="rId9"/>
              </p:custDataLst>
            </p:nvPr>
          </p:nvSpPr>
          <p:spPr>
            <a:xfrm>
              <a:off x="7384979" y="6963050"/>
              <a:ext cx="82491" cy="72701"/>
            </a:xfrm>
            <a:custGeom>
              <a:avLst/>
              <a:gdLst>
                <a:gd name="connsiteX0" fmla="*/ 12859 w 82491"/>
                <a:gd name="connsiteY0" fmla="*/ 16204 h 72701"/>
                <a:gd name="connsiteX1" fmla="*/ 12859 w 82491"/>
                <a:gd name="connsiteY1" fmla="*/ 60286 h 72701"/>
                <a:gd name="connsiteX2" fmla="*/ 67 w 82491"/>
                <a:gd name="connsiteY2" fmla="*/ 67687 h 72701"/>
                <a:gd name="connsiteX3" fmla="*/ 67 w 82491"/>
                <a:gd name="connsiteY3" fmla="*/ 72786 h 72701"/>
                <a:gd name="connsiteX4" fmla="*/ 18599 w 82491"/>
                <a:gd name="connsiteY4" fmla="*/ 72293 h 72701"/>
                <a:gd name="connsiteX5" fmla="*/ 36967 w 82491"/>
                <a:gd name="connsiteY5" fmla="*/ 72786 h 72701"/>
                <a:gd name="connsiteX6" fmla="*/ 36967 w 82491"/>
                <a:gd name="connsiteY6" fmla="*/ 67687 h 72701"/>
                <a:gd name="connsiteX7" fmla="*/ 24175 w 82491"/>
                <a:gd name="connsiteY7" fmla="*/ 60286 h 72701"/>
                <a:gd name="connsiteX8" fmla="*/ 24175 w 82491"/>
                <a:gd name="connsiteY8" fmla="*/ 30021 h 72701"/>
                <a:gd name="connsiteX9" fmla="*/ 46315 w 82491"/>
                <a:gd name="connsiteY9" fmla="*/ 3703 h 72701"/>
                <a:gd name="connsiteX10" fmla="*/ 58451 w 82491"/>
                <a:gd name="connsiteY10" fmla="*/ 21961 h 72701"/>
                <a:gd name="connsiteX11" fmla="*/ 58451 w 82491"/>
                <a:gd name="connsiteY11" fmla="*/ 60286 h 72701"/>
                <a:gd name="connsiteX12" fmla="*/ 45659 w 82491"/>
                <a:gd name="connsiteY12" fmla="*/ 67687 h 72701"/>
                <a:gd name="connsiteX13" fmla="*/ 45659 w 82491"/>
                <a:gd name="connsiteY13" fmla="*/ 72786 h 72701"/>
                <a:gd name="connsiteX14" fmla="*/ 64191 w 82491"/>
                <a:gd name="connsiteY14" fmla="*/ 72293 h 72701"/>
                <a:gd name="connsiteX15" fmla="*/ 82559 w 82491"/>
                <a:gd name="connsiteY15" fmla="*/ 72786 h 72701"/>
                <a:gd name="connsiteX16" fmla="*/ 82559 w 82491"/>
                <a:gd name="connsiteY16" fmla="*/ 67687 h 72701"/>
                <a:gd name="connsiteX17" fmla="*/ 69767 w 82491"/>
                <a:gd name="connsiteY17" fmla="*/ 62753 h 72701"/>
                <a:gd name="connsiteX18" fmla="*/ 69767 w 82491"/>
                <a:gd name="connsiteY18" fmla="*/ 31336 h 72701"/>
                <a:gd name="connsiteX19" fmla="*/ 64683 w 82491"/>
                <a:gd name="connsiteY19" fmla="*/ 6171 h 72701"/>
                <a:gd name="connsiteX20" fmla="*/ 47463 w 82491"/>
                <a:gd name="connsiteY20" fmla="*/ 85 h 72701"/>
                <a:gd name="connsiteX21" fmla="*/ 23191 w 82491"/>
                <a:gd name="connsiteY21" fmla="*/ 17355 h 72701"/>
                <a:gd name="connsiteX22" fmla="*/ 23191 w 82491"/>
                <a:gd name="connsiteY22" fmla="*/ 85 h 72701"/>
                <a:gd name="connsiteX23" fmla="*/ 67 w 82491"/>
                <a:gd name="connsiteY23" fmla="*/ 1894 h 72701"/>
                <a:gd name="connsiteX24" fmla="*/ 67 w 82491"/>
                <a:gd name="connsiteY24" fmla="*/ 6993 h 72701"/>
                <a:gd name="connsiteX25" fmla="*/ 12859 w 82491"/>
                <a:gd name="connsiteY25" fmla="*/ 16204 h 727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82491" h="72701">
                  <a:moveTo>
                    <a:pt x="12859" y="16204"/>
                  </a:moveTo>
                  <a:lnTo>
                    <a:pt x="12859" y="60286"/>
                  </a:lnTo>
                  <a:cubicBezTo>
                    <a:pt x="12859" y="67687"/>
                    <a:pt x="11055" y="67687"/>
                    <a:pt x="67" y="67687"/>
                  </a:cubicBezTo>
                  <a:lnTo>
                    <a:pt x="67" y="72786"/>
                  </a:lnTo>
                  <a:cubicBezTo>
                    <a:pt x="5807" y="72622"/>
                    <a:pt x="14171" y="72293"/>
                    <a:pt x="18599" y="72293"/>
                  </a:cubicBezTo>
                  <a:cubicBezTo>
                    <a:pt x="22863" y="72293"/>
                    <a:pt x="31391" y="72622"/>
                    <a:pt x="36967" y="72786"/>
                  </a:cubicBezTo>
                  <a:lnTo>
                    <a:pt x="36967" y="67687"/>
                  </a:lnTo>
                  <a:cubicBezTo>
                    <a:pt x="25979" y="67687"/>
                    <a:pt x="24175" y="67687"/>
                    <a:pt x="24175" y="60286"/>
                  </a:cubicBezTo>
                  <a:lnTo>
                    <a:pt x="24175" y="30021"/>
                  </a:lnTo>
                  <a:cubicBezTo>
                    <a:pt x="24175" y="12914"/>
                    <a:pt x="35819" y="3703"/>
                    <a:pt x="46315" y="3703"/>
                  </a:cubicBezTo>
                  <a:cubicBezTo>
                    <a:pt x="56647" y="3703"/>
                    <a:pt x="58451" y="12585"/>
                    <a:pt x="58451" y="21961"/>
                  </a:cubicBezTo>
                  <a:lnTo>
                    <a:pt x="58451" y="60286"/>
                  </a:lnTo>
                  <a:cubicBezTo>
                    <a:pt x="58451" y="67687"/>
                    <a:pt x="56647" y="67687"/>
                    <a:pt x="45659" y="67687"/>
                  </a:cubicBezTo>
                  <a:lnTo>
                    <a:pt x="45659" y="72786"/>
                  </a:lnTo>
                  <a:cubicBezTo>
                    <a:pt x="51399" y="72622"/>
                    <a:pt x="59763" y="72293"/>
                    <a:pt x="64191" y="72293"/>
                  </a:cubicBezTo>
                  <a:cubicBezTo>
                    <a:pt x="68455" y="72293"/>
                    <a:pt x="76983" y="72622"/>
                    <a:pt x="82559" y="72786"/>
                  </a:cubicBezTo>
                  <a:lnTo>
                    <a:pt x="82559" y="67687"/>
                  </a:lnTo>
                  <a:cubicBezTo>
                    <a:pt x="74031" y="67687"/>
                    <a:pt x="69931" y="67687"/>
                    <a:pt x="69767" y="62753"/>
                  </a:cubicBezTo>
                  <a:lnTo>
                    <a:pt x="69767" y="31336"/>
                  </a:lnTo>
                  <a:cubicBezTo>
                    <a:pt x="69767" y="17191"/>
                    <a:pt x="69767" y="12092"/>
                    <a:pt x="64683" y="6171"/>
                  </a:cubicBezTo>
                  <a:cubicBezTo>
                    <a:pt x="62387" y="3374"/>
                    <a:pt x="56975" y="85"/>
                    <a:pt x="47463" y="85"/>
                  </a:cubicBezTo>
                  <a:cubicBezTo>
                    <a:pt x="35491" y="85"/>
                    <a:pt x="27783" y="7157"/>
                    <a:pt x="23191" y="17355"/>
                  </a:cubicBezTo>
                  <a:lnTo>
                    <a:pt x="23191" y="85"/>
                  </a:lnTo>
                  <a:lnTo>
                    <a:pt x="67" y="1894"/>
                  </a:lnTo>
                  <a:lnTo>
                    <a:pt x="67" y="6993"/>
                  </a:lnTo>
                  <a:cubicBezTo>
                    <a:pt x="11547" y="6993"/>
                    <a:pt x="12859" y="8144"/>
                    <a:pt x="12859" y="16204"/>
                  </a:cubicBezTo>
                  <a:close/>
                </a:path>
              </a:pathLst>
            </a:custGeom>
            <a:solidFill>
              <a:srgbClr val="000000"/>
            </a:solidFill>
            <a:ln w="22776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/>
            </a:p>
          </p:txBody>
        </p:sp>
        <p:sp>
          <p:nvSpPr>
            <p:cNvPr id="790" name="任意形状 789">
              <a:extLst>
                <a:ext uri="{FF2B5EF4-FFF2-40B4-BE49-F238E27FC236}">
                  <a16:creationId xmlns:a16="http://schemas.microsoft.com/office/drawing/2014/main" id="{01FC5052-D3B6-B6C4-5A7D-F25FBC9765BD}"/>
                </a:ext>
              </a:extLst>
            </p:cNvPr>
            <p:cNvSpPr/>
            <p:nvPr>
              <p:custDataLst>
                <p:tags r:id="rId10"/>
              </p:custDataLst>
            </p:nvPr>
          </p:nvSpPr>
          <p:spPr>
            <a:xfrm>
              <a:off x="7469403" y="6964859"/>
              <a:ext cx="80195" cy="72701"/>
            </a:xfrm>
            <a:custGeom>
              <a:avLst/>
              <a:gdLst>
                <a:gd name="connsiteX0" fmla="*/ 65180 w 80195"/>
                <a:gd name="connsiteY0" fmla="*/ 16204 h 72701"/>
                <a:gd name="connsiteX1" fmla="*/ 80268 w 80195"/>
                <a:gd name="connsiteY1" fmla="*/ 5184 h 72701"/>
                <a:gd name="connsiteX2" fmla="*/ 80268 w 80195"/>
                <a:gd name="connsiteY2" fmla="*/ 85 h 72701"/>
                <a:gd name="connsiteX3" fmla="*/ 67968 w 80195"/>
                <a:gd name="connsiteY3" fmla="*/ 578 h 72701"/>
                <a:gd name="connsiteX4" fmla="*/ 53700 w 80195"/>
                <a:gd name="connsiteY4" fmla="*/ 85 h 72701"/>
                <a:gd name="connsiteX5" fmla="*/ 53700 w 80195"/>
                <a:gd name="connsiteY5" fmla="*/ 5184 h 72701"/>
                <a:gd name="connsiteX6" fmla="*/ 61572 w 80195"/>
                <a:gd name="connsiteY6" fmla="*/ 12256 h 72701"/>
                <a:gd name="connsiteX7" fmla="*/ 60588 w 80195"/>
                <a:gd name="connsiteY7" fmla="*/ 16204 h 72701"/>
                <a:gd name="connsiteX8" fmla="*/ 43861 w 80195"/>
                <a:gd name="connsiteY8" fmla="*/ 58147 h 72701"/>
                <a:gd name="connsiteX9" fmla="*/ 25493 w 80195"/>
                <a:gd name="connsiteY9" fmla="*/ 12256 h 72701"/>
                <a:gd name="connsiteX10" fmla="*/ 24509 w 80195"/>
                <a:gd name="connsiteY10" fmla="*/ 9460 h 72701"/>
                <a:gd name="connsiteX11" fmla="*/ 33857 w 80195"/>
                <a:gd name="connsiteY11" fmla="*/ 5184 h 72701"/>
                <a:gd name="connsiteX12" fmla="*/ 33857 w 80195"/>
                <a:gd name="connsiteY12" fmla="*/ 85 h 72701"/>
                <a:gd name="connsiteX13" fmla="*/ 15981 w 80195"/>
                <a:gd name="connsiteY13" fmla="*/ 578 h 72701"/>
                <a:gd name="connsiteX14" fmla="*/ 73 w 80195"/>
                <a:gd name="connsiteY14" fmla="*/ 85 h 72701"/>
                <a:gd name="connsiteX15" fmla="*/ 73 w 80195"/>
                <a:gd name="connsiteY15" fmla="*/ 5184 h 72701"/>
                <a:gd name="connsiteX16" fmla="*/ 13193 w 80195"/>
                <a:gd name="connsiteY16" fmla="*/ 11270 h 72701"/>
                <a:gd name="connsiteX17" fmla="*/ 36809 w 80195"/>
                <a:gd name="connsiteY17" fmla="*/ 69661 h 72701"/>
                <a:gd name="connsiteX18" fmla="*/ 40253 w 80195"/>
                <a:gd name="connsiteY18" fmla="*/ 72786 h 72701"/>
                <a:gd name="connsiteX19" fmla="*/ 43697 w 80195"/>
                <a:gd name="connsiteY19" fmla="*/ 69661 h 72701"/>
                <a:gd name="connsiteX20" fmla="*/ 65180 w 80195"/>
                <a:gd name="connsiteY20" fmla="*/ 16204 h 727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80195" h="72701">
                  <a:moveTo>
                    <a:pt x="65180" y="16204"/>
                  </a:moveTo>
                  <a:cubicBezTo>
                    <a:pt x="66656" y="12421"/>
                    <a:pt x="69444" y="5348"/>
                    <a:pt x="80268" y="5184"/>
                  </a:cubicBezTo>
                  <a:lnTo>
                    <a:pt x="80268" y="85"/>
                  </a:lnTo>
                  <a:cubicBezTo>
                    <a:pt x="76496" y="414"/>
                    <a:pt x="71740" y="578"/>
                    <a:pt x="67968" y="578"/>
                  </a:cubicBezTo>
                  <a:cubicBezTo>
                    <a:pt x="64032" y="578"/>
                    <a:pt x="56488" y="249"/>
                    <a:pt x="53700" y="85"/>
                  </a:cubicBezTo>
                  <a:lnTo>
                    <a:pt x="53700" y="5184"/>
                  </a:lnTo>
                  <a:cubicBezTo>
                    <a:pt x="59768" y="5348"/>
                    <a:pt x="61572" y="9131"/>
                    <a:pt x="61572" y="12256"/>
                  </a:cubicBezTo>
                  <a:cubicBezTo>
                    <a:pt x="61572" y="13737"/>
                    <a:pt x="61244" y="14395"/>
                    <a:pt x="60588" y="16204"/>
                  </a:cubicBezTo>
                  <a:lnTo>
                    <a:pt x="43861" y="58147"/>
                  </a:lnTo>
                  <a:lnTo>
                    <a:pt x="25493" y="12256"/>
                  </a:lnTo>
                  <a:cubicBezTo>
                    <a:pt x="24509" y="10118"/>
                    <a:pt x="24509" y="9789"/>
                    <a:pt x="24509" y="9460"/>
                  </a:cubicBezTo>
                  <a:cubicBezTo>
                    <a:pt x="24509" y="5184"/>
                    <a:pt x="30905" y="5184"/>
                    <a:pt x="33857" y="5184"/>
                  </a:cubicBezTo>
                  <a:lnTo>
                    <a:pt x="33857" y="85"/>
                  </a:lnTo>
                  <a:cubicBezTo>
                    <a:pt x="28937" y="249"/>
                    <a:pt x="19753" y="578"/>
                    <a:pt x="15981" y="578"/>
                  </a:cubicBezTo>
                  <a:cubicBezTo>
                    <a:pt x="11553" y="578"/>
                    <a:pt x="4993" y="414"/>
                    <a:pt x="73" y="85"/>
                  </a:cubicBezTo>
                  <a:lnTo>
                    <a:pt x="73" y="5184"/>
                  </a:lnTo>
                  <a:cubicBezTo>
                    <a:pt x="10405" y="5184"/>
                    <a:pt x="11061" y="6171"/>
                    <a:pt x="13193" y="11270"/>
                  </a:cubicBezTo>
                  <a:lnTo>
                    <a:pt x="36809" y="69661"/>
                  </a:lnTo>
                  <a:cubicBezTo>
                    <a:pt x="37793" y="71964"/>
                    <a:pt x="38121" y="72786"/>
                    <a:pt x="40253" y="72786"/>
                  </a:cubicBezTo>
                  <a:cubicBezTo>
                    <a:pt x="42385" y="72786"/>
                    <a:pt x="43041" y="71306"/>
                    <a:pt x="43697" y="69661"/>
                  </a:cubicBezTo>
                  <a:lnTo>
                    <a:pt x="65180" y="16204"/>
                  </a:lnTo>
                  <a:close/>
                </a:path>
              </a:pathLst>
            </a:custGeom>
            <a:solidFill>
              <a:srgbClr val="000000"/>
            </a:solidFill>
            <a:ln w="22776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/>
            </a:p>
          </p:txBody>
        </p:sp>
        <p:sp>
          <p:nvSpPr>
            <p:cNvPr id="791" name="任意形状 790">
              <a:extLst>
                <a:ext uri="{FF2B5EF4-FFF2-40B4-BE49-F238E27FC236}">
                  <a16:creationId xmlns:a16="http://schemas.microsoft.com/office/drawing/2014/main" id="{CFA860D9-4F5B-2223-DCEC-33E4E63A893B}"/>
                </a:ext>
              </a:extLst>
            </p:cNvPr>
            <p:cNvSpPr/>
            <p:nvPr>
              <p:custDataLst>
                <p:tags r:id="rId11"/>
              </p:custDataLst>
            </p:nvPr>
          </p:nvSpPr>
          <p:spPr>
            <a:xfrm>
              <a:off x="7562026" y="6919791"/>
              <a:ext cx="99875" cy="119579"/>
            </a:xfrm>
            <a:custGeom>
              <a:avLst/>
              <a:gdLst>
                <a:gd name="connsiteX0" fmla="*/ 78 w 99875"/>
                <a:gd name="connsiteY0" fmla="*/ 59792 h 119579"/>
                <a:gd name="connsiteX1" fmla="*/ 57150 w 99875"/>
                <a:gd name="connsiteY1" fmla="*/ 119664 h 119579"/>
                <a:gd name="connsiteX2" fmla="*/ 99954 w 99875"/>
                <a:gd name="connsiteY2" fmla="*/ 77721 h 119579"/>
                <a:gd name="connsiteX3" fmla="*/ 97822 w 99875"/>
                <a:gd name="connsiteY3" fmla="*/ 74925 h 119579"/>
                <a:gd name="connsiteX4" fmla="*/ 95854 w 99875"/>
                <a:gd name="connsiteY4" fmla="*/ 77556 h 119579"/>
                <a:gd name="connsiteX5" fmla="*/ 59118 w 99875"/>
                <a:gd name="connsiteY5" fmla="*/ 114565 h 119579"/>
                <a:gd name="connsiteX6" fmla="*/ 16970 w 99875"/>
                <a:gd name="connsiteY6" fmla="*/ 59957 h 119579"/>
                <a:gd name="connsiteX7" fmla="*/ 58954 w 99875"/>
                <a:gd name="connsiteY7" fmla="*/ 5184 h 119579"/>
                <a:gd name="connsiteX8" fmla="*/ 94706 w 99875"/>
                <a:gd name="connsiteY8" fmla="*/ 44166 h 119579"/>
                <a:gd name="connsiteX9" fmla="*/ 97330 w 99875"/>
                <a:gd name="connsiteY9" fmla="*/ 46962 h 119579"/>
                <a:gd name="connsiteX10" fmla="*/ 99954 w 99875"/>
                <a:gd name="connsiteY10" fmla="*/ 43015 h 119579"/>
                <a:gd name="connsiteX11" fmla="*/ 99954 w 99875"/>
                <a:gd name="connsiteY11" fmla="*/ 4032 h 119579"/>
                <a:gd name="connsiteX12" fmla="*/ 98150 w 99875"/>
                <a:gd name="connsiteY12" fmla="*/ 85 h 119579"/>
                <a:gd name="connsiteX13" fmla="*/ 95526 w 99875"/>
                <a:gd name="connsiteY13" fmla="*/ 2058 h 119579"/>
                <a:gd name="connsiteX14" fmla="*/ 87326 w 99875"/>
                <a:gd name="connsiteY14" fmla="*/ 14230 h 119579"/>
                <a:gd name="connsiteX15" fmla="*/ 57150 w 99875"/>
                <a:gd name="connsiteY15" fmla="*/ 85 h 119579"/>
                <a:gd name="connsiteX16" fmla="*/ 78 w 99875"/>
                <a:gd name="connsiteY16" fmla="*/ 59792 h 1195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99875" h="119579">
                  <a:moveTo>
                    <a:pt x="78" y="59792"/>
                  </a:moveTo>
                  <a:cubicBezTo>
                    <a:pt x="78" y="93840"/>
                    <a:pt x="26646" y="119664"/>
                    <a:pt x="57150" y="119664"/>
                  </a:cubicBezTo>
                  <a:cubicBezTo>
                    <a:pt x="83882" y="119664"/>
                    <a:pt x="99954" y="96801"/>
                    <a:pt x="99954" y="77721"/>
                  </a:cubicBezTo>
                  <a:cubicBezTo>
                    <a:pt x="99954" y="76076"/>
                    <a:pt x="99954" y="74925"/>
                    <a:pt x="97822" y="74925"/>
                  </a:cubicBezTo>
                  <a:cubicBezTo>
                    <a:pt x="96018" y="74925"/>
                    <a:pt x="96018" y="75911"/>
                    <a:pt x="95854" y="77556"/>
                  </a:cubicBezTo>
                  <a:cubicBezTo>
                    <a:pt x="94542" y="101077"/>
                    <a:pt x="76994" y="114565"/>
                    <a:pt x="59118" y="114565"/>
                  </a:cubicBezTo>
                  <a:cubicBezTo>
                    <a:pt x="49114" y="114565"/>
                    <a:pt x="16970" y="108973"/>
                    <a:pt x="16970" y="59957"/>
                  </a:cubicBezTo>
                  <a:cubicBezTo>
                    <a:pt x="16970" y="10776"/>
                    <a:pt x="48950" y="5184"/>
                    <a:pt x="58954" y="5184"/>
                  </a:cubicBezTo>
                  <a:cubicBezTo>
                    <a:pt x="76830" y="5184"/>
                    <a:pt x="91426" y="20152"/>
                    <a:pt x="94706" y="44166"/>
                  </a:cubicBezTo>
                  <a:cubicBezTo>
                    <a:pt x="95034" y="46469"/>
                    <a:pt x="95034" y="46962"/>
                    <a:pt x="97330" y="46962"/>
                  </a:cubicBezTo>
                  <a:cubicBezTo>
                    <a:pt x="99954" y="46962"/>
                    <a:pt x="99954" y="46469"/>
                    <a:pt x="99954" y="43015"/>
                  </a:cubicBezTo>
                  <a:lnTo>
                    <a:pt x="99954" y="4032"/>
                  </a:lnTo>
                  <a:cubicBezTo>
                    <a:pt x="99954" y="1236"/>
                    <a:pt x="99954" y="85"/>
                    <a:pt x="98150" y="85"/>
                  </a:cubicBezTo>
                  <a:cubicBezTo>
                    <a:pt x="97494" y="85"/>
                    <a:pt x="96838" y="85"/>
                    <a:pt x="95526" y="2058"/>
                  </a:cubicBezTo>
                  <a:lnTo>
                    <a:pt x="87326" y="14230"/>
                  </a:lnTo>
                  <a:cubicBezTo>
                    <a:pt x="81258" y="8309"/>
                    <a:pt x="72894" y="85"/>
                    <a:pt x="57150" y="85"/>
                  </a:cubicBezTo>
                  <a:cubicBezTo>
                    <a:pt x="26482" y="85"/>
                    <a:pt x="78" y="26238"/>
                    <a:pt x="78" y="59792"/>
                  </a:cubicBezTo>
                  <a:close/>
                </a:path>
              </a:pathLst>
            </a:custGeom>
            <a:solidFill>
              <a:srgbClr val="000000"/>
            </a:solidFill>
            <a:ln w="22776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/>
            </a:p>
          </p:txBody>
        </p:sp>
        <p:sp>
          <p:nvSpPr>
            <p:cNvPr id="792" name="任意形状 791">
              <a:extLst>
                <a:ext uri="{FF2B5EF4-FFF2-40B4-BE49-F238E27FC236}">
                  <a16:creationId xmlns:a16="http://schemas.microsoft.com/office/drawing/2014/main" id="{7FE88F92-9EDB-7A2C-5B02-38BCDDC5541B}"/>
                </a:ext>
              </a:extLst>
            </p:cNvPr>
            <p:cNvSpPr/>
            <p:nvPr>
              <p:custDataLst>
                <p:tags r:id="rId12"/>
              </p:custDataLst>
            </p:nvPr>
          </p:nvSpPr>
          <p:spPr>
            <a:xfrm>
              <a:off x="7676699" y="6921600"/>
              <a:ext cx="36407" cy="114151"/>
            </a:xfrm>
            <a:custGeom>
              <a:avLst/>
              <a:gdLst>
                <a:gd name="connsiteX0" fmla="*/ 23701 w 36407"/>
                <a:gd name="connsiteY0" fmla="*/ 85 h 114151"/>
                <a:gd name="connsiteX1" fmla="*/ 85 w 36407"/>
                <a:gd name="connsiteY1" fmla="*/ 1894 h 114151"/>
                <a:gd name="connsiteX2" fmla="*/ 85 w 36407"/>
                <a:gd name="connsiteY2" fmla="*/ 6993 h 114151"/>
                <a:gd name="connsiteX3" fmla="*/ 12877 w 36407"/>
                <a:gd name="connsiteY3" fmla="*/ 16204 h 114151"/>
                <a:gd name="connsiteX4" fmla="*/ 12877 w 36407"/>
                <a:gd name="connsiteY4" fmla="*/ 101735 h 114151"/>
                <a:gd name="connsiteX5" fmla="*/ 85 w 36407"/>
                <a:gd name="connsiteY5" fmla="*/ 109137 h 114151"/>
                <a:gd name="connsiteX6" fmla="*/ 85 w 36407"/>
                <a:gd name="connsiteY6" fmla="*/ 114236 h 114151"/>
                <a:gd name="connsiteX7" fmla="*/ 18289 w 36407"/>
                <a:gd name="connsiteY7" fmla="*/ 113743 h 114151"/>
                <a:gd name="connsiteX8" fmla="*/ 36493 w 36407"/>
                <a:gd name="connsiteY8" fmla="*/ 114236 h 114151"/>
                <a:gd name="connsiteX9" fmla="*/ 36493 w 36407"/>
                <a:gd name="connsiteY9" fmla="*/ 109137 h 114151"/>
                <a:gd name="connsiteX10" fmla="*/ 23701 w 36407"/>
                <a:gd name="connsiteY10" fmla="*/ 101735 h 114151"/>
                <a:gd name="connsiteX11" fmla="*/ 23701 w 36407"/>
                <a:gd name="connsiteY11" fmla="*/ 85 h 1141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6407" h="114151">
                  <a:moveTo>
                    <a:pt x="23701" y="85"/>
                  </a:moveTo>
                  <a:lnTo>
                    <a:pt x="85" y="1894"/>
                  </a:lnTo>
                  <a:lnTo>
                    <a:pt x="85" y="6993"/>
                  </a:lnTo>
                  <a:cubicBezTo>
                    <a:pt x="11565" y="6993"/>
                    <a:pt x="12877" y="8144"/>
                    <a:pt x="12877" y="16204"/>
                  </a:cubicBezTo>
                  <a:lnTo>
                    <a:pt x="12877" y="101735"/>
                  </a:lnTo>
                  <a:cubicBezTo>
                    <a:pt x="12877" y="109137"/>
                    <a:pt x="11073" y="109137"/>
                    <a:pt x="85" y="109137"/>
                  </a:cubicBezTo>
                  <a:lnTo>
                    <a:pt x="85" y="114236"/>
                  </a:lnTo>
                  <a:cubicBezTo>
                    <a:pt x="5497" y="114072"/>
                    <a:pt x="14189" y="113743"/>
                    <a:pt x="18289" y="113743"/>
                  </a:cubicBezTo>
                  <a:cubicBezTo>
                    <a:pt x="22389" y="113743"/>
                    <a:pt x="30425" y="114072"/>
                    <a:pt x="36493" y="114236"/>
                  </a:cubicBezTo>
                  <a:lnTo>
                    <a:pt x="36493" y="109137"/>
                  </a:lnTo>
                  <a:cubicBezTo>
                    <a:pt x="25505" y="109137"/>
                    <a:pt x="23701" y="109137"/>
                    <a:pt x="23701" y="101735"/>
                  </a:cubicBezTo>
                  <a:lnTo>
                    <a:pt x="23701" y="85"/>
                  </a:lnTo>
                  <a:close/>
                </a:path>
              </a:pathLst>
            </a:custGeom>
            <a:solidFill>
              <a:srgbClr val="000000"/>
            </a:solidFill>
            <a:ln w="22776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/>
            </a:p>
          </p:txBody>
        </p:sp>
        <p:sp>
          <p:nvSpPr>
            <p:cNvPr id="793" name="任意形状 792">
              <a:extLst>
                <a:ext uri="{FF2B5EF4-FFF2-40B4-BE49-F238E27FC236}">
                  <a16:creationId xmlns:a16="http://schemas.microsoft.com/office/drawing/2014/main" id="{EA4A81F2-26B1-C695-E3F6-8B29F3E13668}"/>
                </a:ext>
              </a:extLst>
            </p:cNvPr>
            <p:cNvSpPr/>
            <p:nvPr>
              <p:custDataLst>
                <p:tags r:id="rId13"/>
              </p:custDataLst>
            </p:nvPr>
          </p:nvSpPr>
          <p:spPr>
            <a:xfrm>
              <a:off x="7723730" y="6962063"/>
              <a:ext cx="73963" cy="75497"/>
            </a:xfrm>
            <a:custGeom>
              <a:avLst/>
              <a:gdLst>
                <a:gd name="connsiteX0" fmla="*/ 47812 w 73963"/>
                <a:gd name="connsiteY0" fmla="*/ 61272 h 75497"/>
                <a:gd name="connsiteX1" fmla="*/ 60604 w 73963"/>
                <a:gd name="connsiteY1" fmla="*/ 74760 h 75497"/>
                <a:gd name="connsiteX2" fmla="*/ 74052 w 73963"/>
                <a:gd name="connsiteY2" fmla="*/ 59134 h 75497"/>
                <a:gd name="connsiteX3" fmla="*/ 74052 w 73963"/>
                <a:gd name="connsiteY3" fmla="*/ 49923 h 75497"/>
                <a:gd name="connsiteX4" fmla="*/ 69952 w 73963"/>
                <a:gd name="connsiteY4" fmla="*/ 49923 h 75497"/>
                <a:gd name="connsiteX5" fmla="*/ 69952 w 73963"/>
                <a:gd name="connsiteY5" fmla="*/ 59134 h 75497"/>
                <a:gd name="connsiteX6" fmla="*/ 64048 w 73963"/>
                <a:gd name="connsiteY6" fmla="*/ 69661 h 75497"/>
                <a:gd name="connsiteX7" fmla="*/ 57980 w 73963"/>
                <a:gd name="connsiteY7" fmla="*/ 61437 h 75497"/>
                <a:gd name="connsiteX8" fmla="*/ 57980 w 73963"/>
                <a:gd name="connsiteY8" fmla="*/ 28540 h 75497"/>
                <a:gd name="connsiteX9" fmla="*/ 52076 w 73963"/>
                <a:gd name="connsiteY9" fmla="*/ 9131 h 75497"/>
                <a:gd name="connsiteX10" fmla="*/ 29608 w 73963"/>
                <a:gd name="connsiteY10" fmla="*/ 85 h 75497"/>
                <a:gd name="connsiteX11" fmla="*/ 4844 w 73963"/>
                <a:gd name="connsiteY11" fmla="*/ 18671 h 75497"/>
                <a:gd name="connsiteX12" fmla="*/ 12388 w 73963"/>
                <a:gd name="connsiteY12" fmla="*/ 26402 h 75497"/>
                <a:gd name="connsiteX13" fmla="*/ 19932 w 73963"/>
                <a:gd name="connsiteY13" fmla="*/ 18836 h 75497"/>
                <a:gd name="connsiteX14" fmla="*/ 11568 w 73963"/>
                <a:gd name="connsiteY14" fmla="*/ 11270 h 75497"/>
                <a:gd name="connsiteX15" fmla="*/ 29280 w 73963"/>
                <a:gd name="connsiteY15" fmla="*/ 3703 h 75497"/>
                <a:gd name="connsiteX16" fmla="*/ 46664 w 73963"/>
                <a:gd name="connsiteY16" fmla="*/ 24757 h 75497"/>
                <a:gd name="connsiteX17" fmla="*/ 46664 w 73963"/>
                <a:gd name="connsiteY17" fmla="*/ 30843 h 75497"/>
                <a:gd name="connsiteX18" fmla="*/ 16488 w 73963"/>
                <a:gd name="connsiteY18" fmla="*/ 36764 h 75497"/>
                <a:gd name="connsiteX19" fmla="*/ 88 w 73963"/>
                <a:gd name="connsiteY19" fmla="*/ 58147 h 75497"/>
                <a:gd name="connsiteX20" fmla="*/ 26328 w 73963"/>
                <a:gd name="connsiteY20" fmla="*/ 75582 h 75497"/>
                <a:gd name="connsiteX21" fmla="*/ 47812 w 73963"/>
                <a:gd name="connsiteY21" fmla="*/ 61272 h 75497"/>
                <a:gd name="connsiteX22" fmla="*/ 46664 w 73963"/>
                <a:gd name="connsiteY22" fmla="*/ 34297 h 75497"/>
                <a:gd name="connsiteX23" fmla="*/ 46664 w 73963"/>
                <a:gd name="connsiteY23" fmla="*/ 50746 h 75497"/>
                <a:gd name="connsiteX24" fmla="*/ 27476 w 73963"/>
                <a:gd name="connsiteY24" fmla="*/ 71964 h 75497"/>
                <a:gd name="connsiteX25" fmla="*/ 12716 w 73963"/>
                <a:gd name="connsiteY25" fmla="*/ 57983 h 75497"/>
                <a:gd name="connsiteX26" fmla="*/ 46664 w 73963"/>
                <a:gd name="connsiteY26" fmla="*/ 34297 h 754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73963" h="75497">
                  <a:moveTo>
                    <a:pt x="47812" y="61272"/>
                  </a:moveTo>
                  <a:cubicBezTo>
                    <a:pt x="48468" y="67852"/>
                    <a:pt x="52896" y="74760"/>
                    <a:pt x="60604" y="74760"/>
                  </a:cubicBezTo>
                  <a:cubicBezTo>
                    <a:pt x="64048" y="74760"/>
                    <a:pt x="74052" y="72457"/>
                    <a:pt x="74052" y="59134"/>
                  </a:cubicBezTo>
                  <a:lnTo>
                    <a:pt x="74052" y="49923"/>
                  </a:lnTo>
                  <a:lnTo>
                    <a:pt x="69952" y="49923"/>
                  </a:lnTo>
                  <a:lnTo>
                    <a:pt x="69952" y="59134"/>
                  </a:lnTo>
                  <a:cubicBezTo>
                    <a:pt x="69952" y="68674"/>
                    <a:pt x="65852" y="69661"/>
                    <a:pt x="64048" y="69661"/>
                  </a:cubicBezTo>
                  <a:cubicBezTo>
                    <a:pt x="58636" y="69661"/>
                    <a:pt x="57980" y="62259"/>
                    <a:pt x="57980" y="61437"/>
                  </a:cubicBezTo>
                  <a:lnTo>
                    <a:pt x="57980" y="28540"/>
                  </a:lnTo>
                  <a:cubicBezTo>
                    <a:pt x="57980" y="21632"/>
                    <a:pt x="57980" y="15217"/>
                    <a:pt x="52076" y="9131"/>
                  </a:cubicBezTo>
                  <a:cubicBezTo>
                    <a:pt x="45680" y="2716"/>
                    <a:pt x="37480" y="85"/>
                    <a:pt x="29608" y="85"/>
                  </a:cubicBezTo>
                  <a:cubicBezTo>
                    <a:pt x="16160" y="85"/>
                    <a:pt x="4844" y="7815"/>
                    <a:pt x="4844" y="18671"/>
                  </a:cubicBezTo>
                  <a:cubicBezTo>
                    <a:pt x="4844" y="23606"/>
                    <a:pt x="8124" y="26402"/>
                    <a:pt x="12388" y="26402"/>
                  </a:cubicBezTo>
                  <a:cubicBezTo>
                    <a:pt x="16980" y="26402"/>
                    <a:pt x="19932" y="23112"/>
                    <a:pt x="19932" y="18836"/>
                  </a:cubicBezTo>
                  <a:cubicBezTo>
                    <a:pt x="19932" y="16862"/>
                    <a:pt x="19112" y="11434"/>
                    <a:pt x="11568" y="11270"/>
                  </a:cubicBezTo>
                  <a:cubicBezTo>
                    <a:pt x="15996" y="5513"/>
                    <a:pt x="24032" y="3703"/>
                    <a:pt x="29280" y="3703"/>
                  </a:cubicBezTo>
                  <a:cubicBezTo>
                    <a:pt x="37316" y="3703"/>
                    <a:pt x="46664" y="10118"/>
                    <a:pt x="46664" y="24757"/>
                  </a:cubicBezTo>
                  <a:lnTo>
                    <a:pt x="46664" y="30843"/>
                  </a:lnTo>
                  <a:cubicBezTo>
                    <a:pt x="38300" y="31336"/>
                    <a:pt x="26820" y="31830"/>
                    <a:pt x="16488" y="36764"/>
                  </a:cubicBezTo>
                  <a:cubicBezTo>
                    <a:pt x="4188" y="42357"/>
                    <a:pt x="88" y="50910"/>
                    <a:pt x="88" y="58147"/>
                  </a:cubicBezTo>
                  <a:cubicBezTo>
                    <a:pt x="88" y="71470"/>
                    <a:pt x="15996" y="75582"/>
                    <a:pt x="26328" y="75582"/>
                  </a:cubicBezTo>
                  <a:cubicBezTo>
                    <a:pt x="37152" y="75582"/>
                    <a:pt x="44696" y="69003"/>
                    <a:pt x="47812" y="61272"/>
                  </a:cubicBezTo>
                  <a:close/>
                  <a:moveTo>
                    <a:pt x="46664" y="34297"/>
                  </a:moveTo>
                  <a:lnTo>
                    <a:pt x="46664" y="50746"/>
                  </a:lnTo>
                  <a:cubicBezTo>
                    <a:pt x="46664" y="66371"/>
                    <a:pt x="34856" y="71964"/>
                    <a:pt x="27476" y="71964"/>
                  </a:cubicBezTo>
                  <a:cubicBezTo>
                    <a:pt x="19440" y="71964"/>
                    <a:pt x="12716" y="66207"/>
                    <a:pt x="12716" y="57983"/>
                  </a:cubicBezTo>
                  <a:cubicBezTo>
                    <a:pt x="12716" y="48936"/>
                    <a:pt x="19604" y="35284"/>
                    <a:pt x="46664" y="34297"/>
                  </a:cubicBezTo>
                  <a:close/>
                </a:path>
              </a:pathLst>
            </a:custGeom>
            <a:solidFill>
              <a:srgbClr val="000000"/>
            </a:solidFill>
            <a:ln w="22776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/>
            </a:p>
          </p:txBody>
        </p:sp>
        <p:sp>
          <p:nvSpPr>
            <p:cNvPr id="794" name="任意形状 793">
              <a:extLst>
                <a:ext uri="{FF2B5EF4-FFF2-40B4-BE49-F238E27FC236}">
                  <a16:creationId xmlns:a16="http://schemas.microsoft.com/office/drawing/2014/main" id="{DE30FFCA-0D51-C8F8-84FE-3D2E34336CCE}"/>
                </a:ext>
              </a:extLst>
            </p:cNvPr>
            <p:cNvSpPr/>
            <p:nvPr>
              <p:custDataLst>
                <p:tags r:id="rId14"/>
              </p:custDataLst>
            </p:nvPr>
          </p:nvSpPr>
          <p:spPr>
            <a:xfrm>
              <a:off x="7803434" y="6963050"/>
              <a:ext cx="55103" cy="72701"/>
            </a:xfrm>
            <a:custGeom>
              <a:avLst/>
              <a:gdLst>
                <a:gd name="connsiteX0" fmla="*/ 22889 w 55103"/>
                <a:gd name="connsiteY0" fmla="*/ 18178 h 72701"/>
                <a:gd name="connsiteX1" fmla="*/ 22889 w 55103"/>
                <a:gd name="connsiteY1" fmla="*/ 85 h 72701"/>
                <a:gd name="connsiteX2" fmla="*/ 93 w 55103"/>
                <a:gd name="connsiteY2" fmla="*/ 1894 h 72701"/>
                <a:gd name="connsiteX3" fmla="*/ 93 w 55103"/>
                <a:gd name="connsiteY3" fmla="*/ 6993 h 72701"/>
                <a:gd name="connsiteX4" fmla="*/ 12885 w 55103"/>
                <a:gd name="connsiteY4" fmla="*/ 16204 h 72701"/>
                <a:gd name="connsiteX5" fmla="*/ 12885 w 55103"/>
                <a:gd name="connsiteY5" fmla="*/ 60286 h 72701"/>
                <a:gd name="connsiteX6" fmla="*/ 93 w 55103"/>
                <a:gd name="connsiteY6" fmla="*/ 67687 h 72701"/>
                <a:gd name="connsiteX7" fmla="*/ 93 w 55103"/>
                <a:gd name="connsiteY7" fmla="*/ 72786 h 72701"/>
                <a:gd name="connsiteX8" fmla="*/ 18789 w 55103"/>
                <a:gd name="connsiteY8" fmla="*/ 72293 h 72701"/>
                <a:gd name="connsiteX9" fmla="*/ 39617 w 55103"/>
                <a:gd name="connsiteY9" fmla="*/ 72786 h 72701"/>
                <a:gd name="connsiteX10" fmla="*/ 39617 w 55103"/>
                <a:gd name="connsiteY10" fmla="*/ 67687 h 72701"/>
                <a:gd name="connsiteX11" fmla="*/ 36173 w 55103"/>
                <a:gd name="connsiteY11" fmla="*/ 67687 h 72701"/>
                <a:gd name="connsiteX12" fmla="*/ 23709 w 55103"/>
                <a:gd name="connsiteY12" fmla="*/ 59957 h 72701"/>
                <a:gd name="connsiteX13" fmla="*/ 23709 w 55103"/>
                <a:gd name="connsiteY13" fmla="*/ 34626 h 72701"/>
                <a:gd name="connsiteX14" fmla="*/ 43061 w 55103"/>
                <a:gd name="connsiteY14" fmla="*/ 3703 h 72701"/>
                <a:gd name="connsiteX15" fmla="*/ 44865 w 55103"/>
                <a:gd name="connsiteY15" fmla="*/ 3868 h 72701"/>
                <a:gd name="connsiteX16" fmla="*/ 41093 w 55103"/>
                <a:gd name="connsiteY16" fmla="*/ 10283 h 72701"/>
                <a:gd name="connsiteX17" fmla="*/ 48145 w 55103"/>
                <a:gd name="connsiteY17" fmla="*/ 17355 h 72701"/>
                <a:gd name="connsiteX18" fmla="*/ 55197 w 55103"/>
                <a:gd name="connsiteY18" fmla="*/ 10118 h 72701"/>
                <a:gd name="connsiteX19" fmla="*/ 43061 w 55103"/>
                <a:gd name="connsiteY19" fmla="*/ 85 h 72701"/>
                <a:gd name="connsiteX20" fmla="*/ 22889 w 55103"/>
                <a:gd name="connsiteY20" fmla="*/ 18178 h 727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55103" h="72701">
                  <a:moveTo>
                    <a:pt x="22889" y="18178"/>
                  </a:moveTo>
                  <a:lnTo>
                    <a:pt x="22889" y="85"/>
                  </a:lnTo>
                  <a:lnTo>
                    <a:pt x="93" y="1894"/>
                  </a:lnTo>
                  <a:lnTo>
                    <a:pt x="93" y="6993"/>
                  </a:lnTo>
                  <a:cubicBezTo>
                    <a:pt x="11573" y="6993"/>
                    <a:pt x="12885" y="8144"/>
                    <a:pt x="12885" y="16204"/>
                  </a:cubicBezTo>
                  <a:lnTo>
                    <a:pt x="12885" y="60286"/>
                  </a:lnTo>
                  <a:cubicBezTo>
                    <a:pt x="12885" y="67687"/>
                    <a:pt x="11081" y="67687"/>
                    <a:pt x="93" y="67687"/>
                  </a:cubicBezTo>
                  <a:lnTo>
                    <a:pt x="93" y="72786"/>
                  </a:lnTo>
                  <a:cubicBezTo>
                    <a:pt x="6489" y="72622"/>
                    <a:pt x="14197" y="72293"/>
                    <a:pt x="18789" y="72293"/>
                  </a:cubicBezTo>
                  <a:cubicBezTo>
                    <a:pt x="25349" y="72293"/>
                    <a:pt x="33057" y="72293"/>
                    <a:pt x="39617" y="72786"/>
                  </a:cubicBezTo>
                  <a:lnTo>
                    <a:pt x="39617" y="67687"/>
                  </a:lnTo>
                  <a:lnTo>
                    <a:pt x="36173" y="67687"/>
                  </a:lnTo>
                  <a:cubicBezTo>
                    <a:pt x="24037" y="67687"/>
                    <a:pt x="23709" y="65878"/>
                    <a:pt x="23709" y="59957"/>
                  </a:cubicBezTo>
                  <a:lnTo>
                    <a:pt x="23709" y="34626"/>
                  </a:lnTo>
                  <a:cubicBezTo>
                    <a:pt x="23709" y="18342"/>
                    <a:pt x="30597" y="3703"/>
                    <a:pt x="43061" y="3703"/>
                  </a:cubicBezTo>
                  <a:cubicBezTo>
                    <a:pt x="44209" y="3703"/>
                    <a:pt x="44537" y="3703"/>
                    <a:pt x="44865" y="3868"/>
                  </a:cubicBezTo>
                  <a:cubicBezTo>
                    <a:pt x="44373" y="4032"/>
                    <a:pt x="41093" y="6006"/>
                    <a:pt x="41093" y="10283"/>
                  </a:cubicBezTo>
                  <a:cubicBezTo>
                    <a:pt x="41093" y="14888"/>
                    <a:pt x="44537" y="17355"/>
                    <a:pt x="48145" y="17355"/>
                  </a:cubicBezTo>
                  <a:cubicBezTo>
                    <a:pt x="51097" y="17355"/>
                    <a:pt x="55197" y="15382"/>
                    <a:pt x="55197" y="10118"/>
                  </a:cubicBezTo>
                  <a:cubicBezTo>
                    <a:pt x="55197" y="4855"/>
                    <a:pt x="50113" y="85"/>
                    <a:pt x="43061" y="85"/>
                  </a:cubicBezTo>
                  <a:cubicBezTo>
                    <a:pt x="31089" y="85"/>
                    <a:pt x="25185" y="11105"/>
                    <a:pt x="22889" y="18178"/>
                  </a:cubicBezTo>
                  <a:close/>
                </a:path>
              </a:pathLst>
            </a:custGeom>
            <a:solidFill>
              <a:srgbClr val="000000"/>
            </a:solidFill>
            <a:ln w="22776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/>
            </a:p>
          </p:txBody>
        </p:sp>
        <p:sp>
          <p:nvSpPr>
            <p:cNvPr id="795" name="任意形状 794">
              <a:extLst>
                <a:ext uri="{FF2B5EF4-FFF2-40B4-BE49-F238E27FC236}">
                  <a16:creationId xmlns:a16="http://schemas.microsoft.com/office/drawing/2014/main" id="{199C0DFC-D2EA-4344-5053-D555EB47496F}"/>
                </a:ext>
              </a:extLst>
            </p:cNvPr>
            <p:cNvSpPr/>
            <p:nvPr>
              <p:custDataLst>
                <p:tags r:id="rId15"/>
              </p:custDataLst>
            </p:nvPr>
          </p:nvSpPr>
          <p:spPr>
            <a:xfrm>
              <a:off x="7868488" y="6925712"/>
              <a:ext cx="35095" cy="110039"/>
            </a:xfrm>
            <a:custGeom>
              <a:avLst/>
              <a:gdLst>
                <a:gd name="connsiteX0" fmla="*/ 23713 w 35095"/>
                <a:gd name="connsiteY0" fmla="*/ 37422 h 110039"/>
                <a:gd name="connsiteX1" fmla="*/ 753 w 35095"/>
                <a:gd name="connsiteY1" fmla="*/ 39232 h 110039"/>
                <a:gd name="connsiteX2" fmla="*/ 753 w 35095"/>
                <a:gd name="connsiteY2" fmla="*/ 44331 h 110039"/>
                <a:gd name="connsiteX3" fmla="*/ 12889 w 35095"/>
                <a:gd name="connsiteY3" fmla="*/ 53377 h 110039"/>
                <a:gd name="connsiteX4" fmla="*/ 12889 w 35095"/>
                <a:gd name="connsiteY4" fmla="*/ 97623 h 110039"/>
                <a:gd name="connsiteX5" fmla="*/ 97 w 35095"/>
                <a:gd name="connsiteY5" fmla="*/ 105025 h 110039"/>
                <a:gd name="connsiteX6" fmla="*/ 97 w 35095"/>
                <a:gd name="connsiteY6" fmla="*/ 110124 h 110039"/>
                <a:gd name="connsiteX7" fmla="*/ 18137 w 35095"/>
                <a:gd name="connsiteY7" fmla="*/ 109630 h 110039"/>
                <a:gd name="connsiteX8" fmla="*/ 35193 w 35095"/>
                <a:gd name="connsiteY8" fmla="*/ 110124 h 110039"/>
                <a:gd name="connsiteX9" fmla="*/ 35193 w 35095"/>
                <a:gd name="connsiteY9" fmla="*/ 105025 h 110039"/>
                <a:gd name="connsiteX10" fmla="*/ 23713 w 35095"/>
                <a:gd name="connsiteY10" fmla="*/ 97788 h 110039"/>
                <a:gd name="connsiteX11" fmla="*/ 23713 w 35095"/>
                <a:gd name="connsiteY11" fmla="*/ 37422 h 110039"/>
                <a:gd name="connsiteX12" fmla="*/ 24369 w 35095"/>
                <a:gd name="connsiteY12" fmla="*/ 8802 h 110039"/>
                <a:gd name="connsiteX13" fmla="*/ 15677 w 35095"/>
                <a:gd name="connsiteY13" fmla="*/ 85 h 110039"/>
                <a:gd name="connsiteX14" fmla="*/ 6985 w 35095"/>
                <a:gd name="connsiteY14" fmla="*/ 8802 h 110039"/>
                <a:gd name="connsiteX15" fmla="*/ 15677 w 35095"/>
                <a:gd name="connsiteY15" fmla="*/ 17520 h 110039"/>
                <a:gd name="connsiteX16" fmla="*/ 24369 w 35095"/>
                <a:gd name="connsiteY16" fmla="*/ 8802 h 1100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35095" h="110039">
                  <a:moveTo>
                    <a:pt x="23713" y="37422"/>
                  </a:moveTo>
                  <a:lnTo>
                    <a:pt x="753" y="39232"/>
                  </a:lnTo>
                  <a:lnTo>
                    <a:pt x="753" y="44331"/>
                  </a:lnTo>
                  <a:cubicBezTo>
                    <a:pt x="11413" y="44331"/>
                    <a:pt x="12889" y="45318"/>
                    <a:pt x="12889" y="53377"/>
                  </a:cubicBezTo>
                  <a:lnTo>
                    <a:pt x="12889" y="97623"/>
                  </a:lnTo>
                  <a:cubicBezTo>
                    <a:pt x="12889" y="105025"/>
                    <a:pt x="11085" y="105025"/>
                    <a:pt x="97" y="105025"/>
                  </a:cubicBezTo>
                  <a:lnTo>
                    <a:pt x="97" y="110124"/>
                  </a:lnTo>
                  <a:cubicBezTo>
                    <a:pt x="5345" y="109959"/>
                    <a:pt x="14201" y="109630"/>
                    <a:pt x="18137" y="109630"/>
                  </a:cubicBezTo>
                  <a:cubicBezTo>
                    <a:pt x="23877" y="109630"/>
                    <a:pt x="29617" y="109959"/>
                    <a:pt x="35193" y="110124"/>
                  </a:cubicBezTo>
                  <a:lnTo>
                    <a:pt x="35193" y="105025"/>
                  </a:lnTo>
                  <a:cubicBezTo>
                    <a:pt x="24369" y="105025"/>
                    <a:pt x="23713" y="104203"/>
                    <a:pt x="23713" y="97788"/>
                  </a:cubicBezTo>
                  <a:lnTo>
                    <a:pt x="23713" y="37422"/>
                  </a:lnTo>
                  <a:close/>
                  <a:moveTo>
                    <a:pt x="24369" y="8802"/>
                  </a:moveTo>
                  <a:cubicBezTo>
                    <a:pt x="24369" y="3539"/>
                    <a:pt x="20269" y="85"/>
                    <a:pt x="15677" y="85"/>
                  </a:cubicBezTo>
                  <a:cubicBezTo>
                    <a:pt x="10593" y="85"/>
                    <a:pt x="6985" y="4526"/>
                    <a:pt x="6985" y="8802"/>
                  </a:cubicBezTo>
                  <a:cubicBezTo>
                    <a:pt x="6985" y="13243"/>
                    <a:pt x="10593" y="17520"/>
                    <a:pt x="15677" y="17520"/>
                  </a:cubicBezTo>
                  <a:cubicBezTo>
                    <a:pt x="20269" y="17520"/>
                    <a:pt x="24369" y="14066"/>
                    <a:pt x="24369" y="8802"/>
                  </a:cubicBezTo>
                  <a:close/>
                </a:path>
              </a:pathLst>
            </a:custGeom>
            <a:solidFill>
              <a:srgbClr val="000000"/>
            </a:solidFill>
            <a:ln w="22776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/>
            </a:p>
          </p:txBody>
        </p:sp>
        <p:sp>
          <p:nvSpPr>
            <p:cNvPr id="796" name="任意形状 795">
              <a:extLst>
                <a:ext uri="{FF2B5EF4-FFF2-40B4-BE49-F238E27FC236}">
                  <a16:creationId xmlns:a16="http://schemas.microsoft.com/office/drawing/2014/main" id="{D7583047-90DA-5CD5-7624-23FBE694DF1D}"/>
                </a:ext>
              </a:extLst>
            </p:cNvPr>
            <p:cNvSpPr/>
            <p:nvPr>
              <p:custDataLst>
                <p:tags r:id="rId16"/>
              </p:custDataLst>
            </p:nvPr>
          </p:nvSpPr>
          <p:spPr>
            <a:xfrm>
              <a:off x="7911747" y="6934594"/>
              <a:ext cx="51331" cy="102966"/>
            </a:xfrm>
            <a:custGeom>
              <a:avLst/>
              <a:gdLst>
                <a:gd name="connsiteX0" fmla="*/ 25355 w 51331"/>
                <a:gd name="connsiteY0" fmla="*/ 35449 h 102966"/>
                <a:gd name="connsiteX1" fmla="*/ 48807 w 51331"/>
                <a:gd name="connsiteY1" fmla="*/ 35449 h 102966"/>
                <a:gd name="connsiteX2" fmla="*/ 48807 w 51331"/>
                <a:gd name="connsiteY2" fmla="*/ 30350 h 102966"/>
                <a:gd name="connsiteX3" fmla="*/ 25355 w 51331"/>
                <a:gd name="connsiteY3" fmla="*/ 30350 h 102966"/>
                <a:gd name="connsiteX4" fmla="*/ 25355 w 51331"/>
                <a:gd name="connsiteY4" fmla="*/ 85 h 102966"/>
                <a:gd name="connsiteX5" fmla="*/ 21255 w 51331"/>
                <a:gd name="connsiteY5" fmla="*/ 85 h 102966"/>
                <a:gd name="connsiteX6" fmla="*/ 100 w 51331"/>
                <a:gd name="connsiteY6" fmla="*/ 31830 h 102966"/>
                <a:gd name="connsiteX7" fmla="*/ 100 w 51331"/>
                <a:gd name="connsiteY7" fmla="*/ 35449 h 102966"/>
                <a:gd name="connsiteX8" fmla="*/ 14040 w 51331"/>
                <a:gd name="connsiteY8" fmla="*/ 35449 h 102966"/>
                <a:gd name="connsiteX9" fmla="*/ 14040 w 51331"/>
                <a:gd name="connsiteY9" fmla="*/ 80846 h 102966"/>
                <a:gd name="connsiteX10" fmla="*/ 35195 w 51331"/>
                <a:gd name="connsiteY10" fmla="*/ 103051 h 102966"/>
                <a:gd name="connsiteX11" fmla="*/ 51431 w 51331"/>
                <a:gd name="connsiteY11" fmla="*/ 80846 h 102966"/>
                <a:gd name="connsiteX12" fmla="*/ 51431 w 51331"/>
                <a:gd name="connsiteY12" fmla="*/ 71470 h 102966"/>
                <a:gd name="connsiteX13" fmla="*/ 47331 w 51331"/>
                <a:gd name="connsiteY13" fmla="*/ 71470 h 102966"/>
                <a:gd name="connsiteX14" fmla="*/ 47331 w 51331"/>
                <a:gd name="connsiteY14" fmla="*/ 80517 h 102966"/>
                <a:gd name="connsiteX15" fmla="*/ 36343 w 51331"/>
                <a:gd name="connsiteY15" fmla="*/ 98939 h 102966"/>
                <a:gd name="connsiteX16" fmla="*/ 25355 w 51331"/>
                <a:gd name="connsiteY16" fmla="*/ 81175 h 102966"/>
                <a:gd name="connsiteX17" fmla="*/ 25355 w 51331"/>
                <a:gd name="connsiteY17" fmla="*/ 35449 h 1029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51331" h="102966">
                  <a:moveTo>
                    <a:pt x="25355" y="35449"/>
                  </a:moveTo>
                  <a:lnTo>
                    <a:pt x="48807" y="35449"/>
                  </a:lnTo>
                  <a:lnTo>
                    <a:pt x="48807" y="30350"/>
                  </a:lnTo>
                  <a:lnTo>
                    <a:pt x="25355" y="30350"/>
                  </a:lnTo>
                  <a:lnTo>
                    <a:pt x="25355" y="85"/>
                  </a:lnTo>
                  <a:lnTo>
                    <a:pt x="21255" y="85"/>
                  </a:lnTo>
                  <a:cubicBezTo>
                    <a:pt x="21091" y="13572"/>
                    <a:pt x="16171" y="31172"/>
                    <a:pt x="100" y="31830"/>
                  </a:cubicBezTo>
                  <a:lnTo>
                    <a:pt x="100" y="35449"/>
                  </a:lnTo>
                  <a:lnTo>
                    <a:pt x="14040" y="35449"/>
                  </a:lnTo>
                  <a:lnTo>
                    <a:pt x="14040" y="80846"/>
                  </a:lnTo>
                  <a:cubicBezTo>
                    <a:pt x="14040" y="101077"/>
                    <a:pt x="29291" y="103051"/>
                    <a:pt x="35195" y="103051"/>
                  </a:cubicBezTo>
                  <a:cubicBezTo>
                    <a:pt x="46839" y="103051"/>
                    <a:pt x="51431" y="91373"/>
                    <a:pt x="51431" y="80846"/>
                  </a:cubicBezTo>
                  <a:lnTo>
                    <a:pt x="51431" y="71470"/>
                  </a:lnTo>
                  <a:lnTo>
                    <a:pt x="47331" y="71470"/>
                  </a:lnTo>
                  <a:lnTo>
                    <a:pt x="47331" y="80517"/>
                  </a:lnTo>
                  <a:cubicBezTo>
                    <a:pt x="47331" y="92689"/>
                    <a:pt x="42411" y="98939"/>
                    <a:pt x="36343" y="98939"/>
                  </a:cubicBezTo>
                  <a:cubicBezTo>
                    <a:pt x="25355" y="98939"/>
                    <a:pt x="25355" y="83971"/>
                    <a:pt x="25355" y="81175"/>
                  </a:cubicBezTo>
                  <a:lnTo>
                    <a:pt x="25355" y="35449"/>
                  </a:lnTo>
                  <a:close/>
                </a:path>
              </a:pathLst>
            </a:custGeom>
            <a:solidFill>
              <a:srgbClr val="000000"/>
            </a:solidFill>
            <a:ln w="22776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/>
            </a:p>
          </p:txBody>
        </p:sp>
        <p:sp>
          <p:nvSpPr>
            <p:cNvPr id="797" name="任意形状 796">
              <a:extLst>
                <a:ext uri="{FF2B5EF4-FFF2-40B4-BE49-F238E27FC236}">
                  <a16:creationId xmlns:a16="http://schemas.microsoft.com/office/drawing/2014/main" id="{36FB318A-A774-FBCB-1151-89DAE68E1F60}"/>
                </a:ext>
              </a:extLst>
            </p:cNvPr>
            <p:cNvSpPr/>
            <p:nvPr>
              <p:custDataLst>
                <p:tags r:id="rId17"/>
              </p:custDataLst>
            </p:nvPr>
          </p:nvSpPr>
          <p:spPr>
            <a:xfrm>
              <a:off x="7970969" y="6964859"/>
              <a:ext cx="80195" cy="104611"/>
            </a:xfrm>
            <a:custGeom>
              <a:avLst/>
              <a:gdLst>
                <a:gd name="connsiteX0" fmla="*/ 65047 w 80195"/>
                <a:gd name="connsiteY0" fmla="*/ 15711 h 104611"/>
                <a:gd name="connsiteX1" fmla="*/ 80299 w 80195"/>
                <a:gd name="connsiteY1" fmla="*/ 5184 h 104611"/>
                <a:gd name="connsiteX2" fmla="*/ 80299 w 80195"/>
                <a:gd name="connsiteY2" fmla="*/ 85 h 104611"/>
                <a:gd name="connsiteX3" fmla="*/ 67999 w 80195"/>
                <a:gd name="connsiteY3" fmla="*/ 578 h 104611"/>
                <a:gd name="connsiteX4" fmla="*/ 53731 w 80195"/>
                <a:gd name="connsiteY4" fmla="*/ 85 h 104611"/>
                <a:gd name="connsiteX5" fmla="*/ 53731 w 80195"/>
                <a:gd name="connsiteY5" fmla="*/ 5184 h 104611"/>
                <a:gd name="connsiteX6" fmla="*/ 61439 w 80195"/>
                <a:gd name="connsiteY6" fmla="*/ 12256 h 104611"/>
                <a:gd name="connsiteX7" fmla="*/ 60455 w 80195"/>
                <a:gd name="connsiteY7" fmla="*/ 16204 h 104611"/>
                <a:gd name="connsiteX8" fmla="*/ 43891 w 80195"/>
                <a:gd name="connsiteY8" fmla="*/ 56667 h 104611"/>
                <a:gd name="connsiteX9" fmla="*/ 25687 w 80195"/>
                <a:gd name="connsiteY9" fmla="*/ 12421 h 104611"/>
                <a:gd name="connsiteX10" fmla="*/ 24703 w 80195"/>
                <a:gd name="connsiteY10" fmla="*/ 9460 h 104611"/>
                <a:gd name="connsiteX11" fmla="*/ 33887 w 80195"/>
                <a:gd name="connsiteY11" fmla="*/ 5184 h 104611"/>
                <a:gd name="connsiteX12" fmla="*/ 33887 w 80195"/>
                <a:gd name="connsiteY12" fmla="*/ 85 h 104611"/>
                <a:gd name="connsiteX13" fmla="*/ 16011 w 80195"/>
                <a:gd name="connsiteY13" fmla="*/ 578 h 104611"/>
                <a:gd name="connsiteX14" fmla="*/ 103 w 80195"/>
                <a:gd name="connsiteY14" fmla="*/ 85 h 104611"/>
                <a:gd name="connsiteX15" fmla="*/ 103 w 80195"/>
                <a:gd name="connsiteY15" fmla="*/ 5184 h 104611"/>
                <a:gd name="connsiteX16" fmla="*/ 13387 w 80195"/>
                <a:gd name="connsiteY16" fmla="*/ 10941 h 104611"/>
                <a:gd name="connsiteX17" fmla="*/ 37987 w 80195"/>
                <a:gd name="connsiteY17" fmla="*/ 70977 h 104611"/>
                <a:gd name="connsiteX18" fmla="*/ 33887 w 80195"/>
                <a:gd name="connsiteY18" fmla="*/ 80681 h 104611"/>
                <a:gd name="connsiteX19" fmla="*/ 15191 w 80195"/>
                <a:gd name="connsiteY19" fmla="*/ 101077 h 104611"/>
                <a:gd name="connsiteX20" fmla="*/ 7483 w 80195"/>
                <a:gd name="connsiteY20" fmla="*/ 98117 h 104611"/>
                <a:gd name="connsiteX21" fmla="*/ 13879 w 80195"/>
                <a:gd name="connsiteY21" fmla="*/ 91208 h 104611"/>
                <a:gd name="connsiteX22" fmla="*/ 6991 w 80195"/>
                <a:gd name="connsiteY22" fmla="*/ 84300 h 104611"/>
                <a:gd name="connsiteX23" fmla="*/ 103 w 80195"/>
                <a:gd name="connsiteY23" fmla="*/ 91373 h 104611"/>
                <a:gd name="connsiteX24" fmla="*/ 15191 w 80195"/>
                <a:gd name="connsiteY24" fmla="*/ 104696 h 104611"/>
                <a:gd name="connsiteX25" fmla="*/ 36183 w 80195"/>
                <a:gd name="connsiteY25" fmla="*/ 85945 h 104611"/>
                <a:gd name="connsiteX26" fmla="*/ 65047 w 80195"/>
                <a:gd name="connsiteY26" fmla="*/ 15711 h 104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80195" h="104611">
                  <a:moveTo>
                    <a:pt x="65047" y="15711"/>
                  </a:moveTo>
                  <a:cubicBezTo>
                    <a:pt x="69311" y="5348"/>
                    <a:pt x="77675" y="5184"/>
                    <a:pt x="80299" y="5184"/>
                  </a:cubicBezTo>
                  <a:lnTo>
                    <a:pt x="80299" y="85"/>
                  </a:lnTo>
                  <a:cubicBezTo>
                    <a:pt x="76527" y="414"/>
                    <a:pt x="71771" y="578"/>
                    <a:pt x="67999" y="578"/>
                  </a:cubicBezTo>
                  <a:cubicBezTo>
                    <a:pt x="65047" y="578"/>
                    <a:pt x="57339" y="249"/>
                    <a:pt x="53731" y="85"/>
                  </a:cubicBezTo>
                  <a:lnTo>
                    <a:pt x="53731" y="5184"/>
                  </a:lnTo>
                  <a:cubicBezTo>
                    <a:pt x="58815" y="5348"/>
                    <a:pt x="61439" y="8144"/>
                    <a:pt x="61439" y="12256"/>
                  </a:cubicBezTo>
                  <a:cubicBezTo>
                    <a:pt x="61439" y="13901"/>
                    <a:pt x="61275" y="14230"/>
                    <a:pt x="60455" y="16204"/>
                  </a:cubicBezTo>
                  <a:lnTo>
                    <a:pt x="43891" y="56667"/>
                  </a:lnTo>
                  <a:lnTo>
                    <a:pt x="25687" y="12421"/>
                  </a:lnTo>
                  <a:cubicBezTo>
                    <a:pt x="25031" y="10776"/>
                    <a:pt x="24703" y="10118"/>
                    <a:pt x="24703" y="9460"/>
                  </a:cubicBezTo>
                  <a:cubicBezTo>
                    <a:pt x="24703" y="5184"/>
                    <a:pt x="30771" y="5184"/>
                    <a:pt x="33887" y="5184"/>
                  </a:cubicBezTo>
                  <a:lnTo>
                    <a:pt x="33887" y="85"/>
                  </a:lnTo>
                  <a:cubicBezTo>
                    <a:pt x="29623" y="249"/>
                    <a:pt x="18799" y="578"/>
                    <a:pt x="16011" y="578"/>
                  </a:cubicBezTo>
                  <a:cubicBezTo>
                    <a:pt x="11583" y="578"/>
                    <a:pt x="5023" y="414"/>
                    <a:pt x="103" y="85"/>
                  </a:cubicBezTo>
                  <a:lnTo>
                    <a:pt x="103" y="5184"/>
                  </a:lnTo>
                  <a:cubicBezTo>
                    <a:pt x="7975" y="5184"/>
                    <a:pt x="11091" y="5184"/>
                    <a:pt x="13387" y="10941"/>
                  </a:cubicBezTo>
                  <a:lnTo>
                    <a:pt x="37987" y="70977"/>
                  </a:lnTo>
                  <a:cubicBezTo>
                    <a:pt x="37167" y="73115"/>
                    <a:pt x="34871" y="78543"/>
                    <a:pt x="33887" y="80681"/>
                  </a:cubicBezTo>
                  <a:cubicBezTo>
                    <a:pt x="30279" y="89728"/>
                    <a:pt x="25687" y="101077"/>
                    <a:pt x="15191" y="101077"/>
                  </a:cubicBezTo>
                  <a:cubicBezTo>
                    <a:pt x="14371" y="101077"/>
                    <a:pt x="10599" y="101077"/>
                    <a:pt x="7483" y="98117"/>
                  </a:cubicBezTo>
                  <a:cubicBezTo>
                    <a:pt x="12567" y="97459"/>
                    <a:pt x="13879" y="93840"/>
                    <a:pt x="13879" y="91208"/>
                  </a:cubicBezTo>
                  <a:cubicBezTo>
                    <a:pt x="13879" y="86932"/>
                    <a:pt x="10763" y="84300"/>
                    <a:pt x="6991" y="84300"/>
                  </a:cubicBezTo>
                  <a:cubicBezTo>
                    <a:pt x="3711" y="84300"/>
                    <a:pt x="103" y="86438"/>
                    <a:pt x="103" y="91373"/>
                  </a:cubicBezTo>
                  <a:cubicBezTo>
                    <a:pt x="103" y="98775"/>
                    <a:pt x="6991" y="104696"/>
                    <a:pt x="15191" y="104696"/>
                  </a:cubicBezTo>
                  <a:cubicBezTo>
                    <a:pt x="25523" y="104696"/>
                    <a:pt x="32247" y="95320"/>
                    <a:pt x="36183" y="85945"/>
                  </a:cubicBezTo>
                  <a:lnTo>
                    <a:pt x="65047" y="15711"/>
                  </a:lnTo>
                  <a:close/>
                </a:path>
              </a:pathLst>
            </a:custGeom>
            <a:solidFill>
              <a:srgbClr val="000000"/>
            </a:solidFill>
            <a:ln w="22776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/>
            </a:p>
          </p:txBody>
        </p:sp>
        <p:sp>
          <p:nvSpPr>
            <p:cNvPr id="798" name="任意形状 797">
              <a:extLst>
                <a:ext uri="{FF2B5EF4-FFF2-40B4-BE49-F238E27FC236}">
                  <a16:creationId xmlns:a16="http://schemas.microsoft.com/office/drawing/2014/main" id="{6EA454E0-A27E-0B76-F4F0-AE6FB093A8AF}"/>
                </a:ext>
              </a:extLst>
            </p:cNvPr>
            <p:cNvSpPr/>
            <p:nvPr>
              <p:custDataLst>
                <p:tags r:id="rId18"/>
              </p:custDataLst>
            </p:nvPr>
          </p:nvSpPr>
          <p:spPr>
            <a:xfrm>
              <a:off x="8072922" y="6912389"/>
              <a:ext cx="38047" cy="164483"/>
            </a:xfrm>
            <a:custGeom>
              <a:avLst/>
              <a:gdLst>
                <a:gd name="connsiteX0" fmla="*/ 38156 w 38047"/>
                <a:gd name="connsiteY0" fmla="*/ 162923 h 164483"/>
                <a:gd name="connsiteX1" fmla="*/ 35368 w 38047"/>
                <a:gd name="connsiteY1" fmla="*/ 159304 h 164483"/>
                <a:gd name="connsiteX2" fmla="*/ 9620 w 38047"/>
                <a:gd name="connsiteY2" fmla="*/ 82326 h 164483"/>
                <a:gd name="connsiteX3" fmla="*/ 36024 w 38047"/>
                <a:gd name="connsiteY3" fmla="*/ 4526 h 164483"/>
                <a:gd name="connsiteX4" fmla="*/ 38156 w 38047"/>
                <a:gd name="connsiteY4" fmla="*/ 1730 h 164483"/>
                <a:gd name="connsiteX5" fmla="*/ 36516 w 38047"/>
                <a:gd name="connsiteY5" fmla="*/ 85 h 164483"/>
                <a:gd name="connsiteX6" fmla="*/ 10441 w 38047"/>
                <a:gd name="connsiteY6" fmla="*/ 32159 h 164483"/>
                <a:gd name="connsiteX7" fmla="*/ 109 w 38047"/>
                <a:gd name="connsiteY7" fmla="*/ 82326 h 164483"/>
                <a:gd name="connsiteX8" fmla="*/ 10933 w 38047"/>
                <a:gd name="connsiteY8" fmla="*/ 133645 h 164483"/>
                <a:gd name="connsiteX9" fmla="*/ 36516 w 38047"/>
                <a:gd name="connsiteY9" fmla="*/ 164568 h 164483"/>
                <a:gd name="connsiteX10" fmla="*/ 38156 w 38047"/>
                <a:gd name="connsiteY10" fmla="*/ 162923 h 164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38047" h="164483">
                  <a:moveTo>
                    <a:pt x="38156" y="162923"/>
                  </a:moveTo>
                  <a:cubicBezTo>
                    <a:pt x="38156" y="162430"/>
                    <a:pt x="38156" y="162101"/>
                    <a:pt x="35368" y="159304"/>
                  </a:cubicBezTo>
                  <a:cubicBezTo>
                    <a:pt x="14868" y="138580"/>
                    <a:pt x="9620" y="107492"/>
                    <a:pt x="9620" y="82326"/>
                  </a:cubicBezTo>
                  <a:cubicBezTo>
                    <a:pt x="9620" y="53706"/>
                    <a:pt x="15852" y="25086"/>
                    <a:pt x="36024" y="4526"/>
                  </a:cubicBezTo>
                  <a:cubicBezTo>
                    <a:pt x="38156" y="2552"/>
                    <a:pt x="38156" y="2223"/>
                    <a:pt x="38156" y="1730"/>
                  </a:cubicBezTo>
                  <a:cubicBezTo>
                    <a:pt x="38156" y="578"/>
                    <a:pt x="37500" y="85"/>
                    <a:pt x="36516" y="85"/>
                  </a:cubicBezTo>
                  <a:cubicBezTo>
                    <a:pt x="34876" y="85"/>
                    <a:pt x="20116" y="11270"/>
                    <a:pt x="10441" y="32159"/>
                  </a:cubicBezTo>
                  <a:cubicBezTo>
                    <a:pt x="2077" y="50252"/>
                    <a:pt x="109" y="68510"/>
                    <a:pt x="109" y="82326"/>
                  </a:cubicBezTo>
                  <a:cubicBezTo>
                    <a:pt x="109" y="95156"/>
                    <a:pt x="1913" y="115058"/>
                    <a:pt x="10933" y="133645"/>
                  </a:cubicBezTo>
                  <a:cubicBezTo>
                    <a:pt x="20772" y="153876"/>
                    <a:pt x="34876" y="164568"/>
                    <a:pt x="36516" y="164568"/>
                  </a:cubicBezTo>
                  <a:cubicBezTo>
                    <a:pt x="37500" y="164568"/>
                    <a:pt x="38156" y="164074"/>
                    <a:pt x="38156" y="162923"/>
                  </a:cubicBezTo>
                  <a:close/>
                </a:path>
              </a:pathLst>
            </a:custGeom>
            <a:solidFill>
              <a:srgbClr val="000000"/>
            </a:solidFill>
            <a:ln w="22776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/>
            </a:p>
          </p:txBody>
        </p:sp>
        <p:sp>
          <p:nvSpPr>
            <p:cNvPr id="799" name="任意形状 798">
              <a:extLst>
                <a:ext uri="{FF2B5EF4-FFF2-40B4-BE49-F238E27FC236}">
                  <a16:creationId xmlns:a16="http://schemas.microsoft.com/office/drawing/2014/main" id="{75A410ED-0D21-623B-E37F-C21E15BB71D2}"/>
                </a:ext>
              </a:extLst>
            </p:cNvPr>
            <p:cNvSpPr/>
            <p:nvPr>
              <p:custDataLst>
                <p:tags r:id="rId19"/>
              </p:custDataLst>
            </p:nvPr>
          </p:nvSpPr>
          <p:spPr>
            <a:xfrm>
              <a:off x="8125219" y="6963050"/>
              <a:ext cx="66747" cy="74510"/>
            </a:xfrm>
            <a:custGeom>
              <a:avLst/>
              <a:gdLst>
                <a:gd name="connsiteX0" fmla="*/ 9788 w 66747"/>
                <a:gd name="connsiteY0" fmla="*/ 63082 h 74510"/>
                <a:gd name="connsiteX1" fmla="*/ 8312 w 66747"/>
                <a:gd name="connsiteY1" fmla="*/ 70155 h 74510"/>
                <a:gd name="connsiteX2" fmla="*/ 13068 w 66747"/>
                <a:gd name="connsiteY2" fmla="*/ 74596 h 74510"/>
                <a:gd name="connsiteX3" fmla="*/ 19136 w 66747"/>
                <a:gd name="connsiteY3" fmla="*/ 69990 h 74510"/>
                <a:gd name="connsiteX4" fmla="*/ 25696 w 66747"/>
                <a:gd name="connsiteY4" fmla="*/ 44002 h 74510"/>
                <a:gd name="connsiteX5" fmla="*/ 30944 w 66747"/>
                <a:gd name="connsiteY5" fmla="*/ 22619 h 74510"/>
                <a:gd name="connsiteX6" fmla="*/ 40128 w 66747"/>
                <a:gd name="connsiteY6" fmla="*/ 9131 h 74510"/>
                <a:gd name="connsiteX7" fmla="*/ 53248 w 66747"/>
                <a:gd name="connsiteY7" fmla="*/ 3703 h 74510"/>
                <a:gd name="connsiteX8" fmla="*/ 60136 w 66747"/>
                <a:gd name="connsiteY8" fmla="*/ 5677 h 74510"/>
                <a:gd name="connsiteX9" fmla="*/ 51608 w 66747"/>
                <a:gd name="connsiteY9" fmla="*/ 14724 h 74510"/>
                <a:gd name="connsiteX10" fmla="*/ 57840 w 66747"/>
                <a:gd name="connsiteY10" fmla="*/ 20481 h 74510"/>
                <a:gd name="connsiteX11" fmla="*/ 66860 w 66747"/>
                <a:gd name="connsiteY11" fmla="*/ 10776 h 74510"/>
                <a:gd name="connsiteX12" fmla="*/ 53248 w 66747"/>
                <a:gd name="connsiteY12" fmla="*/ 85 h 74510"/>
                <a:gd name="connsiteX13" fmla="*/ 32256 w 66747"/>
                <a:gd name="connsiteY13" fmla="*/ 12750 h 74510"/>
                <a:gd name="connsiteX14" fmla="*/ 17332 w 66747"/>
                <a:gd name="connsiteY14" fmla="*/ 85 h 74510"/>
                <a:gd name="connsiteX15" fmla="*/ 5196 w 66747"/>
                <a:gd name="connsiteY15" fmla="*/ 9460 h 74510"/>
                <a:gd name="connsiteX16" fmla="*/ 112 w 66747"/>
                <a:gd name="connsiteY16" fmla="*/ 25415 h 74510"/>
                <a:gd name="connsiteX17" fmla="*/ 2080 w 66747"/>
                <a:gd name="connsiteY17" fmla="*/ 27060 h 74510"/>
                <a:gd name="connsiteX18" fmla="*/ 4868 w 66747"/>
                <a:gd name="connsiteY18" fmla="*/ 23277 h 74510"/>
                <a:gd name="connsiteX19" fmla="*/ 16840 w 66747"/>
                <a:gd name="connsiteY19" fmla="*/ 3703 h 74510"/>
                <a:gd name="connsiteX20" fmla="*/ 21924 w 66747"/>
                <a:gd name="connsiteY20" fmla="*/ 11270 h 74510"/>
                <a:gd name="connsiteX21" fmla="*/ 19300 w 66747"/>
                <a:gd name="connsiteY21" fmla="*/ 25086 h 74510"/>
                <a:gd name="connsiteX22" fmla="*/ 9788 w 66747"/>
                <a:gd name="connsiteY22" fmla="*/ 63082 h 745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66747" h="74510">
                  <a:moveTo>
                    <a:pt x="9788" y="63082"/>
                  </a:moveTo>
                  <a:cubicBezTo>
                    <a:pt x="9296" y="65549"/>
                    <a:pt x="8312" y="69332"/>
                    <a:pt x="8312" y="70155"/>
                  </a:cubicBezTo>
                  <a:cubicBezTo>
                    <a:pt x="8312" y="73115"/>
                    <a:pt x="10608" y="74596"/>
                    <a:pt x="13068" y="74596"/>
                  </a:cubicBezTo>
                  <a:cubicBezTo>
                    <a:pt x="15036" y="74596"/>
                    <a:pt x="17988" y="73280"/>
                    <a:pt x="19136" y="69990"/>
                  </a:cubicBezTo>
                  <a:cubicBezTo>
                    <a:pt x="19464" y="69332"/>
                    <a:pt x="25040" y="46962"/>
                    <a:pt x="25696" y="44002"/>
                  </a:cubicBezTo>
                  <a:cubicBezTo>
                    <a:pt x="27008" y="38574"/>
                    <a:pt x="29960" y="27060"/>
                    <a:pt x="30944" y="22619"/>
                  </a:cubicBezTo>
                  <a:cubicBezTo>
                    <a:pt x="31600" y="20481"/>
                    <a:pt x="36192" y="12750"/>
                    <a:pt x="40128" y="9131"/>
                  </a:cubicBezTo>
                  <a:cubicBezTo>
                    <a:pt x="41440" y="7980"/>
                    <a:pt x="46196" y="3703"/>
                    <a:pt x="53248" y="3703"/>
                  </a:cubicBezTo>
                  <a:cubicBezTo>
                    <a:pt x="57512" y="3703"/>
                    <a:pt x="59972" y="5677"/>
                    <a:pt x="60136" y="5677"/>
                  </a:cubicBezTo>
                  <a:cubicBezTo>
                    <a:pt x="55216" y="6500"/>
                    <a:pt x="51608" y="10447"/>
                    <a:pt x="51608" y="14724"/>
                  </a:cubicBezTo>
                  <a:cubicBezTo>
                    <a:pt x="51608" y="17355"/>
                    <a:pt x="53412" y="20481"/>
                    <a:pt x="57840" y="20481"/>
                  </a:cubicBezTo>
                  <a:cubicBezTo>
                    <a:pt x="62268" y="20481"/>
                    <a:pt x="66860" y="16697"/>
                    <a:pt x="66860" y="10776"/>
                  </a:cubicBezTo>
                  <a:cubicBezTo>
                    <a:pt x="66860" y="5019"/>
                    <a:pt x="61612" y="85"/>
                    <a:pt x="53248" y="85"/>
                  </a:cubicBezTo>
                  <a:cubicBezTo>
                    <a:pt x="42588" y="85"/>
                    <a:pt x="35372" y="8144"/>
                    <a:pt x="32256" y="12750"/>
                  </a:cubicBezTo>
                  <a:cubicBezTo>
                    <a:pt x="30944" y="5348"/>
                    <a:pt x="25040" y="85"/>
                    <a:pt x="17332" y="85"/>
                  </a:cubicBezTo>
                  <a:cubicBezTo>
                    <a:pt x="9788" y="85"/>
                    <a:pt x="6672" y="6500"/>
                    <a:pt x="5196" y="9460"/>
                  </a:cubicBezTo>
                  <a:cubicBezTo>
                    <a:pt x="2244" y="15053"/>
                    <a:pt x="112" y="24922"/>
                    <a:pt x="112" y="25415"/>
                  </a:cubicBezTo>
                  <a:cubicBezTo>
                    <a:pt x="112" y="27060"/>
                    <a:pt x="1752" y="27060"/>
                    <a:pt x="2080" y="27060"/>
                  </a:cubicBezTo>
                  <a:cubicBezTo>
                    <a:pt x="3720" y="27060"/>
                    <a:pt x="3884" y="26895"/>
                    <a:pt x="4868" y="23277"/>
                  </a:cubicBezTo>
                  <a:cubicBezTo>
                    <a:pt x="7656" y="11599"/>
                    <a:pt x="10936" y="3703"/>
                    <a:pt x="16840" y="3703"/>
                  </a:cubicBezTo>
                  <a:cubicBezTo>
                    <a:pt x="19628" y="3703"/>
                    <a:pt x="21924" y="5019"/>
                    <a:pt x="21924" y="11270"/>
                  </a:cubicBezTo>
                  <a:cubicBezTo>
                    <a:pt x="21924" y="14724"/>
                    <a:pt x="21432" y="16533"/>
                    <a:pt x="19300" y="25086"/>
                  </a:cubicBezTo>
                  <a:lnTo>
                    <a:pt x="9788" y="63082"/>
                  </a:lnTo>
                  <a:close/>
                </a:path>
              </a:pathLst>
            </a:custGeom>
            <a:solidFill>
              <a:srgbClr val="000000"/>
            </a:solidFill>
            <a:ln w="22776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/>
            </a:p>
          </p:txBody>
        </p:sp>
        <p:sp>
          <p:nvSpPr>
            <p:cNvPr id="800" name="任意形状 799">
              <a:extLst>
                <a:ext uri="{FF2B5EF4-FFF2-40B4-BE49-F238E27FC236}">
                  <a16:creationId xmlns:a16="http://schemas.microsoft.com/office/drawing/2014/main" id="{F4C241FF-1069-721D-5EF3-C63ACABCBCB0}"/>
                </a:ext>
              </a:extLst>
            </p:cNvPr>
            <p:cNvSpPr/>
            <p:nvPr>
              <p:custDataLst>
                <p:tags r:id="rId20"/>
              </p:custDataLst>
            </p:nvPr>
          </p:nvSpPr>
          <p:spPr>
            <a:xfrm>
              <a:off x="8208357" y="6912389"/>
              <a:ext cx="38047" cy="164483"/>
            </a:xfrm>
            <a:custGeom>
              <a:avLst/>
              <a:gdLst>
                <a:gd name="connsiteX0" fmla="*/ 38165 w 38047"/>
                <a:gd name="connsiteY0" fmla="*/ 82326 h 164483"/>
                <a:gd name="connsiteX1" fmla="*/ 27341 w 38047"/>
                <a:gd name="connsiteY1" fmla="*/ 31008 h 164483"/>
                <a:gd name="connsiteX2" fmla="*/ 1757 w 38047"/>
                <a:gd name="connsiteY2" fmla="*/ 85 h 164483"/>
                <a:gd name="connsiteX3" fmla="*/ 117 w 38047"/>
                <a:gd name="connsiteY3" fmla="*/ 1730 h 164483"/>
                <a:gd name="connsiteX4" fmla="*/ 3233 w 38047"/>
                <a:gd name="connsiteY4" fmla="*/ 5513 h 164483"/>
                <a:gd name="connsiteX5" fmla="*/ 28653 w 38047"/>
                <a:gd name="connsiteY5" fmla="*/ 82326 h 164483"/>
                <a:gd name="connsiteX6" fmla="*/ 2249 w 38047"/>
                <a:gd name="connsiteY6" fmla="*/ 160127 h 164483"/>
                <a:gd name="connsiteX7" fmla="*/ 117 w 38047"/>
                <a:gd name="connsiteY7" fmla="*/ 162923 h 164483"/>
                <a:gd name="connsiteX8" fmla="*/ 1757 w 38047"/>
                <a:gd name="connsiteY8" fmla="*/ 164568 h 164483"/>
                <a:gd name="connsiteX9" fmla="*/ 27833 w 38047"/>
                <a:gd name="connsiteY9" fmla="*/ 132494 h 164483"/>
                <a:gd name="connsiteX10" fmla="*/ 38165 w 38047"/>
                <a:gd name="connsiteY10" fmla="*/ 82326 h 164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38047" h="164483">
                  <a:moveTo>
                    <a:pt x="38165" y="82326"/>
                  </a:moveTo>
                  <a:cubicBezTo>
                    <a:pt x="38165" y="69497"/>
                    <a:pt x="36361" y="49594"/>
                    <a:pt x="27341" y="31008"/>
                  </a:cubicBezTo>
                  <a:cubicBezTo>
                    <a:pt x="17501" y="10776"/>
                    <a:pt x="3397" y="85"/>
                    <a:pt x="1757" y="85"/>
                  </a:cubicBezTo>
                  <a:cubicBezTo>
                    <a:pt x="773" y="85"/>
                    <a:pt x="117" y="743"/>
                    <a:pt x="117" y="1730"/>
                  </a:cubicBezTo>
                  <a:cubicBezTo>
                    <a:pt x="117" y="2223"/>
                    <a:pt x="117" y="2552"/>
                    <a:pt x="3233" y="5513"/>
                  </a:cubicBezTo>
                  <a:cubicBezTo>
                    <a:pt x="19305" y="21796"/>
                    <a:pt x="28653" y="47949"/>
                    <a:pt x="28653" y="82326"/>
                  </a:cubicBezTo>
                  <a:cubicBezTo>
                    <a:pt x="28653" y="110453"/>
                    <a:pt x="22585" y="139402"/>
                    <a:pt x="2249" y="160127"/>
                  </a:cubicBezTo>
                  <a:cubicBezTo>
                    <a:pt x="117" y="162101"/>
                    <a:pt x="117" y="162430"/>
                    <a:pt x="117" y="162923"/>
                  </a:cubicBezTo>
                  <a:cubicBezTo>
                    <a:pt x="117" y="163910"/>
                    <a:pt x="773" y="164568"/>
                    <a:pt x="1757" y="164568"/>
                  </a:cubicBezTo>
                  <a:cubicBezTo>
                    <a:pt x="3397" y="164568"/>
                    <a:pt x="18157" y="153383"/>
                    <a:pt x="27833" y="132494"/>
                  </a:cubicBezTo>
                  <a:cubicBezTo>
                    <a:pt x="36197" y="114401"/>
                    <a:pt x="38165" y="96143"/>
                    <a:pt x="38165" y="82326"/>
                  </a:cubicBezTo>
                  <a:close/>
                </a:path>
              </a:pathLst>
            </a:custGeom>
            <a:solidFill>
              <a:srgbClr val="000000"/>
            </a:solidFill>
            <a:ln w="22776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/>
            </a:p>
          </p:txBody>
        </p:sp>
        <p:sp>
          <p:nvSpPr>
            <p:cNvPr id="801" name="任意形状 800">
              <a:extLst>
                <a:ext uri="{FF2B5EF4-FFF2-40B4-BE49-F238E27FC236}">
                  <a16:creationId xmlns:a16="http://schemas.microsoft.com/office/drawing/2014/main" id="{2C2471F7-517E-948E-BA51-5A6B806BCA55}"/>
                </a:ext>
              </a:extLst>
            </p:cNvPr>
            <p:cNvSpPr/>
            <p:nvPr>
              <p:custDataLst>
                <p:tags r:id="rId21"/>
              </p:custDataLst>
            </p:nvPr>
          </p:nvSpPr>
          <p:spPr>
            <a:xfrm>
              <a:off x="8317525" y="6975386"/>
              <a:ext cx="109059" cy="38489"/>
            </a:xfrm>
            <a:custGeom>
              <a:avLst/>
              <a:gdLst>
                <a:gd name="connsiteX0" fmla="*/ 103607 w 109059"/>
                <a:gd name="connsiteY0" fmla="*/ 6664 h 38489"/>
                <a:gd name="connsiteX1" fmla="*/ 109183 w 109059"/>
                <a:gd name="connsiteY1" fmla="*/ 3374 h 38489"/>
                <a:gd name="connsiteX2" fmla="*/ 103771 w 109059"/>
                <a:gd name="connsiteY2" fmla="*/ 85 h 38489"/>
                <a:gd name="connsiteX3" fmla="*/ 5536 w 109059"/>
                <a:gd name="connsiteY3" fmla="*/ 85 h 38489"/>
                <a:gd name="connsiteX4" fmla="*/ 124 w 109059"/>
                <a:gd name="connsiteY4" fmla="*/ 3374 h 38489"/>
                <a:gd name="connsiteX5" fmla="*/ 5700 w 109059"/>
                <a:gd name="connsiteY5" fmla="*/ 6664 h 38489"/>
                <a:gd name="connsiteX6" fmla="*/ 103607 w 109059"/>
                <a:gd name="connsiteY6" fmla="*/ 6664 h 38489"/>
                <a:gd name="connsiteX7" fmla="*/ 103771 w 109059"/>
                <a:gd name="connsiteY7" fmla="*/ 38574 h 38489"/>
                <a:gd name="connsiteX8" fmla="*/ 109183 w 109059"/>
                <a:gd name="connsiteY8" fmla="*/ 35284 h 38489"/>
                <a:gd name="connsiteX9" fmla="*/ 103607 w 109059"/>
                <a:gd name="connsiteY9" fmla="*/ 31994 h 38489"/>
                <a:gd name="connsiteX10" fmla="*/ 5700 w 109059"/>
                <a:gd name="connsiteY10" fmla="*/ 31994 h 38489"/>
                <a:gd name="connsiteX11" fmla="*/ 124 w 109059"/>
                <a:gd name="connsiteY11" fmla="*/ 35284 h 38489"/>
                <a:gd name="connsiteX12" fmla="*/ 5536 w 109059"/>
                <a:gd name="connsiteY12" fmla="*/ 38574 h 38489"/>
                <a:gd name="connsiteX13" fmla="*/ 103771 w 109059"/>
                <a:gd name="connsiteY13" fmla="*/ 38574 h 384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09059" h="38489">
                  <a:moveTo>
                    <a:pt x="103607" y="6664"/>
                  </a:moveTo>
                  <a:cubicBezTo>
                    <a:pt x="106067" y="6664"/>
                    <a:pt x="109183" y="6664"/>
                    <a:pt x="109183" y="3374"/>
                  </a:cubicBezTo>
                  <a:cubicBezTo>
                    <a:pt x="109183" y="85"/>
                    <a:pt x="106067" y="85"/>
                    <a:pt x="103771" y="85"/>
                  </a:cubicBezTo>
                  <a:lnTo>
                    <a:pt x="5536" y="85"/>
                  </a:lnTo>
                  <a:cubicBezTo>
                    <a:pt x="3240" y="85"/>
                    <a:pt x="124" y="85"/>
                    <a:pt x="124" y="3374"/>
                  </a:cubicBezTo>
                  <a:cubicBezTo>
                    <a:pt x="124" y="6664"/>
                    <a:pt x="3240" y="6664"/>
                    <a:pt x="5700" y="6664"/>
                  </a:cubicBezTo>
                  <a:lnTo>
                    <a:pt x="103607" y="6664"/>
                  </a:lnTo>
                  <a:close/>
                  <a:moveTo>
                    <a:pt x="103771" y="38574"/>
                  </a:moveTo>
                  <a:cubicBezTo>
                    <a:pt x="106067" y="38574"/>
                    <a:pt x="109183" y="38574"/>
                    <a:pt x="109183" y="35284"/>
                  </a:cubicBezTo>
                  <a:cubicBezTo>
                    <a:pt x="109183" y="31994"/>
                    <a:pt x="106067" y="31994"/>
                    <a:pt x="103607" y="31994"/>
                  </a:cubicBezTo>
                  <a:lnTo>
                    <a:pt x="5700" y="31994"/>
                  </a:lnTo>
                  <a:cubicBezTo>
                    <a:pt x="3240" y="31994"/>
                    <a:pt x="124" y="31994"/>
                    <a:pt x="124" y="35284"/>
                  </a:cubicBezTo>
                  <a:cubicBezTo>
                    <a:pt x="124" y="38574"/>
                    <a:pt x="3240" y="38574"/>
                    <a:pt x="5536" y="38574"/>
                  </a:cubicBezTo>
                  <a:lnTo>
                    <a:pt x="103771" y="38574"/>
                  </a:lnTo>
                  <a:close/>
                </a:path>
              </a:pathLst>
            </a:custGeom>
            <a:solidFill>
              <a:srgbClr val="000000"/>
            </a:solidFill>
            <a:ln w="22776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/>
            </a:p>
          </p:txBody>
        </p:sp>
        <p:sp>
          <p:nvSpPr>
            <p:cNvPr id="802" name="任意形状 801">
              <a:extLst>
                <a:ext uri="{FF2B5EF4-FFF2-40B4-BE49-F238E27FC236}">
                  <a16:creationId xmlns:a16="http://schemas.microsoft.com/office/drawing/2014/main" id="{C2C12E51-F7C6-84B8-830F-5DED84A6DC52}"/>
                </a:ext>
              </a:extLst>
            </p:cNvPr>
            <p:cNvSpPr/>
            <p:nvPr>
              <p:custDataLst>
                <p:tags r:id="rId22"/>
              </p:custDataLst>
            </p:nvPr>
          </p:nvSpPr>
          <p:spPr>
            <a:xfrm>
              <a:off x="8486699" y="6963050"/>
              <a:ext cx="128083" cy="72701"/>
            </a:xfrm>
            <a:custGeom>
              <a:avLst/>
              <a:gdLst>
                <a:gd name="connsiteX0" fmla="*/ 12926 w 128083"/>
                <a:gd name="connsiteY0" fmla="*/ 16204 h 72701"/>
                <a:gd name="connsiteX1" fmla="*/ 12926 w 128083"/>
                <a:gd name="connsiteY1" fmla="*/ 60286 h 72701"/>
                <a:gd name="connsiteX2" fmla="*/ 134 w 128083"/>
                <a:gd name="connsiteY2" fmla="*/ 67687 h 72701"/>
                <a:gd name="connsiteX3" fmla="*/ 134 w 128083"/>
                <a:gd name="connsiteY3" fmla="*/ 72786 h 72701"/>
                <a:gd name="connsiteX4" fmla="*/ 18666 w 128083"/>
                <a:gd name="connsiteY4" fmla="*/ 72293 h 72701"/>
                <a:gd name="connsiteX5" fmla="*/ 37034 w 128083"/>
                <a:gd name="connsiteY5" fmla="*/ 72786 h 72701"/>
                <a:gd name="connsiteX6" fmla="*/ 37034 w 128083"/>
                <a:gd name="connsiteY6" fmla="*/ 67687 h 72701"/>
                <a:gd name="connsiteX7" fmla="*/ 24242 w 128083"/>
                <a:gd name="connsiteY7" fmla="*/ 60286 h 72701"/>
                <a:gd name="connsiteX8" fmla="*/ 24242 w 128083"/>
                <a:gd name="connsiteY8" fmla="*/ 30021 h 72701"/>
                <a:gd name="connsiteX9" fmla="*/ 46382 w 128083"/>
                <a:gd name="connsiteY9" fmla="*/ 3703 h 72701"/>
                <a:gd name="connsiteX10" fmla="*/ 58518 w 128083"/>
                <a:gd name="connsiteY10" fmla="*/ 21961 h 72701"/>
                <a:gd name="connsiteX11" fmla="*/ 58518 w 128083"/>
                <a:gd name="connsiteY11" fmla="*/ 60286 h 72701"/>
                <a:gd name="connsiteX12" fmla="*/ 45726 w 128083"/>
                <a:gd name="connsiteY12" fmla="*/ 67687 h 72701"/>
                <a:gd name="connsiteX13" fmla="*/ 45726 w 128083"/>
                <a:gd name="connsiteY13" fmla="*/ 72786 h 72701"/>
                <a:gd name="connsiteX14" fmla="*/ 64258 w 128083"/>
                <a:gd name="connsiteY14" fmla="*/ 72293 h 72701"/>
                <a:gd name="connsiteX15" fmla="*/ 82626 w 128083"/>
                <a:gd name="connsiteY15" fmla="*/ 72786 h 72701"/>
                <a:gd name="connsiteX16" fmla="*/ 82626 w 128083"/>
                <a:gd name="connsiteY16" fmla="*/ 67687 h 72701"/>
                <a:gd name="connsiteX17" fmla="*/ 69834 w 128083"/>
                <a:gd name="connsiteY17" fmla="*/ 60286 h 72701"/>
                <a:gd name="connsiteX18" fmla="*/ 69834 w 128083"/>
                <a:gd name="connsiteY18" fmla="*/ 30021 h 72701"/>
                <a:gd name="connsiteX19" fmla="*/ 91974 w 128083"/>
                <a:gd name="connsiteY19" fmla="*/ 3703 h 72701"/>
                <a:gd name="connsiteX20" fmla="*/ 104110 w 128083"/>
                <a:gd name="connsiteY20" fmla="*/ 21961 h 72701"/>
                <a:gd name="connsiteX21" fmla="*/ 104110 w 128083"/>
                <a:gd name="connsiteY21" fmla="*/ 60286 h 72701"/>
                <a:gd name="connsiteX22" fmla="*/ 91318 w 128083"/>
                <a:gd name="connsiteY22" fmla="*/ 67687 h 72701"/>
                <a:gd name="connsiteX23" fmla="*/ 91318 w 128083"/>
                <a:gd name="connsiteY23" fmla="*/ 72786 h 72701"/>
                <a:gd name="connsiteX24" fmla="*/ 109850 w 128083"/>
                <a:gd name="connsiteY24" fmla="*/ 72293 h 72701"/>
                <a:gd name="connsiteX25" fmla="*/ 128218 w 128083"/>
                <a:gd name="connsiteY25" fmla="*/ 72786 h 72701"/>
                <a:gd name="connsiteX26" fmla="*/ 128218 w 128083"/>
                <a:gd name="connsiteY26" fmla="*/ 67687 h 72701"/>
                <a:gd name="connsiteX27" fmla="*/ 115426 w 128083"/>
                <a:gd name="connsiteY27" fmla="*/ 62753 h 72701"/>
                <a:gd name="connsiteX28" fmla="*/ 115426 w 128083"/>
                <a:gd name="connsiteY28" fmla="*/ 31336 h 72701"/>
                <a:gd name="connsiteX29" fmla="*/ 110342 w 128083"/>
                <a:gd name="connsiteY29" fmla="*/ 6171 h 72701"/>
                <a:gd name="connsiteX30" fmla="*/ 93122 w 128083"/>
                <a:gd name="connsiteY30" fmla="*/ 85 h 72701"/>
                <a:gd name="connsiteX31" fmla="*/ 69342 w 128083"/>
                <a:gd name="connsiteY31" fmla="*/ 16204 h 72701"/>
                <a:gd name="connsiteX32" fmla="*/ 47530 w 128083"/>
                <a:gd name="connsiteY32" fmla="*/ 85 h 72701"/>
                <a:gd name="connsiteX33" fmla="*/ 23258 w 128083"/>
                <a:gd name="connsiteY33" fmla="*/ 17355 h 72701"/>
                <a:gd name="connsiteX34" fmla="*/ 23258 w 128083"/>
                <a:gd name="connsiteY34" fmla="*/ 85 h 72701"/>
                <a:gd name="connsiteX35" fmla="*/ 134 w 128083"/>
                <a:gd name="connsiteY35" fmla="*/ 1894 h 72701"/>
                <a:gd name="connsiteX36" fmla="*/ 134 w 128083"/>
                <a:gd name="connsiteY36" fmla="*/ 6993 h 72701"/>
                <a:gd name="connsiteX37" fmla="*/ 12926 w 128083"/>
                <a:gd name="connsiteY37" fmla="*/ 16204 h 727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128083" h="72701">
                  <a:moveTo>
                    <a:pt x="12926" y="16204"/>
                  </a:moveTo>
                  <a:lnTo>
                    <a:pt x="12926" y="60286"/>
                  </a:lnTo>
                  <a:cubicBezTo>
                    <a:pt x="12926" y="67687"/>
                    <a:pt x="11122" y="67687"/>
                    <a:pt x="134" y="67687"/>
                  </a:cubicBezTo>
                  <a:lnTo>
                    <a:pt x="134" y="72786"/>
                  </a:lnTo>
                  <a:cubicBezTo>
                    <a:pt x="5874" y="72622"/>
                    <a:pt x="14238" y="72293"/>
                    <a:pt x="18666" y="72293"/>
                  </a:cubicBezTo>
                  <a:cubicBezTo>
                    <a:pt x="22930" y="72293"/>
                    <a:pt x="31458" y="72622"/>
                    <a:pt x="37034" y="72786"/>
                  </a:cubicBezTo>
                  <a:lnTo>
                    <a:pt x="37034" y="67687"/>
                  </a:lnTo>
                  <a:cubicBezTo>
                    <a:pt x="26046" y="67687"/>
                    <a:pt x="24242" y="67687"/>
                    <a:pt x="24242" y="60286"/>
                  </a:cubicBezTo>
                  <a:lnTo>
                    <a:pt x="24242" y="30021"/>
                  </a:lnTo>
                  <a:cubicBezTo>
                    <a:pt x="24242" y="12914"/>
                    <a:pt x="35886" y="3703"/>
                    <a:pt x="46382" y="3703"/>
                  </a:cubicBezTo>
                  <a:cubicBezTo>
                    <a:pt x="56714" y="3703"/>
                    <a:pt x="58518" y="12585"/>
                    <a:pt x="58518" y="21961"/>
                  </a:cubicBezTo>
                  <a:lnTo>
                    <a:pt x="58518" y="60286"/>
                  </a:lnTo>
                  <a:cubicBezTo>
                    <a:pt x="58518" y="67687"/>
                    <a:pt x="56714" y="67687"/>
                    <a:pt x="45726" y="67687"/>
                  </a:cubicBezTo>
                  <a:lnTo>
                    <a:pt x="45726" y="72786"/>
                  </a:lnTo>
                  <a:cubicBezTo>
                    <a:pt x="51466" y="72622"/>
                    <a:pt x="59830" y="72293"/>
                    <a:pt x="64258" y="72293"/>
                  </a:cubicBezTo>
                  <a:cubicBezTo>
                    <a:pt x="68522" y="72293"/>
                    <a:pt x="77050" y="72622"/>
                    <a:pt x="82626" y="72786"/>
                  </a:cubicBezTo>
                  <a:lnTo>
                    <a:pt x="82626" y="67687"/>
                  </a:lnTo>
                  <a:cubicBezTo>
                    <a:pt x="71638" y="67687"/>
                    <a:pt x="69834" y="67687"/>
                    <a:pt x="69834" y="60286"/>
                  </a:cubicBezTo>
                  <a:lnTo>
                    <a:pt x="69834" y="30021"/>
                  </a:lnTo>
                  <a:cubicBezTo>
                    <a:pt x="69834" y="12914"/>
                    <a:pt x="81478" y="3703"/>
                    <a:pt x="91974" y="3703"/>
                  </a:cubicBezTo>
                  <a:cubicBezTo>
                    <a:pt x="102306" y="3703"/>
                    <a:pt x="104110" y="12585"/>
                    <a:pt x="104110" y="21961"/>
                  </a:cubicBezTo>
                  <a:lnTo>
                    <a:pt x="104110" y="60286"/>
                  </a:lnTo>
                  <a:cubicBezTo>
                    <a:pt x="104110" y="67687"/>
                    <a:pt x="102306" y="67687"/>
                    <a:pt x="91318" y="67687"/>
                  </a:cubicBezTo>
                  <a:lnTo>
                    <a:pt x="91318" y="72786"/>
                  </a:lnTo>
                  <a:cubicBezTo>
                    <a:pt x="97058" y="72622"/>
                    <a:pt x="105422" y="72293"/>
                    <a:pt x="109850" y="72293"/>
                  </a:cubicBezTo>
                  <a:cubicBezTo>
                    <a:pt x="114114" y="72293"/>
                    <a:pt x="122642" y="72622"/>
                    <a:pt x="128218" y="72786"/>
                  </a:cubicBezTo>
                  <a:lnTo>
                    <a:pt x="128218" y="67687"/>
                  </a:lnTo>
                  <a:cubicBezTo>
                    <a:pt x="119690" y="67687"/>
                    <a:pt x="115590" y="67687"/>
                    <a:pt x="115426" y="62753"/>
                  </a:cubicBezTo>
                  <a:lnTo>
                    <a:pt x="115426" y="31336"/>
                  </a:lnTo>
                  <a:cubicBezTo>
                    <a:pt x="115426" y="17191"/>
                    <a:pt x="115426" y="12092"/>
                    <a:pt x="110342" y="6171"/>
                  </a:cubicBezTo>
                  <a:cubicBezTo>
                    <a:pt x="108046" y="3374"/>
                    <a:pt x="102634" y="85"/>
                    <a:pt x="93122" y="85"/>
                  </a:cubicBezTo>
                  <a:cubicBezTo>
                    <a:pt x="79346" y="85"/>
                    <a:pt x="72130" y="9954"/>
                    <a:pt x="69342" y="16204"/>
                  </a:cubicBezTo>
                  <a:cubicBezTo>
                    <a:pt x="67046" y="1894"/>
                    <a:pt x="54910" y="85"/>
                    <a:pt x="47530" y="85"/>
                  </a:cubicBezTo>
                  <a:cubicBezTo>
                    <a:pt x="35558" y="85"/>
                    <a:pt x="27850" y="7157"/>
                    <a:pt x="23258" y="17355"/>
                  </a:cubicBezTo>
                  <a:lnTo>
                    <a:pt x="23258" y="85"/>
                  </a:lnTo>
                  <a:lnTo>
                    <a:pt x="134" y="1894"/>
                  </a:lnTo>
                  <a:lnTo>
                    <a:pt x="134" y="6993"/>
                  </a:lnTo>
                  <a:cubicBezTo>
                    <a:pt x="11614" y="6993"/>
                    <a:pt x="12926" y="8144"/>
                    <a:pt x="12926" y="16204"/>
                  </a:cubicBezTo>
                  <a:close/>
                </a:path>
              </a:pathLst>
            </a:custGeom>
            <a:solidFill>
              <a:srgbClr val="000000"/>
            </a:solidFill>
            <a:ln w="22776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/>
            </a:p>
          </p:txBody>
        </p:sp>
        <p:sp>
          <p:nvSpPr>
            <p:cNvPr id="803" name="任意形状 802">
              <a:extLst>
                <a:ext uri="{FF2B5EF4-FFF2-40B4-BE49-F238E27FC236}">
                  <a16:creationId xmlns:a16="http://schemas.microsoft.com/office/drawing/2014/main" id="{2F6C2812-CC89-B576-93DD-B84738E79177}"/>
                </a:ext>
              </a:extLst>
            </p:cNvPr>
            <p:cNvSpPr/>
            <p:nvPr>
              <p:custDataLst>
                <p:tags r:id="rId23"/>
              </p:custDataLst>
            </p:nvPr>
          </p:nvSpPr>
          <p:spPr>
            <a:xfrm>
              <a:off x="8625005" y="6962063"/>
              <a:ext cx="73963" cy="75497"/>
            </a:xfrm>
            <a:custGeom>
              <a:avLst/>
              <a:gdLst>
                <a:gd name="connsiteX0" fmla="*/ 47866 w 73963"/>
                <a:gd name="connsiteY0" fmla="*/ 61272 h 75497"/>
                <a:gd name="connsiteX1" fmla="*/ 60658 w 73963"/>
                <a:gd name="connsiteY1" fmla="*/ 74760 h 75497"/>
                <a:gd name="connsiteX2" fmla="*/ 74106 w 73963"/>
                <a:gd name="connsiteY2" fmla="*/ 59134 h 75497"/>
                <a:gd name="connsiteX3" fmla="*/ 74106 w 73963"/>
                <a:gd name="connsiteY3" fmla="*/ 49923 h 75497"/>
                <a:gd name="connsiteX4" fmla="*/ 70006 w 73963"/>
                <a:gd name="connsiteY4" fmla="*/ 49923 h 75497"/>
                <a:gd name="connsiteX5" fmla="*/ 70006 w 73963"/>
                <a:gd name="connsiteY5" fmla="*/ 59134 h 75497"/>
                <a:gd name="connsiteX6" fmla="*/ 64102 w 73963"/>
                <a:gd name="connsiteY6" fmla="*/ 69661 h 75497"/>
                <a:gd name="connsiteX7" fmla="*/ 58034 w 73963"/>
                <a:gd name="connsiteY7" fmla="*/ 61437 h 75497"/>
                <a:gd name="connsiteX8" fmla="*/ 58034 w 73963"/>
                <a:gd name="connsiteY8" fmla="*/ 28540 h 75497"/>
                <a:gd name="connsiteX9" fmla="*/ 52130 w 73963"/>
                <a:gd name="connsiteY9" fmla="*/ 9131 h 75497"/>
                <a:gd name="connsiteX10" fmla="*/ 29663 w 73963"/>
                <a:gd name="connsiteY10" fmla="*/ 85 h 75497"/>
                <a:gd name="connsiteX11" fmla="*/ 4899 w 73963"/>
                <a:gd name="connsiteY11" fmla="*/ 18671 h 75497"/>
                <a:gd name="connsiteX12" fmla="*/ 12443 w 73963"/>
                <a:gd name="connsiteY12" fmla="*/ 26402 h 75497"/>
                <a:gd name="connsiteX13" fmla="*/ 19987 w 73963"/>
                <a:gd name="connsiteY13" fmla="*/ 18836 h 75497"/>
                <a:gd name="connsiteX14" fmla="*/ 11623 w 73963"/>
                <a:gd name="connsiteY14" fmla="*/ 11270 h 75497"/>
                <a:gd name="connsiteX15" fmla="*/ 29335 w 73963"/>
                <a:gd name="connsiteY15" fmla="*/ 3703 h 75497"/>
                <a:gd name="connsiteX16" fmla="*/ 46718 w 73963"/>
                <a:gd name="connsiteY16" fmla="*/ 24757 h 75497"/>
                <a:gd name="connsiteX17" fmla="*/ 46718 w 73963"/>
                <a:gd name="connsiteY17" fmla="*/ 30843 h 75497"/>
                <a:gd name="connsiteX18" fmla="*/ 16543 w 73963"/>
                <a:gd name="connsiteY18" fmla="*/ 36764 h 75497"/>
                <a:gd name="connsiteX19" fmla="*/ 143 w 73963"/>
                <a:gd name="connsiteY19" fmla="*/ 58147 h 75497"/>
                <a:gd name="connsiteX20" fmla="*/ 26383 w 73963"/>
                <a:gd name="connsiteY20" fmla="*/ 75582 h 75497"/>
                <a:gd name="connsiteX21" fmla="*/ 47866 w 73963"/>
                <a:gd name="connsiteY21" fmla="*/ 61272 h 75497"/>
                <a:gd name="connsiteX22" fmla="*/ 46718 w 73963"/>
                <a:gd name="connsiteY22" fmla="*/ 34297 h 75497"/>
                <a:gd name="connsiteX23" fmla="*/ 46718 w 73963"/>
                <a:gd name="connsiteY23" fmla="*/ 50746 h 75497"/>
                <a:gd name="connsiteX24" fmla="*/ 27531 w 73963"/>
                <a:gd name="connsiteY24" fmla="*/ 71964 h 75497"/>
                <a:gd name="connsiteX25" fmla="*/ 12771 w 73963"/>
                <a:gd name="connsiteY25" fmla="*/ 57983 h 75497"/>
                <a:gd name="connsiteX26" fmla="*/ 46718 w 73963"/>
                <a:gd name="connsiteY26" fmla="*/ 34297 h 754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73963" h="75497">
                  <a:moveTo>
                    <a:pt x="47866" y="61272"/>
                  </a:moveTo>
                  <a:cubicBezTo>
                    <a:pt x="48522" y="67852"/>
                    <a:pt x="52950" y="74760"/>
                    <a:pt x="60658" y="74760"/>
                  </a:cubicBezTo>
                  <a:cubicBezTo>
                    <a:pt x="64102" y="74760"/>
                    <a:pt x="74106" y="72457"/>
                    <a:pt x="74106" y="59134"/>
                  </a:cubicBezTo>
                  <a:lnTo>
                    <a:pt x="74106" y="49923"/>
                  </a:lnTo>
                  <a:lnTo>
                    <a:pt x="70006" y="49923"/>
                  </a:lnTo>
                  <a:lnTo>
                    <a:pt x="70006" y="59134"/>
                  </a:lnTo>
                  <a:cubicBezTo>
                    <a:pt x="70006" y="68674"/>
                    <a:pt x="65906" y="69661"/>
                    <a:pt x="64102" y="69661"/>
                  </a:cubicBezTo>
                  <a:cubicBezTo>
                    <a:pt x="58690" y="69661"/>
                    <a:pt x="58034" y="62259"/>
                    <a:pt x="58034" y="61437"/>
                  </a:cubicBezTo>
                  <a:lnTo>
                    <a:pt x="58034" y="28540"/>
                  </a:lnTo>
                  <a:cubicBezTo>
                    <a:pt x="58034" y="21632"/>
                    <a:pt x="58034" y="15217"/>
                    <a:pt x="52130" y="9131"/>
                  </a:cubicBezTo>
                  <a:cubicBezTo>
                    <a:pt x="45734" y="2716"/>
                    <a:pt x="37535" y="85"/>
                    <a:pt x="29663" y="85"/>
                  </a:cubicBezTo>
                  <a:cubicBezTo>
                    <a:pt x="16215" y="85"/>
                    <a:pt x="4899" y="7815"/>
                    <a:pt x="4899" y="18671"/>
                  </a:cubicBezTo>
                  <a:cubicBezTo>
                    <a:pt x="4899" y="23606"/>
                    <a:pt x="8179" y="26402"/>
                    <a:pt x="12443" y="26402"/>
                  </a:cubicBezTo>
                  <a:cubicBezTo>
                    <a:pt x="17035" y="26402"/>
                    <a:pt x="19987" y="23112"/>
                    <a:pt x="19987" y="18836"/>
                  </a:cubicBezTo>
                  <a:cubicBezTo>
                    <a:pt x="19987" y="16862"/>
                    <a:pt x="19167" y="11434"/>
                    <a:pt x="11623" y="11270"/>
                  </a:cubicBezTo>
                  <a:cubicBezTo>
                    <a:pt x="16051" y="5513"/>
                    <a:pt x="24087" y="3703"/>
                    <a:pt x="29335" y="3703"/>
                  </a:cubicBezTo>
                  <a:cubicBezTo>
                    <a:pt x="37371" y="3703"/>
                    <a:pt x="46718" y="10118"/>
                    <a:pt x="46718" y="24757"/>
                  </a:cubicBezTo>
                  <a:lnTo>
                    <a:pt x="46718" y="30843"/>
                  </a:lnTo>
                  <a:cubicBezTo>
                    <a:pt x="38355" y="31336"/>
                    <a:pt x="26875" y="31830"/>
                    <a:pt x="16543" y="36764"/>
                  </a:cubicBezTo>
                  <a:cubicBezTo>
                    <a:pt x="4243" y="42357"/>
                    <a:pt x="143" y="50910"/>
                    <a:pt x="143" y="58147"/>
                  </a:cubicBezTo>
                  <a:cubicBezTo>
                    <a:pt x="143" y="71470"/>
                    <a:pt x="16051" y="75582"/>
                    <a:pt x="26383" y="75582"/>
                  </a:cubicBezTo>
                  <a:cubicBezTo>
                    <a:pt x="37207" y="75582"/>
                    <a:pt x="44750" y="69003"/>
                    <a:pt x="47866" y="61272"/>
                  </a:cubicBezTo>
                  <a:close/>
                  <a:moveTo>
                    <a:pt x="46718" y="34297"/>
                  </a:moveTo>
                  <a:lnTo>
                    <a:pt x="46718" y="50746"/>
                  </a:lnTo>
                  <a:cubicBezTo>
                    <a:pt x="46718" y="66371"/>
                    <a:pt x="34911" y="71964"/>
                    <a:pt x="27531" y="71964"/>
                  </a:cubicBezTo>
                  <a:cubicBezTo>
                    <a:pt x="19495" y="71964"/>
                    <a:pt x="12771" y="66207"/>
                    <a:pt x="12771" y="57983"/>
                  </a:cubicBezTo>
                  <a:cubicBezTo>
                    <a:pt x="12771" y="48936"/>
                    <a:pt x="19659" y="35284"/>
                    <a:pt x="46718" y="34297"/>
                  </a:cubicBezTo>
                  <a:close/>
                </a:path>
              </a:pathLst>
            </a:custGeom>
            <a:solidFill>
              <a:srgbClr val="000000"/>
            </a:solidFill>
            <a:ln w="22776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/>
            </a:p>
          </p:txBody>
        </p:sp>
        <p:sp>
          <p:nvSpPr>
            <p:cNvPr id="804" name="任意形状 803">
              <a:extLst>
                <a:ext uri="{FF2B5EF4-FFF2-40B4-BE49-F238E27FC236}">
                  <a16:creationId xmlns:a16="http://schemas.microsoft.com/office/drawing/2014/main" id="{D41AAE19-937D-6BDB-ADEA-3A6476969D77}"/>
                </a:ext>
              </a:extLst>
            </p:cNvPr>
            <p:cNvSpPr/>
            <p:nvPr>
              <p:custDataLst>
                <p:tags r:id="rId24"/>
              </p:custDataLst>
            </p:nvPr>
          </p:nvSpPr>
          <p:spPr>
            <a:xfrm>
              <a:off x="8702086" y="6964859"/>
              <a:ext cx="82655" cy="70892"/>
            </a:xfrm>
            <a:custGeom>
              <a:avLst/>
              <a:gdLst>
                <a:gd name="connsiteX0" fmla="*/ 45247 w 82655"/>
                <a:gd name="connsiteY0" fmla="*/ 32323 h 70892"/>
                <a:gd name="connsiteX1" fmla="*/ 60335 w 82655"/>
                <a:gd name="connsiteY1" fmla="*/ 13737 h 70892"/>
                <a:gd name="connsiteX2" fmla="*/ 79851 w 82655"/>
                <a:gd name="connsiteY2" fmla="*/ 5184 h 70892"/>
                <a:gd name="connsiteX3" fmla="*/ 79851 w 82655"/>
                <a:gd name="connsiteY3" fmla="*/ 85 h 70892"/>
                <a:gd name="connsiteX4" fmla="*/ 66403 w 82655"/>
                <a:gd name="connsiteY4" fmla="*/ 578 h 70892"/>
                <a:gd name="connsiteX5" fmla="*/ 50659 w 82655"/>
                <a:gd name="connsiteY5" fmla="*/ 85 h 70892"/>
                <a:gd name="connsiteX6" fmla="*/ 50659 w 82655"/>
                <a:gd name="connsiteY6" fmla="*/ 5184 h 70892"/>
                <a:gd name="connsiteX7" fmla="*/ 55415 w 82655"/>
                <a:gd name="connsiteY7" fmla="*/ 10283 h 70892"/>
                <a:gd name="connsiteX8" fmla="*/ 52955 w 82655"/>
                <a:gd name="connsiteY8" fmla="*/ 16040 h 70892"/>
                <a:gd name="connsiteX9" fmla="*/ 42787 w 82655"/>
                <a:gd name="connsiteY9" fmla="*/ 28869 h 70892"/>
                <a:gd name="connsiteX10" fmla="*/ 29996 w 82655"/>
                <a:gd name="connsiteY10" fmla="*/ 12256 h 70892"/>
                <a:gd name="connsiteX11" fmla="*/ 28520 w 82655"/>
                <a:gd name="connsiteY11" fmla="*/ 9296 h 70892"/>
                <a:gd name="connsiteX12" fmla="*/ 34259 w 82655"/>
                <a:gd name="connsiteY12" fmla="*/ 5184 h 70892"/>
                <a:gd name="connsiteX13" fmla="*/ 34259 w 82655"/>
                <a:gd name="connsiteY13" fmla="*/ 85 h 70892"/>
                <a:gd name="connsiteX14" fmla="*/ 16548 w 82655"/>
                <a:gd name="connsiteY14" fmla="*/ 578 h 70892"/>
                <a:gd name="connsiteX15" fmla="*/ 968 w 82655"/>
                <a:gd name="connsiteY15" fmla="*/ 85 h 70892"/>
                <a:gd name="connsiteX16" fmla="*/ 968 w 82655"/>
                <a:gd name="connsiteY16" fmla="*/ 5184 h 70892"/>
                <a:gd name="connsiteX17" fmla="*/ 20320 w 82655"/>
                <a:gd name="connsiteY17" fmla="*/ 15217 h 70892"/>
                <a:gd name="connsiteX18" fmla="*/ 36555 w 82655"/>
                <a:gd name="connsiteY18" fmla="*/ 36435 h 70892"/>
                <a:gd name="connsiteX19" fmla="*/ 21140 w 82655"/>
                <a:gd name="connsiteY19" fmla="*/ 56009 h 70892"/>
                <a:gd name="connsiteX20" fmla="*/ 148 w 82655"/>
                <a:gd name="connsiteY20" fmla="*/ 65878 h 70892"/>
                <a:gd name="connsiteX21" fmla="*/ 148 w 82655"/>
                <a:gd name="connsiteY21" fmla="*/ 70977 h 70892"/>
                <a:gd name="connsiteX22" fmla="*/ 13760 w 82655"/>
                <a:gd name="connsiteY22" fmla="*/ 70483 h 70892"/>
                <a:gd name="connsiteX23" fmla="*/ 29340 w 82655"/>
                <a:gd name="connsiteY23" fmla="*/ 70977 h 70892"/>
                <a:gd name="connsiteX24" fmla="*/ 29340 w 82655"/>
                <a:gd name="connsiteY24" fmla="*/ 65878 h 70892"/>
                <a:gd name="connsiteX25" fmla="*/ 24584 w 82655"/>
                <a:gd name="connsiteY25" fmla="*/ 60779 h 70892"/>
                <a:gd name="connsiteX26" fmla="*/ 39343 w 82655"/>
                <a:gd name="connsiteY26" fmla="*/ 39890 h 70892"/>
                <a:gd name="connsiteX27" fmla="*/ 51807 w 82655"/>
                <a:gd name="connsiteY27" fmla="*/ 56338 h 70892"/>
                <a:gd name="connsiteX28" fmla="*/ 55251 w 82655"/>
                <a:gd name="connsiteY28" fmla="*/ 61766 h 70892"/>
                <a:gd name="connsiteX29" fmla="*/ 49347 w 82655"/>
                <a:gd name="connsiteY29" fmla="*/ 65878 h 70892"/>
                <a:gd name="connsiteX30" fmla="*/ 49347 w 82655"/>
                <a:gd name="connsiteY30" fmla="*/ 70977 h 70892"/>
                <a:gd name="connsiteX31" fmla="*/ 67059 w 82655"/>
                <a:gd name="connsiteY31" fmla="*/ 70483 h 70892"/>
                <a:gd name="connsiteX32" fmla="*/ 82803 w 82655"/>
                <a:gd name="connsiteY32" fmla="*/ 70977 h 70892"/>
                <a:gd name="connsiteX33" fmla="*/ 82803 w 82655"/>
                <a:gd name="connsiteY33" fmla="*/ 65878 h 70892"/>
                <a:gd name="connsiteX34" fmla="*/ 67223 w 82655"/>
                <a:gd name="connsiteY34" fmla="*/ 60779 h 70892"/>
                <a:gd name="connsiteX35" fmla="*/ 45247 w 82655"/>
                <a:gd name="connsiteY35" fmla="*/ 32323 h 708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</a:cxnLst>
              <a:rect l="l" t="t" r="r" b="b"/>
              <a:pathLst>
                <a:path w="82655" h="70892">
                  <a:moveTo>
                    <a:pt x="45247" y="32323"/>
                  </a:moveTo>
                  <a:cubicBezTo>
                    <a:pt x="50167" y="26073"/>
                    <a:pt x="56399" y="18013"/>
                    <a:pt x="60335" y="13737"/>
                  </a:cubicBezTo>
                  <a:cubicBezTo>
                    <a:pt x="65419" y="7815"/>
                    <a:pt x="72143" y="5348"/>
                    <a:pt x="79851" y="5184"/>
                  </a:cubicBezTo>
                  <a:lnTo>
                    <a:pt x="79851" y="85"/>
                  </a:lnTo>
                  <a:cubicBezTo>
                    <a:pt x="75587" y="414"/>
                    <a:pt x="70667" y="578"/>
                    <a:pt x="66403" y="578"/>
                  </a:cubicBezTo>
                  <a:cubicBezTo>
                    <a:pt x="61483" y="578"/>
                    <a:pt x="52791" y="249"/>
                    <a:pt x="50659" y="85"/>
                  </a:cubicBezTo>
                  <a:lnTo>
                    <a:pt x="50659" y="5184"/>
                  </a:lnTo>
                  <a:cubicBezTo>
                    <a:pt x="54103" y="5513"/>
                    <a:pt x="55415" y="7651"/>
                    <a:pt x="55415" y="10283"/>
                  </a:cubicBezTo>
                  <a:cubicBezTo>
                    <a:pt x="55415" y="12914"/>
                    <a:pt x="53775" y="15053"/>
                    <a:pt x="52955" y="16040"/>
                  </a:cubicBezTo>
                  <a:lnTo>
                    <a:pt x="42787" y="28869"/>
                  </a:lnTo>
                  <a:lnTo>
                    <a:pt x="29996" y="12256"/>
                  </a:lnTo>
                  <a:cubicBezTo>
                    <a:pt x="28520" y="10612"/>
                    <a:pt x="28520" y="10283"/>
                    <a:pt x="28520" y="9296"/>
                  </a:cubicBezTo>
                  <a:cubicBezTo>
                    <a:pt x="28520" y="6828"/>
                    <a:pt x="30980" y="5348"/>
                    <a:pt x="34259" y="5184"/>
                  </a:cubicBezTo>
                  <a:lnTo>
                    <a:pt x="34259" y="85"/>
                  </a:lnTo>
                  <a:cubicBezTo>
                    <a:pt x="29996" y="249"/>
                    <a:pt x="19172" y="578"/>
                    <a:pt x="16548" y="578"/>
                  </a:cubicBezTo>
                  <a:cubicBezTo>
                    <a:pt x="13104" y="578"/>
                    <a:pt x="5396" y="414"/>
                    <a:pt x="968" y="85"/>
                  </a:cubicBezTo>
                  <a:lnTo>
                    <a:pt x="968" y="5184"/>
                  </a:lnTo>
                  <a:cubicBezTo>
                    <a:pt x="12448" y="5184"/>
                    <a:pt x="12612" y="5348"/>
                    <a:pt x="20320" y="15217"/>
                  </a:cubicBezTo>
                  <a:lnTo>
                    <a:pt x="36555" y="36435"/>
                  </a:lnTo>
                  <a:lnTo>
                    <a:pt x="21140" y="56009"/>
                  </a:lnTo>
                  <a:cubicBezTo>
                    <a:pt x="13268" y="65549"/>
                    <a:pt x="3592" y="65878"/>
                    <a:pt x="148" y="65878"/>
                  </a:cubicBezTo>
                  <a:lnTo>
                    <a:pt x="148" y="70977"/>
                  </a:lnTo>
                  <a:cubicBezTo>
                    <a:pt x="4412" y="70648"/>
                    <a:pt x="9496" y="70483"/>
                    <a:pt x="13760" y="70483"/>
                  </a:cubicBezTo>
                  <a:cubicBezTo>
                    <a:pt x="18516" y="70483"/>
                    <a:pt x="25404" y="70812"/>
                    <a:pt x="29340" y="70977"/>
                  </a:cubicBezTo>
                  <a:lnTo>
                    <a:pt x="29340" y="65878"/>
                  </a:lnTo>
                  <a:cubicBezTo>
                    <a:pt x="25732" y="65385"/>
                    <a:pt x="24584" y="63246"/>
                    <a:pt x="24584" y="60779"/>
                  </a:cubicBezTo>
                  <a:cubicBezTo>
                    <a:pt x="24584" y="57160"/>
                    <a:pt x="29340" y="51732"/>
                    <a:pt x="39343" y="39890"/>
                  </a:cubicBezTo>
                  <a:lnTo>
                    <a:pt x="51807" y="56338"/>
                  </a:lnTo>
                  <a:cubicBezTo>
                    <a:pt x="53119" y="58147"/>
                    <a:pt x="55251" y="60779"/>
                    <a:pt x="55251" y="61766"/>
                  </a:cubicBezTo>
                  <a:cubicBezTo>
                    <a:pt x="55251" y="63246"/>
                    <a:pt x="53775" y="65713"/>
                    <a:pt x="49347" y="65878"/>
                  </a:cubicBezTo>
                  <a:lnTo>
                    <a:pt x="49347" y="70977"/>
                  </a:lnTo>
                  <a:cubicBezTo>
                    <a:pt x="54267" y="70812"/>
                    <a:pt x="63451" y="70483"/>
                    <a:pt x="67059" y="70483"/>
                  </a:cubicBezTo>
                  <a:cubicBezTo>
                    <a:pt x="71487" y="70483"/>
                    <a:pt x="77883" y="70648"/>
                    <a:pt x="82803" y="70977"/>
                  </a:cubicBezTo>
                  <a:lnTo>
                    <a:pt x="82803" y="65878"/>
                  </a:lnTo>
                  <a:cubicBezTo>
                    <a:pt x="73947" y="65878"/>
                    <a:pt x="70995" y="65549"/>
                    <a:pt x="67223" y="60779"/>
                  </a:cubicBezTo>
                  <a:lnTo>
                    <a:pt x="45247" y="32323"/>
                  </a:lnTo>
                  <a:close/>
                </a:path>
              </a:pathLst>
            </a:custGeom>
            <a:solidFill>
              <a:srgbClr val="000000"/>
            </a:solidFill>
            <a:ln w="22776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/>
            </a:p>
          </p:txBody>
        </p:sp>
        <p:sp>
          <p:nvSpPr>
            <p:cNvPr id="805" name="任意形状 804">
              <a:extLst>
                <a:ext uri="{FF2B5EF4-FFF2-40B4-BE49-F238E27FC236}">
                  <a16:creationId xmlns:a16="http://schemas.microsoft.com/office/drawing/2014/main" id="{3F169758-E9EE-7C9A-6C7C-34A9C6EFA114}"/>
                </a:ext>
              </a:extLst>
            </p:cNvPr>
            <p:cNvSpPr/>
            <p:nvPr>
              <p:custDataLst>
                <p:tags r:id="rId25"/>
              </p:custDataLst>
            </p:nvPr>
          </p:nvSpPr>
          <p:spPr>
            <a:xfrm>
              <a:off x="8816193" y="6846594"/>
              <a:ext cx="62319" cy="295905"/>
            </a:xfrm>
            <a:custGeom>
              <a:avLst/>
              <a:gdLst>
                <a:gd name="connsiteX0" fmla="*/ 55093 w 62319"/>
                <a:gd name="connsiteY0" fmla="*/ 294170 h 295905"/>
                <a:gd name="connsiteX1" fmla="*/ 57061 w 62319"/>
                <a:gd name="connsiteY1" fmla="*/ 295979 h 295905"/>
                <a:gd name="connsiteX2" fmla="*/ 60669 w 62319"/>
                <a:gd name="connsiteY2" fmla="*/ 295979 h 295905"/>
                <a:gd name="connsiteX3" fmla="*/ 62473 w 62319"/>
                <a:gd name="connsiteY3" fmla="*/ 294334 h 295905"/>
                <a:gd name="connsiteX4" fmla="*/ 61817 w 62319"/>
                <a:gd name="connsiteY4" fmla="*/ 292854 h 295905"/>
                <a:gd name="connsiteX5" fmla="*/ 36889 w 62319"/>
                <a:gd name="connsiteY5" fmla="*/ 259793 h 295905"/>
                <a:gd name="connsiteX6" fmla="*/ 12617 w 62319"/>
                <a:gd name="connsiteY6" fmla="*/ 148109 h 295905"/>
                <a:gd name="connsiteX7" fmla="*/ 61981 w 62319"/>
                <a:gd name="connsiteY7" fmla="*/ 3034 h 295905"/>
                <a:gd name="connsiteX8" fmla="*/ 62473 w 62319"/>
                <a:gd name="connsiteY8" fmla="*/ 1718 h 295905"/>
                <a:gd name="connsiteX9" fmla="*/ 59357 w 62319"/>
                <a:gd name="connsiteY9" fmla="*/ 74 h 295905"/>
                <a:gd name="connsiteX10" fmla="*/ 55421 w 62319"/>
                <a:gd name="connsiteY10" fmla="*/ 1390 h 295905"/>
                <a:gd name="connsiteX11" fmla="*/ 10977 w 62319"/>
                <a:gd name="connsiteY11" fmla="*/ 72446 h 295905"/>
                <a:gd name="connsiteX12" fmla="*/ 153 w 62319"/>
                <a:gd name="connsiteY12" fmla="*/ 147944 h 295905"/>
                <a:gd name="connsiteX13" fmla="*/ 32953 w 62319"/>
                <a:gd name="connsiteY13" fmla="*/ 269168 h 295905"/>
                <a:gd name="connsiteX14" fmla="*/ 43449 w 62319"/>
                <a:gd name="connsiteY14" fmla="*/ 282491 h 295905"/>
                <a:gd name="connsiteX15" fmla="*/ 48697 w 62319"/>
                <a:gd name="connsiteY15" fmla="*/ 288248 h 295905"/>
                <a:gd name="connsiteX16" fmla="*/ 55093 w 62319"/>
                <a:gd name="connsiteY16" fmla="*/ 294170 h 2959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62319" h="295905">
                  <a:moveTo>
                    <a:pt x="55093" y="294170"/>
                  </a:moveTo>
                  <a:cubicBezTo>
                    <a:pt x="55421" y="294334"/>
                    <a:pt x="56897" y="295979"/>
                    <a:pt x="57061" y="295979"/>
                  </a:cubicBezTo>
                  <a:lnTo>
                    <a:pt x="60669" y="295979"/>
                  </a:lnTo>
                  <a:cubicBezTo>
                    <a:pt x="61161" y="295979"/>
                    <a:pt x="62473" y="295814"/>
                    <a:pt x="62473" y="294334"/>
                  </a:cubicBezTo>
                  <a:cubicBezTo>
                    <a:pt x="62473" y="293676"/>
                    <a:pt x="62145" y="293347"/>
                    <a:pt x="61817" y="292854"/>
                  </a:cubicBezTo>
                  <a:cubicBezTo>
                    <a:pt x="55913" y="286932"/>
                    <a:pt x="47057" y="277886"/>
                    <a:pt x="36889" y="259793"/>
                  </a:cubicBezTo>
                  <a:cubicBezTo>
                    <a:pt x="19177" y="228212"/>
                    <a:pt x="12617" y="187584"/>
                    <a:pt x="12617" y="148109"/>
                  </a:cubicBezTo>
                  <a:cubicBezTo>
                    <a:pt x="12617" y="75078"/>
                    <a:pt x="33281" y="32148"/>
                    <a:pt x="61981" y="3034"/>
                  </a:cubicBezTo>
                  <a:cubicBezTo>
                    <a:pt x="62473" y="2541"/>
                    <a:pt x="62473" y="2047"/>
                    <a:pt x="62473" y="1718"/>
                  </a:cubicBezTo>
                  <a:cubicBezTo>
                    <a:pt x="62473" y="74"/>
                    <a:pt x="61325" y="74"/>
                    <a:pt x="59357" y="74"/>
                  </a:cubicBezTo>
                  <a:cubicBezTo>
                    <a:pt x="57225" y="74"/>
                    <a:pt x="56897" y="74"/>
                    <a:pt x="55421" y="1390"/>
                  </a:cubicBezTo>
                  <a:cubicBezTo>
                    <a:pt x="39841" y="14877"/>
                    <a:pt x="22293" y="37740"/>
                    <a:pt x="10977" y="72446"/>
                  </a:cubicBezTo>
                  <a:cubicBezTo>
                    <a:pt x="3925" y="94158"/>
                    <a:pt x="153" y="120640"/>
                    <a:pt x="153" y="147944"/>
                  </a:cubicBezTo>
                  <a:cubicBezTo>
                    <a:pt x="153" y="186927"/>
                    <a:pt x="7205" y="231008"/>
                    <a:pt x="32953" y="269168"/>
                  </a:cubicBezTo>
                  <a:cubicBezTo>
                    <a:pt x="37381" y="275583"/>
                    <a:pt x="43449" y="282327"/>
                    <a:pt x="43449" y="282491"/>
                  </a:cubicBezTo>
                  <a:cubicBezTo>
                    <a:pt x="45089" y="284465"/>
                    <a:pt x="47385" y="287097"/>
                    <a:pt x="48697" y="288248"/>
                  </a:cubicBezTo>
                  <a:lnTo>
                    <a:pt x="55093" y="294170"/>
                  </a:lnTo>
                  <a:close/>
                </a:path>
              </a:pathLst>
            </a:custGeom>
            <a:solidFill>
              <a:srgbClr val="000000"/>
            </a:solidFill>
            <a:ln w="22776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/>
            </a:p>
          </p:txBody>
        </p:sp>
        <p:sp>
          <p:nvSpPr>
            <p:cNvPr id="806" name="任意形状 805">
              <a:extLst>
                <a:ext uri="{FF2B5EF4-FFF2-40B4-BE49-F238E27FC236}">
                  <a16:creationId xmlns:a16="http://schemas.microsoft.com/office/drawing/2014/main" id="{124CB55B-2964-E14D-023A-4776EC7EC8CB}"/>
                </a:ext>
              </a:extLst>
            </p:cNvPr>
            <p:cNvSpPr/>
            <p:nvPr>
              <p:custDataLst>
                <p:tags r:id="rId26"/>
              </p:custDataLst>
            </p:nvPr>
          </p:nvSpPr>
          <p:spPr>
            <a:xfrm>
              <a:off x="8891013" y="6926206"/>
              <a:ext cx="69043" cy="113164"/>
            </a:xfrm>
            <a:custGeom>
              <a:avLst/>
              <a:gdLst>
                <a:gd name="connsiteX0" fmla="*/ 69203 w 69043"/>
                <a:gd name="connsiteY0" fmla="*/ 56996 h 113164"/>
                <a:gd name="connsiteX1" fmla="*/ 62643 w 69043"/>
                <a:gd name="connsiteY1" fmla="*/ 18507 h 113164"/>
                <a:gd name="connsiteX2" fmla="*/ 34763 w 69043"/>
                <a:gd name="connsiteY2" fmla="*/ 85 h 113164"/>
                <a:gd name="connsiteX3" fmla="*/ 6227 w 69043"/>
                <a:gd name="connsiteY3" fmla="*/ 19658 h 113164"/>
                <a:gd name="connsiteX4" fmla="*/ 159 w 69043"/>
                <a:gd name="connsiteY4" fmla="*/ 56996 h 113164"/>
                <a:gd name="connsiteX5" fmla="*/ 7539 w 69043"/>
                <a:gd name="connsiteY5" fmla="*/ 96636 h 113164"/>
                <a:gd name="connsiteX6" fmla="*/ 34599 w 69043"/>
                <a:gd name="connsiteY6" fmla="*/ 113249 h 113164"/>
                <a:gd name="connsiteX7" fmla="*/ 63135 w 69043"/>
                <a:gd name="connsiteY7" fmla="*/ 94169 h 113164"/>
                <a:gd name="connsiteX8" fmla="*/ 69203 w 69043"/>
                <a:gd name="connsiteY8" fmla="*/ 56996 h 113164"/>
                <a:gd name="connsiteX9" fmla="*/ 34599 w 69043"/>
                <a:gd name="connsiteY9" fmla="*/ 109630 h 113164"/>
                <a:gd name="connsiteX10" fmla="*/ 15575 w 69043"/>
                <a:gd name="connsiteY10" fmla="*/ 89728 h 113164"/>
                <a:gd name="connsiteX11" fmla="*/ 13771 w 69043"/>
                <a:gd name="connsiteY11" fmla="*/ 55022 h 113164"/>
                <a:gd name="connsiteX12" fmla="*/ 15083 w 69043"/>
                <a:gd name="connsiteY12" fmla="*/ 24757 h 113164"/>
                <a:gd name="connsiteX13" fmla="*/ 34599 w 69043"/>
                <a:gd name="connsiteY13" fmla="*/ 3703 h 113164"/>
                <a:gd name="connsiteX14" fmla="*/ 53951 w 69043"/>
                <a:gd name="connsiteY14" fmla="*/ 22948 h 113164"/>
                <a:gd name="connsiteX15" fmla="*/ 55591 w 69043"/>
                <a:gd name="connsiteY15" fmla="*/ 55022 h 113164"/>
                <a:gd name="connsiteX16" fmla="*/ 53787 w 69043"/>
                <a:gd name="connsiteY16" fmla="*/ 89070 h 113164"/>
                <a:gd name="connsiteX17" fmla="*/ 34599 w 69043"/>
                <a:gd name="connsiteY17" fmla="*/ 109630 h 1131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69043" h="113164">
                  <a:moveTo>
                    <a:pt x="69203" y="56996"/>
                  </a:moveTo>
                  <a:cubicBezTo>
                    <a:pt x="69203" y="43837"/>
                    <a:pt x="68383" y="30679"/>
                    <a:pt x="62643" y="18507"/>
                  </a:cubicBezTo>
                  <a:cubicBezTo>
                    <a:pt x="55099" y="2716"/>
                    <a:pt x="41651" y="85"/>
                    <a:pt x="34763" y="85"/>
                  </a:cubicBezTo>
                  <a:cubicBezTo>
                    <a:pt x="24923" y="85"/>
                    <a:pt x="12951" y="4361"/>
                    <a:pt x="6227" y="19658"/>
                  </a:cubicBezTo>
                  <a:cubicBezTo>
                    <a:pt x="979" y="31008"/>
                    <a:pt x="159" y="43837"/>
                    <a:pt x="159" y="56996"/>
                  </a:cubicBezTo>
                  <a:cubicBezTo>
                    <a:pt x="159" y="69332"/>
                    <a:pt x="815" y="84136"/>
                    <a:pt x="7539" y="96636"/>
                  </a:cubicBezTo>
                  <a:cubicBezTo>
                    <a:pt x="14591" y="109959"/>
                    <a:pt x="26563" y="113249"/>
                    <a:pt x="34599" y="113249"/>
                  </a:cubicBezTo>
                  <a:cubicBezTo>
                    <a:pt x="43455" y="113249"/>
                    <a:pt x="55919" y="109795"/>
                    <a:pt x="63135" y="94169"/>
                  </a:cubicBezTo>
                  <a:cubicBezTo>
                    <a:pt x="68383" y="82820"/>
                    <a:pt x="69203" y="69990"/>
                    <a:pt x="69203" y="56996"/>
                  </a:cubicBezTo>
                  <a:close/>
                  <a:moveTo>
                    <a:pt x="34599" y="109630"/>
                  </a:moveTo>
                  <a:cubicBezTo>
                    <a:pt x="28203" y="109630"/>
                    <a:pt x="18527" y="105518"/>
                    <a:pt x="15575" y="89728"/>
                  </a:cubicBezTo>
                  <a:cubicBezTo>
                    <a:pt x="13771" y="79859"/>
                    <a:pt x="13771" y="64727"/>
                    <a:pt x="13771" y="55022"/>
                  </a:cubicBezTo>
                  <a:cubicBezTo>
                    <a:pt x="13771" y="44495"/>
                    <a:pt x="13771" y="33639"/>
                    <a:pt x="15083" y="24757"/>
                  </a:cubicBezTo>
                  <a:cubicBezTo>
                    <a:pt x="18199" y="5184"/>
                    <a:pt x="30499" y="3703"/>
                    <a:pt x="34599" y="3703"/>
                  </a:cubicBezTo>
                  <a:cubicBezTo>
                    <a:pt x="40011" y="3703"/>
                    <a:pt x="50835" y="6664"/>
                    <a:pt x="53951" y="22948"/>
                  </a:cubicBezTo>
                  <a:cubicBezTo>
                    <a:pt x="55591" y="32159"/>
                    <a:pt x="55591" y="44660"/>
                    <a:pt x="55591" y="55022"/>
                  </a:cubicBezTo>
                  <a:cubicBezTo>
                    <a:pt x="55591" y="67358"/>
                    <a:pt x="55591" y="78543"/>
                    <a:pt x="53787" y="89070"/>
                  </a:cubicBezTo>
                  <a:cubicBezTo>
                    <a:pt x="51327" y="104696"/>
                    <a:pt x="41979" y="109630"/>
                    <a:pt x="34599" y="109630"/>
                  </a:cubicBezTo>
                  <a:close/>
                </a:path>
              </a:pathLst>
            </a:custGeom>
            <a:solidFill>
              <a:srgbClr val="000000"/>
            </a:solidFill>
            <a:ln w="22776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/>
            </a:p>
          </p:txBody>
        </p:sp>
        <p:sp>
          <p:nvSpPr>
            <p:cNvPr id="807" name="任意形状 806">
              <a:extLst>
                <a:ext uri="{FF2B5EF4-FFF2-40B4-BE49-F238E27FC236}">
                  <a16:creationId xmlns:a16="http://schemas.microsoft.com/office/drawing/2014/main" id="{EA4F3067-28AF-6F30-734D-16066C3BC35E}"/>
                </a:ext>
              </a:extLst>
            </p:cNvPr>
            <p:cNvSpPr/>
            <p:nvPr>
              <p:custDataLst>
                <p:tags r:id="rId27"/>
              </p:custDataLst>
            </p:nvPr>
          </p:nvSpPr>
          <p:spPr>
            <a:xfrm>
              <a:off x="8980721" y="7018316"/>
              <a:ext cx="19187" cy="49180"/>
            </a:xfrm>
            <a:custGeom>
              <a:avLst/>
              <a:gdLst>
                <a:gd name="connsiteX0" fmla="*/ 19352 w 19187"/>
                <a:gd name="connsiteY0" fmla="*/ 17355 h 49180"/>
                <a:gd name="connsiteX1" fmla="*/ 8856 w 19187"/>
                <a:gd name="connsiteY1" fmla="*/ 85 h 49180"/>
                <a:gd name="connsiteX2" fmla="*/ 164 w 19187"/>
                <a:gd name="connsiteY2" fmla="*/ 8802 h 49180"/>
                <a:gd name="connsiteX3" fmla="*/ 8856 w 19187"/>
                <a:gd name="connsiteY3" fmla="*/ 17520 h 49180"/>
                <a:gd name="connsiteX4" fmla="*/ 14596 w 19187"/>
                <a:gd name="connsiteY4" fmla="*/ 15382 h 49180"/>
                <a:gd name="connsiteX5" fmla="*/ 15416 w 19187"/>
                <a:gd name="connsiteY5" fmla="*/ 14888 h 49180"/>
                <a:gd name="connsiteX6" fmla="*/ 15744 w 19187"/>
                <a:gd name="connsiteY6" fmla="*/ 17355 h 49180"/>
                <a:gd name="connsiteX7" fmla="*/ 4592 w 19187"/>
                <a:gd name="connsiteY7" fmla="*/ 44824 h 49180"/>
                <a:gd name="connsiteX8" fmla="*/ 2788 w 19187"/>
                <a:gd name="connsiteY8" fmla="*/ 47456 h 49180"/>
                <a:gd name="connsiteX9" fmla="*/ 4428 w 19187"/>
                <a:gd name="connsiteY9" fmla="*/ 49265 h 49180"/>
                <a:gd name="connsiteX10" fmla="*/ 19352 w 19187"/>
                <a:gd name="connsiteY10" fmla="*/ 17355 h 491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9187" h="49180">
                  <a:moveTo>
                    <a:pt x="19352" y="17355"/>
                  </a:moveTo>
                  <a:cubicBezTo>
                    <a:pt x="19352" y="6500"/>
                    <a:pt x="15252" y="85"/>
                    <a:pt x="8856" y="85"/>
                  </a:cubicBezTo>
                  <a:cubicBezTo>
                    <a:pt x="3444" y="85"/>
                    <a:pt x="164" y="4197"/>
                    <a:pt x="164" y="8802"/>
                  </a:cubicBezTo>
                  <a:cubicBezTo>
                    <a:pt x="164" y="13243"/>
                    <a:pt x="3444" y="17520"/>
                    <a:pt x="8856" y="17520"/>
                  </a:cubicBezTo>
                  <a:cubicBezTo>
                    <a:pt x="10824" y="17520"/>
                    <a:pt x="12956" y="16862"/>
                    <a:pt x="14596" y="15382"/>
                  </a:cubicBezTo>
                  <a:cubicBezTo>
                    <a:pt x="15088" y="15053"/>
                    <a:pt x="15252" y="14888"/>
                    <a:pt x="15416" y="14888"/>
                  </a:cubicBezTo>
                  <a:cubicBezTo>
                    <a:pt x="15580" y="14888"/>
                    <a:pt x="15744" y="15053"/>
                    <a:pt x="15744" y="17355"/>
                  </a:cubicBezTo>
                  <a:cubicBezTo>
                    <a:pt x="15744" y="29527"/>
                    <a:pt x="10004" y="39396"/>
                    <a:pt x="4592" y="44824"/>
                  </a:cubicBezTo>
                  <a:cubicBezTo>
                    <a:pt x="2788" y="46633"/>
                    <a:pt x="2788" y="46962"/>
                    <a:pt x="2788" y="47456"/>
                  </a:cubicBezTo>
                  <a:cubicBezTo>
                    <a:pt x="2788" y="48607"/>
                    <a:pt x="3608" y="49265"/>
                    <a:pt x="4428" y="49265"/>
                  </a:cubicBezTo>
                  <a:cubicBezTo>
                    <a:pt x="6232" y="49265"/>
                    <a:pt x="19352" y="36600"/>
                    <a:pt x="19352" y="17355"/>
                  </a:cubicBezTo>
                  <a:close/>
                </a:path>
              </a:pathLst>
            </a:custGeom>
            <a:solidFill>
              <a:srgbClr val="000000"/>
            </a:solidFill>
            <a:ln w="22776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/>
            </a:p>
          </p:txBody>
        </p:sp>
        <p:sp>
          <p:nvSpPr>
            <p:cNvPr id="808" name="任意形状 807">
              <a:extLst>
                <a:ext uri="{FF2B5EF4-FFF2-40B4-BE49-F238E27FC236}">
                  <a16:creationId xmlns:a16="http://schemas.microsoft.com/office/drawing/2014/main" id="{21CB3964-2818-F0A4-A41B-CE233BFD20AE}"/>
                </a:ext>
              </a:extLst>
            </p:cNvPr>
            <p:cNvSpPr/>
            <p:nvPr>
              <p:custDataLst>
                <p:tags r:id="rId28"/>
              </p:custDataLst>
            </p:nvPr>
          </p:nvSpPr>
          <p:spPr>
            <a:xfrm>
              <a:off x="9072906" y="6923410"/>
              <a:ext cx="138087" cy="112342"/>
            </a:xfrm>
            <a:custGeom>
              <a:avLst/>
              <a:gdLst>
                <a:gd name="connsiteX0" fmla="*/ 33626 w 138087"/>
                <a:gd name="connsiteY0" fmla="*/ 3703 h 112342"/>
                <a:gd name="connsiteX1" fmla="*/ 27886 w 138087"/>
                <a:gd name="connsiteY1" fmla="*/ 85 h 112342"/>
                <a:gd name="connsiteX2" fmla="*/ 170 w 138087"/>
                <a:gd name="connsiteY2" fmla="*/ 85 h 112342"/>
                <a:gd name="connsiteX3" fmla="*/ 170 w 138087"/>
                <a:gd name="connsiteY3" fmla="*/ 5184 h 112342"/>
                <a:gd name="connsiteX4" fmla="*/ 4106 w 138087"/>
                <a:gd name="connsiteY4" fmla="*/ 5184 h 112342"/>
                <a:gd name="connsiteX5" fmla="*/ 17062 w 138087"/>
                <a:gd name="connsiteY5" fmla="*/ 12914 h 112342"/>
                <a:gd name="connsiteX6" fmla="*/ 17062 w 138087"/>
                <a:gd name="connsiteY6" fmla="*/ 95156 h 112342"/>
                <a:gd name="connsiteX7" fmla="*/ 170 w 138087"/>
                <a:gd name="connsiteY7" fmla="*/ 107328 h 112342"/>
                <a:gd name="connsiteX8" fmla="*/ 170 w 138087"/>
                <a:gd name="connsiteY8" fmla="*/ 112427 h 112342"/>
                <a:gd name="connsiteX9" fmla="*/ 19358 w 138087"/>
                <a:gd name="connsiteY9" fmla="*/ 111933 h 112342"/>
                <a:gd name="connsiteX10" fmla="*/ 38546 w 138087"/>
                <a:gd name="connsiteY10" fmla="*/ 112427 h 112342"/>
                <a:gd name="connsiteX11" fmla="*/ 38546 w 138087"/>
                <a:gd name="connsiteY11" fmla="*/ 107328 h 112342"/>
                <a:gd name="connsiteX12" fmla="*/ 21654 w 138087"/>
                <a:gd name="connsiteY12" fmla="*/ 95156 h 112342"/>
                <a:gd name="connsiteX13" fmla="*/ 21654 w 138087"/>
                <a:gd name="connsiteY13" fmla="*/ 6500 h 112342"/>
                <a:gd name="connsiteX14" fmla="*/ 21818 w 138087"/>
                <a:gd name="connsiteY14" fmla="*/ 6500 h 112342"/>
                <a:gd name="connsiteX15" fmla="*/ 61342 w 138087"/>
                <a:gd name="connsiteY15" fmla="*/ 108808 h 112342"/>
                <a:gd name="connsiteX16" fmla="*/ 64622 w 138087"/>
                <a:gd name="connsiteY16" fmla="*/ 112427 h 112342"/>
                <a:gd name="connsiteX17" fmla="*/ 67574 w 138087"/>
                <a:gd name="connsiteY17" fmla="*/ 109302 h 112342"/>
                <a:gd name="connsiteX18" fmla="*/ 107918 w 138087"/>
                <a:gd name="connsiteY18" fmla="*/ 5184 h 112342"/>
                <a:gd name="connsiteX19" fmla="*/ 108082 w 138087"/>
                <a:gd name="connsiteY19" fmla="*/ 5184 h 112342"/>
                <a:gd name="connsiteX20" fmla="*/ 108082 w 138087"/>
                <a:gd name="connsiteY20" fmla="*/ 99597 h 112342"/>
                <a:gd name="connsiteX21" fmla="*/ 95126 w 138087"/>
                <a:gd name="connsiteY21" fmla="*/ 107328 h 112342"/>
                <a:gd name="connsiteX22" fmla="*/ 91190 w 138087"/>
                <a:gd name="connsiteY22" fmla="*/ 107328 h 112342"/>
                <a:gd name="connsiteX23" fmla="*/ 91190 w 138087"/>
                <a:gd name="connsiteY23" fmla="*/ 112427 h 112342"/>
                <a:gd name="connsiteX24" fmla="*/ 114805 w 138087"/>
                <a:gd name="connsiteY24" fmla="*/ 111933 h 112342"/>
                <a:gd name="connsiteX25" fmla="*/ 138257 w 138087"/>
                <a:gd name="connsiteY25" fmla="*/ 112427 h 112342"/>
                <a:gd name="connsiteX26" fmla="*/ 138257 w 138087"/>
                <a:gd name="connsiteY26" fmla="*/ 107328 h 112342"/>
                <a:gd name="connsiteX27" fmla="*/ 134321 w 138087"/>
                <a:gd name="connsiteY27" fmla="*/ 107328 h 112342"/>
                <a:gd name="connsiteX28" fmla="*/ 121365 w 138087"/>
                <a:gd name="connsiteY28" fmla="*/ 99597 h 112342"/>
                <a:gd name="connsiteX29" fmla="*/ 121365 w 138087"/>
                <a:gd name="connsiteY29" fmla="*/ 12914 h 112342"/>
                <a:gd name="connsiteX30" fmla="*/ 134321 w 138087"/>
                <a:gd name="connsiteY30" fmla="*/ 5184 h 112342"/>
                <a:gd name="connsiteX31" fmla="*/ 138257 w 138087"/>
                <a:gd name="connsiteY31" fmla="*/ 5184 h 112342"/>
                <a:gd name="connsiteX32" fmla="*/ 138257 w 138087"/>
                <a:gd name="connsiteY32" fmla="*/ 85 h 112342"/>
                <a:gd name="connsiteX33" fmla="*/ 110541 w 138087"/>
                <a:gd name="connsiteY33" fmla="*/ 85 h 112342"/>
                <a:gd name="connsiteX34" fmla="*/ 105130 w 138087"/>
                <a:gd name="connsiteY34" fmla="*/ 3210 h 112342"/>
                <a:gd name="connsiteX35" fmla="*/ 69214 w 138087"/>
                <a:gd name="connsiteY35" fmla="*/ 95814 h 112342"/>
                <a:gd name="connsiteX36" fmla="*/ 33626 w 138087"/>
                <a:gd name="connsiteY36" fmla="*/ 3703 h 1123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</a:cxnLst>
              <a:rect l="l" t="t" r="r" b="b"/>
              <a:pathLst>
                <a:path w="138087" h="112342">
                  <a:moveTo>
                    <a:pt x="33626" y="3703"/>
                  </a:moveTo>
                  <a:cubicBezTo>
                    <a:pt x="32150" y="85"/>
                    <a:pt x="31658" y="85"/>
                    <a:pt x="27886" y="85"/>
                  </a:cubicBezTo>
                  <a:lnTo>
                    <a:pt x="170" y="85"/>
                  </a:lnTo>
                  <a:lnTo>
                    <a:pt x="170" y="5184"/>
                  </a:lnTo>
                  <a:lnTo>
                    <a:pt x="4106" y="5184"/>
                  </a:lnTo>
                  <a:cubicBezTo>
                    <a:pt x="16734" y="5184"/>
                    <a:pt x="17062" y="6993"/>
                    <a:pt x="17062" y="12914"/>
                  </a:cubicBezTo>
                  <a:lnTo>
                    <a:pt x="17062" y="95156"/>
                  </a:lnTo>
                  <a:cubicBezTo>
                    <a:pt x="17062" y="99597"/>
                    <a:pt x="17062" y="107328"/>
                    <a:pt x="170" y="107328"/>
                  </a:cubicBezTo>
                  <a:lnTo>
                    <a:pt x="170" y="112427"/>
                  </a:lnTo>
                  <a:cubicBezTo>
                    <a:pt x="5910" y="112262"/>
                    <a:pt x="13946" y="111933"/>
                    <a:pt x="19358" y="111933"/>
                  </a:cubicBezTo>
                  <a:cubicBezTo>
                    <a:pt x="24770" y="111933"/>
                    <a:pt x="32806" y="112262"/>
                    <a:pt x="38546" y="112427"/>
                  </a:cubicBezTo>
                  <a:lnTo>
                    <a:pt x="38546" y="107328"/>
                  </a:lnTo>
                  <a:cubicBezTo>
                    <a:pt x="21654" y="107328"/>
                    <a:pt x="21654" y="99597"/>
                    <a:pt x="21654" y="95156"/>
                  </a:cubicBezTo>
                  <a:lnTo>
                    <a:pt x="21654" y="6500"/>
                  </a:lnTo>
                  <a:lnTo>
                    <a:pt x="21818" y="6500"/>
                  </a:lnTo>
                  <a:lnTo>
                    <a:pt x="61342" y="108808"/>
                  </a:lnTo>
                  <a:cubicBezTo>
                    <a:pt x="62162" y="110946"/>
                    <a:pt x="62982" y="112427"/>
                    <a:pt x="64622" y="112427"/>
                  </a:cubicBezTo>
                  <a:cubicBezTo>
                    <a:pt x="66426" y="112427"/>
                    <a:pt x="66918" y="111111"/>
                    <a:pt x="67574" y="109302"/>
                  </a:cubicBezTo>
                  <a:lnTo>
                    <a:pt x="107918" y="5184"/>
                  </a:lnTo>
                  <a:lnTo>
                    <a:pt x="108082" y="5184"/>
                  </a:lnTo>
                  <a:lnTo>
                    <a:pt x="108082" y="99597"/>
                  </a:lnTo>
                  <a:cubicBezTo>
                    <a:pt x="108082" y="105518"/>
                    <a:pt x="107754" y="107328"/>
                    <a:pt x="95126" y="107328"/>
                  </a:cubicBezTo>
                  <a:lnTo>
                    <a:pt x="91190" y="107328"/>
                  </a:lnTo>
                  <a:lnTo>
                    <a:pt x="91190" y="112427"/>
                  </a:lnTo>
                  <a:cubicBezTo>
                    <a:pt x="97258" y="111933"/>
                    <a:pt x="108410" y="111933"/>
                    <a:pt x="114805" y="111933"/>
                  </a:cubicBezTo>
                  <a:cubicBezTo>
                    <a:pt x="121201" y="111933"/>
                    <a:pt x="132189" y="111933"/>
                    <a:pt x="138257" y="112427"/>
                  </a:cubicBezTo>
                  <a:lnTo>
                    <a:pt x="138257" y="107328"/>
                  </a:lnTo>
                  <a:lnTo>
                    <a:pt x="134321" y="107328"/>
                  </a:lnTo>
                  <a:cubicBezTo>
                    <a:pt x="121693" y="107328"/>
                    <a:pt x="121365" y="105518"/>
                    <a:pt x="121365" y="99597"/>
                  </a:cubicBezTo>
                  <a:lnTo>
                    <a:pt x="121365" y="12914"/>
                  </a:lnTo>
                  <a:cubicBezTo>
                    <a:pt x="121365" y="6993"/>
                    <a:pt x="121693" y="5184"/>
                    <a:pt x="134321" y="5184"/>
                  </a:cubicBezTo>
                  <a:lnTo>
                    <a:pt x="138257" y="5184"/>
                  </a:lnTo>
                  <a:lnTo>
                    <a:pt x="138257" y="85"/>
                  </a:lnTo>
                  <a:lnTo>
                    <a:pt x="110541" y="85"/>
                  </a:lnTo>
                  <a:cubicBezTo>
                    <a:pt x="106278" y="85"/>
                    <a:pt x="106278" y="249"/>
                    <a:pt x="105130" y="3210"/>
                  </a:cubicBezTo>
                  <a:lnTo>
                    <a:pt x="69214" y="95814"/>
                  </a:lnTo>
                  <a:lnTo>
                    <a:pt x="33626" y="3703"/>
                  </a:lnTo>
                  <a:close/>
                </a:path>
              </a:pathLst>
            </a:custGeom>
            <a:solidFill>
              <a:srgbClr val="000000"/>
            </a:solidFill>
            <a:ln w="22776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/>
            </a:p>
          </p:txBody>
        </p:sp>
        <p:sp>
          <p:nvSpPr>
            <p:cNvPr id="809" name="任意形状 808">
              <a:extLst>
                <a:ext uri="{FF2B5EF4-FFF2-40B4-BE49-F238E27FC236}">
                  <a16:creationId xmlns:a16="http://schemas.microsoft.com/office/drawing/2014/main" id="{6A7BCE61-4757-2294-D12E-4AEA71A0925C}"/>
                </a:ext>
              </a:extLst>
            </p:cNvPr>
            <p:cNvSpPr/>
            <p:nvPr>
              <p:custDataLst>
                <p:tags r:id="rId29"/>
              </p:custDataLst>
            </p:nvPr>
          </p:nvSpPr>
          <p:spPr>
            <a:xfrm>
              <a:off x="9222419" y="6963050"/>
              <a:ext cx="82491" cy="74510"/>
            </a:xfrm>
            <a:custGeom>
              <a:avLst/>
              <a:gdLst>
                <a:gd name="connsiteX0" fmla="*/ 59055 w 82491"/>
                <a:gd name="connsiteY0" fmla="*/ 59792 h 74510"/>
                <a:gd name="connsiteX1" fmla="*/ 59055 w 82491"/>
                <a:gd name="connsiteY1" fmla="*/ 74596 h 74510"/>
                <a:gd name="connsiteX2" fmla="*/ 82671 w 82491"/>
                <a:gd name="connsiteY2" fmla="*/ 72786 h 74510"/>
                <a:gd name="connsiteX3" fmla="*/ 82671 w 82491"/>
                <a:gd name="connsiteY3" fmla="*/ 67687 h 74510"/>
                <a:gd name="connsiteX4" fmla="*/ 69879 w 82491"/>
                <a:gd name="connsiteY4" fmla="*/ 58476 h 74510"/>
                <a:gd name="connsiteX5" fmla="*/ 69879 w 82491"/>
                <a:gd name="connsiteY5" fmla="*/ 85 h 74510"/>
                <a:gd name="connsiteX6" fmla="*/ 45771 w 82491"/>
                <a:gd name="connsiteY6" fmla="*/ 1894 h 74510"/>
                <a:gd name="connsiteX7" fmla="*/ 45771 w 82491"/>
                <a:gd name="connsiteY7" fmla="*/ 6993 h 74510"/>
                <a:gd name="connsiteX8" fmla="*/ 58563 w 82491"/>
                <a:gd name="connsiteY8" fmla="*/ 16204 h 74510"/>
                <a:gd name="connsiteX9" fmla="*/ 58563 w 82491"/>
                <a:gd name="connsiteY9" fmla="*/ 45482 h 74510"/>
                <a:gd name="connsiteX10" fmla="*/ 38719 w 82491"/>
                <a:gd name="connsiteY10" fmla="*/ 70977 h 74510"/>
                <a:gd name="connsiteX11" fmla="*/ 24287 w 82491"/>
                <a:gd name="connsiteY11" fmla="*/ 54693 h 74510"/>
                <a:gd name="connsiteX12" fmla="*/ 24287 w 82491"/>
                <a:gd name="connsiteY12" fmla="*/ 85 h 74510"/>
                <a:gd name="connsiteX13" fmla="*/ 179 w 82491"/>
                <a:gd name="connsiteY13" fmla="*/ 1894 h 74510"/>
                <a:gd name="connsiteX14" fmla="*/ 179 w 82491"/>
                <a:gd name="connsiteY14" fmla="*/ 6993 h 74510"/>
                <a:gd name="connsiteX15" fmla="*/ 12971 w 82491"/>
                <a:gd name="connsiteY15" fmla="*/ 22125 h 74510"/>
                <a:gd name="connsiteX16" fmla="*/ 12971 w 82491"/>
                <a:gd name="connsiteY16" fmla="*/ 46798 h 74510"/>
                <a:gd name="connsiteX17" fmla="*/ 37899 w 82491"/>
                <a:gd name="connsiteY17" fmla="*/ 74596 h 74510"/>
                <a:gd name="connsiteX18" fmla="*/ 59055 w 82491"/>
                <a:gd name="connsiteY18" fmla="*/ 59792 h 745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82491" h="74510">
                  <a:moveTo>
                    <a:pt x="59055" y="59792"/>
                  </a:moveTo>
                  <a:lnTo>
                    <a:pt x="59055" y="74596"/>
                  </a:lnTo>
                  <a:lnTo>
                    <a:pt x="82671" y="72786"/>
                  </a:lnTo>
                  <a:lnTo>
                    <a:pt x="82671" y="67687"/>
                  </a:lnTo>
                  <a:cubicBezTo>
                    <a:pt x="71191" y="67687"/>
                    <a:pt x="69879" y="66536"/>
                    <a:pt x="69879" y="58476"/>
                  </a:cubicBezTo>
                  <a:lnTo>
                    <a:pt x="69879" y="85"/>
                  </a:lnTo>
                  <a:lnTo>
                    <a:pt x="45771" y="1894"/>
                  </a:lnTo>
                  <a:lnTo>
                    <a:pt x="45771" y="6993"/>
                  </a:lnTo>
                  <a:cubicBezTo>
                    <a:pt x="57251" y="6993"/>
                    <a:pt x="58563" y="8144"/>
                    <a:pt x="58563" y="16204"/>
                  </a:cubicBezTo>
                  <a:lnTo>
                    <a:pt x="58563" y="45482"/>
                  </a:lnTo>
                  <a:cubicBezTo>
                    <a:pt x="58563" y="59792"/>
                    <a:pt x="50691" y="70977"/>
                    <a:pt x="38719" y="70977"/>
                  </a:cubicBezTo>
                  <a:cubicBezTo>
                    <a:pt x="24943" y="70977"/>
                    <a:pt x="24287" y="63246"/>
                    <a:pt x="24287" y="54693"/>
                  </a:cubicBezTo>
                  <a:lnTo>
                    <a:pt x="24287" y="85"/>
                  </a:lnTo>
                  <a:lnTo>
                    <a:pt x="179" y="1894"/>
                  </a:lnTo>
                  <a:lnTo>
                    <a:pt x="179" y="6993"/>
                  </a:lnTo>
                  <a:cubicBezTo>
                    <a:pt x="12971" y="6993"/>
                    <a:pt x="12971" y="7486"/>
                    <a:pt x="12971" y="22125"/>
                  </a:cubicBezTo>
                  <a:lnTo>
                    <a:pt x="12971" y="46798"/>
                  </a:lnTo>
                  <a:cubicBezTo>
                    <a:pt x="12971" y="59628"/>
                    <a:pt x="12971" y="74596"/>
                    <a:pt x="37899" y="74596"/>
                  </a:cubicBezTo>
                  <a:cubicBezTo>
                    <a:pt x="47083" y="74596"/>
                    <a:pt x="54299" y="69990"/>
                    <a:pt x="59055" y="59792"/>
                  </a:cubicBezTo>
                  <a:close/>
                </a:path>
              </a:pathLst>
            </a:custGeom>
            <a:solidFill>
              <a:srgbClr val="000000"/>
            </a:solidFill>
            <a:ln w="22776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/>
            </a:p>
          </p:txBody>
        </p:sp>
        <p:sp>
          <p:nvSpPr>
            <p:cNvPr id="810" name="任意形状 809">
              <a:extLst>
                <a:ext uri="{FF2B5EF4-FFF2-40B4-BE49-F238E27FC236}">
                  <a16:creationId xmlns:a16="http://schemas.microsoft.com/office/drawing/2014/main" id="{691F5D07-C3F3-2AAE-20D3-CC91F72EF6E6}"/>
                </a:ext>
              </a:extLst>
            </p:cNvPr>
            <p:cNvSpPr/>
            <p:nvPr>
              <p:custDataLst>
                <p:tags r:id="rId30"/>
              </p:custDataLst>
            </p:nvPr>
          </p:nvSpPr>
          <p:spPr>
            <a:xfrm>
              <a:off x="9311398" y="6934594"/>
              <a:ext cx="51331" cy="102966"/>
            </a:xfrm>
            <a:custGeom>
              <a:avLst/>
              <a:gdLst>
                <a:gd name="connsiteX0" fmla="*/ 25440 w 51331"/>
                <a:gd name="connsiteY0" fmla="*/ 35449 h 102966"/>
                <a:gd name="connsiteX1" fmla="*/ 48892 w 51331"/>
                <a:gd name="connsiteY1" fmla="*/ 35449 h 102966"/>
                <a:gd name="connsiteX2" fmla="*/ 48892 w 51331"/>
                <a:gd name="connsiteY2" fmla="*/ 30350 h 102966"/>
                <a:gd name="connsiteX3" fmla="*/ 25440 w 51331"/>
                <a:gd name="connsiteY3" fmla="*/ 30350 h 102966"/>
                <a:gd name="connsiteX4" fmla="*/ 25440 w 51331"/>
                <a:gd name="connsiteY4" fmla="*/ 85 h 102966"/>
                <a:gd name="connsiteX5" fmla="*/ 21340 w 51331"/>
                <a:gd name="connsiteY5" fmla="*/ 85 h 102966"/>
                <a:gd name="connsiteX6" fmla="*/ 185 w 51331"/>
                <a:gd name="connsiteY6" fmla="*/ 31830 h 102966"/>
                <a:gd name="connsiteX7" fmla="*/ 185 w 51331"/>
                <a:gd name="connsiteY7" fmla="*/ 35449 h 102966"/>
                <a:gd name="connsiteX8" fmla="*/ 14125 w 51331"/>
                <a:gd name="connsiteY8" fmla="*/ 35449 h 102966"/>
                <a:gd name="connsiteX9" fmla="*/ 14125 w 51331"/>
                <a:gd name="connsiteY9" fmla="*/ 80846 h 102966"/>
                <a:gd name="connsiteX10" fmla="*/ 35280 w 51331"/>
                <a:gd name="connsiteY10" fmla="*/ 103051 h 102966"/>
                <a:gd name="connsiteX11" fmla="*/ 51516 w 51331"/>
                <a:gd name="connsiteY11" fmla="*/ 80846 h 102966"/>
                <a:gd name="connsiteX12" fmla="*/ 51516 w 51331"/>
                <a:gd name="connsiteY12" fmla="*/ 71470 h 102966"/>
                <a:gd name="connsiteX13" fmla="*/ 47416 w 51331"/>
                <a:gd name="connsiteY13" fmla="*/ 71470 h 102966"/>
                <a:gd name="connsiteX14" fmla="*/ 47416 w 51331"/>
                <a:gd name="connsiteY14" fmla="*/ 80517 h 102966"/>
                <a:gd name="connsiteX15" fmla="*/ 36428 w 51331"/>
                <a:gd name="connsiteY15" fmla="*/ 98939 h 102966"/>
                <a:gd name="connsiteX16" fmla="*/ 25440 w 51331"/>
                <a:gd name="connsiteY16" fmla="*/ 81175 h 102966"/>
                <a:gd name="connsiteX17" fmla="*/ 25440 w 51331"/>
                <a:gd name="connsiteY17" fmla="*/ 35449 h 1029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51331" h="102966">
                  <a:moveTo>
                    <a:pt x="25440" y="35449"/>
                  </a:moveTo>
                  <a:lnTo>
                    <a:pt x="48892" y="35449"/>
                  </a:lnTo>
                  <a:lnTo>
                    <a:pt x="48892" y="30350"/>
                  </a:lnTo>
                  <a:lnTo>
                    <a:pt x="25440" y="30350"/>
                  </a:lnTo>
                  <a:lnTo>
                    <a:pt x="25440" y="85"/>
                  </a:lnTo>
                  <a:lnTo>
                    <a:pt x="21340" y="85"/>
                  </a:lnTo>
                  <a:cubicBezTo>
                    <a:pt x="21176" y="13572"/>
                    <a:pt x="16257" y="31172"/>
                    <a:pt x="185" y="31830"/>
                  </a:cubicBezTo>
                  <a:lnTo>
                    <a:pt x="185" y="35449"/>
                  </a:lnTo>
                  <a:lnTo>
                    <a:pt x="14125" y="35449"/>
                  </a:lnTo>
                  <a:lnTo>
                    <a:pt x="14125" y="80846"/>
                  </a:lnTo>
                  <a:cubicBezTo>
                    <a:pt x="14125" y="101077"/>
                    <a:pt x="29376" y="103051"/>
                    <a:pt x="35280" y="103051"/>
                  </a:cubicBezTo>
                  <a:cubicBezTo>
                    <a:pt x="46924" y="103051"/>
                    <a:pt x="51516" y="91373"/>
                    <a:pt x="51516" y="80846"/>
                  </a:cubicBezTo>
                  <a:lnTo>
                    <a:pt x="51516" y="71470"/>
                  </a:lnTo>
                  <a:lnTo>
                    <a:pt x="47416" y="71470"/>
                  </a:lnTo>
                  <a:lnTo>
                    <a:pt x="47416" y="80517"/>
                  </a:lnTo>
                  <a:cubicBezTo>
                    <a:pt x="47416" y="92689"/>
                    <a:pt x="42496" y="98939"/>
                    <a:pt x="36428" y="98939"/>
                  </a:cubicBezTo>
                  <a:cubicBezTo>
                    <a:pt x="25440" y="98939"/>
                    <a:pt x="25440" y="83971"/>
                    <a:pt x="25440" y="81175"/>
                  </a:cubicBezTo>
                  <a:lnTo>
                    <a:pt x="25440" y="35449"/>
                  </a:lnTo>
                  <a:close/>
                </a:path>
              </a:pathLst>
            </a:custGeom>
            <a:solidFill>
              <a:srgbClr val="000000"/>
            </a:solidFill>
            <a:ln w="22776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/>
            </a:p>
          </p:txBody>
        </p:sp>
        <p:sp>
          <p:nvSpPr>
            <p:cNvPr id="811" name="任意形状 810">
              <a:extLst>
                <a:ext uri="{FF2B5EF4-FFF2-40B4-BE49-F238E27FC236}">
                  <a16:creationId xmlns:a16="http://schemas.microsoft.com/office/drawing/2014/main" id="{6BB1696A-DD5A-E699-9271-75A31CFEDED7}"/>
                </a:ext>
              </a:extLst>
            </p:cNvPr>
            <p:cNvSpPr/>
            <p:nvPr>
              <p:custDataLst>
                <p:tags r:id="rId31"/>
              </p:custDataLst>
            </p:nvPr>
          </p:nvSpPr>
          <p:spPr>
            <a:xfrm>
              <a:off x="9376652" y="6923410"/>
              <a:ext cx="50019" cy="112342"/>
            </a:xfrm>
            <a:custGeom>
              <a:avLst/>
              <a:gdLst>
                <a:gd name="connsiteX0" fmla="*/ 32496 w 50019"/>
                <a:gd name="connsiteY0" fmla="*/ 12914 h 112342"/>
                <a:gd name="connsiteX1" fmla="*/ 45944 w 50019"/>
                <a:gd name="connsiteY1" fmla="*/ 5184 h 112342"/>
                <a:gd name="connsiteX2" fmla="*/ 50208 w 50019"/>
                <a:gd name="connsiteY2" fmla="*/ 5184 h 112342"/>
                <a:gd name="connsiteX3" fmla="*/ 50208 w 50019"/>
                <a:gd name="connsiteY3" fmla="*/ 85 h 112342"/>
                <a:gd name="connsiteX4" fmla="*/ 25280 w 50019"/>
                <a:gd name="connsiteY4" fmla="*/ 578 h 112342"/>
                <a:gd name="connsiteX5" fmla="*/ 188 w 50019"/>
                <a:gd name="connsiteY5" fmla="*/ 85 h 112342"/>
                <a:gd name="connsiteX6" fmla="*/ 188 w 50019"/>
                <a:gd name="connsiteY6" fmla="*/ 5184 h 112342"/>
                <a:gd name="connsiteX7" fmla="*/ 4452 w 50019"/>
                <a:gd name="connsiteY7" fmla="*/ 5184 h 112342"/>
                <a:gd name="connsiteX8" fmla="*/ 17900 w 50019"/>
                <a:gd name="connsiteY8" fmla="*/ 12914 h 112342"/>
                <a:gd name="connsiteX9" fmla="*/ 17900 w 50019"/>
                <a:gd name="connsiteY9" fmla="*/ 99597 h 112342"/>
                <a:gd name="connsiteX10" fmla="*/ 4452 w 50019"/>
                <a:gd name="connsiteY10" fmla="*/ 107328 h 112342"/>
                <a:gd name="connsiteX11" fmla="*/ 188 w 50019"/>
                <a:gd name="connsiteY11" fmla="*/ 107328 h 112342"/>
                <a:gd name="connsiteX12" fmla="*/ 188 w 50019"/>
                <a:gd name="connsiteY12" fmla="*/ 112427 h 112342"/>
                <a:gd name="connsiteX13" fmla="*/ 25116 w 50019"/>
                <a:gd name="connsiteY13" fmla="*/ 111933 h 112342"/>
                <a:gd name="connsiteX14" fmla="*/ 50208 w 50019"/>
                <a:gd name="connsiteY14" fmla="*/ 112427 h 112342"/>
                <a:gd name="connsiteX15" fmla="*/ 50208 w 50019"/>
                <a:gd name="connsiteY15" fmla="*/ 107328 h 112342"/>
                <a:gd name="connsiteX16" fmla="*/ 45944 w 50019"/>
                <a:gd name="connsiteY16" fmla="*/ 107328 h 112342"/>
                <a:gd name="connsiteX17" fmla="*/ 32496 w 50019"/>
                <a:gd name="connsiteY17" fmla="*/ 99597 h 112342"/>
                <a:gd name="connsiteX18" fmla="*/ 32496 w 50019"/>
                <a:gd name="connsiteY18" fmla="*/ 12914 h 1123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50019" h="112342">
                  <a:moveTo>
                    <a:pt x="32496" y="12914"/>
                  </a:moveTo>
                  <a:cubicBezTo>
                    <a:pt x="32496" y="6993"/>
                    <a:pt x="32988" y="5184"/>
                    <a:pt x="45944" y="5184"/>
                  </a:cubicBezTo>
                  <a:lnTo>
                    <a:pt x="50208" y="5184"/>
                  </a:lnTo>
                  <a:lnTo>
                    <a:pt x="50208" y="85"/>
                  </a:lnTo>
                  <a:cubicBezTo>
                    <a:pt x="44468" y="578"/>
                    <a:pt x="31512" y="578"/>
                    <a:pt x="25280" y="578"/>
                  </a:cubicBezTo>
                  <a:cubicBezTo>
                    <a:pt x="18884" y="578"/>
                    <a:pt x="5928" y="578"/>
                    <a:pt x="188" y="85"/>
                  </a:cubicBezTo>
                  <a:lnTo>
                    <a:pt x="188" y="5184"/>
                  </a:lnTo>
                  <a:lnTo>
                    <a:pt x="4452" y="5184"/>
                  </a:lnTo>
                  <a:cubicBezTo>
                    <a:pt x="17408" y="5184"/>
                    <a:pt x="17900" y="6993"/>
                    <a:pt x="17900" y="12914"/>
                  </a:cubicBezTo>
                  <a:lnTo>
                    <a:pt x="17900" y="99597"/>
                  </a:lnTo>
                  <a:cubicBezTo>
                    <a:pt x="17900" y="105518"/>
                    <a:pt x="17408" y="107328"/>
                    <a:pt x="4452" y="107328"/>
                  </a:cubicBezTo>
                  <a:lnTo>
                    <a:pt x="188" y="107328"/>
                  </a:lnTo>
                  <a:lnTo>
                    <a:pt x="188" y="112427"/>
                  </a:lnTo>
                  <a:cubicBezTo>
                    <a:pt x="5928" y="111933"/>
                    <a:pt x="18884" y="111933"/>
                    <a:pt x="25116" y="111933"/>
                  </a:cubicBezTo>
                  <a:cubicBezTo>
                    <a:pt x="31512" y="111933"/>
                    <a:pt x="44468" y="111933"/>
                    <a:pt x="50208" y="112427"/>
                  </a:cubicBezTo>
                  <a:lnTo>
                    <a:pt x="50208" y="107328"/>
                  </a:lnTo>
                  <a:lnTo>
                    <a:pt x="45944" y="107328"/>
                  </a:lnTo>
                  <a:cubicBezTo>
                    <a:pt x="32988" y="107328"/>
                    <a:pt x="32496" y="105518"/>
                    <a:pt x="32496" y="99597"/>
                  </a:cubicBezTo>
                  <a:lnTo>
                    <a:pt x="32496" y="12914"/>
                  </a:lnTo>
                  <a:close/>
                </a:path>
              </a:pathLst>
            </a:custGeom>
            <a:solidFill>
              <a:srgbClr val="000000"/>
            </a:solidFill>
            <a:ln w="22776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/>
            </a:p>
          </p:txBody>
        </p:sp>
        <p:sp>
          <p:nvSpPr>
            <p:cNvPr id="812" name="任意形状 811">
              <a:extLst>
                <a:ext uri="{FF2B5EF4-FFF2-40B4-BE49-F238E27FC236}">
                  <a16:creationId xmlns:a16="http://schemas.microsoft.com/office/drawing/2014/main" id="{31EA0E15-FC97-6643-F7A8-ECBC67FF07B6}"/>
                </a:ext>
              </a:extLst>
            </p:cNvPr>
            <p:cNvSpPr/>
            <p:nvPr>
              <p:custDataLst>
                <p:tags r:id="rId32"/>
              </p:custDataLst>
            </p:nvPr>
          </p:nvSpPr>
          <p:spPr>
            <a:xfrm>
              <a:off x="9436530" y="6963050"/>
              <a:ext cx="82491" cy="72701"/>
            </a:xfrm>
            <a:custGeom>
              <a:avLst/>
              <a:gdLst>
                <a:gd name="connsiteX0" fmla="*/ 12984 w 82491"/>
                <a:gd name="connsiteY0" fmla="*/ 16204 h 72701"/>
                <a:gd name="connsiteX1" fmla="*/ 12984 w 82491"/>
                <a:gd name="connsiteY1" fmla="*/ 60286 h 72701"/>
                <a:gd name="connsiteX2" fmla="*/ 192 w 82491"/>
                <a:gd name="connsiteY2" fmla="*/ 67687 h 72701"/>
                <a:gd name="connsiteX3" fmla="*/ 192 w 82491"/>
                <a:gd name="connsiteY3" fmla="*/ 72786 h 72701"/>
                <a:gd name="connsiteX4" fmla="*/ 18724 w 82491"/>
                <a:gd name="connsiteY4" fmla="*/ 72293 h 72701"/>
                <a:gd name="connsiteX5" fmla="*/ 37092 w 82491"/>
                <a:gd name="connsiteY5" fmla="*/ 72786 h 72701"/>
                <a:gd name="connsiteX6" fmla="*/ 37092 w 82491"/>
                <a:gd name="connsiteY6" fmla="*/ 67687 h 72701"/>
                <a:gd name="connsiteX7" fmla="*/ 24300 w 82491"/>
                <a:gd name="connsiteY7" fmla="*/ 60286 h 72701"/>
                <a:gd name="connsiteX8" fmla="*/ 24300 w 82491"/>
                <a:gd name="connsiteY8" fmla="*/ 30021 h 72701"/>
                <a:gd name="connsiteX9" fmla="*/ 46440 w 82491"/>
                <a:gd name="connsiteY9" fmla="*/ 3703 h 72701"/>
                <a:gd name="connsiteX10" fmla="*/ 58576 w 82491"/>
                <a:gd name="connsiteY10" fmla="*/ 21961 h 72701"/>
                <a:gd name="connsiteX11" fmla="*/ 58576 w 82491"/>
                <a:gd name="connsiteY11" fmla="*/ 60286 h 72701"/>
                <a:gd name="connsiteX12" fmla="*/ 45784 w 82491"/>
                <a:gd name="connsiteY12" fmla="*/ 67687 h 72701"/>
                <a:gd name="connsiteX13" fmla="*/ 45784 w 82491"/>
                <a:gd name="connsiteY13" fmla="*/ 72786 h 72701"/>
                <a:gd name="connsiteX14" fmla="*/ 64316 w 82491"/>
                <a:gd name="connsiteY14" fmla="*/ 72293 h 72701"/>
                <a:gd name="connsiteX15" fmla="*/ 82684 w 82491"/>
                <a:gd name="connsiteY15" fmla="*/ 72786 h 72701"/>
                <a:gd name="connsiteX16" fmla="*/ 82684 w 82491"/>
                <a:gd name="connsiteY16" fmla="*/ 67687 h 72701"/>
                <a:gd name="connsiteX17" fmla="*/ 69892 w 82491"/>
                <a:gd name="connsiteY17" fmla="*/ 62753 h 72701"/>
                <a:gd name="connsiteX18" fmla="*/ 69892 w 82491"/>
                <a:gd name="connsiteY18" fmla="*/ 31336 h 72701"/>
                <a:gd name="connsiteX19" fmla="*/ 64808 w 82491"/>
                <a:gd name="connsiteY19" fmla="*/ 6171 h 72701"/>
                <a:gd name="connsiteX20" fmla="*/ 47588 w 82491"/>
                <a:gd name="connsiteY20" fmla="*/ 85 h 72701"/>
                <a:gd name="connsiteX21" fmla="*/ 23316 w 82491"/>
                <a:gd name="connsiteY21" fmla="*/ 17355 h 72701"/>
                <a:gd name="connsiteX22" fmla="*/ 23316 w 82491"/>
                <a:gd name="connsiteY22" fmla="*/ 85 h 72701"/>
                <a:gd name="connsiteX23" fmla="*/ 192 w 82491"/>
                <a:gd name="connsiteY23" fmla="*/ 1894 h 72701"/>
                <a:gd name="connsiteX24" fmla="*/ 192 w 82491"/>
                <a:gd name="connsiteY24" fmla="*/ 6993 h 72701"/>
                <a:gd name="connsiteX25" fmla="*/ 12984 w 82491"/>
                <a:gd name="connsiteY25" fmla="*/ 16204 h 727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82491" h="72701">
                  <a:moveTo>
                    <a:pt x="12984" y="16204"/>
                  </a:moveTo>
                  <a:lnTo>
                    <a:pt x="12984" y="60286"/>
                  </a:lnTo>
                  <a:cubicBezTo>
                    <a:pt x="12984" y="67687"/>
                    <a:pt x="11180" y="67687"/>
                    <a:pt x="192" y="67687"/>
                  </a:cubicBezTo>
                  <a:lnTo>
                    <a:pt x="192" y="72786"/>
                  </a:lnTo>
                  <a:cubicBezTo>
                    <a:pt x="5932" y="72622"/>
                    <a:pt x="14296" y="72293"/>
                    <a:pt x="18724" y="72293"/>
                  </a:cubicBezTo>
                  <a:cubicBezTo>
                    <a:pt x="22988" y="72293"/>
                    <a:pt x="31516" y="72622"/>
                    <a:pt x="37092" y="72786"/>
                  </a:cubicBezTo>
                  <a:lnTo>
                    <a:pt x="37092" y="67687"/>
                  </a:lnTo>
                  <a:cubicBezTo>
                    <a:pt x="26104" y="67687"/>
                    <a:pt x="24300" y="67687"/>
                    <a:pt x="24300" y="60286"/>
                  </a:cubicBezTo>
                  <a:lnTo>
                    <a:pt x="24300" y="30021"/>
                  </a:lnTo>
                  <a:cubicBezTo>
                    <a:pt x="24300" y="12914"/>
                    <a:pt x="35944" y="3703"/>
                    <a:pt x="46440" y="3703"/>
                  </a:cubicBezTo>
                  <a:cubicBezTo>
                    <a:pt x="56772" y="3703"/>
                    <a:pt x="58576" y="12585"/>
                    <a:pt x="58576" y="21961"/>
                  </a:cubicBezTo>
                  <a:lnTo>
                    <a:pt x="58576" y="60286"/>
                  </a:lnTo>
                  <a:cubicBezTo>
                    <a:pt x="58576" y="67687"/>
                    <a:pt x="56772" y="67687"/>
                    <a:pt x="45784" y="67687"/>
                  </a:cubicBezTo>
                  <a:lnTo>
                    <a:pt x="45784" y="72786"/>
                  </a:lnTo>
                  <a:cubicBezTo>
                    <a:pt x="51524" y="72622"/>
                    <a:pt x="59888" y="72293"/>
                    <a:pt x="64316" y="72293"/>
                  </a:cubicBezTo>
                  <a:cubicBezTo>
                    <a:pt x="68580" y="72293"/>
                    <a:pt x="77108" y="72622"/>
                    <a:pt x="82684" y="72786"/>
                  </a:cubicBezTo>
                  <a:lnTo>
                    <a:pt x="82684" y="67687"/>
                  </a:lnTo>
                  <a:cubicBezTo>
                    <a:pt x="74156" y="67687"/>
                    <a:pt x="70056" y="67687"/>
                    <a:pt x="69892" y="62753"/>
                  </a:cubicBezTo>
                  <a:lnTo>
                    <a:pt x="69892" y="31336"/>
                  </a:lnTo>
                  <a:cubicBezTo>
                    <a:pt x="69892" y="17191"/>
                    <a:pt x="69892" y="12092"/>
                    <a:pt x="64808" y="6171"/>
                  </a:cubicBezTo>
                  <a:cubicBezTo>
                    <a:pt x="62512" y="3374"/>
                    <a:pt x="57100" y="85"/>
                    <a:pt x="47588" y="85"/>
                  </a:cubicBezTo>
                  <a:cubicBezTo>
                    <a:pt x="35616" y="85"/>
                    <a:pt x="27908" y="7157"/>
                    <a:pt x="23316" y="17355"/>
                  </a:cubicBezTo>
                  <a:lnTo>
                    <a:pt x="23316" y="85"/>
                  </a:lnTo>
                  <a:lnTo>
                    <a:pt x="192" y="1894"/>
                  </a:lnTo>
                  <a:lnTo>
                    <a:pt x="192" y="6993"/>
                  </a:lnTo>
                  <a:cubicBezTo>
                    <a:pt x="11672" y="6993"/>
                    <a:pt x="12984" y="8144"/>
                    <a:pt x="12984" y="16204"/>
                  </a:cubicBezTo>
                  <a:close/>
                </a:path>
              </a:pathLst>
            </a:custGeom>
            <a:solidFill>
              <a:srgbClr val="000000"/>
            </a:solidFill>
            <a:ln w="22776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/>
            </a:p>
          </p:txBody>
        </p:sp>
        <p:sp>
          <p:nvSpPr>
            <p:cNvPr id="813" name="任意形状 812">
              <a:extLst>
                <a:ext uri="{FF2B5EF4-FFF2-40B4-BE49-F238E27FC236}">
                  <a16:creationId xmlns:a16="http://schemas.microsoft.com/office/drawing/2014/main" id="{3CFB309E-3304-41D9-2AC4-7EC34062A9D3}"/>
                </a:ext>
              </a:extLst>
            </p:cNvPr>
            <p:cNvSpPr/>
            <p:nvPr>
              <p:custDataLst>
                <p:tags r:id="rId33"/>
              </p:custDataLst>
            </p:nvPr>
          </p:nvSpPr>
          <p:spPr>
            <a:xfrm>
              <a:off x="9520953" y="6964859"/>
              <a:ext cx="80195" cy="72701"/>
            </a:xfrm>
            <a:custGeom>
              <a:avLst/>
              <a:gdLst>
                <a:gd name="connsiteX0" fmla="*/ 65305 w 80195"/>
                <a:gd name="connsiteY0" fmla="*/ 16204 h 72701"/>
                <a:gd name="connsiteX1" fmla="*/ 80393 w 80195"/>
                <a:gd name="connsiteY1" fmla="*/ 5184 h 72701"/>
                <a:gd name="connsiteX2" fmla="*/ 80393 w 80195"/>
                <a:gd name="connsiteY2" fmla="*/ 85 h 72701"/>
                <a:gd name="connsiteX3" fmla="*/ 68093 w 80195"/>
                <a:gd name="connsiteY3" fmla="*/ 578 h 72701"/>
                <a:gd name="connsiteX4" fmla="*/ 53825 w 80195"/>
                <a:gd name="connsiteY4" fmla="*/ 85 h 72701"/>
                <a:gd name="connsiteX5" fmla="*/ 53825 w 80195"/>
                <a:gd name="connsiteY5" fmla="*/ 5184 h 72701"/>
                <a:gd name="connsiteX6" fmla="*/ 61697 w 80195"/>
                <a:gd name="connsiteY6" fmla="*/ 12256 h 72701"/>
                <a:gd name="connsiteX7" fmla="*/ 60713 w 80195"/>
                <a:gd name="connsiteY7" fmla="*/ 16204 h 72701"/>
                <a:gd name="connsiteX8" fmla="*/ 43985 w 80195"/>
                <a:gd name="connsiteY8" fmla="*/ 58147 h 72701"/>
                <a:gd name="connsiteX9" fmla="*/ 25617 w 80195"/>
                <a:gd name="connsiteY9" fmla="*/ 12256 h 72701"/>
                <a:gd name="connsiteX10" fmla="*/ 24633 w 80195"/>
                <a:gd name="connsiteY10" fmla="*/ 9460 h 72701"/>
                <a:gd name="connsiteX11" fmla="*/ 33981 w 80195"/>
                <a:gd name="connsiteY11" fmla="*/ 5184 h 72701"/>
                <a:gd name="connsiteX12" fmla="*/ 33981 w 80195"/>
                <a:gd name="connsiteY12" fmla="*/ 85 h 72701"/>
                <a:gd name="connsiteX13" fmla="*/ 16105 w 80195"/>
                <a:gd name="connsiteY13" fmla="*/ 578 h 72701"/>
                <a:gd name="connsiteX14" fmla="*/ 197 w 80195"/>
                <a:gd name="connsiteY14" fmla="*/ 85 h 72701"/>
                <a:gd name="connsiteX15" fmla="*/ 197 w 80195"/>
                <a:gd name="connsiteY15" fmla="*/ 5184 h 72701"/>
                <a:gd name="connsiteX16" fmla="*/ 13317 w 80195"/>
                <a:gd name="connsiteY16" fmla="*/ 11270 h 72701"/>
                <a:gd name="connsiteX17" fmla="*/ 36933 w 80195"/>
                <a:gd name="connsiteY17" fmla="*/ 69661 h 72701"/>
                <a:gd name="connsiteX18" fmla="*/ 40377 w 80195"/>
                <a:gd name="connsiteY18" fmla="*/ 72786 h 72701"/>
                <a:gd name="connsiteX19" fmla="*/ 43821 w 80195"/>
                <a:gd name="connsiteY19" fmla="*/ 69661 h 72701"/>
                <a:gd name="connsiteX20" fmla="*/ 65305 w 80195"/>
                <a:gd name="connsiteY20" fmla="*/ 16204 h 727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80195" h="72701">
                  <a:moveTo>
                    <a:pt x="65305" y="16204"/>
                  </a:moveTo>
                  <a:cubicBezTo>
                    <a:pt x="66781" y="12421"/>
                    <a:pt x="69569" y="5348"/>
                    <a:pt x="80393" y="5184"/>
                  </a:cubicBezTo>
                  <a:lnTo>
                    <a:pt x="80393" y="85"/>
                  </a:lnTo>
                  <a:cubicBezTo>
                    <a:pt x="76621" y="414"/>
                    <a:pt x="71865" y="578"/>
                    <a:pt x="68093" y="578"/>
                  </a:cubicBezTo>
                  <a:cubicBezTo>
                    <a:pt x="64157" y="578"/>
                    <a:pt x="56613" y="249"/>
                    <a:pt x="53825" y="85"/>
                  </a:cubicBezTo>
                  <a:lnTo>
                    <a:pt x="53825" y="5184"/>
                  </a:lnTo>
                  <a:cubicBezTo>
                    <a:pt x="59893" y="5348"/>
                    <a:pt x="61697" y="9131"/>
                    <a:pt x="61697" y="12256"/>
                  </a:cubicBezTo>
                  <a:cubicBezTo>
                    <a:pt x="61697" y="13737"/>
                    <a:pt x="61369" y="14395"/>
                    <a:pt x="60713" y="16204"/>
                  </a:cubicBezTo>
                  <a:lnTo>
                    <a:pt x="43985" y="58147"/>
                  </a:lnTo>
                  <a:lnTo>
                    <a:pt x="25617" y="12256"/>
                  </a:lnTo>
                  <a:cubicBezTo>
                    <a:pt x="24633" y="10118"/>
                    <a:pt x="24633" y="9789"/>
                    <a:pt x="24633" y="9460"/>
                  </a:cubicBezTo>
                  <a:cubicBezTo>
                    <a:pt x="24633" y="5184"/>
                    <a:pt x="31029" y="5184"/>
                    <a:pt x="33981" y="5184"/>
                  </a:cubicBezTo>
                  <a:lnTo>
                    <a:pt x="33981" y="85"/>
                  </a:lnTo>
                  <a:cubicBezTo>
                    <a:pt x="29061" y="249"/>
                    <a:pt x="19877" y="578"/>
                    <a:pt x="16105" y="578"/>
                  </a:cubicBezTo>
                  <a:cubicBezTo>
                    <a:pt x="11677" y="578"/>
                    <a:pt x="5117" y="414"/>
                    <a:pt x="197" y="85"/>
                  </a:cubicBezTo>
                  <a:lnTo>
                    <a:pt x="197" y="5184"/>
                  </a:lnTo>
                  <a:cubicBezTo>
                    <a:pt x="10529" y="5184"/>
                    <a:pt x="11185" y="6171"/>
                    <a:pt x="13317" y="11270"/>
                  </a:cubicBezTo>
                  <a:lnTo>
                    <a:pt x="36933" y="69661"/>
                  </a:lnTo>
                  <a:cubicBezTo>
                    <a:pt x="37917" y="71964"/>
                    <a:pt x="38245" y="72786"/>
                    <a:pt x="40377" y="72786"/>
                  </a:cubicBezTo>
                  <a:cubicBezTo>
                    <a:pt x="42509" y="72786"/>
                    <a:pt x="43165" y="71306"/>
                    <a:pt x="43821" y="69661"/>
                  </a:cubicBezTo>
                  <a:lnTo>
                    <a:pt x="65305" y="16204"/>
                  </a:lnTo>
                  <a:close/>
                </a:path>
              </a:pathLst>
            </a:custGeom>
            <a:solidFill>
              <a:srgbClr val="000000"/>
            </a:solidFill>
            <a:ln w="22776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/>
            </a:p>
          </p:txBody>
        </p:sp>
        <p:sp>
          <p:nvSpPr>
            <p:cNvPr id="814" name="任意形状 813">
              <a:extLst>
                <a:ext uri="{FF2B5EF4-FFF2-40B4-BE49-F238E27FC236}">
                  <a16:creationId xmlns:a16="http://schemas.microsoft.com/office/drawing/2014/main" id="{CD5FAB86-9E9C-C353-1137-533D685026DF}"/>
                </a:ext>
              </a:extLst>
            </p:cNvPr>
            <p:cNvSpPr/>
            <p:nvPr>
              <p:custDataLst>
                <p:tags r:id="rId34"/>
              </p:custDataLst>
            </p:nvPr>
          </p:nvSpPr>
          <p:spPr>
            <a:xfrm>
              <a:off x="9613577" y="6919791"/>
              <a:ext cx="72651" cy="119579"/>
            </a:xfrm>
            <a:custGeom>
              <a:avLst/>
              <a:gdLst>
                <a:gd name="connsiteX0" fmla="*/ 48254 w 72651"/>
                <a:gd name="connsiteY0" fmla="*/ 52226 h 119579"/>
                <a:gd name="connsiteX1" fmla="*/ 27262 w 72651"/>
                <a:gd name="connsiteY1" fmla="*/ 47127 h 119579"/>
                <a:gd name="connsiteX2" fmla="*/ 10699 w 72651"/>
                <a:gd name="connsiteY2" fmla="*/ 26238 h 119579"/>
                <a:gd name="connsiteX3" fmla="*/ 32346 w 72651"/>
                <a:gd name="connsiteY3" fmla="*/ 4690 h 119579"/>
                <a:gd name="connsiteX4" fmla="*/ 64326 w 72651"/>
                <a:gd name="connsiteY4" fmla="*/ 39067 h 119579"/>
                <a:gd name="connsiteX5" fmla="*/ 66294 w 72651"/>
                <a:gd name="connsiteY5" fmla="*/ 41041 h 119579"/>
                <a:gd name="connsiteX6" fmla="*/ 68426 w 72651"/>
                <a:gd name="connsiteY6" fmla="*/ 37093 h 119579"/>
                <a:gd name="connsiteX7" fmla="*/ 68426 w 72651"/>
                <a:gd name="connsiteY7" fmla="*/ 4032 h 119579"/>
                <a:gd name="connsiteX8" fmla="*/ 66622 w 72651"/>
                <a:gd name="connsiteY8" fmla="*/ 85 h 119579"/>
                <a:gd name="connsiteX9" fmla="*/ 64162 w 72651"/>
                <a:gd name="connsiteY9" fmla="*/ 2223 h 119579"/>
                <a:gd name="connsiteX10" fmla="*/ 58422 w 72651"/>
                <a:gd name="connsiteY10" fmla="*/ 11599 h 119579"/>
                <a:gd name="connsiteX11" fmla="*/ 32182 w 72651"/>
                <a:gd name="connsiteY11" fmla="*/ 85 h 119579"/>
                <a:gd name="connsiteX12" fmla="*/ 203 w 72651"/>
                <a:gd name="connsiteY12" fmla="*/ 31994 h 119579"/>
                <a:gd name="connsiteX13" fmla="*/ 21686 w 72651"/>
                <a:gd name="connsiteY13" fmla="*/ 62095 h 119579"/>
                <a:gd name="connsiteX14" fmla="*/ 43334 w 72651"/>
                <a:gd name="connsiteY14" fmla="*/ 67523 h 119579"/>
                <a:gd name="connsiteX15" fmla="*/ 57274 w 72651"/>
                <a:gd name="connsiteY15" fmla="*/ 75911 h 119579"/>
                <a:gd name="connsiteX16" fmla="*/ 62358 w 72651"/>
                <a:gd name="connsiteY16" fmla="*/ 91044 h 119579"/>
                <a:gd name="connsiteX17" fmla="*/ 40382 w 72651"/>
                <a:gd name="connsiteY17" fmla="*/ 114565 h 119579"/>
                <a:gd name="connsiteX18" fmla="*/ 14471 w 72651"/>
                <a:gd name="connsiteY18" fmla="*/ 105683 h 119579"/>
                <a:gd name="connsiteX19" fmla="*/ 4303 w 72651"/>
                <a:gd name="connsiteY19" fmla="*/ 80352 h 119579"/>
                <a:gd name="connsiteX20" fmla="*/ 2335 w 72651"/>
                <a:gd name="connsiteY20" fmla="*/ 78708 h 119579"/>
                <a:gd name="connsiteX21" fmla="*/ 203 w 72651"/>
                <a:gd name="connsiteY21" fmla="*/ 82820 h 119579"/>
                <a:gd name="connsiteX22" fmla="*/ 203 w 72651"/>
                <a:gd name="connsiteY22" fmla="*/ 115716 h 119579"/>
                <a:gd name="connsiteX23" fmla="*/ 2007 w 72651"/>
                <a:gd name="connsiteY23" fmla="*/ 119664 h 119579"/>
                <a:gd name="connsiteX24" fmla="*/ 4467 w 72651"/>
                <a:gd name="connsiteY24" fmla="*/ 117526 h 119579"/>
                <a:gd name="connsiteX25" fmla="*/ 10371 w 72651"/>
                <a:gd name="connsiteY25" fmla="*/ 108150 h 119579"/>
                <a:gd name="connsiteX26" fmla="*/ 40546 w 72651"/>
                <a:gd name="connsiteY26" fmla="*/ 119664 h 119579"/>
                <a:gd name="connsiteX27" fmla="*/ 72854 w 72651"/>
                <a:gd name="connsiteY27" fmla="*/ 85451 h 119579"/>
                <a:gd name="connsiteX28" fmla="*/ 48254 w 72651"/>
                <a:gd name="connsiteY28" fmla="*/ 52226 h 1195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72651" h="119579">
                  <a:moveTo>
                    <a:pt x="48254" y="52226"/>
                  </a:moveTo>
                  <a:lnTo>
                    <a:pt x="27262" y="47127"/>
                  </a:lnTo>
                  <a:cubicBezTo>
                    <a:pt x="17094" y="44660"/>
                    <a:pt x="10699" y="35778"/>
                    <a:pt x="10699" y="26238"/>
                  </a:cubicBezTo>
                  <a:cubicBezTo>
                    <a:pt x="10699" y="14724"/>
                    <a:pt x="19554" y="4690"/>
                    <a:pt x="32346" y="4690"/>
                  </a:cubicBezTo>
                  <a:cubicBezTo>
                    <a:pt x="59734" y="4690"/>
                    <a:pt x="63342" y="31665"/>
                    <a:pt x="64326" y="39067"/>
                  </a:cubicBezTo>
                  <a:cubicBezTo>
                    <a:pt x="64490" y="40054"/>
                    <a:pt x="64490" y="41041"/>
                    <a:pt x="66294" y="41041"/>
                  </a:cubicBezTo>
                  <a:cubicBezTo>
                    <a:pt x="68426" y="41041"/>
                    <a:pt x="68426" y="40219"/>
                    <a:pt x="68426" y="37093"/>
                  </a:cubicBezTo>
                  <a:lnTo>
                    <a:pt x="68426" y="4032"/>
                  </a:lnTo>
                  <a:cubicBezTo>
                    <a:pt x="68426" y="1236"/>
                    <a:pt x="68426" y="85"/>
                    <a:pt x="66622" y="85"/>
                  </a:cubicBezTo>
                  <a:cubicBezTo>
                    <a:pt x="65474" y="85"/>
                    <a:pt x="65310" y="249"/>
                    <a:pt x="64162" y="2223"/>
                  </a:cubicBezTo>
                  <a:lnTo>
                    <a:pt x="58422" y="11599"/>
                  </a:lnTo>
                  <a:cubicBezTo>
                    <a:pt x="53502" y="6828"/>
                    <a:pt x="46778" y="85"/>
                    <a:pt x="32182" y="85"/>
                  </a:cubicBezTo>
                  <a:cubicBezTo>
                    <a:pt x="13979" y="85"/>
                    <a:pt x="203" y="14559"/>
                    <a:pt x="203" y="31994"/>
                  </a:cubicBezTo>
                  <a:cubicBezTo>
                    <a:pt x="203" y="45647"/>
                    <a:pt x="8895" y="57654"/>
                    <a:pt x="21686" y="62095"/>
                  </a:cubicBezTo>
                  <a:cubicBezTo>
                    <a:pt x="23490" y="62753"/>
                    <a:pt x="31854" y="64727"/>
                    <a:pt x="43334" y="67523"/>
                  </a:cubicBezTo>
                  <a:cubicBezTo>
                    <a:pt x="47762" y="68674"/>
                    <a:pt x="52682" y="69826"/>
                    <a:pt x="57274" y="75911"/>
                  </a:cubicBezTo>
                  <a:cubicBezTo>
                    <a:pt x="60718" y="80188"/>
                    <a:pt x="62358" y="85616"/>
                    <a:pt x="62358" y="91044"/>
                  </a:cubicBezTo>
                  <a:cubicBezTo>
                    <a:pt x="62358" y="102722"/>
                    <a:pt x="54158" y="114565"/>
                    <a:pt x="40382" y="114565"/>
                  </a:cubicBezTo>
                  <a:cubicBezTo>
                    <a:pt x="35626" y="114565"/>
                    <a:pt x="23162" y="113743"/>
                    <a:pt x="14471" y="105683"/>
                  </a:cubicBezTo>
                  <a:cubicBezTo>
                    <a:pt x="4959" y="96801"/>
                    <a:pt x="4467" y="86274"/>
                    <a:pt x="4303" y="80352"/>
                  </a:cubicBezTo>
                  <a:cubicBezTo>
                    <a:pt x="4139" y="78708"/>
                    <a:pt x="2827" y="78708"/>
                    <a:pt x="2335" y="78708"/>
                  </a:cubicBezTo>
                  <a:cubicBezTo>
                    <a:pt x="203" y="78708"/>
                    <a:pt x="203" y="79859"/>
                    <a:pt x="203" y="82820"/>
                  </a:cubicBezTo>
                  <a:lnTo>
                    <a:pt x="203" y="115716"/>
                  </a:lnTo>
                  <a:cubicBezTo>
                    <a:pt x="203" y="118513"/>
                    <a:pt x="203" y="119664"/>
                    <a:pt x="2007" y="119664"/>
                  </a:cubicBezTo>
                  <a:cubicBezTo>
                    <a:pt x="3155" y="119664"/>
                    <a:pt x="3319" y="119335"/>
                    <a:pt x="4467" y="117526"/>
                  </a:cubicBezTo>
                  <a:cubicBezTo>
                    <a:pt x="4467" y="117361"/>
                    <a:pt x="4959" y="116868"/>
                    <a:pt x="10371" y="108150"/>
                  </a:cubicBezTo>
                  <a:cubicBezTo>
                    <a:pt x="15454" y="113743"/>
                    <a:pt x="25950" y="119664"/>
                    <a:pt x="40546" y="119664"/>
                  </a:cubicBezTo>
                  <a:cubicBezTo>
                    <a:pt x="59734" y="119664"/>
                    <a:pt x="72854" y="103545"/>
                    <a:pt x="72854" y="85451"/>
                  </a:cubicBezTo>
                  <a:cubicBezTo>
                    <a:pt x="72854" y="69003"/>
                    <a:pt x="62030" y="55516"/>
                    <a:pt x="48254" y="52226"/>
                  </a:cubicBezTo>
                  <a:close/>
                </a:path>
              </a:pathLst>
            </a:custGeom>
            <a:solidFill>
              <a:srgbClr val="000000"/>
            </a:solidFill>
            <a:ln w="22776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/>
            </a:p>
          </p:txBody>
        </p:sp>
        <p:sp>
          <p:nvSpPr>
            <p:cNvPr id="815" name="任意形状 814">
              <a:extLst>
                <a:ext uri="{FF2B5EF4-FFF2-40B4-BE49-F238E27FC236}">
                  <a16:creationId xmlns:a16="http://schemas.microsoft.com/office/drawing/2014/main" id="{21ACA688-598D-5740-3C11-FF7BEF5D2D1A}"/>
                </a:ext>
              </a:extLst>
            </p:cNvPr>
            <p:cNvSpPr/>
            <p:nvPr>
              <p:custDataLst>
                <p:tags r:id="rId35"/>
              </p:custDataLst>
            </p:nvPr>
          </p:nvSpPr>
          <p:spPr>
            <a:xfrm>
              <a:off x="9698620" y="6934594"/>
              <a:ext cx="51331" cy="102966"/>
            </a:xfrm>
            <a:custGeom>
              <a:avLst/>
              <a:gdLst>
                <a:gd name="connsiteX0" fmla="*/ 25464 w 51331"/>
                <a:gd name="connsiteY0" fmla="*/ 35449 h 102966"/>
                <a:gd name="connsiteX1" fmla="*/ 48916 w 51331"/>
                <a:gd name="connsiteY1" fmla="*/ 35449 h 102966"/>
                <a:gd name="connsiteX2" fmla="*/ 48916 w 51331"/>
                <a:gd name="connsiteY2" fmla="*/ 30350 h 102966"/>
                <a:gd name="connsiteX3" fmla="*/ 25464 w 51331"/>
                <a:gd name="connsiteY3" fmla="*/ 30350 h 102966"/>
                <a:gd name="connsiteX4" fmla="*/ 25464 w 51331"/>
                <a:gd name="connsiteY4" fmla="*/ 85 h 102966"/>
                <a:gd name="connsiteX5" fmla="*/ 21364 w 51331"/>
                <a:gd name="connsiteY5" fmla="*/ 85 h 102966"/>
                <a:gd name="connsiteX6" fmla="*/ 208 w 51331"/>
                <a:gd name="connsiteY6" fmla="*/ 31830 h 102966"/>
                <a:gd name="connsiteX7" fmla="*/ 208 w 51331"/>
                <a:gd name="connsiteY7" fmla="*/ 35449 h 102966"/>
                <a:gd name="connsiteX8" fmla="*/ 14148 w 51331"/>
                <a:gd name="connsiteY8" fmla="*/ 35449 h 102966"/>
                <a:gd name="connsiteX9" fmla="*/ 14148 w 51331"/>
                <a:gd name="connsiteY9" fmla="*/ 80846 h 102966"/>
                <a:gd name="connsiteX10" fmla="*/ 35304 w 51331"/>
                <a:gd name="connsiteY10" fmla="*/ 103051 h 102966"/>
                <a:gd name="connsiteX11" fmla="*/ 51540 w 51331"/>
                <a:gd name="connsiteY11" fmla="*/ 80846 h 102966"/>
                <a:gd name="connsiteX12" fmla="*/ 51540 w 51331"/>
                <a:gd name="connsiteY12" fmla="*/ 71470 h 102966"/>
                <a:gd name="connsiteX13" fmla="*/ 47440 w 51331"/>
                <a:gd name="connsiteY13" fmla="*/ 71470 h 102966"/>
                <a:gd name="connsiteX14" fmla="*/ 47440 w 51331"/>
                <a:gd name="connsiteY14" fmla="*/ 80517 h 102966"/>
                <a:gd name="connsiteX15" fmla="*/ 36452 w 51331"/>
                <a:gd name="connsiteY15" fmla="*/ 98939 h 102966"/>
                <a:gd name="connsiteX16" fmla="*/ 25464 w 51331"/>
                <a:gd name="connsiteY16" fmla="*/ 81175 h 102966"/>
                <a:gd name="connsiteX17" fmla="*/ 25464 w 51331"/>
                <a:gd name="connsiteY17" fmla="*/ 35449 h 1029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51331" h="102966">
                  <a:moveTo>
                    <a:pt x="25464" y="35449"/>
                  </a:moveTo>
                  <a:lnTo>
                    <a:pt x="48916" y="35449"/>
                  </a:lnTo>
                  <a:lnTo>
                    <a:pt x="48916" y="30350"/>
                  </a:lnTo>
                  <a:lnTo>
                    <a:pt x="25464" y="30350"/>
                  </a:lnTo>
                  <a:lnTo>
                    <a:pt x="25464" y="85"/>
                  </a:lnTo>
                  <a:lnTo>
                    <a:pt x="21364" y="85"/>
                  </a:lnTo>
                  <a:cubicBezTo>
                    <a:pt x="21200" y="13572"/>
                    <a:pt x="16280" y="31172"/>
                    <a:pt x="208" y="31830"/>
                  </a:cubicBezTo>
                  <a:lnTo>
                    <a:pt x="208" y="35449"/>
                  </a:lnTo>
                  <a:lnTo>
                    <a:pt x="14148" y="35449"/>
                  </a:lnTo>
                  <a:lnTo>
                    <a:pt x="14148" y="80846"/>
                  </a:lnTo>
                  <a:cubicBezTo>
                    <a:pt x="14148" y="101077"/>
                    <a:pt x="29400" y="103051"/>
                    <a:pt x="35304" y="103051"/>
                  </a:cubicBezTo>
                  <a:cubicBezTo>
                    <a:pt x="46948" y="103051"/>
                    <a:pt x="51540" y="91373"/>
                    <a:pt x="51540" y="80846"/>
                  </a:cubicBezTo>
                  <a:lnTo>
                    <a:pt x="51540" y="71470"/>
                  </a:lnTo>
                  <a:lnTo>
                    <a:pt x="47440" y="71470"/>
                  </a:lnTo>
                  <a:lnTo>
                    <a:pt x="47440" y="80517"/>
                  </a:lnTo>
                  <a:cubicBezTo>
                    <a:pt x="47440" y="92689"/>
                    <a:pt x="42520" y="98939"/>
                    <a:pt x="36452" y="98939"/>
                  </a:cubicBezTo>
                  <a:cubicBezTo>
                    <a:pt x="25464" y="98939"/>
                    <a:pt x="25464" y="83971"/>
                    <a:pt x="25464" y="81175"/>
                  </a:cubicBezTo>
                  <a:lnTo>
                    <a:pt x="25464" y="35449"/>
                  </a:lnTo>
                  <a:close/>
                </a:path>
              </a:pathLst>
            </a:custGeom>
            <a:solidFill>
              <a:srgbClr val="000000"/>
            </a:solidFill>
            <a:ln w="22776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/>
            </a:p>
          </p:txBody>
        </p:sp>
        <p:sp>
          <p:nvSpPr>
            <p:cNvPr id="816" name="任意形状 815">
              <a:extLst>
                <a:ext uri="{FF2B5EF4-FFF2-40B4-BE49-F238E27FC236}">
                  <a16:creationId xmlns:a16="http://schemas.microsoft.com/office/drawing/2014/main" id="{B952E76E-E8D1-A1FD-E9CF-90A8E156371E}"/>
                </a:ext>
              </a:extLst>
            </p:cNvPr>
            <p:cNvSpPr/>
            <p:nvPr>
              <p:custDataLst>
                <p:tags r:id="rId36"/>
              </p:custDataLst>
            </p:nvPr>
          </p:nvSpPr>
          <p:spPr>
            <a:xfrm>
              <a:off x="9763874" y="6963050"/>
              <a:ext cx="55103" cy="72701"/>
            </a:xfrm>
            <a:custGeom>
              <a:avLst/>
              <a:gdLst>
                <a:gd name="connsiteX0" fmla="*/ 23008 w 55103"/>
                <a:gd name="connsiteY0" fmla="*/ 18178 h 72701"/>
                <a:gd name="connsiteX1" fmla="*/ 23008 w 55103"/>
                <a:gd name="connsiteY1" fmla="*/ 85 h 72701"/>
                <a:gd name="connsiteX2" fmla="*/ 212 w 55103"/>
                <a:gd name="connsiteY2" fmla="*/ 1894 h 72701"/>
                <a:gd name="connsiteX3" fmla="*/ 212 w 55103"/>
                <a:gd name="connsiteY3" fmla="*/ 6993 h 72701"/>
                <a:gd name="connsiteX4" fmla="*/ 13004 w 55103"/>
                <a:gd name="connsiteY4" fmla="*/ 16204 h 72701"/>
                <a:gd name="connsiteX5" fmla="*/ 13004 w 55103"/>
                <a:gd name="connsiteY5" fmla="*/ 60286 h 72701"/>
                <a:gd name="connsiteX6" fmla="*/ 212 w 55103"/>
                <a:gd name="connsiteY6" fmla="*/ 67687 h 72701"/>
                <a:gd name="connsiteX7" fmla="*/ 212 w 55103"/>
                <a:gd name="connsiteY7" fmla="*/ 72786 h 72701"/>
                <a:gd name="connsiteX8" fmla="*/ 18908 w 55103"/>
                <a:gd name="connsiteY8" fmla="*/ 72293 h 72701"/>
                <a:gd name="connsiteX9" fmla="*/ 39736 w 55103"/>
                <a:gd name="connsiteY9" fmla="*/ 72786 h 72701"/>
                <a:gd name="connsiteX10" fmla="*/ 39736 w 55103"/>
                <a:gd name="connsiteY10" fmla="*/ 67687 h 72701"/>
                <a:gd name="connsiteX11" fmla="*/ 36292 w 55103"/>
                <a:gd name="connsiteY11" fmla="*/ 67687 h 72701"/>
                <a:gd name="connsiteX12" fmla="*/ 23828 w 55103"/>
                <a:gd name="connsiteY12" fmla="*/ 59957 h 72701"/>
                <a:gd name="connsiteX13" fmla="*/ 23828 w 55103"/>
                <a:gd name="connsiteY13" fmla="*/ 34626 h 72701"/>
                <a:gd name="connsiteX14" fmla="*/ 43180 w 55103"/>
                <a:gd name="connsiteY14" fmla="*/ 3703 h 72701"/>
                <a:gd name="connsiteX15" fmla="*/ 44984 w 55103"/>
                <a:gd name="connsiteY15" fmla="*/ 3868 h 72701"/>
                <a:gd name="connsiteX16" fmla="*/ 41212 w 55103"/>
                <a:gd name="connsiteY16" fmla="*/ 10283 h 72701"/>
                <a:gd name="connsiteX17" fmla="*/ 48264 w 55103"/>
                <a:gd name="connsiteY17" fmla="*/ 17355 h 72701"/>
                <a:gd name="connsiteX18" fmla="*/ 55316 w 55103"/>
                <a:gd name="connsiteY18" fmla="*/ 10118 h 72701"/>
                <a:gd name="connsiteX19" fmla="*/ 43180 w 55103"/>
                <a:gd name="connsiteY19" fmla="*/ 85 h 72701"/>
                <a:gd name="connsiteX20" fmla="*/ 23008 w 55103"/>
                <a:gd name="connsiteY20" fmla="*/ 18178 h 727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55103" h="72701">
                  <a:moveTo>
                    <a:pt x="23008" y="18178"/>
                  </a:moveTo>
                  <a:lnTo>
                    <a:pt x="23008" y="85"/>
                  </a:lnTo>
                  <a:lnTo>
                    <a:pt x="212" y="1894"/>
                  </a:lnTo>
                  <a:lnTo>
                    <a:pt x="212" y="6993"/>
                  </a:lnTo>
                  <a:cubicBezTo>
                    <a:pt x="11692" y="6993"/>
                    <a:pt x="13004" y="8144"/>
                    <a:pt x="13004" y="16204"/>
                  </a:cubicBezTo>
                  <a:lnTo>
                    <a:pt x="13004" y="60286"/>
                  </a:lnTo>
                  <a:cubicBezTo>
                    <a:pt x="13004" y="67687"/>
                    <a:pt x="11200" y="67687"/>
                    <a:pt x="212" y="67687"/>
                  </a:cubicBezTo>
                  <a:lnTo>
                    <a:pt x="212" y="72786"/>
                  </a:lnTo>
                  <a:cubicBezTo>
                    <a:pt x="6608" y="72622"/>
                    <a:pt x="14316" y="72293"/>
                    <a:pt x="18908" y="72293"/>
                  </a:cubicBezTo>
                  <a:cubicBezTo>
                    <a:pt x="25468" y="72293"/>
                    <a:pt x="33176" y="72293"/>
                    <a:pt x="39736" y="72786"/>
                  </a:cubicBezTo>
                  <a:lnTo>
                    <a:pt x="39736" y="67687"/>
                  </a:lnTo>
                  <a:lnTo>
                    <a:pt x="36292" y="67687"/>
                  </a:lnTo>
                  <a:cubicBezTo>
                    <a:pt x="24156" y="67687"/>
                    <a:pt x="23828" y="65878"/>
                    <a:pt x="23828" y="59957"/>
                  </a:cubicBezTo>
                  <a:lnTo>
                    <a:pt x="23828" y="34626"/>
                  </a:lnTo>
                  <a:cubicBezTo>
                    <a:pt x="23828" y="18342"/>
                    <a:pt x="30716" y="3703"/>
                    <a:pt x="43180" y="3703"/>
                  </a:cubicBezTo>
                  <a:cubicBezTo>
                    <a:pt x="44328" y="3703"/>
                    <a:pt x="44656" y="3703"/>
                    <a:pt x="44984" y="3868"/>
                  </a:cubicBezTo>
                  <a:cubicBezTo>
                    <a:pt x="44492" y="4032"/>
                    <a:pt x="41212" y="6006"/>
                    <a:pt x="41212" y="10283"/>
                  </a:cubicBezTo>
                  <a:cubicBezTo>
                    <a:pt x="41212" y="14888"/>
                    <a:pt x="44656" y="17355"/>
                    <a:pt x="48264" y="17355"/>
                  </a:cubicBezTo>
                  <a:cubicBezTo>
                    <a:pt x="51216" y="17355"/>
                    <a:pt x="55316" y="15382"/>
                    <a:pt x="55316" y="10118"/>
                  </a:cubicBezTo>
                  <a:cubicBezTo>
                    <a:pt x="55316" y="4855"/>
                    <a:pt x="50232" y="85"/>
                    <a:pt x="43180" y="85"/>
                  </a:cubicBezTo>
                  <a:cubicBezTo>
                    <a:pt x="31208" y="85"/>
                    <a:pt x="25304" y="11105"/>
                    <a:pt x="23008" y="18178"/>
                  </a:cubicBezTo>
                  <a:close/>
                </a:path>
              </a:pathLst>
            </a:custGeom>
            <a:solidFill>
              <a:srgbClr val="000000"/>
            </a:solidFill>
            <a:ln w="22776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/>
            </a:p>
          </p:txBody>
        </p:sp>
        <p:sp>
          <p:nvSpPr>
            <p:cNvPr id="817" name="任意形状 816">
              <a:extLst>
                <a:ext uri="{FF2B5EF4-FFF2-40B4-BE49-F238E27FC236}">
                  <a16:creationId xmlns:a16="http://schemas.microsoft.com/office/drawing/2014/main" id="{89D824D3-CBE6-0828-25B5-7DCD4F2C8C23}"/>
                </a:ext>
              </a:extLst>
            </p:cNvPr>
            <p:cNvSpPr/>
            <p:nvPr>
              <p:custDataLst>
                <p:tags r:id="rId37"/>
              </p:custDataLst>
            </p:nvPr>
          </p:nvSpPr>
          <p:spPr>
            <a:xfrm>
              <a:off x="9828107" y="6962063"/>
              <a:ext cx="63467" cy="75497"/>
            </a:xfrm>
            <a:custGeom>
              <a:avLst/>
              <a:gdLst>
                <a:gd name="connsiteX0" fmla="*/ 13992 w 63467"/>
                <a:gd name="connsiteY0" fmla="*/ 32323 h 75497"/>
                <a:gd name="connsiteX1" fmla="*/ 34328 w 63467"/>
                <a:gd name="connsiteY1" fmla="*/ 3703 h 75497"/>
                <a:gd name="connsiteX2" fmla="*/ 52860 w 63467"/>
                <a:gd name="connsiteY2" fmla="*/ 32323 h 75497"/>
                <a:gd name="connsiteX3" fmla="*/ 13992 w 63467"/>
                <a:gd name="connsiteY3" fmla="*/ 32323 h 75497"/>
                <a:gd name="connsiteX4" fmla="*/ 13828 w 63467"/>
                <a:gd name="connsiteY4" fmla="*/ 35778 h 75497"/>
                <a:gd name="connsiteX5" fmla="*/ 59584 w 63467"/>
                <a:gd name="connsiteY5" fmla="*/ 35778 h 75497"/>
                <a:gd name="connsiteX6" fmla="*/ 63684 w 63467"/>
                <a:gd name="connsiteY6" fmla="*/ 32323 h 75497"/>
                <a:gd name="connsiteX7" fmla="*/ 34328 w 63467"/>
                <a:gd name="connsiteY7" fmla="*/ 85 h 75497"/>
                <a:gd name="connsiteX8" fmla="*/ 216 w 63467"/>
                <a:gd name="connsiteY8" fmla="*/ 37587 h 75497"/>
                <a:gd name="connsiteX9" fmla="*/ 36296 w 63467"/>
                <a:gd name="connsiteY9" fmla="*/ 75582 h 75497"/>
                <a:gd name="connsiteX10" fmla="*/ 63684 w 63467"/>
                <a:gd name="connsiteY10" fmla="*/ 54200 h 75497"/>
                <a:gd name="connsiteX11" fmla="*/ 61552 w 63467"/>
                <a:gd name="connsiteY11" fmla="*/ 52226 h 75497"/>
                <a:gd name="connsiteX12" fmla="*/ 59420 w 63467"/>
                <a:gd name="connsiteY12" fmla="*/ 54529 h 75497"/>
                <a:gd name="connsiteX13" fmla="*/ 37280 w 63467"/>
                <a:gd name="connsiteY13" fmla="*/ 71470 h 75497"/>
                <a:gd name="connsiteX14" fmla="*/ 18748 w 63467"/>
                <a:gd name="connsiteY14" fmla="*/ 60450 h 75497"/>
                <a:gd name="connsiteX15" fmla="*/ 13828 w 63467"/>
                <a:gd name="connsiteY15" fmla="*/ 35778 h 754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63467" h="75497">
                  <a:moveTo>
                    <a:pt x="13992" y="32323"/>
                  </a:moveTo>
                  <a:cubicBezTo>
                    <a:pt x="14976" y="7815"/>
                    <a:pt x="28752" y="3703"/>
                    <a:pt x="34328" y="3703"/>
                  </a:cubicBezTo>
                  <a:cubicBezTo>
                    <a:pt x="51220" y="3703"/>
                    <a:pt x="52860" y="25909"/>
                    <a:pt x="52860" y="32323"/>
                  </a:cubicBezTo>
                  <a:lnTo>
                    <a:pt x="13992" y="32323"/>
                  </a:lnTo>
                  <a:close/>
                  <a:moveTo>
                    <a:pt x="13828" y="35778"/>
                  </a:moveTo>
                  <a:lnTo>
                    <a:pt x="59584" y="35778"/>
                  </a:lnTo>
                  <a:cubicBezTo>
                    <a:pt x="63192" y="35778"/>
                    <a:pt x="63684" y="35778"/>
                    <a:pt x="63684" y="32323"/>
                  </a:cubicBezTo>
                  <a:cubicBezTo>
                    <a:pt x="63684" y="16040"/>
                    <a:pt x="54828" y="85"/>
                    <a:pt x="34328" y="85"/>
                  </a:cubicBezTo>
                  <a:cubicBezTo>
                    <a:pt x="15304" y="85"/>
                    <a:pt x="216" y="17026"/>
                    <a:pt x="216" y="37587"/>
                  </a:cubicBezTo>
                  <a:cubicBezTo>
                    <a:pt x="216" y="59628"/>
                    <a:pt x="17436" y="75582"/>
                    <a:pt x="36296" y="75582"/>
                  </a:cubicBezTo>
                  <a:cubicBezTo>
                    <a:pt x="56304" y="75582"/>
                    <a:pt x="63684" y="57325"/>
                    <a:pt x="63684" y="54200"/>
                  </a:cubicBezTo>
                  <a:cubicBezTo>
                    <a:pt x="63684" y="52555"/>
                    <a:pt x="62372" y="52226"/>
                    <a:pt x="61552" y="52226"/>
                  </a:cubicBezTo>
                  <a:cubicBezTo>
                    <a:pt x="60076" y="52226"/>
                    <a:pt x="59748" y="53213"/>
                    <a:pt x="59420" y="54529"/>
                  </a:cubicBezTo>
                  <a:cubicBezTo>
                    <a:pt x="53680" y="71470"/>
                    <a:pt x="38920" y="71470"/>
                    <a:pt x="37280" y="71470"/>
                  </a:cubicBezTo>
                  <a:cubicBezTo>
                    <a:pt x="29080" y="71470"/>
                    <a:pt x="22520" y="66536"/>
                    <a:pt x="18748" y="60450"/>
                  </a:cubicBezTo>
                  <a:cubicBezTo>
                    <a:pt x="13828" y="52555"/>
                    <a:pt x="13828" y="41699"/>
                    <a:pt x="13828" y="35778"/>
                  </a:cubicBezTo>
                  <a:close/>
                </a:path>
              </a:pathLst>
            </a:custGeom>
            <a:solidFill>
              <a:srgbClr val="000000"/>
            </a:solidFill>
            <a:ln w="22776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/>
            </a:p>
          </p:txBody>
        </p:sp>
        <p:sp>
          <p:nvSpPr>
            <p:cNvPr id="818" name="任意形状 817">
              <a:extLst>
                <a:ext uri="{FF2B5EF4-FFF2-40B4-BE49-F238E27FC236}">
                  <a16:creationId xmlns:a16="http://schemas.microsoft.com/office/drawing/2014/main" id="{ABC33A8B-6C95-4D76-DE75-F9E12EB21D83}"/>
                </a:ext>
              </a:extLst>
            </p:cNvPr>
            <p:cNvSpPr/>
            <p:nvPr>
              <p:custDataLst>
                <p:tags r:id="rId38"/>
              </p:custDataLst>
            </p:nvPr>
          </p:nvSpPr>
          <p:spPr>
            <a:xfrm>
              <a:off x="9901652" y="6963050"/>
              <a:ext cx="82491" cy="72701"/>
            </a:xfrm>
            <a:custGeom>
              <a:avLst/>
              <a:gdLst>
                <a:gd name="connsiteX0" fmla="*/ 13012 w 82491"/>
                <a:gd name="connsiteY0" fmla="*/ 16204 h 72701"/>
                <a:gd name="connsiteX1" fmla="*/ 13012 w 82491"/>
                <a:gd name="connsiteY1" fmla="*/ 60286 h 72701"/>
                <a:gd name="connsiteX2" fmla="*/ 220 w 82491"/>
                <a:gd name="connsiteY2" fmla="*/ 67687 h 72701"/>
                <a:gd name="connsiteX3" fmla="*/ 220 w 82491"/>
                <a:gd name="connsiteY3" fmla="*/ 72786 h 72701"/>
                <a:gd name="connsiteX4" fmla="*/ 18752 w 82491"/>
                <a:gd name="connsiteY4" fmla="*/ 72293 h 72701"/>
                <a:gd name="connsiteX5" fmla="*/ 37120 w 82491"/>
                <a:gd name="connsiteY5" fmla="*/ 72786 h 72701"/>
                <a:gd name="connsiteX6" fmla="*/ 37120 w 82491"/>
                <a:gd name="connsiteY6" fmla="*/ 67687 h 72701"/>
                <a:gd name="connsiteX7" fmla="*/ 24328 w 82491"/>
                <a:gd name="connsiteY7" fmla="*/ 60286 h 72701"/>
                <a:gd name="connsiteX8" fmla="*/ 24328 w 82491"/>
                <a:gd name="connsiteY8" fmla="*/ 30021 h 72701"/>
                <a:gd name="connsiteX9" fmla="*/ 46468 w 82491"/>
                <a:gd name="connsiteY9" fmla="*/ 3703 h 72701"/>
                <a:gd name="connsiteX10" fmla="*/ 58604 w 82491"/>
                <a:gd name="connsiteY10" fmla="*/ 21961 h 72701"/>
                <a:gd name="connsiteX11" fmla="*/ 58604 w 82491"/>
                <a:gd name="connsiteY11" fmla="*/ 60286 h 72701"/>
                <a:gd name="connsiteX12" fmla="*/ 45812 w 82491"/>
                <a:gd name="connsiteY12" fmla="*/ 67687 h 72701"/>
                <a:gd name="connsiteX13" fmla="*/ 45812 w 82491"/>
                <a:gd name="connsiteY13" fmla="*/ 72786 h 72701"/>
                <a:gd name="connsiteX14" fmla="*/ 64344 w 82491"/>
                <a:gd name="connsiteY14" fmla="*/ 72293 h 72701"/>
                <a:gd name="connsiteX15" fmla="*/ 82712 w 82491"/>
                <a:gd name="connsiteY15" fmla="*/ 72786 h 72701"/>
                <a:gd name="connsiteX16" fmla="*/ 82712 w 82491"/>
                <a:gd name="connsiteY16" fmla="*/ 67687 h 72701"/>
                <a:gd name="connsiteX17" fmla="*/ 69920 w 82491"/>
                <a:gd name="connsiteY17" fmla="*/ 62753 h 72701"/>
                <a:gd name="connsiteX18" fmla="*/ 69920 w 82491"/>
                <a:gd name="connsiteY18" fmla="*/ 31336 h 72701"/>
                <a:gd name="connsiteX19" fmla="*/ 64836 w 82491"/>
                <a:gd name="connsiteY19" fmla="*/ 6171 h 72701"/>
                <a:gd name="connsiteX20" fmla="*/ 47616 w 82491"/>
                <a:gd name="connsiteY20" fmla="*/ 85 h 72701"/>
                <a:gd name="connsiteX21" fmla="*/ 23344 w 82491"/>
                <a:gd name="connsiteY21" fmla="*/ 17355 h 72701"/>
                <a:gd name="connsiteX22" fmla="*/ 23344 w 82491"/>
                <a:gd name="connsiteY22" fmla="*/ 85 h 72701"/>
                <a:gd name="connsiteX23" fmla="*/ 220 w 82491"/>
                <a:gd name="connsiteY23" fmla="*/ 1894 h 72701"/>
                <a:gd name="connsiteX24" fmla="*/ 220 w 82491"/>
                <a:gd name="connsiteY24" fmla="*/ 6993 h 72701"/>
                <a:gd name="connsiteX25" fmla="*/ 13012 w 82491"/>
                <a:gd name="connsiteY25" fmla="*/ 16204 h 727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82491" h="72701">
                  <a:moveTo>
                    <a:pt x="13012" y="16204"/>
                  </a:moveTo>
                  <a:lnTo>
                    <a:pt x="13012" y="60286"/>
                  </a:lnTo>
                  <a:cubicBezTo>
                    <a:pt x="13012" y="67687"/>
                    <a:pt x="11208" y="67687"/>
                    <a:pt x="220" y="67687"/>
                  </a:cubicBezTo>
                  <a:lnTo>
                    <a:pt x="220" y="72786"/>
                  </a:lnTo>
                  <a:cubicBezTo>
                    <a:pt x="5960" y="72622"/>
                    <a:pt x="14324" y="72293"/>
                    <a:pt x="18752" y="72293"/>
                  </a:cubicBezTo>
                  <a:cubicBezTo>
                    <a:pt x="23016" y="72293"/>
                    <a:pt x="31544" y="72622"/>
                    <a:pt x="37120" y="72786"/>
                  </a:cubicBezTo>
                  <a:lnTo>
                    <a:pt x="37120" y="67687"/>
                  </a:lnTo>
                  <a:cubicBezTo>
                    <a:pt x="26132" y="67687"/>
                    <a:pt x="24328" y="67687"/>
                    <a:pt x="24328" y="60286"/>
                  </a:cubicBezTo>
                  <a:lnTo>
                    <a:pt x="24328" y="30021"/>
                  </a:lnTo>
                  <a:cubicBezTo>
                    <a:pt x="24328" y="12914"/>
                    <a:pt x="35972" y="3703"/>
                    <a:pt x="46468" y="3703"/>
                  </a:cubicBezTo>
                  <a:cubicBezTo>
                    <a:pt x="56800" y="3703"/>
                    <a:pt x="58604" y="12585"/>
                    <a:pt x="58604" y="21961"/>
                  </a:cubicBezTo>
                  <a:lnTo>
                    <a:pt x="58604" y="60286"/>
                  </a:lnTo>
                  <a:cubicBezTo>
                    <a:pt x="58604" y="67687"/>
                    <a:pt x="56800" y="67687"/>
                    <a:pt x="45812" y="67687"/>
                  </a:cubicBezTo>
                  <a:lnTo>
                    <a:pt x="45812" y="72786"/>
                  </a:lnTo>
                  <a:cubicBezTo>
                    <a:pt x="51552" y="72622"/>
                    <a:pt x="59916" y="72293"/>
                    <a:pt x="64344" y="72293"/>
                  </a:cubicBezTo>
                  <a:cubicBezTo>
                    <a:pt x="68608" y="72293"/>
                    <a:pt x="77136" y="72622"/>
                    <a:pt x="82712" y="72786"/>
                  </a:cubicBezTo>
                  <a:lnTo>
                    <a:pt x="82712" y="67687"/>
                  </a:lnTo>
                  <a:cubicBezTo>
                    <a:pt x="74184" y="67687"/>
                    <a:pt x="70084" y="67687"/>
                    <a:pt x="69920" y="62753"/>
                  </a:cubicBezTo>
                  <a:lnTo>
                    <a:pt x="69920" y="31336"/>
                  </a:lnTo>
                  <a:cubicBezTo>
                    <a:pt x="69920" y="17191"/>
                    <a:pt x="69920" y="12092"/>
                    <a:pt x="64836" y="6171"/>
                  </a:cubicBezTo>
                  <a:cubicBezTo>
                    <a:pt x="62540" y="3374"/>
                    <a:pt x="57128" y="85"/>
                    <a:pt x="47616" y="85"/>
                  </a:cubicBezTo>
                  <a:cubicBezTo>
                    <a:pt x="35644" y="85"/>
                    <a:pt x="27936" y="7157"/>
                    <a:pt x="23344" y="17355"/>
                  </a:cubicBezTo>
                  <a:lnTo>
                    <a:pt x="23344" y="85"/>
                  </a:lnTo>
                  <a:lnTo>
                    <a:pt x="220" y="1894"/>
                  </a:lnTo>
                  <a:lnTo>
                    <a:pt x="220" y="6993"/>
                  </a:lnTo>
                  <a:cubicBezTo>
                    <a:pt x="11700" y="6993"/>
                    <a:pt x="13012" y="8144"/>
                    <a:pt x="13012" y="16204"/>
                  </a:cubicBezTo>
                  <a:close/>
                </a:path>
              </a:pathLst>
            </a:custGeom>
            <a:solidFill>
              <a:srgbClr val="000000"/>
            </a:solidFill>
            <a:ln w="22776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/>
            </a:p>
          </p:txBody>
        </p:sp>
        <p:sp>
          <p:nvSpPr>
            <p:cNvPr id="819" name="任意形状 818">
              <a:extLst>
                <a:ext uri="{FF2B5EF4-FFF2-40B4-BE49-F238E27FC236}">
                  <a16:creationId xmlns:a16="http://schemas.microsoft.com/office/drawing/2014/main" id="{162C9DC8-AEDE-86DA-1AD6-C7A73243D280}"/>
                </a:ext>
              </a:extLst>
            </p:cNvPr>
            <p:cNvSpPr/>
            <p:nvPr>
              <p:custDataLst>
                <p:tags r:id="rId39"/>
              </p:custDataLst>
            </p:nvPr>
          </p:nvSpPr>
          <p:spPr>
            <a:xfrm>
              <a:off x="9992107" y="6961241"/>
              <a:ext cx="74947" cy="108394"/>
            </a:xfrm>
            <a:custGeom>
              <a:avLst/>
              <a:gdLst>
                <a:gd name="connsiteX0" fmla="*/ 32042 w 74947"/>
                <a:gd name="connsiteY0" fmla="*/ 46304 h 108394"/>
                <a:gd name="connsiteX1" fmla="*/ 17774 w 74947"/>
                <a:gd name="connsiteY1" fmla="*/ 26073 h 108394"/>
                <a:gd name="connsiteX2" fmla="*/ 20398 w 74947"/>
                <a:gd name="connsiteY2" fmla="*/ 12256 h 108394"/>
                <a:gd name="connsiteX3" fmla="*/ 32042 w 74947"/>
                <a:gd name="connsiteY3" fmla="*/ 5677 h 108394"/>
                <a:gd name="connsiteX4" fmla="*/ 46310 w 74947"/>
                <a:gd name="connsiteY4" fmla="*/ 25909 h 108394"/>
                <a:gd name="connsiteX5" fmla="*/ 43686 w 74947"/>
                <a:gd name="connsiteY5" fmla="*/ 39725 h 108394"/>
                <a:gd name="connsiteX6" fmla="*/ 32042 w 74947"/>
                <a:gd name="connsiteY6" fmla="*/ 46304 h 108394"/>
                <a:gd name="connsiteX7" fmla="*/ 13018 w 74947"/>
                <a:gd name="connsiteY7" fmla="*/ 52719 h 108394"/>
                <a:gd name="connsiteX8" fmla="*/ 15806 w 74947"/>
                <a:gd name="connsiteY8" fmla="*/ 44989 h 108394"/>
                <a:gd name="connsiteX9" fmla="*/ 32042 w 74947"/>
                <a:gd name="connsiteY9" fmla="*/ 50088 h 108394"/>
                <a:gd name="connsiteX10" fmla="*/ 58610 w 74947"/>
                <a:gd name="connsiteY10" fmla="*/ 26073 h 108394"/>
                <a:gd name="connsiteX11" fmla="*/ 51886 w 74947"/>
                <a:gd name="connsiteY11" fmla="*/ 10118 h 108394"/>
                <a:gd name="connsiteX12" fmla="*/ 66646 w 74947"/>
                <a:gd name="connsiteY12" fmla="*/ 3703 h 108394"/>
                <a:gd name="connsiteX13" fmla="*/ 68286 w 74947"/>
                <a:gd name="connsiteY13" fmla="*/ 3868 h 108394"/>
                <a:gd name="connsiteX14" fmla="*/ 65662 w 74947"/>
                <a:gd name="connsiteY14" fmla="*/ 8309 h 108394"/>
                <a:gd name="connsiteX15" fmla="*/ 70418 w 74947"/>
                <a:gd name="connsiteY15" fmla="*/ 13079 h 108394"/>
                <a:gd name="connsiteX16" fmla="*/ 75174 w 74947"/>
                <a:gd name="connsiteY16" fmla="*/ 8144 h 108394"/>
                <a:gd name="connsiteX17" fmla="*/ 66810 w 74947"/>
                <a:gd name="connsiteY17" fmla="*/ 85 h 108394"/>
                <a:gd name="connsiteX18" fmla="*/ 49426 w 74947"/>
                <a:gd name="connsiteY18" fmla="*/ 7815 h 108394"/>
                <a:gd name="connsiteX19" fmla="*/ 32042 w 74947"/>
                <a:gd name="connsiteY19" fmla="*/ 1894 h 108394"/>
                <a:gd name="connsiteX20" fmla="*/ 5474 w 74947"/>
                <a:gd name="connsiteY20" fmla="*/ 25909 h 108394"/>
                <a:gd name="connsiteX21" fmla="*/ 13182 w 74947"/>
                <a:gd name="connsiteY21" fmla="*/ 42850 h 108394"/>
                <a:gd name="connsiteX22" fmla="*/ 8098 w 74947"/>
                <a:gd name="connsiteY22" fmla="*/ 56502 h 108394"/>
                <a:gd name="connsiteX23" fmla="*/ 15314 w 74947"/>
                <a:gd name="connsiteY23" fmla="*/ 71141 h 108394"/>
                <a:gd name="connsiteX24" fmla="*/ 226 w 74947"/>
                <a:gd name="connsiteY24" fmla="*/ 87590 h 108394"/>
                <a:gd name="connsiteX25" fmla="*/ 36470 w 74947"/>
                <a:gd name="connsiteY25" fmla="*/ 108479 h 108394"/>
                <a:gd name="connsiteX26" fmla="*/ 72878 w 74947"/>
                <a:gd name="connsiteY26" fmla="*/ 87261 h 108394"/>
                <a:gd name="connsiteX27" fmla="*/ 62218 w 74947"/>
                <a:gd name="connsiteY27" fmla="*/ 68510 h 108394"/>
                <a:gd name="connsiteX28" fmla="*/ 34010 w 74947"/>
                <a:gd name="connsiteY28" fmla="*/ 63904 h 108394"/>
                <a:gd name="connsiteX29" fmla="*/ 21710 w 74947"/>
                <a:gd name="connsiteY29" fmla="*/ 63740 h 108394"/>
                <a:gd name="connsiteX30" fmla="*/ 13018 w 74947"/>
                <a:gd name="connsiteY30" fmla="*/ 52719 h 108394"/>
                <a:gd name="connsiteX31" fmla="*/ 36634 w 74947"/>
                <a:gd name="connsiteY31" fmla="*/ 104696 h 108394"/>
                <a:gd name="connsiteX32" fmla="*/ 8754 w 74947"/>
                <a:gd name="connsiteY32" fmla="*/ 87590 h 108394"/>
                <a:gd name="connsiteX33" fmla="*/ 22202 w 74947"/>
                <a:gd name="connsiteY33" fmla="*/ 73444 h 108394"/>
                <a:gd name="connsiteX34" fmla="*/ 31878 w 74947"/>
                <a:gd name="connsiteY34" fmla="*/ 73444 h 108394"/>
                <a:gd name="connsiteX35" fmla="*/ 64350 w 74947"/>
                <a:gd name="connsiteY35" fmla="*/ 87590 h 108394"/>
                <a:gd name="connsiteX36" fmla="*/ 36634 w 74947"/>
                <a:gd name="connsiteY36" fmla="*/ 104696 h 1083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</a:cxnLst>
              <a:rect l="l" t="t" r="r" b="b"/>
              <a:pathLst>
                <a:path w="74947" h="108394">
                  <a:moveTo>
                    <a:pt x="32042" y="46304"/>
                  </a:moveTo>
                  <a:cubicBezTo>
                    <a:pt x="17774" y="46304"/>
                    <a:pt x="17774" y="29856"/>
                    <a:pt x="17774" y="26073"/>
                  </a:cubicBezTo>
                  <a:cubicBezTo>
                    <a:pt x="17774" y="21632"/>
                    <a:pt x="17938" y="16369"/>
                    <a:pt x="20398" y="12256"/>
                  </a:cubicBezTo>
                  <a:cubicBezTo>
                    <a:pt x="21710" y="10283"/>
                    <a:pt x="25482" y="5677"/>
                    <a:pt x="32042" y="5677"/>
                  </a:cubicBezTo>
                  <a:cubicBezTo>
                    <a:pt x="46310" y="5677"/>
                    <a:pt x="46310" y="22125"/>
                    <a:pt x="46310" y="25909"/>
                  </a:cubicBezTo>
                  <a:cubicBezTo>
                    <a:pt x="46310" y="30350"/>
                    <a:pt x="46146" y="35613"/>
                    <a:pt x="43686" y="39725"/>
                  </a:cubicBezTo>
                  <a:cubicBezTo>
                    <a:pt x="42374" y="41699"/>
                    <a:pt x="38602" y="46304"/>
                    <a:pt x="32042" y="46304"/>
                  </a:cubicBezTo>
                  <a:close/>
                  <a:moveTo>
                    <a:pt x="13018" y="52719"/>
                  </a:moveTo>
                  <a:cubicBezTo>
                    <a:pt x="13018" y="52061"/>
                    <a:pt x="13018" y="48278"/>
                    <a:pt x="15806" y="44989"/>
                  </a:cubicBezTo>
                  <a:cubicBezTo>
                    <a:pt x="22202" y="49594"/>
                    <a:pt x="28926" y="50088"/>
                    <a:pt x="32042" y="50088"/>
                  </a:cubicBezTo>
                  <a:cubicBezTo>
                    <a:pt x="47294" y="50088"/>
                    <a:pt x="58610" y="38738"/>
                    <a:pt x="58610" y="26073"/>
                  </a:cubicBezTo>
                  <a:cubicBezTo>
                    <a:pt x="58610" y="19987"/>
                    <a:pt x="55986" y="13901"/>
                    <a:pt x="51886" y="10118"/>
                  </a:cubicBezTo>
                  <a:cubicBezTo>
                    <a:pt x="57790" y="4526"/>
                    <a:pt x="63694" y="3703"/>
                    <a:pt x="66646" y="3703"/>
                  </a:cubicBezTo>
                  <a:cubicBezTo>
                    <a:pt x="66974" y="3703"/>
                    <a:pt x="67794" y="3703"/>
                    <a:pt x="68286" y="3868"/>
                  </a:cubicBezTo>
                  <a:cubicBezTo>
                    <a:pt x="66482" y="4526"/>
                    <a:pt x="65662" y="6335"/>
                    <a:pt x="65662" y="8309"/>
                  </a:cubicBezTo>
                  <a:cubicBezTo>
                    <a:pt x="65662" y="11105"/>
                    <a:pt x="67794" y="13079"/>
                    <a:pt x="70418" y="13079"/>
                  </a:cubicBezTo>
                  <a:cubicBezTo>
                    <a:pt x="72058" y="13079"/>
                    <a:pt x="75174" y="11927"/>
                    <a:pt x="75174" y="8144"/>
                  </a:cubicBezTo>
                  <a:cubicBezTo>
                    <a:pt x="75174" y="5348"/>
                    <a:pt x="73206" y="85"/>
                    <a:pt x="66810" y="85"/>
                  </a:cubicBezTo>
                  <a:cubicBezTo>
                    <a:pt x="63530" y="85"/>
                    <a:pt x="56314" y="1072"/>
                    <a:pt x="49426" y="7815"/>
                  </a:cubicBezTo>
                  <a:cubicBezTo>
                    <a:pt x="42538" y="2387"/>
                    <a:pt x="35650" y="1894"/>
                    <a:pt x="32042" y="1894"/>
                  </a:cubicBezTo>
                  <a:cubicBezTo>
                    <a:pt x="16790" y="1894"/>
                    <a:pt x="5474" y="13243"/>
                    <a:pt x="5474" y="25909"/>
                  </a:cubicBezTo>
                  <a:cubicBezTo>
                    <a:pt x="5474" y="33146"/>
                    <a:pt x="9082" y="39396"/>
                    <a:pt x="13182" y="42850"/>
                  </a:cubicBezTo>
                  <a:cubicBezTo>
                    <a:pt x="11050" y="45318"/>
                    <a:pt x="8098" y="50746"/>
                    <a:pt x="8098" y="56502"/>
                  </a:cubicBezTo>
                  <a:cubicBezTo>
                    <a:pt x="8098" y="61601"/>
                    <a:pt x="10230" y="67852"/>
                    <a:pt x="15314" y="71141"/>
                  </a:cubicBezTo>
                  <a:cubicBezTo>
                    <a:pt x="5474" y="73938"/>
                    <a:pt x="226" y="81010"/>
                    <a:pt x="226" y="87590"/>
                  </a:cubicBezTo>
                  <a:cubicBezTo>
                    <a:pt x="226" y="99433"/>
                    <a:pt x="16462" y="108479"/>
                    <a:pt x="36470" y="108479"/>
                  </a:cubicBezTo>
                  <a:cubicBezTo>
                    <a:pt x="55822" y="108479"/>
                    <a:pt x="72878" y="100090"/>
                    <a:pt x="72878" y="87261"/>
                  </a:cubicBezTo>
                  <a:cubicBezTo>
                    <a:pt x="72878" y="81504"/>
                    <a:pt x="70582" y="73115"/>
                    <a:pt x="62218" y="68510"/>
                  </a:cubicBezTo>
                  <a:cubicBezTo>
                    <a:pt x="53526" y="63904"/>
                    <a:pt x="44014" y="63904"/>
                    <a:pt x="34010" y="63904"/>
                  </a:cubicBezTo>
                  <a:cubicBezTo>
                    <a:pt x="29910" y="63904"/>
                    <a:pt x="22858" y="63904"/>
                    <a:pt x="21710" y="63740"/>
                  </a:cubicBezTo>
                  <a:cubicBezTo>
                    <a:pt x="16462" y="63082"/>
                    <a:pt x="13018" y="57983"/>
                    <a:pt x="13018" y="52719"/>
                  </a:cubicBezTo>
                  <a:close/>
                  <a:moveTo>
                    <a:pt x="36634" y="104696"/>
                  </a:moveTo>
                  <a:cubicBezTo>
                    <a:pt x="20070" y="104696"/>
                    <a:pt x="8754" y="96307"/>
                    <a:pt x="8754" y="87590"/>
                  </a:cubicBezTo>
                  <a:cubicBezTo>
                    <a:pt x="8754" y="80024"/>
                    <a:pt x="14986" y="73938"/>
                    <a:pt x="22202" y="73444"/>
                  </a:cubicBezTo>
                  <a:lnTo>
                    <a:pt x="31878" y="73444"/>
                  </a:lnTo>
                  <a:cubicBezTo>
                    <a:pt x="45982" y="73444"/>
                    <a:pt x="64350" y="73444"/>
                    <a:pt x="64350" y="87590"/>
                  </a:cubicBezTo>
                  <a:cubicBezTo>
                    <a:pt x="64350" y="96472"/>
                    <a:pt x="52706" y="104696"/>
                    <a:pt x="36634" y="104696"/>
                  </a:cubicBezTo>
                  <a:close/>
                </a:path>
              </a:pathLst>
            </a:custGeom>
            <a:solidFill>
              <a:srgbClr val="000000"/>
            </a:solidFill>
            <a:ln w="22776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/>
            </a:p>
          </p:txBody>
        </p:sp>
        <p:sp>
          <p:nvSpPr>
            <p:cNvPr id="820" name="任意形状 819">
              <a:extLst>
                <a:ext uri="{FF2B5EF4-FFF2-40B4-BE49-F238E27FC236}">
                  <a16:creationId xmlns:a16="http://schemas.microsoft.com/office/drawing/2014/main" id="{8B171758-4259-FA97-079B-B76C19538942}"/>
                </a:ext>
              </a:extLst>
            </p:cNvPr>
            <p:cNvSpPr/>
            <p:nvPr>
              <p:custDataLst>
                <p:tags r:id="rId40"/>
              </p:custDataLst>
            </p:nvPr>
          </p:nvSpPr>
          <p:spPr>
            <a:xfrm>
              <a:off x="10072631" y="6934594"/>
              <a:ext cx="51331" cy="102966"/>
            </a:xfrm>
            <a:custGeom>
              <a:avLst/>
              <a:gdLst>
                <a:gd name="connsiteX0" fmla="*/ 25487 w 51331"/>
                <a:gd name="connsiteY0" fmla="*/ 35449 h 102966"/>
                <a:gd name="connsiteX1" fmla="*/ 48939 w 51331"/>
                <a:gd name="connsiteY1" fmla="*/ 35449 h 102966"/>
                <a:gd name="connsiteX2" fmla="*/ 48939 w 51331"/>
                <a:gd name="connsiteY2" fmla="*/ 30350 h 102966"/>
                <a:gd name="connsiteX3" fmla="*/ 25487 w 51331"/>
                <a:gd name="connsiteY3" fmla="*/ 30350 h 102966"/>
                <a:gd name="connsiteX4" fmla="*/ 25487 w 51331"/>
                <a:gd name="connsiteY4" fmla="*/ 85 h 102966"/>
                <a:gd name="connsiteX5" fmla="*/ 21387 w 51331"/>
                <a:gd name="connsiteY5" fmla="*/ 85 h 102966"/>
                <a:gd name="connsiteX6" fmla="*/ 231 w 51331"/>
                <a:gd name="connsiteY6" fmla="*/ 31830 h 102966"/>
                <a:gd name="connsiteX7" fmla="*/ 231 w 51331"/>
                <a:gd name="connsiteY7" fmla="*/ 35449 h 102966"/>
                <a:gd name="connsiteX8" fmla="*/ 14171 w 51331"/>
                <a:gd name="connsiteY8" fmla="*/ 35449 h 102966"/>
                <a:gd name="connsiteX9" fmla="*/ 14171 w 51331"/>
                <a:gd name="connsiteY9" fmla="*/ 80846 h 102966"/>
                <a:gd name="connsiteX10" fmla="*/ 35327 w 51331"/>
                <a:gd name="connsiteY10" fmla="*/ 103051 h 102966"/>
                <a:gd name="connsiteX11" fmla="*/ 51563 w 51331"/>
                <a:gd name="connsiteY11" fmla="*/ 80846 h 102966"/>
                <a:gd name="connsiteX12" fmla="*/ 51563 w 51331"/>
                <a:gd name="connsiteY12" fmla="*/ 71470 h 102966"/>
                <a:gd name="connsiteX13" fmla="*/ 47463 w 51331"/>
                <a:gd name="connsiteY13" fmla="*/ 71470 h 102966"/>
                <a:gd name="connsiteX14" fmla="*/ 47463 w 51331"/>
                <a:gd name="connsiteY14" fmla="*/ 80517 h 102966"/>
                <a:gd name="connsiteX15" fmla="*/ 36475 w 51331"/>
                <a:gd name="connsiteY15" fmla="*/ 98939 h 102966"/>
                <a:gd name="connsiteX16" fmla="*/ 25487 w 51331"/>
                <a:gd name="connsiteY16" fmla="*/ 81175 h 102966"/>
                <a:gd name="connsiteX17" fmla="*/ 25487 w 51331"/>
                <a:gd name="connsiteY17" fmla="*/ 35449 h 1029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51331" h="102966">
                  <a:moveTo>
                    <a:pt x="25487" y="35449"/>
                  </a:moveTo>
                  <a:lnTo>
                    <a:pt x="48939" y="35449"/>
                  </a:lnTo>
                  <a:lnTo>
                    <a:pt x="48939" y="30350"/>
                  </a:lnTo>
                  <a:lnTo>
                    <a:pt x="25487" y="30350"/>
                  </a:lnTo>
                  <a:lnTo>
                    <a:pt x="25487" y="85"/>
                  </a:lnTo>
                  <a:lnTo>
                    <a:pt x="21387" y="85"/>
                  </a:lnTo>
                  <a:cubicBezTo>
                    <a:pt x="21223" y="13572"/>
                    <a:pt x="16303" y="31172"/>
                    <a:pt x="231" y="31830"/>
                  </a:cubicBezTo>
                  <a:lnTo>
                    <a:pt x="231" y="35449"/>
                  </a:lnTo>
                  <a:lnTo>
                    <a:pt x="14171" y="35449"/>
                  </a:lnTo>
                  <a:lnTo>
                    <a:pt x="14171" y="80846"/>
                  </a:lnTo>
                  <a:cubicBezTo>
                    <a:pt x="14171" y="101077"/>
                    <a:pt x="29423" y="103051"/>
                    <a:pt x="35327" y="103051"/>
                  </a:cubicBezTo>
                  <a:cubicBezTo>
                    <a:pt x="46971" y="103051"/>
                    <a:pt x="51563" y="91373"/>
                    <a:pt x="51563" y="80846"/>
                  </a:cubicBezTo>
                  <a:lnTo>
                    <a:pt x="51563" y="71470"/>
                  </a:lnTo>
                  <a:lnTo>
                    <a:pt x="47463" y="71470"/>
                  </a:lnTo>
                  <a:lnTo>
                    <a:pt x="47463" y="80517"/>
                  </a:lnTo>
                  <a:cubicBezTo>
                    <a:pt x="47463" y="92689"/>
                    <a:pt x="42543" y="98939"/>
                    <a:pt x="36475" y="98939"/>
                  </a:cubicBezTo>
                  <a:cubicBezTo>
                    <a:pt x="25487" y="98939"/>
                    <a:pt x="25487" y="83971"/>
                    <a:pt x="25487" y="81175"/>
                  </a:cubicBezTo>
                  <a:lnTo>
                    <a:pt x="25487" y="35449"/>
                  </a:lnTo>
                  <a:close/>
                </a:path>
              </a:pathLst>
            </a:custGeom>
            <a:solidFill>
              <a:srgbClr val="000000"/>
            </a:solidFill>
            <a:ln w="22776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/>
            </a:p>
          </p:txBody>
        </p:sp>
        <p:sp>
          <p:nvSpPr>
            <p:cNvPr id="821" name="任意形状 820">
              <a:extLst>
                <a:ext uri="{FF2B5EF4-FFF2-40B4-BE49-F238E27FC236}">
                  <a16:creationId xmlns:a16="http://schemas.microsoft.com/office/drawing/2014/main" id="{C03DDEB8-0454-DBDA-9EAF-87210507879E}"/>
                </a:ext>
              </a:extLst>
            </p:cNvPr>
            <p:cNvSpPr/>
            <p:nvPr>
              <p:custDataLst>
                <p:tags r:id="rId41"/>
              </p:custDataLst>
            </p:nvPr>
          </p:nvSpPr>
          <p:spPr>
            <a:xfrm>
              <a:off x="10138541" y="6921600"/>
              <a:ext cx="82491" cy="114151"/>
            </a:xfrm>
            <a:custGeom>
              <a:avLst/>
              <a:gdLst>
                <a:gd name="connsiteX0" fmla="*/ 13027 w 82491"/>
                <a:gd name="connsiteY0" fmla="*/ 101735 h 114151"/>
                <a:gd name="connsiteX1" fmla="*/ 235 w 82491"/>
                <a:gd name="connsiteY1" fmla="*/ 109137 h 114151"/>
                <a:gd name="connsiteX2" fmla="*/ 235 w 82491"/>
                <a:gd name="connsiteY2" fmla="*/ 114236 h 114151"/>
                <a:gd name="connsiteX3" fmla="*/ 18767 w 82491"/>
                <a:gd name="connsiteY3" fmla="*/ 113743 h 114151"/>
                <a:gd name="connsiteX4" fmla="*/ 37135 w 82491"/>
                <a:gd name="connsiteY4" fmla="*/ 114236 h 114151"/>
                <a:gd name="connsiteX5" fmla="*/ 37135 w 82491"/>
                <a:gd name="connsiteY5" fmla="*/ 109137 h 114151"/>
                <a:gd name="connsiteX6" fmla="*/ 24343 w 82491"/>
                <a:gd name="connsiteY6" fmla="*/ 101735 h 114151"/>
                <a:gd name="connsiteX7" fmla="*/ 24343 w 82491"/>
                <a:gd name="connsiteY7" fmla="*/ 71470 h 114151"/>
                <a:gd name="connsiteX8" fmla="*/ 46483 w 82491"/>
                <a:gd name="connsiteY8" fmla="*/ 45153 h 114151"/>
                <a:gd name="connsiteX9" fmla="*/ 58618 w 82491"/>
                <a:gd name="connsiteY9" fmla="*/ 63411 h 114151"/>
                <a:gd name="connsiteX10" fmla="*/ 58618 w 82491"/>
                <a:gd name="connsiteY10" fmla="*/ 101735 h 114151"/>
                <a:gd name="connsiteX11" fmla="*/ 45827 w 82491"/>
                <a:gd name="connsiteY11" fmla="*/ 109137 h 114151"/>
                <a:gd name="connsiteX12" fmla="*/ 45827 w 82491"/>
                <a:gd name="connsiteY12" fmla="*/ 114236 h 114151"/>
                <a:gd name="connsiteX13" fmla="*/ 64358 w 82491"/>
                <a:gd name="connsiteY13" fmla="*/ 113743 h 114151"/>
                <a:gd name="connsiteX14" fmla="*/ 82726 w 82491"/>
                <a:gd name="connsiteY14" fmla="*/ 114236 h 114151"/>
                <a:gd name="connsiteX15" fmla="*/ 82726 w 82491"/>
                <a:gd name="connsiteY15" fmla="*/ 109137 h 114151"/>
                <a:gd name="connsiteX16" fmla="*/ 69934 w 82491"/>
                <a:gd name="connsiteY16" fmla="*/ 104203 h 114151"/>
                <a:gd name="connsiteX17" fmla="*/ 69934 w 82491"/>
                <a:gd name="connsiteY17" fmla="*/ 72786 h 114151"/>
                <a:gd name="connsiteX18" fmla="*/ 64850 w 82491"/>
                <a:gd name="connsiteY18" fmla="*/ 47620 h 114151"/>
                <a:gd name="connsiteX19" fmla="*/ 47631 w 82491"/>
                <a:gd name="connsiteY19" fmla="*/ 41534 h 114151"/>
                <a:gd name="connsiteX20" fmla="*/ 23851 w 82491"/>
                <a:gd name="connsiteY20" fmla="*/ 57654 h 114151"/>
                <a:gd name="connsiteX21" fmla="*/ 23851 w 82491"/>
                <a:gd name="connsiteY21" fmla="*/ 85 h 114151"/>
                <a:gd name="connsiteX22" fmla="*/ 235 w 82491"/>
                <a:gd name="connsiteY22" fmla="*/ 1894 h 114151"/>
                <a:gd name="connsiteX23" fmla="*/ 235 w 82491"/>
                <a:gd name="connsiteY23" fmla="*/ 6993 h 114151"/>
                <a:gd name="connsiteX24" fmla="*/ 13027 w 82491"/>
                <a:gd name="connsiteY24" fmla="*/ 16204 h 114151"/>
                <a:gd name="connsiteX25" fmla="*/ 13027 w 82491"/>
                <a:gd name="connsiteY25" fmla="*/ 101735 h 1141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82491" h="114151">
                  <a:moveTo>
                    <a:pt x="13027" y="101735"/>
                  </a:moveTo>
                  <a:cubicBezTo>
                    <a:pt x="13027" y="109137"/>
                    <a:pt x="11223" y="109137"/>
                    <a:pt x="235" y="109137"/>
                  </a:cubicBezTo>
                  <a:lnTo>
                    <a:pt x="235" y="114236"/>
                  </a:lnTo>
                  <a:cubicBezTo>
                    <a:pt x="5975" y="114072"/>
                    <a:pt x="14339" y="113743"/>
                    <a:pt x="18767" y="113743"/>
                  </a:cubicBezTo>
                  <a:cubicBezTo>
                    <a:pt x="23031" y="113743"/>
                    <a:pt x="31559" y="114072"/>
                    <a:pt x="37135" y="114236"/>
                  </a:cubicBezTo>
                  <a:lnTo>
                    <a:pt x="37135" y="109137"/>
                  </a:lnTo>
                  <a:cubicBezTo>
                    <a:pt x="26147" y="109137"/>
                    <a:pt x="24343" y="109137"/>
                    <a:pt x="24343" y="101735"/>
                  </a:cubicBezTo>
                  <a:lnTo>
                    <a:pt x="24343" y="71470"/>
                  </a:lnTo>
                  <a:cubicBezTo>
                    <a:pt x="24343" y="54364"/>
                    <a:pt x="35987" y="45153"/>
                    <a:pt x="46483" y="45153"/>
                  </a:cubicBezTo>
                  <a:cubicBezTo>
                    <a:pt x="56814" y="45153"/>
                    <a:pt x="58618" y="54035"/>
                    <a:pt x="58618" y="63411"/>
                  </a:cubicBezTo>
                  <a:lnTo>
                    <a:pt x="58618" y="101735"/>
                  </a:lnTo>
                  <a:cubicBezTo>
                    <a:pt x="58618" y="109137"/>
                    <a:pt x="56814" y="109137"/>
                    <a:pt x="45827" y="109137"/>
                  </a:cubicBezTo>
                  <a:lnTo>
                    <a:pt x="45827" y="114236"/>
                  </a:lnTo>
                  <a:cubicBezTo>
                    <a:pt x="51567" y="114072"/>
                    <a:pt x="59930" y="113743"/>
                    <a:pt x="64358" y="113743"/>
                  </a:cubicBezTo>
                  <a:cubicBezTo>
                    <a:pt x="68622" y="113743"/>
                    <a:pt x="77150" y="114072"/>
                    <a:pt x="82726" y="114236"/>
                  </a:cubicBezTo>
                  <a:lnTo>
                    <a:pt x="82726" y="109137"/>
                  </a:lnTo>
                  <a:cubicBezTo>
                    <a:pt x="74198" y="109137"/>
                    <a:pt x="70098" y="109137"/>
                    <a:pt x="69934" y="104203"/>
                  </a:cubicBezTo>
                  <a:lnTo>
                    <a:pt x="69934" y="72786"/>
                  </a:lnTo>
                  <a:cubicBezTo>
                    <a:pt x="69934" y="58641"/>
                    <a:pt x="69934" y="53542"/>
                    <a:pt x="64850" y="47620"/>
                  </a:cubicBezTo>
                  <a:cubicBezTo>
                    <a:pt x="62554" y="44824"/>
                    <a:pt x="57142" y="41534"/>
                    <a:pt x="47631" y="41534"/>
                  </a:cubicBezTo>
                  <a:cubicBezTo>
                    <a:pt x="33855" y="41534"/>
                    <a:pt x="26639" y="51403"/>
                    <a:pt x="23851" y="57654"/>
                  </a:cubicBezTo>
                  <a:lnTo>
                    <a:pt x="23851" y="85"/>
                  </a:lnTo>
                  <a:lnTo>
                    <a:pt x="235" y="1894"/>
                  </a:lnTo>
                  <a:lnTo>
                    <a:pt x="235" y="6993"/>
                  </a:lnTo>
                  <a:cubicBezTo>
                    <a:pt x="11715" y="6993"/>
                    <a:pt x="13027" y="8144"/>
                    <a:pt x="13027" y="16204"/>
                  </a:cubicBezTo>
                  <a:lnTo>
                    <a:pt x="13027" y="101735"/>
                  </a:lnTo>
                  <a:close/>
                </a:path>
              </a:pathLst>
            </a:custGeom>
            <a:solidFill>
              <a:srgbClr val="000000"/>
            </a:solidFill>
            <a:ln w="22776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/>
            </a:p>
          </p:txBody>
        </p:sp>
        <p:sp>
          <p:nvSpPr>
            <p:cNvPr id="822" name="任意形状 821">
              <a:extLst>
                <a:ext uri="{FF2B5EF4-FFF2-40B4-BE49-F238E27FC236}">
                  <a16:creationId xmlns:a16="http://schemas.microsoft.com/office/drawing/2014/main" id="{06FAAA3E-212A-49C0-A03F-2FA49617255B}"/>
                </a:ext>
              </a:extLst>
            </p:cNvPr>
            <p:cNvSpPr/>
            <p:nvPr>
              <p:custDataLst>
                <p:tags r:id="rId42"/>
              </p:custDataLst>
            </p:nvPr>
          </p:nvSpPr>
          <p:spPr>
            <a:xfrm>
              <a:off x="10240639" y="6912389"/>
              <a:ext cx="38047" cy="164483"/>
            </a:xfrm>
            <a:custGeom>
              <a:avLst/>
              <a:gdLst>
                <a:gd name="connsiteX0" fmla="*/ 38288 w 38047"/>
                <a:gd name="connsiteY0" fmla="*/ 162923 h 164483"/>
                <a:gd name="connsiteX1" fmla="*/ 35500 w 38047"/>
                <a:gd name="connsiteY1" fmla="*/ 159304 h 164483"/>
                <a:gd name="connsiteX2" fmla="*/ 9752 w 38047"/>
                <a:gd name="connsiteY2" fmla="*/ 82326 h 164483"/>
                <a:gd name="connsiteX3" fmla="*/ 36156 w 38047"/>
                <a:gd name="connsiteY3" fmla="*/ 4526 h 164483"/>
                <a:gd name="connsiteX4" fmla="*/ 38288 w 38047"/>
                <a:gd name="connsiteY4" fmla="*/ 1730 h 164483"/>
                <a:gd name="connsiteX5" fmla="*/ 36648 w 38047"/>
                <a:gd name="connsiteY5" fmla="*/ 85 h 164483"/>
                <a:gd name="connsiteX6" fmla="*/ 10572 w 38047"/>
                <a:gd name="connsiteY6" fmla="*/ 32159 h 164483"/>
                <a:gd name="connsiteX7" fmla="*/ 240 w 38047"/>
                <a:gd name="connsiteY7" fmla="*/ 82326 h 164483"/>
                <a:gd name="connsiteX8" fmla="*/ 11064 w 38047"/>
                <a:gd name="connsiteY8" fmla="*/ 133645 h 164483"/>
                <a:gd name="connsiteX9" fmla="*/ 36648 w 38047"/>
                <a:gd name="connsiteY9" fmla="*/ 164568 h 164483"/>
                <a:gd name="connsiteX10" fmla="*/ 38288 w 38047"/>
                <a:gd name="connsiteY10" fmla="*/ 162923 h 164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38047" h="164483">
                  <a:moveTo>
                    <a:pt x="38288" y="162923"/>
                  </a:moveTo>
                  <a:cubicBezTo>
                    <a:pt x="38288" y="162430"/>
                    <a:pt x="38288" y="162101"/>
                    <a:pt x="35500" y="159304"/>
                  </a:cubicBezTo>
                  <a:cubicBezTo>
                    <a:pt x="15000" y="138580"/>
                    <a:pt x="9752" y="107492"/>
                    <a:pt x="9752" y="82326"/>
                  </a:cubicBezTo>
                  <a:cubicBezTo>
                    <a:pt x="9752" y="53706"/>
                    <a:pt x="15984" y="25086"/>
                    <a:pt x="36156" y="4526"/>
                  </a:cubicBezTo>
                  <a:cubicBezTo>
                    <a:pt x="38288" y="2552"/>
                    <a:pt x="38288" y="2223"/>
                    <a:pt x="38288" y="1730"/>
                  </a:cubicBezTo>
                  <a:cubicBezTo>
                    <a:pt x="38288" y="578"/>
                    <a:pt x="37632" y="85"/>
                    <a:pt x="36648" y="85"/>
                  </a:cubicBezTo>
                  <a:cubicBezTo>
                    <a:pt x="35008" y="85"/>
                    <a:pt x="20248" y="11270"/>
                    <a:pt x="10572" y="32159"/>
                  </a:cubicBezTo>
                  <a:cubicBezTo>
                    <a:pt x="2208" y="50252"/>
                    <a:pt x="240" y="68510"/>
                    <a:pt x="240" y="82326"/>
                  </a:cubicBezTo>
                  <a:cubicBezTo>
                    <a:pt x="240" y="95156"/>
                    <a:pt x="2044" y="115058"/>
                    <a:pt x="11064" y="133645"/>
                  </a:cubicBezTo>
                  <a:cubicBezTo>
                    <a:pt x="20904" y="153876"/>
                    <a:pt x="35008" y="164568"/>
                    <a:pt x="36648" y="164568"/>
                  </a:cubicBezTo>
                  <a:cubicBezTo>
                    <a:pt x="37632" y="164568"/>
                    <a:pt x="38288" y="164074"/>
                    <a:pt x="38288" y="162923"/>
                  </a:cubicBezTo>
                  <a:close/>
                </a:path>
              </a:pathLst>
            </a:custGeom>
            <a:solidFill>
              <a:srgbClr val="000000"/>
            </a:solidFill>
            <a:ln w="22776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/>
            </a:p>
          </p:txBody>
        </p:sp>
        <p:sp>
          <p:nvSpPr>
            <p:cNvPr id="823" name="任意形状 822">
              <a:extLst>
                <a:ext uri="{FF2B5EF4-FFF2-40B4-BE49-F238E27FC236}">
                  <a16:creationId xmlns:a16="http://schemas.microsoft.com/office/drawing/2014/main" id="{3A57FF08-8330-C7BB-4BB0-E8E17F745241}"/>
                </a:ext>
              </a:extLst>
            </p:cNvPr>
            <p:cNvSpPr/>
            <p:nvPr>
              <p:custDataLst>
                <p:tags r:id="rId43"/>
              </p:custDataLst>
            </p:nvPr>
          </p:nvSpPr>
          <p:spPr>
            <a:xfrm>
              <a:off x="10292937" y="6963050"/>
              <a:ext cx="66747" cy="74510"/>
            </a:xfrm>
            <a:custGeom>
              <a:avLst/>
              <a:gdLst>
                <a:gd name="connsiteX0" fmla="*/ 9920 w 66747"/>
                <a:gd name="connsiteY0" fmla="*/ 63082 h 74510"/>
                <a:gd name="connsiteX1" fmla="*/ 8444 w 66747"/>
                <a:gd name="connsiteY1" fmla="*/ 70155 h 74510"/>
                <a:gd name="connsiteX2" fmla="*/ 13200 w 66747"/>
                <a:gd name="connsiteY2" fmla="*/ 74596 h 74510"/>
                <a:gd name="connsiteX3" fmla="*/ 19268 w 66747"/>
                <a:gd name="connsiteY3" fmla="*/ 69990 h 74510"/>
                <a:gd name="connsiteX4" fmla="*/ 25828 w 66747"/>
                <a:gd name="connsiteY4" fmla="*/ 44002 h 74510"/>
                <a:gd name="connsiteX5" fmla="*/ 31076 w 66747"/>
                <a:gd name="connsiteY5" fmla="*/ 22619 h 74510"/>
                <a:gd name="connsiteX6" fmla="*/ 40260 w 66747"/>
                <a:gd name="connsiteY6" fmla="*/ 9131 h 74510"/>
                <a:gd name="connsiteX7" fmla="*/ 53380 w 66747"/>
                <a:gd name="connsiteY7" fmla="*/ 3703 h 74510"/>
                <a:gd name="connsiteX8" fmla="*/ 60268 w 66747"/>
                <a:gd name="connsiteY8" fmla="*/ 5677 h 74510"/>
                <a:gd name="connsiteX9" fmla="*/ 51740 w 66747"/>
                <a:gd name="connsiteY9" fmla="*/ 14724 h 74510"/>
                <a:gd name="connsiteX10" fmla="*/ 57972 w 66747"/>
                <a:gd name="connsiteY10" fmla="*/ 20481 h 74510"/>
                <a:gd name="connsiteX11" fmla="*/ 66992 w 66747"/>
                <a:gd name="connsiteY11" fmla="*/ 10776 h 74510"/>
                <a:gd name="connsiteX12" fmla="*/ 53380 w 66747"/>
                <a:gd name="connsiteY12" fmla="*/ 85 h 74510"/>
                <a:gd name="connsiteX13" fmla="*/ 32388 w 66747"/>
                <a:gd name="connsiteY13" fmla="*/ 12750 h 74510"/>
                <a:gd name="connsiteX14" fmla="*/ 17464 w 66747"/>
                <a:gd name="connsiteY14" fmla="*/ 85 h 74510"/>
                <a:gd name="connsiteX15" fmla="*/ 5328 w 66747"/>
                <a:gd name="connsiteY15" fmla="*/ 9460 h 74510"/>
                <a:gd name="connsiteX16" fmla="*/ 244 w 66747"/>
                <a:gd name="connsiteY16" fmla="*/ 25415 h 74510"/>
                <a:gd name="connsiteX17" fmla="*/ 2212 w 66747"/>
                <a:gd name="connsiteY17" fmla="*/ 27060 h 74510"/>
                <a:gd name="connsiteX18" fmla="*/ 5000 w 66747"/>
                <a:gd name="connsiteY18" fmla="*/ 23277 h 74510"/>
                <a:gd name="connsiteX19" fmla="*/ 16972 w 66747"/>
                <a:gd name="connsiteY19" fmla="*/ 3703 h 74510"/>
                <a:gd name="connsiteX20" fmla="*/ 22056 w 66747"/>
                <a:gd name="connsiteY20" fmla="*/ 11270 h 74510"/>
                <a:gd name="connsiteX21" fmla="*/ 19432 w 66747"/>
                <a:gd name="connsiteY21" fmla="*/ 25086 h 74510"/>
                <a:gd name="connsiteX22" fmla="*/ 9920 w 66747"/>
                <a:gd name="connsiteY22" fmla="*/ 63082 h 745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66747" h="74510">
                  <a:moveTo>
                    <a:pt x="9920" y="63082"/>
                  </a:moveTo>
                  <a:cubicBezTo>
                    <a:pt x="9428" y="65549"/>
                    <a:pt x="8444" y="69332"/>
                    <a:pt x="8444" y="70155"/>
                  </a:cubicBezTo>
                  <a:cubicBezTo>
                    <a:pt x="8444" y="73115"/>
                    <a:pt x="10740" y="74596"/>
                    <a:pt x="13200" y="74596"/>
                  </a:cubicBezTo>
                  <a:cubicBezTo>
                    <a:pt x="15168" y="74596"/>
                    <a:pt x="18120" y="73280"/>
                    <a:pt x="19268" y="69990"/>
                  </a:cubicBezTo>
                  <a:cubicBezTo>
                    <a:pt x="19596" y="69332"/>
                    <a:pt x="25172" y="46962"/>
                    <a:pt x="25828" y="44002"/>
                  </a:cubicBezTo>
                  <a:cubicBezTo>
                    <a:pt x="27140" y="38574"/>
                    <a:pt x="30092" y="27060"/>
                    <a:pt x="31076" y="22619"/>
                  </a:cubicBezTo>
                  <a:cubicBezTo>
                    <a:pt x="31732" y="20481"/>
                    <a:pt x="36324" y="12750"/>
                    <a:pt x="40260" y="9131"/>
                  </a:cubicBezTo>
                  <a:cubicBezTo>
                    <a:pt x="41572" y="7980"/>
                    <a:pt x="46328" y="3703"/>
                    <a:pt x="53380" y="3703"/>
                  </a:cubicBezTo>
                  <a:cubicBezTo>
                    <a:pt x="57644" y="3703"/>
                    <a:pt x="60104" y="5677"/>
                    <a:pt x="60268" y="5677"/>
                  </a:cubicBezTo>
                  <a:cubicBezTo>
                    <a:pt x="55348" y="6500"/>
                    <a:pt x="51740" y="10447"/>
                    <a:pt x="51740" y="14724"/>
                  </a:cubicBezTo>
                  <a:cubicBezTo>
                    <a:pt x="51740" y="17355"/>
                    <a:pt x="53544" y="20481"/>
                    <a:pt x="57972" y="20481"/>
                  </a:cubicBezTo>
                  <a:cubicBezTo>
                    <a:pt x="62400" y="20481"/>
                    <a:pt x="66992" y="16697"/>
                    <a:pt x="66992" y="10776"/>
                  </a:cubicBezTo>
                  <a:cubicBezTo>
                    <a:pt x="66992" y="5019"/>
                    <a:pt x="61744" y="85"/>
                    <a:pt x="53380" y="85"/>
                  </a:cubicBezTo>
                  <a:cubicBezTo>
                    <a:pt x="42720" y="85"/>
                    <a:pt x="35504" y="8144"/>
                    <a:pt x="32388" y="12750"/>
                  </a:cubicBezTo>
                  <a:cubicBezTo>
                    <a:pt x="31076" y="5348"/>
                    <a:pt x="25172" y="85"/>
                    <a:pt x="17464" y="85"/>
                  </a:cubicBezTo>
                  <a:cubicBezTo>
                    <a:pt x="9920" y="85"/>
                    <a:pt x="6804" y="6500"/>
                    <a:pt x="5328" y="9460"/>
                  </a:cubicBezTo>
                  <a:cubicBezTo>
                    <a:pt x="2376" y="15053"/>
                    <a:pt x="244" y="24922"/>
                    <a:pt x="244" y="25415"/>
                  </a:cubicBezTo>
                  <a:cubicBezTo>
                    <a:pt x="244" y="27060"/>
                    <a:pt x="1884" y="27060"/>
                    <a:pt x="2212" y="27060"/>
                  </a:cubicBezTo>
                  <a:cubicBezTo>
                    <a:pt x="3852" y="27060"/>
                    <a:pt x="4016" y="26895"/>
                    <a:pt x="5000" y="23277"/>
                  </a:cubicBezTo>
                  <a:cubicBezTo>
                    <a:pt x="7788" y="11599"/>
                    <a:pt x="11068" y="3703"/>
                    <a:pt x="16972" y="3703"/>
                  </a:cubicBezTo>
                  <a:cubicBezTo>
                    <a:pt x="19760" y="3703"/>
                    <a:pt x="22056" y="5019"/>
                    <a:pt x="22056" y="11270"/>
                  </a:cubicBezTo>
                  <a:cubicBezTo>
                    <a:pt x="22056" y="14724"/>
                    <a:pt x="21564" y="16533"/>
                    <a:pt x="19432" y="25086"/>
                  </a:cubicBezTo>
                  <a:lnTo>
                    <a:pt x="9920" y="63082"/>
                  </a:lnTo>
                  <a:close/>
                </a:path>
              </a:pathLst>
            </a:custGeom>
            <a:solidFill>
              <a:srgbClr val="000000"/>
            </a:solidFill>
            <a:ln w="22776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/>
            </a:p>
          </p:txBody>
        </p:sp>
        <p:sp>
          <p:nvSpPr>
            <p:cNvPr id="824" name="任意形状 823">
              <a:extLst>
                <a:ext uri="{FF2B5EF4-FFF2-40B4-BE49-F238E27FC236}">
                  <a16:creationId xmlns:a16="http://schemas.microsoft.com/office/drawing/2014/main" id="{237C19E9-8100-4F08-755A-7DF3502AF717}"/>
                </a:ext>
              </a:extLst>
            </p:cNvPr>
            <p:cNvSpPr/>
            <p:nvPr>
              <p:custDataLst>
                <p:tags r:id="rId44"/>
              </p:custDataLst>
            </p:nvPr>
          </p:nvSpPr>
          <p:spPr>
            <a:xfrm>
              <a:off x="10376075" y="6912389"/>
              <a:ext cx="38047" cy="164483"/>
            </a:xfrm>
            <a:custGeom>
              <a:avLst/>
              <a:gdLst>
                <a:gd name="connsiteX0" fmla="*/ 38297 w 38047"/>
                <a:gd name="connsiteY0" fmla="*/ 82326 h 164483"/>
                <a:gd name="connsiteX1" fmla="*/ 27473 w 38047"/>
                <a:gd name="connsiteY1" fmla="*/ 31008 h 164483"/>
                <a:gd name="connsiteX2" fmla="*/ 1889 w 38047"/>
                <a:gd name="connsiteY2" fmla="*/ 85 h 164483"/>
                <a:gd name="connsiteX3" fmla="*/ 249 w 38047"/>
                <a:gd name="connsiteY3" fmla="*/ 1730 h 164483"/>
                <a:gd name="connsiteX4" fmla="*/ 3365 w 38047"/>
                <a:gd name="connsiteY4" fmla="*/ 5513 h 164483"/>
                <a:gd name="connsiteX5" fmla="*/ 28785 w 38047"/>
                <a:gd name="connsiteY5" fmla="*/ 82326 h 164483"/>
                <a:gd name="connsiteX6" fmla="*/ 2381 w 38047"/>
                <a:gd name="connsiteY6" fmla="*/ 160127 h 164483"/>
                <a:gd name="connsiteX7" fmla="*/ 249 w 38047"/>
                <a:gd name="connsiteY7" fmla="*/ 162923 h 164483"/>
                <a:gd name="connsiteX8" fmla="*/ 1889 w 38047"/>
                <a:gd name="connsiteY8" fmla="*/ 164568 h 164483"/>
                <a:gd name="connsiteX9" fmla="*/ 27965 w 38047"/>
                <a:gd name="connsiteY9" fmla="*/ 132494 h 164483"/>
                <a:gd name="connsiteX10" fmla="*/ 38297 w 38047"/>
                <a:gd name="connsiteY10" fmla="*/ 82326 h 164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38047" h="164483">
                  <a:moveTo>
                    <a:pt x="38297" y="82326"/>
                  </a:moveTo>
                  <a:cubicBezTo>
                    <a:pt x="38297" y="69497"/>
                    <a:pt x="36493" y="49594"/>
                    <a:pt x="27473" y="31008"/>
                  </a:cubicBezTo>
                  <a:cubicBezTo>
                    <a:pt x="17633" y="10776"/>
                    <a:pt x="3529" y="85"/>
                    <a:pt x="1889" y="85"/>
                  </a:cubicBezTo>
                  <a:cubicBezTo>
                    <a:pt x="905" y="85"/>
                    <a:pt x="249" y="743"/>
                    <a:pt x="249" y="1730"/>
                  </a:cubicBezTo>
                  <a:cubicBezTo>
                    <a:pt x="249" y="2223"/>
                    <a:pt x="249" y="2552"/>
                    <a:pt x="3365" y="5513"/>
                  </a:cubicBezTo>
                  <a:cubicBezTo>
                    <a:pt x="19437" y="21796"/>
                    <a:pt x="28785" y="47949"/>
                    <a:pt x="28785" y="82326"/>
                  </a:cubicBezTo>
                  <a:cubicBezTo>
                    <a:pt x="28785" y="110453"/>
                    <a:pt x="22717" y="139402"/>
                    <a:pt x="2381" y="160127"/>
                  </a:cubicBezTo>
                  <a:cubicBezTo>
                    <a:pt x="249" y="162101"/>
                    <a:pt x="249" y="162430"/>
                    <a:pt x="249" y="162923"/>
                  </a:cubicBezTo>
                  <a:cubicBezTo>
                    <a:pt x="249" y="163910"/>
                    <a:pt x="905" y="164568"/>
                    <a:pt x="1889" y="164568"/>
                  </a:cubicBezTo>
                  <a:cubicBezTo>
                    <a:pt x="3529" y="164568"/>
                    <a:pt x="18289" y="153383"/>
                    <a:pt x="27965" y="132494"/>
                  </a:cubicBezTo>
                  <a:cubicBezTo>
                    <a:pt x="36329" y="114401"/>
                    <a:pt x="38297" y="96143"/>
                    <a:pt x="38297" y="82326"/>
                  </a:cubicBezTo>
                  <a:close/>
                </a:path>
              </a:pathLst>
            </a:custGeom>
            <a:solidFill>
              <a:srgbClr val="000000"/>
            </a:solidFill>
            <a:ln w="22776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/>
            </a:p>
          </p:txBody>
        </p:sp>
        <p:sp>
          <p:nvSpPr>
            <p:cNvPr id="825" name="任意形状 824">
              <a:extLst>
                <a:ext uri="{FF2B5EF4-FFF2-40B4-BE49-F238E27FC236}">
                  <a16:creationId xmlns:a16="http://schemas.microsoft.com/office/drawing/2014/main" id="{A458A462-7D5C-4AF3-6DB7-246AB2DD5A2B}"/>
                </a:ext>
              </a:extLst>
            </p:cNvPr>
            <p:cNvSpPr/>
            <p:nvPr>
              <p:custDataLst>
                <p:tags r:id="rId45"/>
              </p:custDataLst>
            </p:nvPr>
          </p:nvSpPr>
          <p:spPr>
            <a:xfrm>
              <a:off x="10480560" y="6991341"/>
              <a:ext cx="100203" cy="6579"/>
            </a:xfrm>
            <a:custGeom>
              <a:avLst/>
              <a:gdLst>
                <a:gd name="connsiteX0" fmla="*/ 94719 w 100203"/>
                <a:gd name="connsiteY0" fmla="*/ 6664 h 6579"/>
                <a:gd name="connsiteX1" fmla="*/ 100459 w 100203"/>
                <a:gd name="connsiteY1" fmla="*/ 3374 h 6579"/>
                <a:gd name="connsiteX2" fmla="*/ 94719 w 100203"/>
                <a:gd name="connsiteY2" fmla="*/ 85 h 6579"/>
                <a:gd name="connsiteX3" fmla="*/ 5995 w 100203"/>
                <a:gd name="connsiteY3" fmla="*/ 85 h 6579"/>
                <a:gd name="connsiteX4" fmla="*/ 255 w 100203"/>
                <a:gd name="connsiteY4" fmla="*/ 3374 h 6579"/>
                <a:gd name="connsiteX5" fmla="*/ 5995 w 100203"/>
                <a:gd name="connsiteY5" fmla="*/ 6664 h 6579"/>
                <a:gd name="connsiteX6" fmla="*/ 94719 w 100203"/>
                <a:gd name="connsiteY6" fmla="*/ 6664 h 65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00203" h="6579">
                  <a:moveTo>
                    <a:pt x="94719" y="6664"/>
                  </a:moveTo>
                  <a:cubicBezTo>
                    <a:pt x="97507" y="6664"/>
                    <a:pt x="100459" y="6664"/>
                    <a:pt x="100459" y="3374"/>
                  </a:cubicBezTo>
                  <a:cubicBezTo>
                    <a:pt x="100459" y="85"/>
                    <a:pt x="97507" y="85"/>
                    <a:pt x="94719" y="85"/>
                  </a:cubicBezTo>
                  <a:lnTo>
                    <a:pt x="5995" y="85"/>
                  </a:lnTo>
                  <a:cubicBezTo>
                    <a:pt x="3207" y="85"/>
                    <a:pt x="255" y="85"/>
                    <a:pt x="255" y="3374"/>
                  </a:cubicBezTo>
                  <a:cubicBezTo>
                    <a:pt x="255" y="6664"/>
                    <a:pt x="3207" y="6664"/>
                    <a:pt x="5995" y="6664"/>
                  </a:cubicBezTo>
                  <a:lnTo>
                    <a:pt x="94719" y="6664"/>
                  </a:lnTo>
                  <a:close/>
                </a:path>
              </a:pathLst>
            </a:custGeom>
            <a:solidFill>
              <a:srgbClr val="000000"/>
            </a:solidFill>
            <a:ln w="22776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/>
            </a:p>
          </p:txBody>
        </p:sp>
        <p:sp>
          <p:nvSpPr>
            <p:cNvPr id="826" name="任意形状 825">
              <a:extLst>
                <a:ext uri="{FF2B5EF4-FFF2-40B4-BE49-F238E27FC236}">
                  <a16:creationId xmlns:a16="http://schemas.microsoft.com/office/drawing/2014/main" id="{D277259E-D5FB-D30A-83DC-389847283CF9}"/>
                </a:ext>
              </a:extLst>
            </p:cNvPr>
            <p:cNvSpPr/>
            <p:nvPr>
              <p:custDataLst>
                <p:tags r:id="rId46"/>
              </p:custDataLst>
            </p:nvPr>
          </p:nvSpPr>
          <p:spPr>
            <a:xfrm>
              <a:off x="10640131" y="6919791"/>
              <a:ext cx="72651" cy="119579"/>
            </a:xfrm>
            <a:custGeom>
              <a:avLst/>
              <a:gdLst>
                <a:gd name="connsiteX0" fmla="*/ 48317 w 72651"/>
                <a:gd name="connsiteY0" fmla="*/ 52226 h 119579"/>
                <a:gd name="connsiteX1" fmla="*/ 27325 w 72651"/>
                <a:gd name="connsiteY1" fmla="*/ 47127 h 119579"/>
                <a:gd name="connsiteX2" fmla="*/ 10761 w 72651"/>
                <a:gd name="connsiteY2" fmla="*/ 26238 h 119579"/>
                <a:gd name="connsiteX3" fmla="*/ 32409 w 72651"/>
                <a:gd name="connsiteY3" fmla="*/ 4690 h 119579"/>
                <a:gd name="connsiteX4" fmla="*/ 64389 w 72651"/>
                <a:gd name="connsiteY4" fmla="*/ 39067 h 119579"/>
                <a:gd name="connsiteX5" fmla="*/ 66357 w 72651"/>
                <a:gd name="connsiteY5" fmla="*/ 41041 h 119579"/>
                <a:gd name="connsiteX6" fmla="*/ 68489 w 72651"/>
                <a:gd name="connsiteY6" fmla="*/ 37093 h 119579"/>
                <a:gd name="connsiteX7" fmla="*/ 68489 w 72651"/>
                <a:gd name="connsiteY7" fmla="*/ 4032 h 119579"/>
                <a:gd name="connsiteX8" fmla="*/ 66685 w 72651"/>
                <a:gd name="connsiteY8" fmla="*/ 85 h 119579"/>
                <a:gd name="connsiteX9" fmla="*/ 64225 w 72651"/>
                <a:gd name="connsiteY9" fmla="*/ 2223 h 119579"/>
                <a:gd name="connsiteX10" fmla="*/ 58485 w 72651"/>
                <a:gd name="connsiteY10" fmla="*/ 11599 h 119579"/>
                <a:gd name="connsiteX11" fmla="*/ 32245 w 72651"/>
                <a:gd name="connsiteY11" fmla="*/ 85 h 119579"/>
                <a:gd name="connsiteX12" fmla="*/ 265 w 72651"/>
                <a:gd name="connsiteY12" fmla="*/ 31994 h 119579"/>
                <a:gd name="connsiteX13" fmla="*/ 21749 w 72651"/>
                <a:gd name="connsiteY13" fmla="*/ 62095 h 119579"/>
                <a:gd name="connsiteX14" fmla="*/ 43397 w 72651"/>
                <a:gd name="connsiteY14" fmla="*/ 67523 h 119579"/>
                <a:gd name="connsiteX15" fmla="*/ 57337 w 72651"/>
                <a:gd name="connsiteY15" fmla="*/ 75911 h 119579"/>
                <a:gd name="connsiteX16" fmla="*/ 62421 w 72651"/>
                <a:gd name="connsiteY16" fmla="*/ 91044 h 119579"/>
                <a:gd name="connsiteX17" fmla="*/ 40445 w 72651"/>
                <a:gd name="connsiteY17" fmla="*/ 114565 h 119579"/>
                <a:gd name="connsiteX18" fmla="*/ 14533 w 72651"/>
                <a:gd name="connsiteY18" fmla="*/ 105683 h 119579"/>
                <a:gd name="connsiteX19" fmla="*/ 4365 w 72651"/>
                <a:gd name="connsiteY19" fmla="*/ 80352 h 119579"/>
                <a:gd name="connsiteX20" fmla="*/ 2397 w 72651"/>
                <a:gd name="connsiteY20" fmla="*/ 78708 h 119579"/>
                <a:gd name="connsiteX21" fmla="*/ 265 w 72651"/>
                <a:gd name="connsiteY21" fmla="*/ 82820 h 119579"/>
                <a:gd name="connsiteX22" fmla="*/ 265 w 72651"/>
                <a:gd name="connsiteY22" fmla="*/ 115716 h 119579"/>
                <a:gd name="connsiteX23" fmla="*/ 2069 w 72651"/>
                <a:gd name="connsiteY23" fmla="*/ 119664 h 119579"/>
                <a:gd name="connsiteX24" fmla="*/ 4529 w 72651"/>
                <a:gd name="connsiteY24" fmla="*/ 117526 h 119579"/>
                <a:gd name="connsiteX25" fmla="*/ 10433 w 72651"/>
                <a:gd name="connsiteY25" fmla="*/ 108150 h 119579"/>
                <a:gd name="connsiteX26" fmla="*/ 40609 w 72651"/>
                <a:gd name="connsiteY26" fmla="*/ 119664 h 119579"/>
                <a:gd name="connsiteX27" fmla="*/ 72917 w 72651"/>
                <a:gd name="connsiteY27" fmla="*/ 85451 h 119579"/>
                <a:gd name="connsiteX28" fmla="*/ 48317 w 72651"/>
                <a:gd name="connsiteY28" fmla="*/ 52226 h 1195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72651" h="119579">
                  <a:moveTo>
                    <a:pt x="48317" y="52226"/>
                  </a:moveTo>
                  <a:lnTo>
                    <a:pt x="27325" y="47127"/>
                  </a:lnTo>
                  <a:cubicBezTo>
                    <a:pt x="17157" y="44660"/>
                    <a:pt x="10761" y="35778"/>
                    <a:pt x="10761" y="26238"/>
                  </a:cubicBezTo>
                  <a:cubicBezTo>
                    <a:pt x="10761" y="14724"/>
                    <a:pt x="19617" y="4690"/>
                    <a:pt x="32409" y="4690"/>
                  </a:cubicBezTo>
                  <a:cubicBezTo>
                    <a:pt x="59797" y="4690"/>
                    <a:pt x="63405" y="31665"/>
                    <a:pt x="64389" y="39067"/>
                  </a:cubicBezTo>
                  <a:cubicBezTo>
                    <a:pt x="64553" y="40054"/>
                    <a:pt x="64553" y="41041"/>
                    <a:pt x="66357" y="41041"/>
                  </a:cubicBezTo>
                  <a:cubicBezTo>
                    <a:pt x="68489" y="41041"/>
                    <a:pt x="68489" y="40219"/>
                    <a:pt x="68489" y="37093"/>
                  </a:cubicBezTo>
                  <a:lnTo>
                    <a:pt x="68489" y="4032"/>
                  </a:lnTo>
                  <a:cubicBezTo>
                    <a:pt x="68489" y="1236"/>
                    <a:pt x="68489" y="85"/>
                    <a:pt x="66685" y="85"/>
                  </a:cubicBezTo>
                  <a:cubicBezTo>
                    <a:pt x="65537" y="85"/>
                    <a:pt x="65373" y="249"/>
                    <a:pt x="64225" y="2223"/>
                  </a:cubicBezTo>
                  <a:lnTo>
                    <a:pt x="58485" y="11599"/>
                  </a:lnTo>
                  <a:cubicBezTo>
                    <a:pt x="53565" y="6828"/>
                    <a:pt x="46841" y="85"/>
                    <a:pt x="32245" y="85"/>
                  </a:cubicBezTo>
                  <a:cubicBezTo>
                    <a:pt x="14041" y="85"/>
                    <a:pt x="265" y="14559"/>
                    <a:pt x="265" y="31994"/>
                  </a:cubicBezTo>
                  <a:cubicBezTo>
                    <a:pt x="265" y="45647"/>
                    <a:pt x="8957" y="57654"/>
                    <a:pt x="21749" y="62095"/>
                  </a:cubicBezTo>
                  <a:cubicBezTo>
                    <a:pt x="23553" y="62753"/>
                    <a:pt x="31917" y="64727"/>
                    <a:pt x="43397" y="67523"/>
                  </a:cubicBezTo>
                  <a:cubicBezTo>
                    <a:pt x="47825" y="68674"/>
                    <a:pt x="52745" y="69826"/>
                    <a:pt x="57337" y="75911"/>
                  </a:cubicBezTo>
                  <a:cubicBezTo>
                    <a:pt x="60781" y="80188"/>
                    <a:pt x="62421" y="85616"/>
                    <a:pt x="62421" y="91044"/>
                  </a:cubicBezTo>
                  <a:cubicBezTo>
                    <a:pt x="62421" y="102722"/>
                    <a:pt x="54221" y="114565"/>
                    <a:pt x="40445" y="114565"/>
                  </a:cubicBezTo>
                  <a:cubicBezTo>
                    <a:pt x="35689" y="114565"/>
                    <a:pt x="23225" y="113743"/>
                    <a:pt x="14533" y="105683"/>
                  </a:cubicBezTo>
                  <a:cubicBezTo>
                    <a:pt x="5021" y="96801"/>
                    <a:pt x="4529" y="86274"/>
                    <a:pt x="4365" y="80352"/>
                  </a:cubicBezTo>
                  <a:cubicBezTo>
                    <a:pt x="4201" y="78708"/>
                    <a:pt x="2889" y="78708"/>
                    <a:pt x="2397" y="78708"/>
                  </a:cubicBezTo>
                  <a:cubicBezTo>
                    <a:pt x="265" y="78708"/>
                    <a:pt x="265" y="79859"/>
                    <a:pt x="265" y="82820"/>
                  </a:cubicBezTo>
                  <a:lnTo>
                    <a:pt x="265" y="115716"/>
                  </a:lnTo>
                  <a:cubicBezTo>
                    <a:pt x="265" y="118513"/>
                    <a:pt x="265" y="119664"/>
                    <a:pt x="2069" y="119664"/>
                  </a:cubicBezTo>
                  <a:cubicBezTo>
                    <a:pt x="3217" y="119664"/>
                    <a:pt x="3381" y="119335"/>
                    <a:pt x="4529" y="117526"/>
                  </a:cubicBezTo>
                  <a:cubicBezTo>
                    <a:pt x="4529" y="117361"/>
                    <a:pt x="5021" y="116868"/>
                    <a:pt x="10433" y="108150"/>
                  </a:cubicBezTo>
                  <a:cubicBezTo>
                    <a:pt x="15517" y="113743"/>
                    <a:pt x="26013" y="119664"/>
                    <a:pt x="40609" y="119664"/>
                  </a:cubicBezTo>
                  <a:cubicBezTo>
                    <a:pt x="59797" y="119664"/>
                    <a:pt x="72917" y="103545"/>
                    <a:pt x="72917" y="85451"/>
                  </a:cubicBezTo>
                  <a:cubicBezTo>
                    <a:pt x="72917" y="69003"/>
                    <a:pt x="62093" y="55516"/>
                    <a:pt x="48317" y="52226"/>
                  </a:cubicBezTo>
                  <a:close/>
                </a:path>
              </a:pathLst>
            </a:custGeom>
            <a:solidFill>
              <a:srgbClr val="000000"/>
            </a:solidFill>
            <a:ln w="22776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/>
            </a:p>
          </p:txBody>
        </p:sp>
        <p:sp>
          <p:nvSpPr>
            <p:cNvPr id="827" name="任意形状 826">
              <a:extLst>
                <a:ext uri="{FF2B5EF4-FFF2-40B4-BE49-F238E27FC236}">
                  <a16:creationId xmlns:a16="http://schemas.microsoft.com/office/drawing/2014/main" id="{63F00620-0EBE-2F65-7B0A-00A44A6A64D4}"/>
                </a:ext>
              </a:extLst>
            </p:cNvPr>
            <p:cNvSpPr/>
            <p:nvPr>
              <p:custDataLst>
                <p:tags r:id="rId47"/>
              </p:custDataLst>
            </p:nvPr>
          </p:nvSpPr>
          <p:spPr>
            <a:xfrm>
              <a:off x="10726650" y="6962063"/>
              <a:ext cx="63467" cy="75497"/>
            </a:xfrm>
            <a:custGeom>
              <a:avLst/>
              <a:gdLst>
                <a:gd name="connsiteX0" fmla="*/ 14046 w 63467"/>
                <a:gd name="connsiteY0" fmla="*/ 32323 h 75497"/>
                <a:gd name="connsiteX1" fmla="*/ 34382 w 63467"/>
                <a:gd name="connsiteY1" fmla="*/ 3703 h 75497"/>
                <a:gd name="connsiteX2" fmla="*/ 52914 w 63467"/>
                <a:gd name="connsiteY2" fmla="*/ 32323 h 75497"/>
                <a:gd name="connsiteX3" fmla="*/ 14046 w 63467"/>
                <a:gd name="connsiteY3" fmla="*/ 32323 h 75497"/>
                <a:gd name="connsiteX4" fmla="*/ 13882 w 63467"/>
                <a:gd name="connsiteY4" fmla="*/ 35778 h 75497"/>
                <a:gd name="connsiteX5" fmla="*/ 59638 w 63467"/>
                <a:gd name="connsiteY5" fmla="*/ 35778 h 75497"/>
                <a:gd name="connsiteX6" fmla="*/ 63738 w 63467"/>
                <a:gd name="connsiteY6" fmla="*/ 32323 h 75497"/>
                <a:gd name="connsiteX7" fmla="*/ 34382 w 63467"/>
                <a:gd name="connsiteY7" fmla="*/ 85 h 75497"/>
                <a:gd name="connsiteX8" fmla="*/ 270 w 63467"/>
                <a:gd name="connsiteY8" fmla="*/ 37587 h 75497"/>
                <a:gd name="connsiteX9" fmla="*/ 36350 w 63467"/>
                <a:gd name="connsiteY9" fmla="*/ 75582 h 75497"/>
                <a:gd name="connsiteX10" fmla="*/ 63738 w 63467"/>
                <a:gd name="connsiteY10" fmla="*/ 54200 h 75497"/>
                <a:gd name="connsiteX11" fmla="*/ 61606 w 63467"/>
                <a:gd name="connsiteY11" fmla="*/ 52226 h 75497"/>
                <a:gd name="connsiteX12" fmla="*/ 59474 w 63467"/>
                <a:gd name="connsiteY12" fmla="*/ 54529 h 75497"/>
                <a:gd name="connsiteX13" fmla="*/ 37334 w 63467"/>
                <a:gd name="connsiteY13" fmla="*/ 71470 h 75497"/>
                <a:gd name="connsiteX14" fmla="*/ 18802 w 63467"/>
                <a:gd name="connsiteY14" fmla="*/ 60450 h 75497"/>
                <a:gd name="connsiteX15" fmla="*/ 13882 w 63467"/>
                <a:gd name="connsiteY15" fmla="*/ 35778 h 754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63467" h="75497">
                  <a:moveTo>
                    <a:pt x="14046" y="32323"/>
                  </a:moveTo>
                  <a:cubicBezTo>
                    <a:pt x="15030" y="7815"/>
                    <a:pt x="28806" y="3703"/>
                    <a:pt x="34382" y="3703"/>
                  </a:cubicBezTo>
                  <a:cubicBezTo>
                    <a:pt x="51274" y="3703"/>
                    <a:pt x="52914" y="25909"/>
                    <a:pt x="52914" y="32323"/>
                  </a:cubicBezTo>
                  <a:lnTo>
                    <a:pt x="14046" y="32323"/>
                  </a:lnTo>
                  <a:close/>
                  <a:moveTo>
                    <a:pt x="13882" y="35778"/>
                  </a:moveTo>
                  <a:lnTo>
                    <a:pt x="59638" y="35778"/>
                  </a:lnTo>
                  <a:cubicBezTo>
                    <a:pt x="63246" y="35778"/>
                    <a:pt x="63738" y="35778"/>
                    <a:pt x="63738" y="32323"/>
                  </a:cubicBezTo>
                  <a:cubicBezTo>
                    <a:pt x="63738" y="16040"/>
                    <a:pt x="54882" y="85"/>
                    <a:pt x="34382" y="85"/>
                  </a:cubicBezTo>
                  <a:cubicBezTo>
                    <a:pt x="15358" y="85"/>
                    <a:pt x="270" y="17026"/>
                    <a:pt x="270" y="37587"/>
                  </a:cubicBezTo>
                  <a:cubicBezTo>
                    <a:pt x="270" y="59628"/>
                    <a:pt x="17490" y="75582"/>
                    <a:pt x="36350" y="75582"/>
                  </a:cubicBezTo>
                  <a:cubicBezTo>
                    <a:pt x="56358" y="75582"/>
                    <a:pt x="63738" y="57325"/>
                    <a:pt x="63738" y="54200"/>
                  </a:cubicBezTo>
                  <a:cubicBezTo>
                    <a:pt x="63738" y="52555"/>
                    <a:pt x="62426" y="52226"/>
                    <a:pt x="61606" y="52226"/>
                  </a:cubicBezTo>
                  <a:cubicBezTo>
                    <a:pt x="60130" y="52226"/>
                    <a:pt x="59802" y="53213"/>
                    <a:pt x="59474" y="54529"/>
                  </a:cubicBezTo>
                  <a:cubicBezTo>
                    <a:pt x="53734" y="71470"/>
                    <a:pt x="38974" y="71470"/>
                    <a:pt x="37334" y="71470"/>
                  </a:cubicBezTo>
                  <a:cubicBezTo>
                    <a:pt x="29134" y="71470"/>
                    <a:pt x="22574" y="66536"/>
                    <a:pt x="18802" y="60450"/>
                  </a:cubicBezTo>
                  <a:cubicBezTo>
                    <a:pt x="13882" y="52555"/>
                    <a:pt x="13882" y="41699"/>
                    <a:pt x="13882" y="35778"/>
                  </a:cubicBezTo>
                  <a:close/>
                </a:path>
              </a:pathLst>
            </a:custGeom>
            <a:solidFill>
              <a:srgbClr val="000000"/>
            </a:solidFill>
            <a:ln w="22776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/>
            </a:p>
          </p:txBody>
        </p:sp>
        <p:sp>
          <p:nvSpPr>
            <p:cNvPr id="828" name="任意形状 827">
              <a:extLst>
                <a:ext uri="{FF2B5EF4-FFF2-40B4-BE49-F238E27FC236}">
                  <a16:creationId xmlns:a16="http://schemas.microsoft.com/office/drawing/2014/main" id="{408E5FE6-7F37-6CAF-8FD6-50A7D11FBA31}"/>
                </a:ext>
              </a:extLst>
            </p:cNvPr>
            <p:cNvSpPr/>
            <p:nvPr>
              <p:custDataLst>
                <p:tags r:id="rId48"/>
              </p:custDataLst>
            </p:nvPr>
          </p:nvSpPr>
          <p:spPr>
            <a:xfrm>
              <a:off x="10800523" y="6962063"/>
              <a:ext cx="62483" cy="75497"/>
            </a:xfrm>
            <a:custGeom>
              <a:avLst/>
              <a:gdLst>
                <a:gd name="connsiteX0" fmla="*/ 13887 w 62483"/>
                <a:gd name="connsiteY0" fmla="*/ 37916 h 75497"/>
                <a:gd name="connsiteX1" fmla="*/ 36027 w 62483"/>
                <a:gd name="connsiteY1" fmla="*/ 4197 h 75497"/>
                <a:gd name="connsiteX2" fmla="*/ 53575 w 62483"/>
                <a:gd name="connsiteY2" fmla="*/ 10283 h 75497"/>
                <a:gd name="connsiteX3" fmla="*/ 45867 w 62483"/>
                <a:gd name="connsiteY3" fmla="*/ 17849 h 75497"/>
                <a:gd name="connsiteX4" fmla="*/ 53411 w 62483"/>
                <a:gd name="connsiteY4" fmla="*/ 25415 h 75497"/>
                <a:gd name="connsiteX5" fmla="*/ 60955 w 62483"/>
                <a:gd name="connsiteY5" fmla="*/ 17684 h 75497"/>
                <a:gd name="connsiteX6" fmla="*/ 35863 w 62483"/>
                <a:gd name="connsiteY6" fmla="*/ 85 h 75497"/>
                <a:gd name="connsiteX7" fmla="*/ 275 w 62483"/>
                <a:gd name="connsiteY7" fmla="*/ 38245 h 75497"/>
                <a:gd name="connsiteX8" fmla="*/ 35535 w 62483"/>
                <a:gd name="connsiteY8" fmla="*/ 75582 h 75497"/>
                <a:gd name="connsiteX9" fmla="*/ 62759 w 62483"/>
                <a:gd name="connsiteY9" fmla="*/ 54200 h 75497"/>
                <a:gd name="connsiteX10" fmla="*/ 60627 w 62483"/>
                <a:gd name="connsiteY10" fmla="*/ 52555 h 75497"/>
                <a:gd name="connsiteX11" fmla="*/ 58495 w 62483"/>
                <a:gd name="connsiteY11" fmla="*/ 54200 h 75497"/>
                <a:gd name="connsiteX12" fmla="*/ 37011 w 62483"/>
                <a:gd name="connsiteY12" fmla="*/ 71470 h 75497"/>
                <a:gd name="connsiteX13" fmla="*/ 13887 w 62483"/>
                <a:gd name="connsiteY13" fmla="*/ 37916 h 754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2483" h="75497">
                  <a:moveTo>
                    <a:pt x="13887" y="37916"/>
                  </a:moveTo>
                  <a:cubicBezTo>
                    <a:pt x="13887" y="11105"/>
                    <a:pt x="27335" y="4197"/>
                    <a:pt x="36027" y="4197"/>
                  </a:cubicBezTo>
                  <a:cubicBezTo>
                    <a:pt x="37503" y="4197"/>
                    <a:pt x="47835" y="4361"/>
                    <a:pt x="53575" y="10283"/>
                  </a:cubicBezTo>
                  <a:cubicBezTo>
                    <a:pt x="46851" y="10776"/>
                    <a:pt x="45867" y="15711"/>
                    <a:pt x="45867" y="17849"/>
                  </a:cubicBezTo>
                  <a:cubicBezTo>
                    <a:pt x="45867" y="22125"/>
                    <a:pt x="48819" y="25415"/>
                    <a:pt x="53411" y="25415"/>
                  </a:cubicBezTo>
                  <a:cubicBezTo>
                    <a:pt x="57675" y="25415"/>
                    <a:pt x="60955" y="22619"/>
                    <a:pt x="60955" y="17684"/>
                  </a:cubicBezTo>
                  <a:cubicBezTo>
                    <a:pt x="60955" y="6500"/>
                    <a:pt x="48491" y="85"/>
                    <a:pt x="35863" y="85"/>
                  </a:cubicBezTo>
                  <a:cubicBezTo>
                    <a:pt x="15363" y="85"/>
                    <a:pt x="275" y="17849"/>
                    <a:pt x="275" y="38245"/>
                  </a:cubicBezTo>
                  <a:cubicBezTo>
                    <a:pt x="275" y="59299"/>
                    <a:pt x="16511" y="75582"/>
                    <a:pt x="35535" y="75582"/>
                  </a:cubicBezTo>
                  <a:cubicBezTo>
                    <a:pt x="57511" y="75582"/>
                    <a:pt x="62759" y="55844"/>
                    <a:pt x="62759" y="54200"/>
                  </a:cubicBezTo>
                  <a:cubicBezTo>
                    <a:pt x="62759" y="52555"/>
                    <a:pt x="61119" y="52555"/>
                    <a:pt x="60627" y="52555"/>
                  </a:cubicBezTo>
                  <a:cubicBezTo>
                    <a:pt x="59151" y="52555"/>
                    <a:pt x="58823" y="53213"/>
                    <a:pt x="58495" y="54200"/>
                  </a:cubicBezTo>
                  <a:cubicBezTo>
                    <a:pt x="53739" y="69497"/>
                    <a:pt x="43079" y="71470"/>
                    <a:pt x="37011" y="71470"/>
                  </a:cubicBezTo>
                  <a:cubicBezTo>
                    <a:pt x="28319" y="71470"/>
                    <a:pt x="13887" y="64398"/>
                    <a:pt x="13887" y="37916"/>
                  </a:cubicBezTo>
                  <a:close/>
                </a:path>
              </a:pathLst>
            </a:custGeom>
            <a:solidFill>
              <a:srgbClr val="000000"/>
            </a:solidFill>
            <a:ln w="22776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/>
            </a:p>
          </p:txBody>
        </p:sp>
        <p:sp>
          <p:nvSpPr>
            <p:cNvPr id="829" name="任意形状 828">
              <a:extLst>
                <a:ext uri="{FF2B5EF4-FFF2-40B4-BE49-F238E27FC236}">
                  <a16:creationId xmlns:a16="http://schemas.microsoft.com/office/drawing/2014/main" id="{AF69A2A4-9C30-5BA8-EEF7-5AFEC2464AF6}"/>
                </a:ext>
              </a:extLst>
            </p:cNvPr>
            <p:cNvSpPr/>
            <p:nvPr>
              <p:custDataLst>
                <p:tags r:id="rId49"/>
              </p:custDataLst>
            </p:nvPr>
          </p:nvSpPr>
          <p:spPr>
            <a:xfrm>
              <a:off x="10872428" y="6962063"/>
              <a:ext cx="72651" cy="75497"/>
            </a:xfrm>
            <a:custGeom>
              <a:avLst/>
              <a:gdLst>
                <a:gd name="connsiteX0" fmla="*/ 72931 w 72651"/>
                <a:gd name="connsiteY0" fmla="*/ 38574 h 75497"/>
                <a:gd name="connsiteX1" fmla="*/ 36687 w 72651"/>
                <a:gd name="connsiteY1" fmla="*/ 85 h 75497"/>
                <a:gd name="connsiteX2" fmla="*/ 279 w 72651"/>
                <a:gd name="connsiteY2" fmla="*/ 38574 h 75497"/>
                <a:gd name="connsiteX3" fmla="*/ 36523 w 72651"/>
                <a:gd name="connsiteY3" fmla="*/ 75582 h 75497"/>
                <a:gd name="connsiteX4" fmla="*/ 72931 w 72651"/>
                <a:gd name="connsiteY4" fmla="*/ 38574 h 75497"/>
                <a:gd name="connsiteX5" fmla="*/ 36687 w 72651"/>
                <a:gd name="connsiteY5" fmla="*/ 71470 h 75497"/>
                <a:gd name="connsiteX6" fmla="*/ 17991 w 72651"/>
                <a:gd name="connsiteY6" fmla="*/ 60450 h 75497"/>
                <a:gd name="connsiteX7" fmla="*/ 13891 w 72651"/>
                <a:gd name="connsiteY7" fmla="*/ 37258 h 75497"/>
                <a:gd name="connsiteX8" fmla="*/ 17827 w 72651"/>
                <a:gd name="connsiteY8" fmla="*/ 14724 h 75497"/>
                <a:gd name="connsiteX9" fmla="*/ 36523 w 72651"/>
                <a:gd name="connsiteY9" fmla="*/ 3703 h 75497"/>
                <a:gd name="connsiteX10" fmla="*/ 55055 w 72651"/>
                <a:gd name="connsiteY10" fmla="*/ 14395 h 75497"/>
                <a:gd name="connsiteX11" fmla="*/ 59319 w 72651"/>
                <a:gd name="connsiteY11" fmla="*/ 37258 h 75497"/>
                <a:gd name="connsiteX12" fmla="*/ 55711 w 72651"/>
                <a:gd name="connsiteY12" fmla="*/ 59299 h 75497"/>
                <a:gd name="connsiteX13" fmla="*/ 36687 w 72651"/>
                <a:gd name="connsiteY13" fmla="*/ 71470 h 754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72651" h="75497">
                  <a:moveTo>
                    <a:pt x="72931" y="38574"/>
                  </a:moveTo>
                  <a:cubicBezTo>
                    <a:pt x="72931" y="17520"/>
                    <a:pt x="56531" y="85"/>
                    <a:pt x="36687" y="85"/>
                  </a:cubicBezTo>
                  <a:cubicBezTo>
                    <a:pt x="16187" y="85"/>
                    <a:pt x="279" y="18013"/>
                    <a:pt x="279" y="38574"/>
                  </a:cubicBezTo>
                  <a:cubicBezTo>
                    <a:pt x="279" y="59792"/>
                    <a:pt x="17335" y="75582"/>
                    <a:pt x="36523" y="75582"/>
                  </a:cubicBezTo>
                  <a:cubicBezTo>
                    <a:pt x="56367" y="75582"/>
                    <a:pt x="72931" y="59463"/>
                    <a:pt x="72931" y="38574"/>
                  </a:cubicBezTo>
                  <a:close/>
                  <a:moveTo>
                    <a:pt x="36687" y="71470"/>
                  </a:moveTo>
                  <a:cubicBezTo>
                    <a:pt x="29635" y="71470"/>
                    <a:pt x="22419" y="68016"/>
                    <a:pt x="17991" y="60450"/>
                  </a:cubicBezTo>
                  <a:cubicBezTo>
                    <a:pt x="13891" y="53213"/>
                    <a:pt x="13891" y="43179"/>
                    <a:pt x="13891" y="37258"/>
                  </a:cubicBezTo>
                  <a:cubicBezTo>
                    <a:pt x="13891" y="30843"/>
                    <a:pt x="13891" y="21961"/>
                    <a:pt x="17827" y="14724"/>
                  </a:cubicBezTo>
                  <a:cubicBezTo>
                    <a:pt x="22255" y="7157"/>
                    <a:pt x="29963" y="3703"/>
                    <a:pt x="36523" y="3703"/>
                  </a:cubicBezTo>
                  <a:cubicBezTo>
                    <a:pt x="43739" y="3703"/>
                    <a:pt x="50791" y="7322"/>
                    <a:pt x="55055" y="14395"/>
                  </a:cubicBezTo>
                  <a:cubicBezTo>
                    <a:pt x="59319" y="21468"/>
                    <a:pt x="59319" y="31008"/>
                    <a:pt x="59319" y="37258"/>
                  </a:cubicBezTo>
                  <a:cubicBezTo>
                    <a:pt x="59319" y="43179"/>
                    <a:pt x="59319" y="52061"/>
                    <a:pt x="55711" y="59299"/>
                  </a:cubicBezTo>
                  <a:cubicBezTo>
                    <a:pt x="52103" y="66700"/>
                    <a:pt x="44887" y="71470"/>
                    <a:pt x="36687" y="71470"/>
                  </a:cubicBezTo>
                  <a:close/>
                </a:path>
              </a:pathLst>
            </a:custGeom>
            <a:solidFill>
              <a:srgbClr val="000000"/>
            </a:solidFill>
            <a:ln w="22776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/>
            </a:p>
          </p:txBody>
        </p:sp>
        <p:sp>
          <p:nvSpPr>
            <p:cNvPr id="830" name="任意形状 829">
              <a:extLst>
                <a:ext uri="{FF2B5EF4-FFF2-40B4-BE49-F238E27FC236}">
                  <a16:creationId xmlns:a16="http://schemas.microsoft.com/office/drawing/2014/main" id="{D94AD94B-D5FD-CB3B-28A0-C89401F7BED6}"/>
                </a:ext>
              </a:extLst>
            </p:cNvPr>
            <p:cNvSpPr/>
            <p:nvPr>
              <p:custDataLst>
                <p:tags r:id="rId50"/>
              </p:custDataLst>
            </p:nvPr>
          </p:nvSpPr>
          <p:spPr>
            <a:xfrm>
              <a:off x="10955084" y="6963050"/>
              <a:ext cx="82491" cy="72701"/>
            </a:xfrm>
            <a:custGeom>
              <a:avLst/>
              <a:gdLst>
                <a:gd name="connsiteX0" fmla="*/ 13076 w 82491"/>
                <a:gd name="connsiteY0" fmla="*/ 16204 h 72701"/>
                <a:gd name="connsiteX1" fmla="*/ 13076 w 82491"/>
                <a:gd name="connsiteY1" fmla="*/ 60286 h 72701"/>
                <a:gd name="connsiteX2" fmla="*/ 284 w 82491"/>
                <a:gd name="connsiteY2" fmla="*/ 67687 h 72701"/>
                <a:gd name="connsiteX3" fmla="*/ 284 w 82491"/>
                <a:gd name="connsiteY3" fmla="*/ 72786 h 72701"/>
                <a:gd name="connsiteX4" fmla="*/ 18816 w 82491"/>
                <a:gd name="connsiteY4" fmla="*/ 72293 h 72701"/>
                <a:gd name="connsiteX5" fmla="*/ 37184 w 82491"/>
                <a:gd name="connsiteY5" fmla="*/ 72786 h 72701"/>
                <a:gd name="connsiteX6" fmla="*/ 37184 w 82491"/>
                <a:gd name="connsiteY6" fmla="*/ 67687 h 72701"/>
                <a:gd name="connsiteX7" fmla="*/ 24392 w 82491"/>
                <a:gd name="connsiteY7" fmla="*/ 60286 h 72701"/>
                <a:gd name="connsiteX8" fmla="*/ 24392 w 82491"/>
                <a:gd name="connsiteY8" fmla="*/ 30021 h 72701"/>
                <a:gd name="connsiteX9" fmla="*/ 46532 w 82491"/>
                <a:gd name="connsiteY9" fmla="*/ 3703 h 72701"/>
                <a:gd name="connsiteX10" fmla="*/ 58668 w 82491"/>
                <a:gd name="connsiteY10" fmla="*/ 21961 h 72701"/>
                <a:gd name="connsiteX11" fmla="*/ 58668 w 82491"/>
                <a:gd name="connsiteY11" fmla="*/ 60286 h 72701"/>
                <a:gd name="connsiteX12" fmla="*/ 45876 w 82491"/>
                <a:gd name="connsiteY12" fmla="*/ 67687 h 72701"/>
                <a:gd name="connsiteX13" fmla="*/ 45876 w 82491"/>
                <a:gd name="connsiteY13" fmla="*/ 72786 h 72701"/>
                <a:gd name="connsiteX14" fmla="*/ 64408 w 82491"/>
                <a:gd name="connsiteY14" fmla="*/ 72293 h 72701"/>
                <a:gd name="connsiteX15" fmla="*/ 82776 w 82491"/>
                <a:gd name="connsiteY15" fmla="*/ 72786 h 72701"/>
                <a:gd name="connsiteX16" fmla="*/ 82776 w 82491"/>
                <a:gd name="connsiteY16" fmla="*/ 67687 h 72701"/>
                <a:gd name="connsiteX17" fmla="*/ 69984 w 82491"/>
                <a:gd name="connsiteY17" fmla="*/ 62753 h 72701"/>
                <a:gd name="connsiteX18" fmla="*/ 69984 w 82491"/>
                <a:gd name="connsiteY18" fmla="*/ 31336 h 72701"/>
                <a:gd name="connsiteX19" fmla="*/ 64900 w 82491"/>
                <a:gd name="connsiteY19" fmla="*/ 6171 h 72701"/>
                <a:gd name="connsiteX20" fmla="*/ 47680 w 82491"/>
                <a:gd name="connsiteY20" fmla="*/ 85 h 72701"/>
                <a:gd name="connsiteX21" fmla="*/ 23408 w 82491"/>
                <a:gd name="connsiteY21" fmla="*/ 17355 h 72701"/>
                <a:gd name="connsiteX22" fmla="*/ 23408 w 82491"/>
                <a:gd name="connsiteY22" fmla="*/ 85 h 72701"/>
                <a:gd name="connsiteX23" fmla="*/ 284 w 82491"/>
                <a:gd name="connsiteY23" fmla="*/ 1894 h 72701"/>
                <a:gd name="connsiteX24" fmla="*/ 284 w 82491"/>
                <a:gd name="connsiteY24" fmla="*/ 6993 h 72701"/>
                <a:gd name="connsiteX25" fmla="*/ 13076 w 82491"/>
                <a:gd name="connsiteY25" fmla="*/ 16204 h 727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82491" h="72701">
                  <a:moveTo>
                    <a:pt x="13076" y="16204"/>
                  </a:moveTo>
                  <a:lnTo>
                    <a:pt x="13076" y="60286"/>
                  </a:lnTo>
                  <a:cubicBezTo>
                    <a:pt x="13076" y="67687"/>
                    <a:pt x="11272" y="67687"/>
                    <a:pt x="284" y="67687"/>
                  </a:cubicBezTo>
                  <a:lnTo>
                    <a:pt x="284" y="72786"/>
                  </a:lnTo>
                  <a:cubicBezTo>
                    <a:pt x="6024" y="72622"/>
                    <a:pt x="14388" y="72293"/>
                    <a:pt x="18816" y="72293"/>
                  </a:cubicBezTo>
                  <a:cubicBezTo>
                    <a:pt x="23080" y="72293"/>
                    <a:pt x="31608" y="72622"/>
                    <a:pt x="37184" y="72786"/>
                  </a:cubicBezTo>
                  <a:lnTo>
                    <a:pt x="37184" y="67687"/>
                  </a:lnTo>
                  <a:cubicBezTo>
                    <a:pt x="26196" y="67687"/>
                    <a:pt x="24392" y="67687"/>
                    <a:pt x="24392" y="60286"/>
                  </a:cubicBezTo>
                  <a:lnTo>
                    <a:pt x="24392" y="30021"/>
                  </a:lnTo>
                  <a:cubicBezTo>
                    <a:pt x="24392" y="12914"/>
                    <a:pt x="36036" y="3703"/>
                    <a:pt x="46532" y="3703"/>
                  </a:cubicBezTo>
                  <a:cubicBezTo>
                    <a:pt x="56864" y="3703"/>
                    <a:pt x="58668" y="12585"/>
                    <a:pt x="58668" y="21961"/>
                  </a:cubicBezTo>
                  <a:lnTo>
                    <a:pt x="58668" y="60286"/>
                  </a:lnTo>
                  <a:cubicBezTo>
                    <a:pt x="58668" y="67687"/>
                    <a:pt x="56864" y="67687"/>
                    <a:pt x="45876" y="67687"/>
                  </a:cubicBezTo>
                  <a:lnTo>
                    <a:pt x="45876" y="72786"/>
                  </a:lnTo>
                  <a:cubicBezTo>
                    <a:pt x="51616" y="72622"/>
                    <a:pt x="59980" y="72293"/>
                    <a:pt x="64408" y="72293"/>
                  </a:cubicBezTo>
                  <a:cubicBezTo>
                    <a:pt x="68672" y="72293"/>
                    <a:pt x="77200" y="72622"/>
                    <a:pt x="82776" y="72786"/>
                  </a:cubicBezTo>
                  <a:lnTo>
                    <a:pt x="82776" y="67687"/>
                  </a:lnTo>
                  <a:cubicBezTo>
                    <a:pt x="74248" y="67687"/>
                    <a:pt x="70148" y="67687"/>
                    <a:pt x="69984" y="62753"/>
                  </a:cubicBezTo>
                  <a:lnTo>
                    <a:pt x="69984" y="31336"/>
                  </a:lnTo>
                  <a:cubicBezTo>
                    <a:pt x="69984" y="17191"/>
                    <a:pt x="69984" y="12092"/>
                    <a:pt x="64900" y="6171"/>
                  </a:cubicBezTo>
                  <a:cubicBezTo>
                    <a:pt x="62604" y="3374"/>
                    <a:pt x="57192" y="85"/>
                    <a:pt x="47680" y="85"/>
                  </a:cubicBezTo>
                  <a:cubicBezTo>
                    <a:pt x="35708" y="85"/>
                    <a:pt x="28000" y="7157"/>
                    <a:pt x="23408" y="17355"/>
                  </a:cubicBezTo>
                  <a:lnTo>
                    <a:pt x="23408" y="85"/>
                  </a:lnTo>
                  <a:lnTo>
                    <a:pt x="284" y="1894"/>
                  </a:lnTo>
                  <a:lnTo>
                    <a:pt x="284" y="6993"/>
                  </a:lnTo>
                  <a:cubicBezTo>
                    <a:pt x="11764" y="6993"/>
                    <a:pt x="13076" y="8144"/>
                    <a:pt x="13076" y="16204"/>
                  </a:cubicBezTo>
                  <a:close/>
                </a:path>
              </a:pathLst>
            </a:custGeom>
            <a:solidFill>
              <a:srgbClr val="000000"/>
            </a:solidFill>
            <a:ln w="22776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/>
            </a:p>
          </p:txBody>
        </p:sp>
        <p:sp>
          <p:nvSpPr>
            <p:cNvPr id="831" name="任意形状 830">
              <a:extLst>
                <a:ext uri="{FF2B5EF4-FFF2-40B4-BE49-F238E27FC236}">
                  <a16:creationId xmlns:a16="http://schemas.microsoft.com/office/drawing/2014/main" id="{01D794C9-9F59-2330-C7A8-BF55A9257AA1}"/>
                </a:ext>
              </a:extLst>
            </p:cNvPr>
            <p:cNvSpPr/>
            <p:nvPr>
              <p:custDataLst>
                <p:tags r:id="rId51"/>
              </p:custDataLst>
            </p:nvPr>
          </p:nvSpPr>
          <p:spPr>
            <a:xfrm>
              <a:off x="11046523" y="6921600"/>
              <a:ext cx="80851" cy="115960"/>
            </a:xfrm>
            <a:custGeom>
              <a:avLst/>
              <a:gdLst>
                <a:gd name="connsiteX0" fmla="*/ 57034 w 80851"/>
                <a:gd name="connsiteY0" fmla="*/ 105189 h 115960"/>
                <a:gd name="connsiteX1" fmla="*/ 57034 w 80851"/>
                <a:gd name="connsiteY1" fmla="*/ 116045 h 115960"/>
                <a:gd name="connsiteX2" fmla="*/ 81142 w 80851"/>
                <a:gd name="connsiteY2" fmla="*/ 114236 h 115960"/>
                <a:gd name="connsiteX3" fmla="*/ 81142 w 80851"/>
                <a:gd name="connsiteY3" fmla="*/ 109137 h 115960"/>
                <a:gd name="connsiteX4" fmla="*/ 68350 w 80851"/>
                <a:gd name="connsiteY4" fmla="*/ 99926 h 115960"/>
                <a:gd name="connsiteX5" fmla="*/ 68350 w 80851"/>
                <a:gd name="connsiteY5" fmla="*/ 85 h 115960"/>
                <a:gd name="connsiteX6" fmla="*/ 44734 w 80851"/>
                <a:gd name="connsiteY6" fmla="*/ 1894 h 115960"/>
                <a:gd name="connsiteX7" fmla="*/ 44734 w 80851"/>
                <a:gd name="connsiteY7" fmla="*/ 6993 h 115960"/>
                <a:gd name="connsiteX8" fmla="*/ 57526 w 80851"/>
                <a:gd name="connsiteY8" fmla="*/ 16204 h 115960"/>
                <a:gd name="connsiteX9" fmla="*/ 57526 w 80851"/>
                <a:gd name="connsiteY9" fmla="*/ 51732 h 115960"/>
                <a:gd name="connsiteX10" fmla="*/ 36862 w 80851"/>
                <a:gd name="connsiteY10" fmla="*/ 41534 h 115960"/>
                <a:gd name="connsiteX11" fmla="*/ 290 w 80851"/>
                <a:gd name="connsiteY11" fmla="*/ 78872 h 115960"/>
                <a:gd name="connsiteX12" fmla="*/ 35058 w 80851"/>
                <a:gd name="connsiteY12" fmla="*/ 116045 h 115960"/>
                <a:gd name="connsiteX13" fmla="*/ 57034 w 80851"/>
                <a:gd name="connsiteY13" fmla="*/ 105189 h 115960"/>
                <a:gd name="connsiteX14" fmla="*/ 57034 w 80851"/>
                <a:gd name="connsiteY14" fmla="*/ 61108 h 115960"/>
                <a:gd name="connsiteX15" fmla="*/ 57034 w 80851"/>
                <a:gd name="connsiteY15" fmla="*/ 94827 h 115960"/>
                <a:gd name="connsiteX16" fmla="*/ 55230 w 80851"/>
                <a:gd name="connsiteY16" fmla="*/ 100913 h 115960"/>
                <a:gd name="connsiteX17" fmla="*/ 35878 w 80851"/>
                <a:gd name="connsiteY17" fmla="*/ 112427 h 115960"/>
                <a:gd name="connsiteX18" fmla="*/ 18658 w 80851"/>
                <a:gd name="connsiteY18" fmla="*/ 101900 h 115960"/>
                <a:gd name="connsiteX19" fmla="*/ 13902 w 80851"/>
                <a:gd name="connsiteY19" fmla="*/ 79037 h 115960"/>
                <a:gd name="connsiteX20" fmla="*/ 18986 w 80851"/>
                <a:gd name="connsiteY20" fmla="*/ 55680 h 115960"/>
                <a:gd name="connsiteX21" fmla="*/ 37518 w 80851"/>
                <a:gd name="connsiteY21" fmla="*/ 45153 h 115960"/>
                <a:gd name="connsiteX22" fmla="*/ 55230 w 80851"/>
                <a:gd name="connsiteY22" fmla="*/ 55022 h 115960"/>
                <a:gd name="connsiteX23" fmla="*/ 57034 w 80851"/>
                <a:gd name="connsiteY23" fmla="*/ 61108 h 115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80851" h="115960">
                  <a:moveTo>
                    <a:pt x="57034" y="105189"/>
                  </a:moveTo>
                  <a:lnTo>
                    <a:pt x="57034" y="116045"/>
                  </a:lnTo>
                  <a:lnTo>
                    <a:pt x="81142" y="114236"/>
                  </a:lnTo>
                  <a:lnTo>
                    <a:pt x="81142" y="109137"/>
                  </a:lnTo>
                  <a:cubicBezTo>
                    <a:pt x="69662" y="109137"/>
                    <a:pt x="68350" y="107986"/>
                    <a:pt x="68350" y="99926"/>
                  </a:cubicBezTo>
                  <a:lnTo>
                    <a:pt x="68350" y="85"/>
                  </a:lnTo>
                  <a:lnTo>
                    <a:pt x="44734" y="1894"/>
                  </a:lnTo>
                  <a:lnTo>
                    <a:pt x="44734" y="6993"/>
                  </a:lnTo>
                  <a:cubicBezTo>
                    <a:pt x="56214" y="6993"/>
                    <a:pt x="57526" y="8144"/>
                    <a:pt x="57526" y="16204"/>
                  </a:cubicBezTo>
                  <a:lnTo>
                    <a:pt x="57526" y="51732"/>
                  </a:lnTo>
                  <a:cubicBezTo>
                    <a:pt x="52770" y="45811"/>
                    <a:pt x="45718" y="41534"/>
                    <a:pt x="36862" y="41534"/>
                  </a:cubicBezTo>
                  <a:cubicBezTo>
                    <a:pt x="17510" y="41534"/>
                    <a:pt x="290" y="57654"/>
                    <a:pt x="290" y="78872"/>
                  </a:cubicBezTo>
                  <a:cubicBezTo>
                    <a:pt x="290" y="99762"/>
                    <a:pt x="16362" y="116045"/>
                    <a:pt x="35058" y="116045"/>
                  </a:cubicBezTo>
                  <a:cubicBezTo>
                    <a:pt x="45554" y="116045"/>
                    <a:pt x="52934" y="110453"/>
                    <a:pt x="57034" y="105189"/>
                  </a:cubicBezTo>
                  <a:close/>
                  <a:moveTo>
                    <a:pt x="57034" y="61108"/>
                  </a:moveTo>
                  <a:lnTo>
                    <a:pt x="57034" y="94827"/>
                  </a:lnTo>
                  <a:cubicBezTo>
                    <a:pt x="57034" y="97788"/>
                    <a:pt x="57034" y="98117"/>
                    <a:pt x="55230" y="100913"/>
                  </a:cubicBezTo>
                  <a:cubicBezTo>
                    <a:pt x="50310" y="108808"/>
                    <a:pt x="42930" y="112427"/>
                    <a:pt x="35878" y="112427"/>
                  </a:cubicBezTo>
                  <a:cubicBezTo>
                    <a:pt x="28498" y="112427"/>
                    <a:pt x="22594" y="108150"/>
                    <a:pt x="18658" y="101900"/>
                  </a:cubicBezTo>
                  <a:cubicBezTo>
                    <a:pt x="14394" y="95156"/>
                    <a:pt x="13902" y="85780"/>
                    <a:pt x="13902" y="79037"/>
                  </a:cubicBezTo>
                  <a:cubicBezTo>
                    <a:pt x="13902" y="72951"/>
                    <a:pt x="14230" y="63082"/>
                    <a:pt x="18986" y="55680"/>
                  </a:cubicBezTo>
                  <a:cubicBezTo>
                    <a:pt x="22430" y="50581"/>
                    <a:pt x="28662" y="45153"/>
                    <a:pt x="37518" y="45153"/>
                  </a:cubicBezTo>
                  <a:cubicBezTo>
                    <a:pt x="43258" y="45153"/>
                    <a:pt x="50146" y="47620"/>
                    <a:pt x="55230" y="55022"/>
                  </a:cubicBezTo>
                  <a:cubicBezTo>
                    <a:pt x="57034" y="57818"/>
                    <a:pt x="57034" y="58147"/>
                    <a:pt x="57034" y="61108"/>
                  </a:cubicBezTo>
                  <a:close/>
                </a:path>
              </a:pathLst>
            </a:custGeom>
            <a:solidFill>
              <a:srgbClr val="000000"/>
            </a:solidFill>
            <a:ln w="22776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/>
            </a:p>
          </p:txBody>
        </p:sp>
        <p:sp>
          <p:nvSpPr>
            <p:cNvPr id="832" name="任意形状 831">
              <a:extLst>
                <a:ext uri="{FF2B5EF4-FFF2-40B4-BE49-F238E27FC236}">
                  <a16:creationId xmlns:a16="http://schemas.microsoft.com/office/drawing/2014/main" id="{E71A7475-1B68-F38F-36BE-BE51875C5166}"/>
                </a:ext>
              </a:extLst>
            </p:cNvPr>
            <p:cNvSpPr/>
            <p:nvPr>
              <p:custDataLst>
                <p:tags r:id="rId52"/>
              </p:custDataLst>
            </p:nvPr>
          </p:nvSpPr>
          <p:spPr>
            <a:xfrm>
              <a:off x="11137962" y="6923410"/>
              <a:ext cx="100859" cy="112342"/>
            </a:xfrm>
            <a:custGeom>
              <a:avLst/>
              <a:gdLst>
                <a:gd name="connsiteX0" fmla="*/ 30799 w 100859"/>
                <a:gd name="connsiteY0" fmla="*/ 52226 h 112342"/>
                <a:gd name="connsiteX1" fmla="*/ 30799 w 100859"/>
                <a:gd name="connsiteY1" fmla="*/ 11763 h 112342"/>
                <a:gd name="connsiteX2" fmla="*/ 38835 w 100859"/>
                <a:gd name="connsiteY2" fmla="*/ 5184 h 112342"/>
                <a:gd name="connsiteX3" fmla="*/ 59171 w 100859"/>
                <a:gd name="connsiteY3" fmla="*/ 5184 h 112342"/>
                <a:gd name="connsiteX4" fmla="*/ 80819 w 100859"/>
                <a:gd name="connsiteY4" fmla="*/ 27882 h 112342"/>
                <a:gd name="connsiteX5" fmla="*/ 54579 w 100859"/>
                <a:gd name="connsiteY5" fmla="*/ 52226 h 112342"/>
                <a:gd name="connsiteX6" fmla="*/ 30799 w 100859"/>
                <a:gd name="connsiteY6" fmla="*/ 52226 h 112342"/>
                <a:gd name="connsiteX7" fmla="*/ 69503 w 100859"/>
                <a:gd name="connsiteY7" fmla="*/ 53706 h 112342"/>
                <a:gd name="connsiteX8" fmla="*/ 96727 w 100859"/>
                <a:gd name="connsiteY8" fmla="*/ 27882 h 112342"/>
                <a:gd name="connsiteX9" fmla="*/ 60319 w 100859"/>
                <a:gd name="connsiteY9" fmla="*/ 85 h 112342"/>
                <a:gd name="connsiteX10" fmla="*/ 295 w 100859"/>
                <a:gd name="connsiteY10" fmla="*/ 85 h 112342"/>
                <a:gd name="connsiteX11" fmla="*/ 295 w 100859"/>
                <a:gd name="connsiteY11" fmla="*/ 5184 h 112342"/>
                <a:gd name="connsiteX12" fmla="*/ 4231 w 100859"/>
                <a:gd name="connsiteY12" fmla="*/ 5184 h 112342"/>
                <a:gd name="connsiteX13" fmla="*/ 17187 w 100859"/>
                <a:gd name="connsiteY13" fmla="*/ 12914 h 112342"/>
                <a:gd name="connsiteX14" fmla="*/ 17187 w 100859"/>
                <a:gd name="connsiteY14" fmla="*/ 99597 h 112342"/>
                <a:gd name="connsiteX15" fmla="*/ 4231 w 100859"/>
                <a:gd name="connsiteY15" fmla="*/ 107328 h 112342"/>
                <a:gd name="connsiteX16" fmla="*/ 295 w 100859"/>
                <a:gd name="connsiteY16" fmla="*/ 107328 h 112342"/>
                <a:gd name="connsiteX17" fmla="*/ 295 w 100859"/>
                <a:gd name="connsiteY17" fmla="*/ 112427 h 112342"/>
                <a:gd name="connsiteX18" fmla="*/ 64583 w 100859"/>
                <a:gd name="connsiteY18" fmla="*/ 112427 h 112342"/>
                <a:gd name="connsiteX19" fmla="*/ 101155 w 100859"/>
                <a:gd name="connsiteY19" fmla="*/ 82326 h 112342"/>
                <a:gd name="connsiteX20" fmla="*/ 69503 w 100859"/>
                <a:gd name="connsiteY20" fmla="*/ 53706 h 112342"/>
                <a:gd name="connsiteX21" fmla="*/ 59335 w 100859"/>
                <a:gd name="connsiteY21" fmla="*/ 107328 h 112342"/>
                <a:gd name="connsiteX22" fmla="*/ 38835 w 100859"/>
                <a:gd name="connsiteY22" fmla="*/ 107328 h 112342"/>
                <a:gd name="connsiteX23" fmla="*/ 30799 w 100859"/>
                <a:gd name="connsiteY23" fmla="*/ 100748 h 112342"/>
                <a:gd name="connsiteX24" fmla="*/ 30799 w 100859"/>
                <a:gd name="connsiteY24" fmla="*/ 55844 h 112342"/>
                <a:gd name="connsiteX25" fmla="*/ 61631 w 100859"/>
                <a:gd name="connsiteY25" fmla="*/ 55844 h 112342"/>
                <a:gd name="connsiteX26" fmla="*/ 84755 w 100859"/>
                <a:gd name="connsiteY26" fmla="*/ 82162 h 112342"/>
                <a:gd name="connsiteX27" fmla="*/ 59335 w 100859"/>
                <a:gd name="connsiteY27" fmla="*/ 107328 h 1123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100859" h="112342">
                  <a:moveTo>
                    <a:pt x="30799" y="52226"/>
                  </a:moveTo>
                  <a:lnTo>
                    <a:pt x="30799" y="11763"/>
                  </a:lnTo>
                  <a:cubicBezTo>
                    <a:pt x="30799" y="6335"/>
                    <a:pt x="31127" y="5184"/>
                    <a:pt x="38835" y="5184"/>
                  </a:cubicBezTo>
                  <a:lnTo>
                    <a:pt x="59171" y="5184"/>
                  </a:lnTo>
                  <a:cubicBezTo>
                    <a:pt x="75079" y="5184"/>
                    <a:pt x="80819" y="19165"/>
                    <a:pt x="80819" y="27882"/>
                  </a:cubicBezTo>
                  <a:cubicBezTo>
                    <a:pt x="80819" y="38409"/>
                    <a:pt x="72783" y="52226"/>
                    <a:pt x="54579" y="52226"/>
                  </a:cubicBezTo>
                  <a:lnTo>
                    <a:pt x="30799" y="52226"/>
                  </a:lnTo>
                  <a:close/>
                  <a:moveTo>
                    <a:pt x="69503" y="53706"/>
                  </a:moveTo>
                  <a:cubicBezTo>
                    <a:pt x="85411" y="50581"/>
                    <a:pt x="96727" y="40054"/>
                    <a:pt x="96727" y="27882"/>
                  </a:cubicBezTo>
                  <a:cubicBezTo>
                    <a:pt x="96727" y="13572"/>
                    <a:pt x="81639" y="85"/>
                    <a:pt x="60319" y="85"/>
                  </a:cubicBezTo>
                  <a:lnTo>
                    <a:pt x="295" y="85"/>
                  </a:lnTo>
                  <a:lnTo>
                    <a:pt x="295" y="5184"/>
                  </a:lnTo>
                  <a:lnTo>
                    <a:pt x="4231" y="5184"/>
                  </a:lnTo>
                  <a:cubicBezTo>
                    <a:pt x="16859" y="5184"/>
                    <a:pt x="17187" y="6993"/>
                    <a:pt x="17187" y="12914"/>
                  </a:cubicBezTo>
                  <a:lnTo>
                    <a:pt x="17187" y="99597"/>
                  </a:lnTo>
                  <a:cubicBezTo>
                    <a:pt x="17187" y="105518"/>
                    <a:pt x="16859" y="107328"/>
                    <a:pt x="4231" y="107328"/>
                  </a:cubicBezTo>
                  <a:lnTo>
                    <a:pt x="295" y="107328"/>
                  </a:lnTo>
                  <a:lnTo>
                    <a:pt x="295" y="112427"/>
                  </a:lnTo>
                  <a:lnTo>
                    <a:pt x="64583" y="112427"/>
                  </a:lnTo>
                  <a:cubicBezTo>
                    <a:pt x="86395" y="112427"/>
                    <a:pt x="101155" y="97788"/>
                    <a:pt x="101155" y="82326"/>
                  </a:cubicBezTo>
                  <a:cubicBezTo>
                    <a:pt x="101155" y="68016"/>
                    <a:pt x="87707" y="55680"/>
                    <a:pt x="69503" y="53706"/>
                  </a:cubicBezTo>
                  <a:close/>
                  <a:moveTo>
                    <a:pt x="59335" y="107328"/>
                  </a:moveTo>
                  <a:lnTo>
                    <a:pt x="38835" y="107328"/>
                  </a:lnTo>
                  <a:cubicBezTo>
                    <a:pt x="31127" y="107328"/>
                    <a:pt x="30799" y="106176"/>
                    <a:pt x="30799" y="100748"/>
                  </a:cubicBezTo>
                  <a:lnTo>
                    <a:pt x="30799" y="55844"/>
                  </a:lnTo>
                  <a:lnTo>
                    <a:pt x="61631" y="55844"/>
                  </a:lnTo>
                  <a:cubicBezTo>
                    <a:pt x="77867" y="55844"/>
                    <a:pt x="84755" y="71141"/>
                    <a:pt x="84755" y="82162"/>
                  </a:cubicBezTo>
                  <a:cubicBezTo>
                    <a:pt x="84755" y="93840"/>
                    <a:pt x="76227" y="107328"/>
                    <a:pt x="59335" y="107328"/>
                  </a:cubicBezTo>
                  <a:close/>
                </a:path>
              </a:pathLst>
            </a:custGeom>
            <a:solidFill>
              <a:srgbClr val="000000"/>
            </a:solidFill>
            <a:ln w="22776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/>
            </a:p>
          </p:txBody>
        </p:sp>
        <p:sp>
          <p:nvSpPr>
            <p:cNvPr id="833" name="任意形状 832">
              <a:extLst>
                <a:ext uri="{FF2B5EF4-FFF2-40B4-BE49-F238E27FC236}">
                  <a16:creationId xmlns:a16="http://schemas.microsoft.com/office/drawing/2014/main" id="{5E72D9D1-544D-150B-5E6C-191B49A9F8E1}"/>
                </a:ext>
              </a:extLst>
            </p:cNvPr>
            <p:cNvSpPr/>
            <p:nvPr>
              <p:custDataLst>
                <p:tags r:id="rId53"/>
              </p:custDataLst>
            </p:nvPr>
          </p:nvSpPr>
          <p:spPr>
            <a:xfrm>
              <a:off x="11252816" y="6962063"/>
              <a:ext cx="63467" cy="75497"/>
            </a:xfrm>
            <a:custGeom>
              <a:avLst/>
              <a:gdLst>
                <a:gd name="connsiteX0" fmla="*/ 14078 w 63467"/>
                <a:gd name="connsiteY0" fmla="*/ 32323 h 75497"/>
                <a:gd name="connsiteX1" fmla="*/ 34414 w 63467"/>
                <a:gd name="connsiteY1" fmla="*/ 3703 h 75497"/>
                <a:gd name="connsiteX2" fmla="*/ 52946 w 63467"/>
                <a:gd name="connsiteY2" fmla="*/ 32323 h 75497"/>
                <a:gd name="connsiteX3" fmla="*/ 14078 w 63467"/>
                <a:gd name="connsiteY3" fmla="*/ 32323 h 75497"/>
                <a:gd name="connsiteX4" fmla="*/ 13914 w 63467"/>
                <a:gd name="connsiteY4" fmla="*/ 35778 h 75497"/>
                <a:gd name="connsiteX5" fmla="*/ 59670 w 63467"/>
                <a:gd name="connsiteY5" fmla="*/ 35778 h 75497"/>
                <a:gd name="connsiteX6" fmla="*/ 63770 w 63467"/>
                <a:gd name="connsiteY6" fmla="*/ 32323 h 75497"/>
                <a:gd name="connsiteX7" fmla="*/ 34414 w 63467"/>
                <a:gd name="connsiteY7" fmla="*/ 85 h 75497"/>
                <a:gd name="connsiteX8" fmla="*/ 302 w 63467"/>
                <a:gd name="connsiteY8" fmla="*/ 37587 h 75497"/>
                <a:gd name="connsiteX9" fmla="*/ 36382 w 63467"/>
                <a:gd name="connsiteY9" fmla="*/ 75582 h 75497"/>
                <a:gd name="connsiteX10" fmla="*/ 63770 w 63467"/>
                <a:gd name="connsiteY10" fmla="*/ 54200 h 75497"/>
                <a:gd name="connsiteX11" fmla="*/ 61638 w 63467"/>
                <a:gd name="connsiteY11" fmla="*/ 52226 h 75497"/>
                <a:gd name="connsiteX12" fmla="*/ 59506 w 63467"/>
                <a:gd name="connsiteY12" fmla="*/ 54529 h 75497"/>
                <a:gd name="connsiteX13" fmla="*/ 37366 w 63467"/>
                <a:gd name="connsiteY13" fmla="*/ 71470 h 75497"/>
                <a:gd name="connsiteX14" fmla="*/ 18834 w 63467"/>
                <a:gd name="connsiteY14" fmla="*/ 60450 h 75497"/>
                <a:gd name="connsiteX15" fmla="*/ 13914 w 63467"/>
                <a:gd name="connsiteY15" fmla="*/ 35778 h 754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63467" h="75497">
                  <a:moveTo>
                    <a:pt x="14078" y="32323"/>
                  </a:moveTo>
                  <a:cubicBezTo>
                    <a:pt x="15062" y="7815"/>
                    <a:pt x="28838" y="3703"/>
                    <a:pt x="34414" y="3703"/>
                  </a:cubicBezTo>
                  <a:cubicBezTo>
                    <a:pt x="51306" y="3703"/>
                    <a:pt x="52946" y="25909"/>
                    <a:pt x="52946" y="32323"/>
                  </a:cubicBezTo>
                  <a:lnTo>
                    <a:pt x="14078" y="32323"/>
                  </a:lnTo>
                  <a:close/>
                  <a:moveTo>
                    <a:pt x="13914" y="35778"/>
                  </a:moveTo>
                  <a:lnTo>
                    <a:pt x="59670" y="35778"/>
                  </a:lnTo>
                  <a:cubicBezTo>
                    <a:pt x="63278" y="35778"/>
                    <a:pt x="63770" y="35778"/>
                    <a:pt x="63770" y="32323"/>
                  </a:cubicBezTo>
                  <a:cubicBezTo>
                    <a:pt x="63770" y="16040"/>
                    <a:pt x="54914" y="85"/>
                    <a:pt x="34414" y="85"/>
                  </a:cubicBezTo>
                  <a:cubicBezTo>
                    <a:pt x="15390" y="85"/>
                    <a:pt x="302" y="17026"/>
                    <a:pt x="302" y="37587"/>
                  </a:cubicBezTo>
                  <a:cubicBezTo>
                    <a:pt x="302" y="59628"/>
                    <a:pt x="17522" y="75582"/>
                    <a:pt x="36382" y="75582"/>
                  </a:cubicBezTo>
                  <a:cubicBezTo>
                    <a:pt x="56390" y="75582"/>
                    <a:pt x="63770" y="57325"/>
                    <a:pt x="63770" y="54200"/>
                  </a:cubicBezTo>
                  <a:cubicBezTo>
                    <a:pt x="63770" y="52555"/>
                    <a:pt x="62458" y="52226"/>
                    <a:pt x="61638" y="52226"/>
                  </a:cubicBezTo>
                  <a:cubicBezTo>
                    <a:pt x="60162" y="52226"/>
                    <a:pt x="59834" y="53213"/>
                    <a:pt x="59506" y="54529"/>
                  </a:cubicBezTo>
                  <a:cubicBezTo>
                    <a:pt x="53766" y="71470"/>
                    <a:pt x="39006" y="71470"/>
                    <a:pt x="37366" y="71470"/>
                  </a:cubicBezTo>
                  <a:cubicBezTo>
                    <a:pt x="29166" y="71470"/>
                    <a:pt x="22606" y="66536"/>
                    <a:pt x="18834" y="60450"/>
                  </a:cubicBezTo>
                  <a:cubicBezTo>
                    <a:pt x="13914" y="52555"/>
                    <a:pt x="13914" y="41699"/>
                    <a:pt x="13914" y="35778"/>
                  </a:cubicBezTo>
                  <a:close/>
                </a:path>
              </a:pathLst>
            </a:custGeom>
            <a:solidFill>
              <a:srgbClr val="000000"/>
            </a:solidFill>
            <a:ln w="22776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/>
            </a:p>
          </p:txBody>
        </p:sp>
        <p:sp>
          <p:nvSpPr>
            <p:cNvPr id="834" name="任意形状 833">
              <a:extLst>
                <a:ext uri="{FF2B5EF4-FFF2-40B4-BE49-F238E27FC236}">
                  <a16:creationId xmlns:a16="http://schemas.microsoft.com/office/drawing/2014/main" id="{1CEA9C35-F203-615C-0ED0-C2A2D3C12993}"/>
                </a:ext>
              </a:extLst>
            </p:cNvPr>
            <p:cNvSpPr/>
            <p:nvPr>
              <p:custDataLst>
                <p:tags r:id="rId54"/>
              </p:custDataLst>
            </p:nvPr>
          </p:nvSpPr>
          <p:spPr>
            <a:xfrm>
              <a:off x="11326525" y="6962063"/>
              <a:ext cx="53627" cy="75497"/>
            </a:xfrm>
            <a:custGeom>
              <a:avLst/>
              <a:gdLst>
                <a:gd name="connsiteX0" fmla="*/ 29007 w 53627"/>
                <a:gd name="connsiteY0" fmla="*/ 41863 h 75497"/>
                <a:gd name="connsiteX1" fmla="*/ 46063 w 53627"/>
                <a:gd name="connsiteY1" fmla="*/ 56996 h 75497"/>
                <a:gd name="connsiteX2" fmla="*/ 27531 w 53627"/>
                <a:gd name="connsiteY2" fmla="*/ 71964 h 75497"/>
                <a:gd name="connsiteX3" fmla="*/ 4735 w 53627"/>
                <a:gd name="connsiteY3" fmla="*/ 48607 h 75497"/>
                <a:gd name="connsiteX4" fmla="*/ 2439 w 53627"/>
                <a:gd name="connsiteY4" fmla="*/ 45811 h 75497"/>
                <a:gd name="connsiteX5" fmla="*/ 307 w 53627"/>
                <a:gd name="connsiteY5" fmla="*/ 49923 h 75497"/>
                <a:gd name="connsiteX6" fmla="*/ 307 w 53627"/>
                <a:gd name="connsiteY6" fmla="*/ 71635 h 75497"/>
                <a:gd name="connsiteX7" fmla="*/ 2111 w 53627"/>
                <a:gd name="connsiteY7" fmla="*/ 75582 h 75497"/>
                <a:gd name="connsiteX8" fmla="*/ 6211 w 53627"/>
                <a:gd name="connsiteY8" fmla="*/ 72293 h 75497"/>
                <a:gd name="connsiteX9" fmla="*/ 9491 w 53627"/>
                <a:gd name="connsiteY9" fmla="*/ 68510 h 75497"/>
                <a:gd name="connsiteX10" fmla="*/ 27531 w 53627"/>
                <a:gd name="connsiteY10" fmla="*/ 75582 h 75497"/>
                <a:gd name="connsiteX11" fmla="*/ 53935 w 53627"/>
                <a:gd name="connsiteY11" fmla="*/ 52719 h 75497"/>
                <a:gd name="connsiteX12" fmla="*/ 47047 w 53627"/>
                <a:gd name="connsiteY12" fmla="*/ 37093 h 75497"/>
                <a:gd name="connsiteX13" fmla="*/ 28351 w 53627"/>
                <a:gd name="connsiteY13" fmla="*/ 29198 h 75497"/>
                <a:gd name="connsiteX14" fmla="*/ 8179 w 53627"/>
                <a:gd name="connsiteY14" fmla="*/ 15711 h 75497"/>
                <a:gd name="connsiteX15" fmla="*/ 26547 w 53627"/>
                <a:gd name="connsiteY15" fmla="*/ 3210 h 75497"/>
                <a:gd name="connsiteX16" fmla="*/ 45735 w 53627"/>
                <a:gd name="connsiteY16" fmla="*/ 23112 h 75497"/>
                <a:gd name="connsiteX17" fmla="*/ 47703 w 53627"/>
                <a:gd name="connsiteY17" fmla="*/ 24593 h 75497"/>
                <a:gd name="connsiteX18" fmla="*/ 49835 w 53627"/>
                <a:gd name="connsiteY18" fmla="*/ 20645 h 75497"/>
                <a:gd name="connsiteX19" fmla="*/ 49835 w 53627"/>
                <a:gd name="connsiteY19" fmla="*/ 4032 h 75497"/>
                <a:gd name="connsiteX20" fmla="*/ 48031 w 53627"/>
                <a:gd name="connsiteY20" fmla="*/ 85 h 75497"/>
                <a:gd name="connsiteX21" fmla="*/ 44751 w 53627"/>
                <a:gd name="connsiteY21" fmla="*/ 2058 h 75497"/>
                <a:gd name="connsiteX22" fmla="*/ 41963 w 53627"/>
                <a:gd name="connsiteY22" fmla="*/ 4690 h 75497"/>
                <a:gd name="connsiteX23" fmla="*/ 26547 w 53627"/>
                <a:gd name="connsiteY23" fmla="*/ 85 h 75497"/>
                <a:gd name="connsiteX24" fmla="*/ 307 w 53627"/>
                <a:gd name="connsiteY24" fmla="*/ 20316 h 75497"/>
                <a:gd name="connsiteX25" fmla="*/ 7359 w 53627"/>
                <a:gd name="connsiteY25" fmla="*/ 34297 h 75497"/>
                <a:gd name="connsiteX26" fmla="*/ 29007 w 53627"/>
                <a:gd name="connsiteY26" fmla="*/ 41863 h 754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53627" h="75497">
                  <a:moveTo>
                    <a:pt x="29007" y="41863"/>
                  </a:moveTo>
                  <a:cubicBezTo>
                    <a:pt x="32615" y="42521"/>
                    <a:pt x="46063" y="45153"/>
                    <a:pt x="46063" y="56996"/>
                  </a:cubicBezTo>
                  <a:cubicBezTo>
                    <a:pt x="46063" y="65385"/>
                    <a:pt x="40323" y="71964"/>
                    <a:pt x="27531" y="71964"/>
                  </a:cubicBezTo>
                  <a:cubicBezTo>
                    <a:pt x="13755" y="71964"/>
                    <a:pt x="7851" y="62588"/>
                    <a:pt x="4735" y="48607"/>
                  </a:cubicBezTo>
                  <a:cubicBezTo>
                    <a:pt x="4243" y="46469"/>
                    <a:pt x="4079" y="45811"/>
                    <a:pt x="2439" y="45811"/>
                  </a:cubicBezTo>
                  <a:cubicBezTo>
                    <a:pt x="307" y="45811"/>
                    <a:pt x="307" y="46962"/>
                    <a:pt x="307" y="49923"/>
                  </a:cubicBezTo>
                  <a:lnTo>
                    <a:pt x="307" y="71635"/>
                  </a:lnTo>
                  <a:cubicBezTo>
                    <a:pt x="307" y="74431"/>
                    <a:pt x="307" y="75582"/>
                    <a:pt x="2111" y="75582"/>
                  </a:cubicBezTo>
                  <a:cubicBezTo>
                    <a:pt x="2931" y="75582"/>
                    <a:pt x="3095" y="75418"/>
                    <a:pt x="6211" y="72293"/>
                  </a:cubicBezTo>
                  <a:cubicBezTo>
                    <a:pt x="6539" y="71964"/>
                    <a:pt x="6539" y="71635"/>
                    <a:pt x="9491" y="68510"/>
                  </a:cubicBezTo>
                  <a:cubicBezTo>
                    <a:pt x="16707" y="75418"/>
                    <a:pt x="24087" y="75582"/>
                    <a:pt x="27531" y="75582"/>
                  </a:cubicBezTo>
                  <a:cubicBezTo>
                    <a:pt x="46391" y="75582"/>
                    <a:pt x="53935" y="64562"/>
                    <a:pt x="53935" y="52719"/>
                  </a:cubicBezTo>
                  <a:cubicBezTo>
                    <a:pt x="53935" y="44002"/>
                    <a:pt x="49015" y="39067"/>
                    <a:pt x="47047" y="37093"/>
                  </a:cubicBezTo>
                  <a:cubicBezTo>
                    <a:pt x="41635" y="31830"/>
                    <a:pt x="35239" y="30514"/>
                    <a:pt x="28351" y="29198"/>
                  </a:cubicBezTo>
                  <a:cubicBezTo>
                    <a:pt x="19167" y="27389"/>
                    <a:pt x="8179" y="25251"/>
                    <a:pt x="8179" y="15711"/>
                  </a:cubicBezTo>
                  <a:cubicBezTo>
                    <a:pt x="8179" y="9954"/>
                    <a:pt x="12443" y="3210"/>
                    <a:pt x="26547" y="3210"/>
                  </a:cubicBezTo>
                  <a:cubicBezTo>
                    <a:pt x="44587" y="3210"/>
                    <a:pt x="45407" y="18013"/>
                    <a:pt x="45735" y="23112"/>
                  </a:cubicBezTo>
                  <a:cubicBezTo>
                    <a:pt x="45899" y="24593"/>
                    <a:pt x="47375" y="24593"/>
                    <a:pt x="47703" y="24593"/>
                  </a:cubicBezTo>
                  <a:cubicBezTo>
                    <a:pt x="49835" y="24593"/>
                    <a:pt x="49835" y="23770"/>
                    <a:pt x="49835" y="20645"/>
                  </a:cubicBezTo>
                  <a:lnTo>
                    <a:pt x="49835" y="4032"/>
                  </a:lnTo>
                  <a:cubicBezTo>
                    <a:pt x="49835" y="1236"/>
                    <a:pt x="49835" y="85"/>
                    <a:pt x="48031" y="85"/>
                  </a:cubicBezTo>
                  <a:cubicBezTo>
                    <a:pt x="47211" y="85"/>
                    <a:pt x="46883" y="85"/>
                    <a:pt x="44751" y="2058"/>
                  </a:cubicBezTo>
                  <a:cubicBezTo>
                    <a:pt x="44259" y="2716"/>
                    <a:pt x="42619" y="4197"/>
                    <a:pt x="41963" y="4690"/>
                  </a:cubicBezTo>
                  <a:cubicBezTo>
                    <a:pt x="35731" y="85"/>
                    <a:pt x="29007" y="85"/>
                    <a:pt x="26547" y="85"/>
                  </a:cubicBezTo>
                  <a:cubicBezTo>
                    <a:pt x="6539" y="85"/>
                    <a:pt x="307" y="11105"/>
                    <a:pt x="307" y="20316"/>
                  </a:cubicBezTo>
                  <a:cubicBezTo>
                    <a:pt x="307" y="26073"/>
                    <a:pt x="2931" y="30679"/>
                    <a:pt x="7359" y="34297"/>
                  </a:cubicBezTo>
                  <a:cubicBezTo>
                    <a:pt x="12607" y="38574"/>
                    <a:pt x="17199" y="39561"/>
                    <a:pt x="29007" y="41863"/>
                  </a:cubicBezTo>
                  <a:close/>
                </a:path>
              </a:pathLst>
            </a:custGeom>
            <a:solidFill>
              <a:srgbClr val="000000"/>
            </a:solidFill>
            <a:ln w="22776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/>
            </a:p>
          </p:txBody>
        </p:sp>
        <p:sp>
          <p:nvSpPr>
            <p:cNvPr id="835" name="任意形状 834">
              <a:extLst>
                <a:ext uri="{FF2B5EF4-FFF2-40B4-BE49-F238E27FC236}">
                  <a16:creationId xmlns:a16="http://schemas.microsoft.com/office/drawing/2014/main" id="{A4CE2B85-5C92-DE96-4E18-34ED9A8A4C30}"/>
                </a:ext>
              </a:extLst>
            </p:cNvPr>
            <p:cNvSpPr/>
            <p:nvPr>
              <p:custDataLst>
                <p:tags r:id="rId55"/>
              </p:custDataLst>
            </p:nvPr>
          </p:nvSpPr>
          <p:spPr>
            <a:xfrm>
              <a:off x="11388918" y="6934594"/>
              <a:ext cx="51331" cy="102966"/>
            </a:xfrm>
            <a:custGeom>
              <a:avLst/>
              <a:gdLst>
                <a:gd name="connsiteX0" fmla="*/ 25567 w 51331"/>
                <a:gd name="connsiteY0" fmla="*/ 35449 h 102966"/>
                <a:gd name="connsiteX1" fmla="*/ 49019 w 51331"/>
                <a:gd name="connsiteY1" fmla="*/ 35449 h 102966"/>
                <a:gd name="connsiteX2" fmla="*/ 49019 w 51331"/>
                <a:gd name="connsiteY2" fmla="*/ 30350 h 102966"/>
                <a:gd name="connsiteX3" fmla="*/ 25567 w 51331"/>
                <a:gd name="connsiteY3" fmla="*/ 30350 h 102966"/>
                <a:gd name="connsiteX4" fmla="*/ 25567 w 51331"/>
                <a:gd name="connsiteY4" fmla="*/ 85 h 102966"/>
                <a:gd name="connsiteX5" fmla="*/ 21467 w 51331"/>
                <a:gd name="connsiteY5" fmla="*/ 85 h 102966"/>
                <a:gd name="connsiteX6" fmla="*/ 311 w 51331"/>
                <a:gd name="connsiteY6" fmla="*/ 31830 h 102966"/>
                <a:gd name="connsiteX7" fmla="*/ 311 w 51331"/>
                <a:gd name="connsiteY7" fmla="*/ 35449 h 102966"/>
                <a:gd name="connsiteX8" fmla="*/ 14251 w 51331"/>
                <a:gd name="connsiteY8" fmla="*/ 35449 h 102966"/>
                <a:gd name="connsiteX9" fmla="*/ 14251 w 51331"/>
                <a:gd name="connsiteY9" fmla="*/ 80846 h 102966"/>
                <a:gd name="connsiteX10" fmla="*/ 35407 w 51331"/>
                <a:gd name="connsiteY10" fmla="*/ 103051 h 102966"/>
                <a:gd name="connsiteX11" fmla="*/ 51643 w 51331"/>
                <a:gd name="connsiteY11" fmla="*/ 80846 h 102966"/>
                <a:gd name="connsiteX12" fmla="*/ 51643 w 51331"/>
                <a:gd name="connsiteY12" fmla="*/ 71470 h 102966"/>
                <a:gd name="connsiteX13" fmla="*/ 47543 w 51331"/>
                <a:gd name="connsiteY13" fmla="*/ 71470 h 102966"/>
                <a:gd name="connsiteX14" fmla="*/ 47543 w 51331"/>
                <a:gd name="connsiteY14" fmla="*/ 80517 h 102966"/>
                <a:gd name="connsiteX15" fmla="*/ 36555 w 51331"/>
                <a:gd name="connsiteY15" fmla="*/ 98939 h 102966"/>
                <a:gd name="connsiteX16" fmla="*/ 25567 w 51331"/>
                <a:gd name="connsiteY16" fmla="*/ 81175 h 102966"/>
                <a:gd name="connsiteX17" fmla="*/ 25567 w 51331"/>
                <a:gd name="connsiteY17" fmla="*/ 35449 h 1029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51331" h="102966">
                  <a:moveTo>
                    <a:pt x="25567" y="35449"/>
                  </a:moveTo>
                  <a:lnTo>
                    <a:pt x="49019" y="35449"/>
                  </a:lnTo>
                  <a:lnTo>
                    <a:pt x="49019" y="30350"/>
                  </a:lnTo>
                  <a:lnTo>
                    <a:pt x="25567" y="30350"/>
                  </a:lnTo>
                  <a:lnTo>
                    <a:pt x="25567" y="85"/>
                  </a:lnTo>
                  <a:lnTo>
                    <a:pt x="21467" y="85"/>
                  </a:lnTo>
                  <a:cubicBezTo>
                    <a:pt x="21303" y="13572"/>
                    <a:pt x="16383" y="31172"/>
                    <a:pt x="311" y="31830"/>
                  </a:cubicBezTo>
                  <a:lnTo>
                    <a:pt x="311" y="35449"/>
                  </a:lnTo>
                  <a:lnTo>
                    <a:pt x="14251" y="35449"/>
                  </a:lnTo>
                  <a:lnTo>
                    <a:pt x="14251" y="80846"/>
                  </a:lnTo>
                  <a:cubicBezTo>
                    <a:pt x="14251" y="101077"/>
                    <a:pt x="29503" y="103051"/>
                    <a:pt x="35407" y="103051"/>
                  </a:cubicBezTo>
                  <a:cubicBezTo>
                    <a:pt x="47051" y="103051"/>
                    <a:pt x="51643" y="91373"/>
                    <a:pt x="51643" y="80846"/>
                  </a:cubicBezTo>
                  <a:lnTo>
                    <a:pt x="51643" y="71470"/>
                  </a:lnTo>
                  <a:lnTo>
                    <a:pt x="47543" y="71470"/>
                  </a:lnTo>
                  <a:lnTo>
                    <a:pt x="47543" y="80517"/>
                  </a:lnTo>
                  <a:cubicBezTo>
                    <a:pt x="47543" y="92689"/>
                    <a:pt x="42623" y="98939"/>
                    <a:pt x="36555" y="98939"/>
                  </a:cubicBezTo>
                  <a:cubicBezTo>
                    <a:pt x="25567" y="98939"/>
                    <a:pt x="25567" y="83971"/>
                    <a:pt x="25567" y="81175"/>
                  </a:cubicBezTo>
                  <a:lnTo>
                    <a:pt x="25567" y="35449"/>
                  </a:lnTo>
                  <a:close/>
                </a:path>
              </a:pathLst>
            </a:custGeom>
            <a:solidFill>
              <a:srgbClr val="000000"/>
            </a:solidFill>
            <a:ln w="22776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/>
            </a:p>
          </p:txBody>
        </p:sp>
        <p:sp>
          <p:nvSpPr>
            <p:cNvPr id="836" name="任意形状 835">
              <a:extLst>
                <a:ext uri="{FF2B5EF4-FFF2-40B4-BE49-F238E27FC236}">
                  <a16:creationId xmlns:a16="http://schemas.microsoft.com/office/drawing/2014/main" id="{37DB0361-1B1B-27DE-B8A9-E161C08E83DB}"/>
                </a:ext>
              </a:extLst>
            </p:cNvPr>
            <p:cNvSpPr/>
            <p:nvPr>
              <p:custDataLst>
                <p:tags r:id="rId56"/>
              </p:custDataLst>
            </p:nvPr>
          </p:nvSpPr>
          <p:spPr>
            <a:xfrm>
              <a:off x="11455648" y="6923410"/>
              <a:ext cx="138087" cy="112342"/>
            </a:xfrm>
            <a:custGeom>
              <a:avLst/>
              <a:gdLst>
                <a:gd name="connsiteX0" fmla="*/ 33771 w 138087"/>
                <a:gd name="connsiteY0" fmla="*/ 3703 h 112342"/>
                <a:gd name="connsiteX1" fmla="*/ 28031 w 138087"/>
                <a:gd name="connsiteY1" fmla="*/ 85 h 112342"/>
                <a:gd name="connsiteX2" fmla="*/ 315 w 138087"/>
                <a:gd name="connsiteY2" fmla="*/ 85 h 112342"/>
                <a:gd name="connsiteX3" fmla="*/ 315 w 138087"/>
                <a:gd name="connsiteY3" fmla="*/ 5184 h 112342"/>
                <a:gd name="connsiteX4" fmla="*/ 4251 w 138087"/>
                <a:gd name="connsiteY4" fmla="*/ 5184 h 112342"/>
                <a:gd name="connsiteX5" fmla="*/ 17207 w 138087"/>
                <a:gd name="connsiteY5" fmla="*/ 12914 h 112342"/>
                <a:gd name="connsiteX6" fmla="*/ 17207 w 138087"/>
                <a:gd name="connsiteY6" fmla="*/ 95156 h 112342"/>
                <a:gd name="connsiteX7" fmla="*/ 315 w 138087"/>
                <a:gd name="connsiteY7" fmla="*/ 107328 h 112342"/>
                <a:gd name="connsiteX8" fmla="*/ 315 w 138087"/>
                <a:gd name="connsiteY8" fmla="*/ 112427 h 112342"/>
                <a:gd name="connsiteX9" fmla="*/ 19503 w 138087"/>
                <a:gd name="connsiteY9" fmla="*/ 111933 h 112342"/>
                <a:gd name="connsiteX10" fmla="*/ 38690 w 138087"/>
                <a:gd name="connsiteY10" fmla="*/ 112427 h 112342"/>
                <a:gd name="connsiteX11" fmla="*/ 38690 w 138087"/>
                <a:gd name="connsiteY11" fmla="*/ 107328 h 112342"/>
                <a:gd name="connsiteX12" fmla="*/ 21799 w 138087"/>
                <a:gd name="connsiteY12" fmla="*/ 95156 h 112342"/>
                <a:gd name="connsiteX13" fmla="*/ 21799 w 138087"/>
                <a:gd name="connsiteY13" fmla="*/ 6500 h 112342"/>
                <a:gd name="connsiteX14" fmla="*/ 21963 w 138087"/>
                <a:gd name="connsiteY14" fmla="*/ 6500 h 112342"/>
                <a:gd name="connsiteX15" fmla="*/ 61486 w 138087"/>
                <a:gd name="connsiteY15" fmla="*/ 108808 h 112342"/>
                <a:gd name="connsiteX16" fmla="*/ 64766 w 138087"/>
                <a:gd name="connsiteY16" fmla="*/ 112427 h 112342"/>
                <a:gd name="connsiteX17" fmla="*/ 67718 w 138087"/>
                <a:gd name="connsiteY17" fmla="*/ 109302 h 112342"/>
                <a:gd name="connsiteX18" fmla="*/ 108062 w 138087"/>
                <a:gd name="connsiteY18" fmla="*/ 5184 h 112342"/>
                <a:gd name="connsiteX19" fmla="*/ 108226 w 138087"/>
                <a:gd name="connsiteY19" fmla="*/ 5184 h 112342"/>
                <a:gd name="connsiteX20" fmla="*/ 108226 w 138087"/>
                <a:gd name="connsiteY20" fmla="*/ 99597 h 112342"/>
                <a:gd name="connsiteX21" fmla="*/ 95270 w 138087"/>
                <a:gd name="connsiteY21" fmla="*/ 107328 h 112342"/>
                <a:gd name="connsiteX22" fmla="*/ 91334 w 138087"/>
                <a:gd name="connsiteY22" fmla="*/ 107328 h 112342"/>
                <a:gd name="connsiteX23" fmla="*/ 91334 w 138087"/>
                <a:gd name="connsiteY23" fmla="*/ 112427 h 112342"/>
                <a:gd name="connsiteX24" fmla="*/ 114950 w 138087"/>
                <a:gd name="connsiteY24" fmla="*/ 111933 h 112342"/>
                <a:gd name="connsiteX25" fmla="*/ 138402 w 138087"/>
                <a:gd name="connsiteY25" fmla="*/ 112427 h 112342"/>
                <a:gd name="connsiteX26" fmla="*/ 138402 w 138087"/>
                <a:gd name="connsiteY26" fmla="*/ 107328 h 112342"/>
                <a:gd name="connsiteX27" fmla="*/ 134466 w 138087"/>
                <a:gd name="connsiteY27" fmla="*/ 107328 h 112342"/>
                <a:gd name="connsiteX28" fmla="*/ 121510 w 138087"/>
                <a:gd name="connsiteY28" fmla="*/ 99597 h 112342"/>
                <a:gd name="connsiteX29" fmla="*/ 121510 w 138087"/>
                <a:gd name="connsiteY29" fmla="*/ 12914 h 112342"/>
                <a:gd name="connsiteX30" fmla="*/ 134466 w 138087"/>
                <a:gd name="connsiteY30" fmla="*/ 5184 h 112342"/>
                <a:gd name="connsiteX31" fmla="*/ 138402 w 138087"/>
                <a:gd name="connsiteY31" fmla="*/ 5184 h 112342"/>
                <a:gd name="connsiteX32" fmla="*/ 138402 w 138087"/>
                <a:gd name="connsiteY32" fmla="*/ 85 h 112342"/>
                <a:gd name="connsiteX33" fmla="*/ 110686 w 138087"/>
                <a:gd name="connsiteY33" fmla="*/ 85 h 112342"/>
                <a:gd name="connsiteX34" fmla="*/ 105274 w 138087"/>
                <a:gd name="connsiteY34" fmla="*/ 3210 h 112342"/>
                <a:gd name="connsiteX35" fmla="*/ 69358 w 138087"/>
                <a:gd name="connsiteY35" fmla="*/ 95814 h 112342"/>
                <a:gd name="connsiteX36" fmla="*/ 33771 w 138087"/>
                <a:gd name="connsiteY36" fmla="*/ 3703 h 1123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</a:cxnLst>
              <a:rect l="l" t="t" r="r" b="b"/>
              <a:pathLst>
                <a:path w="138087" h="112342">
                  <a:moveTo>
                    <a:pt x="33771" y="3703"/>
                  </a:moveTo>
                  <a:cubicBezTo>
                    <a:pt x="32295" y="85"/>
                    <a:pt x="31803" y="85"/>
                    <a:pt x="28031" y="85"/>
                  </a:cubicBezTo>
                  <a:lnTo>
                    <a:pt x="315" y="85"/>
                  </a:lnTo>
                  <a:lnTo>
                    <a:pt x="315" y="5184"/>
                  </a:lnTo>
                  <a:lnTo>
                    <a:pt x="4251" y="5184"/>
                  </a:lnTo>
                  <a:cubicBezTo>
                    <a:pt x="16879" y="5184"/>
                    <a:pt x="17207" y="6993"/>
                    <a:pt x="17207" y="12914"/>
                  </a:cubicBezTo>
                  <a:lnTo>
                    <a:pt x="17207" y="95156"/>
                  </a:lnTo>
                  <a:cubicBezTo>
                    <a:pt x="17207" y="99597"/>
                    <a:pt x="17207" y="107328"/>
                    <a:pt x="315" y="107328"/>
                  </a:cubicBezTo>
                  <a:lnTo>
                    <a:pt x="315" y="112427"/>
                  </a:lnTo>
                  <a:cubicBezTo>
                    <a:pt x="6055" y="112262"/>
                    <a:pt x="14091" y="111933"/>
                    <a:pt x="19503" y="111933"/>
                  </a:cubicBezTo>
                  <a:cubicBezTo>
                    <a:pt x="24915" y="111933"/>
                    <a:pt x="32951" y="112262"/>
                    <a:pt x="38690" y="112427"/>
                  </a:cubicBezTo>
                  <a:lnTo>
                    <a:pt x="38690" y="107328"/>
                  </a:lnTo>
                  <a:cubicBezTo>
                    <a:pt x="21799" y="107328"/>
                    <a:pt x="21799" y="99597"/>
                    <a:pt x="21799" y="95156"/>
                  </a:cubicBezTo>
                  <a:lnTo>
                    <a:pt x="21799" y="6500"/>
                  </a:lnTo>
                  <a:lnTo>
                    <a:pt x="21963" y="6500"/>
                  </a:lnTo>
                  <a:lnTo>
                    <a:pt x="61486" y="108808"/>
                  </a:lnTo>
                  <a:cubicBezTo>
                    <a:pt x="62306" y="110946"/>
                    <a:pt x="63126" y="112427"/>
                    <a:pt x="64766" y="112427"/>
                  </a:cubicBezTo>
                  <a:cubicBezTo>
                    <a:pt x="66570" y="112427"/>
                    <a:pt x="67062" y="111111"/>
                    <a:pt x="67718" y="109302"/>
                  </a:cubicBezTo>
                  <a:lnTo>
                    <a:pt x="108062" y="5184"/>
                  </a:lnTo>
                  <a:lnTo>
                    <a:pt x="108226" y="5184"/>
                  </a:lnTo>
                  <a:lnTo>
                    <a:pt x="108226" y="99597"/>
                  </a:lnTo>
                  <a:cubicBezTo>
                    <a:pt x="108226" y="105518"/>
                    <a:pt x="107898" y="107328"/>
                    <a:pt x="95270" y="107328"/>
                  </a:cubicBezTo>
                  <a:lnTo>
                    <a:pt x="91334" y="107328"/>
                  </a:lnTo>
                  <a:lnTo>
                    <a:pt x="91334" y="112427"/>
                  </a:lnTo>
                  <a:cubicBezTo>
                    <a:pt x="97402" y="111933"/>
                    <a:pt x="108554" y="111933"/>
                    <a:pt x="114950" y="111933"/>
                  </a:cubicBezTo>
                  <a:cubicBezTo>
                    <a:pt x="121346" y="111933"/>
                    <a:pt x="132334" y="111933"/>
                    <a:pt x="138402" y="112427"/>
                  </a:cubicBezTo>
                  <a:lnTo>
                    <a:pt x="138402" y="107328"/>
                  </a:lnTo>
                  <a:lnTo>
                    <a:pt x="134466" y="107328"/>
                  </a:lnTo>
                  <a:cubicBezTo>
                    <a:pt x="121838" y="107328"/>
                    <a:pt x="121510" y="105518"/>
                    <a:pt x="121510" y="99597"/>
                  </a:cubicBezTo>
                  <a:lnTo>
                    <a:pt x="121510" y="12914"/>
                  </a:lnTo>
                  <a:cubicBezTo>
                    <a:pt x="121510" y="6993"/>
                    <a:pt x="121838" y="5184"/>
                    <a:pt x="134466" y="5184"/>
                  </a:cubicBezTo>
                  <a:lnTo>
                    <a:pt x="138402" y="5184"/>
                  </a:lnTo>
                  <a:lnTo>
                    <a:pt x="138402" y="85"/>
                  </a:lnTo>
                  <a:lnTo>
                    <a:pt x="110686" y="85"/>
                  </a:lnTo>
                  <a:cubicBezTo>
                    <a:pt x="106422" y="85"/>
                    <a:pt x="106422" y="249"/>
                    <a:pt x="105274" y="3210"/>
                  </a:cubicBezTo>
                  <a:lnTo>
                    <a:pt x="69358" y="95814"/>
                  </a:lnTo>
                  <a:lnTo>
                    <a:pt x="33771" y="3703"/>
                  </a:lnTo>
                  <a:close/>
                </a:path>
              </a:pathLst>
            </a:custGeom>
            <a:solidFill>
              <a:srgbClr val="000000"/>
            </a:solidFill>
            <a:ln w="22776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/>
            </a:p>
          </p:txBody>
        </p:sp>
        <p:sp>
          <p:nvSpPr>
            <p:cNvPr id="837" name="任意形状 836">
              <a:extLst>
                <a:ext uri="{FF2B5EF4-FFF2-40B4-BE49-F238E27FC236}">
                  <a16:creationId xmlns:a16="http://schemas.microsoft.com/office/drawing/2014/main" id="{2673C0F5-4326-32F6-76DE-D03D493C17DB}"/>
                </a:ext>
              </a:extLst>
            </p:cNvPr>
            <p:cNvSpPr/>
            <p:nvPr>
              <p:custDataLst>
                <p:tags r:id="rId57"/>
              </p:custDataLst>
            </p:nvPr>
          </p:nvSpPr>
          <p:spPr>
            <a:xfrm>
              <a:off x="11605161" y="6963050"/>
              <a:ext cx="82491" cy="74510"/>
            </a:xfrm>
            <a:custGeom>
              <a:avLst/>
              <a:gdLst>
                <a:gd name="connsiteX0" fmla="*/ 59200 w 82491"/>
                <a:gd name="connsiteY0" fmla="*/ 59792 h 74510"/>
                <a:gd name="connsiteX1" fmla="*/ 59200 w 82491"/>
                <a:gd name="connsiteY1" fmla="*/ 74596 h 74510"/>
                <a:gd name="connsiteX2" fmla="*/ 82815 w 82491"/>
                <a:gd name="connsiteY2" fmla="*/ 72786 h 74510"/>
                <a:gd name="connsiteX3" fmla="*/ 82815 w 82491"/>
                <a:gd name="connsiteY3" fmla="*/ 67687 h 74510"/>
                <a:gd name="connsiteX4" fmla="*/ 70024 w 82491"/>
                <a:gd name="connsiteY4" fmla="*/ 58476 h 74510"/>
                <a:gd name="connsiteX5" fmla="*/ 70024 w 82491"/>
                <a:gd name="connsiteY5" fmla="*/ 85 h 74510"/>
                <a:gd name="connsiteX6" fmla="*/ 45916 w 82491"/>
                <a:gd name="connsiteY6" fmla="*/ 1894 h 74510"/>
                <a:gd name="connsiteX7" fmla="*/ 45916 w 82491"/>
                <a:gd name="connsiteY7" fmla="*/ 6993 h 74510"/>
                <a:gd name="connsiteX8" fmla="*/ 58708 w 82491"/>
                <a:gd name="connsiteY8" fmla="*/ 16204 h 74510"/>
                <a:gd name="connsiteX9" fmla="*/ 58708 w 82491"/>
                <a:gd name="connsiteY9" fmla="*/ 45482 h 74510"/>
                <a:gd name="connsiteX10" fmla="*/ 38864 w 82491"/>
                <a:gd name="connsiteY10" fmla="*/ 70977 h 74510"/>
                <a:gd name="connsiteX11" fmla="*/ 24432 w 82491"/>
                <a:gd name="connsiteY11" fmla="*/ 54693 h 74510"/>
                <a:gd name="connsiteX12" fmla="*/ 24432 w 82491"/>
                <a:gd name="connsiteY12" fmla="*/ 85 h 74510"/>
                <a:gd name="connsiteX13" fmla="*/ 324 w 82491"/>
                <a:gd name="connsiteY13" fmla="*/ 1894 h 74510"/>
                <a:gd name="connsiteX14" fmla="*/ 324 w 82491"/>
                <a:gd name="connsiteY14" fmla="*/ 6993 h 74510"/>
                <a:gd name="connsiteX15" fmla="*/ 13116 w 82491"/>
                <a:gd name="connsiteY15" fmla="*/ 22125 h 74510"/>
                <a:gd name="connsiteX16" fmla="*/ 13116 w 82491"/>
                <a:gd name="connsiteY16" fmla="*/ 46798 h 74510"/>
                <a:gd name="connsiteX17" fmla="*/ 38044 w 82491"/>
                <a:gd name="connsiteY17" fmla="*/ 74596 h 74510"/>
                <a:gd name="connsiteX18" fmla="*/ 59200 w 82491"/>
                <a:gd name="connsiteY18" fmla="*/ 59792 h 745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82491" h="74510">
                  <a:moveTo>
                    <a:pt x="59200" y="59792"/>
                  </a:moveTo>
                  <a:lnTo>
                    <a:pt x="59200" y="74596"/>
                  </a:lnTo>
                  <a:lnTo>
                    <a:pt x="82815" y="72786"/>
                  </a:lnTo>
                  <a:lnTo>
                    <a:pt x="82815" y="67687"/>
                  </a:lnTo>
                  <a:cubicBezTo>
                    <a:pt x="71336" y="67687"/>
                    <a:pt x="70024" y="66536"/>
                    <a:pt x="70024" y="58476"/>
                  </a:cubicBezTo>
                  <a:lnTo>
                    <a:pt x="70024" y="85"/>
                  </a:lnTo>
                  <a:lnTo>
                    <a:pt x="45916" y="1894"/>
                  </a:lnTo>
                  <a:lnTo>
                    <a:pt x="45916" y="6993"/>
                  </a:lnTo>
                  <a:cubicBezTo>
                    <a:pt x="57396" y="6993"/>
                    <a:pt x="58708" y="8144"/>
                    <a:pt x="58708" y="16204"/>
                  </a:cubicBezTo>
                  <a:lnTo>
                    <a:pt x="58708" y="45482"/>
                  </a:lnTo>
                  <a:cubicBezTo>
                    <a:pt x="58708" y="59792"/>
                    <a:pt x="50836" y="70977"/>
                    <a:pt x="38864" y="70977"/>
                  </a:cubicBezTo>
                  <a:cubicBezTo>
                    <a:pt x="25088" y="70977"/>
                    <a:pt x="24432" y="63246"/>
                    <a:pt x="24432" y="54693"/>
                  </a:cubicBezTo>
                  <a:lnTo>
                    <a:pt x="24432" y="85"/>
                  </a:lnTo>
                  <a:lnTo>
                    <a:pt x="324" y="1894"/>
                  </a:lnTo>
                  <a:lnTo>
                    <a:pt x="324" y="6993"/>
                  </a:lnTo>
                  <a:cubicBezTo>
                    <a:pt x="13116" y="6993"/>
                    <a:pt x="13116" y="7486"/>
                    <a:pt x="13116" y="22125"/>
                  </a:cubicBezTo>
                  <a:lnTo>
                    <a:pt x="13116" y="46798"/>
                  </a:lnTo>
                  <a:cubicBezTo>
                    <a:pt x="13116" y="59628"/>
                    <a:pt x="13116" y="74596"/>
                    <a:pt x="38044" y="74596"/>
                  </a:cubicBezTo>
                  <a:cubicBezTo>
                    <a:pt x="47228" y="74596"/>
                    <a:pt x="54444" y="69990"/>
                    <a:pt x="59200" y="59792"/>
                  </a:cubicBezTo>
                  <a:close/>
                </a:path>
              </a:pathLst>
            </a:custGeom>
            <a:solidFill>
              <a:srgbClr val="000000"/>
            </a:solidFill>
            <a:ln w="22776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/>
            </a:p>
          </p:txBody>
        </p:sp>
        <p:sp>
          <p:nvSpPr>
            <p:cNvPr id="838" name="任意形状 837">
              <a:extLst>
                <a:ext uri="{FF2B5EF4-FFF2-40B4-BE49-F238E27FC236}">
                  <a16:creationId xmlns:a16="http://schemas.microsoft.com/office/drawing/2014/main" id="{39CA0D94-FF9B-ED77-842F-D74703ADAD71}"/>
                </a:ext>
              </a:extLst>
            </p:cNvPr>
            <p:cNvSpPr/>
            <p:nvPr>
              <p:custDataLst>
                <p:tags r:id="rId58"/>
              </p:custDataLst>
            </p:nvPr>
          </p:nvSpPr>
          <p:spPr>
            <a:xfrm>
              <a:off x="11694140" y="6934594"/>
              <a:ext cx="51331" cy="102966"/>
            </a:xfrm>
            <a:custGeom>
              <a:avLst/>
              <a:gdLst>
                <a:gd name="connsiteX0" fmla="*/ 25585 w 51331"/>
                <a:gd name="connsiteY0" fmla="*/ 35449 h 102966"/>
                <a:gd name="connsiteX1" fmla="*/ 49037 w 51331"/>
                <a:gd name="connsiteY1" fmla="*/ 35449 h 102966"/>
                <a:gd name="connsiteX2" fmla="*/ 49037 w 51331"/>
                <a:gd name="connsiteY2" fmla="*/ 30350 h 102966"/>
                <a:gd name="connsiteX3" fmla="*/ 25585 w 51331"/>
                <a:gd name="connsiteY3" fmla="*/ 30350 h 102966"/>
                <a:gd name="connsiteX4" fmla="*/ 25585 w 51331"/>
                <a:gd name="connsiteY4" fmla="*/ 85 h 102966"/>
                <a:gd name="connsiteX5" fmla="*/ 21485 w 51331"/>
                <a:gd name="connsiteY5" fmla="*/ 85 h 102966"/>
                <a:gd name="connsiteX6" fmla="*/ 329 w 51331"/>
                <a:gd name="connsiteY6" fmla="*/ 31830 h 102966"/>
                <a:gd name="connsiteX7" fmla="*/ 329 w 51331"/>
                <a:gd name="connsiteY7" fmla="*/ 35449 h 102966"/>
                <a:gd name="connsiteX8" fmla="*/ 14269 w 51331"/>
                <a:gd name="connsiteY8" fmla="*/ 35449 h 102966"/>
                <a:gd name="connsiteX9" fmla="*/ 14269 w 51331"/>
                <a:gd name="connsiteY9" fmla="*/ 80846 h 102966"/>
                <a:gd name="connsiteX10" fmla="*/ 35425 w 51331"/>
                <a:gd name="connsiteY10" fmla="*/ 103051 h 102966"/>
                <a:gd name="connsiteX11" fmla="*/ 51661 w 51331"/>
                <a:gd name="connsiteY11" fmla="*/ 80846 h 102966"/>
                <a:gd name="connsiteX12" fmla="*/ 51661 w 51331"/>
                <a:gd name="connsiteY12" fmla="*/ 71470 h 102966"/>
                <a:gd name="connsiteX13" fmla="*/ 47561 w 51331"/>
                <a:gd name="connsiteY13" fmla="*/ 71470 h 102966"/>
                <a:gd name="connsiteX14" fmla="*/ 47561 w 51331"/>
                <a:gd name="connsiteY14" fmla="*/ 80517 h 102966"/>
                <a:gd name="connsiteX15" fmla="*/ 36573 w 51331"/>
                <a:gd name="connsiteY15" fmla="*/ 98939 h 102966"/>
                <a:gd name="connsiteX16" fmla="*/ 25585 w 51331"/>
                <a:gd name="connsiteY16" fmla="*/ 81175 h 102966"/>
                <a:gd name="connsiteX17" fmla="*/ 25585 w 51331"/>
                <a:gd name="connsiteY17" fmla="*/ 35449 h 1029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51331" h="102966">
                  <a:moveTo>
                    <a:pt x="25585" y="35449"/>
                  </a:moveTo>
                  <a:lnTo>
                    <a:pt x="49037" y="35449"/>
                  </a:lnTo>
                  <a:lnTo>
                    <a:pt x="49037" y="30350"/>
                  </a:lnTo>
                  <a:lnTo>
                    <a:pt x="25585" y="30350"/>
                  </a:lnTo>
                  <a:lnTo>
                    <a:pt x="25585" y="85"/>
                  </a:lnTo>
                  <a:lnTo>
                    <a:pt x="21485" y="85"/>
                  </a:lnTo>
                  <a:cubicBezTo>
                    <a:pt x="21321" y="13572"/>
                    <a:pt x="16401" y="31172"/>
                    <a:pt x="329" y="31830"/>
                  </a:cubicBezTo>
                  <a:lnTo>
                    <a:pt x="329" y="35449"/>
                  </a:lnTo>
                  <a:lnTo>
                    <a:pt x="14269" y="35449"/>
                  </a:lnTo>
                  <a:lnTo>
                    <a:pt x="14269" y="80846"/>
                  </a:lnTo>
                  <a:cubicBezTo>
                    <a:pt x="14269" y="101077"/>
                    <a:pt x="29521" y="103051"/>
                    <a:pt x="35425" y="103051"/>
                  </a:cubicBezTo>
                  <a:cubicBezTo>
                    <a:pt x="47069" y="103051"/>
                    <a:pt x="51661" y="91373"/>
                    <a:pt x="51661" y="80846"/>
                  </a:cubicBezTo>
                  <a:lnTo>
                    <a:pt x="51661" y="71470"/>
                  </a:lnTo>
                  <a:lnTo>
                    <a:pt x="47561" y="71470"/>
                  </a:lnTo>
                  <a:lnTo>
                    <a:pt x="47561" y="80517"/>
                  </a:lnTo>
                  <a:cubicBezTo>
                    <a:pt x="47561" y="92689"/>
                    <a:pt x="42641" y="98939"/>
                    <a:pt x="36573" y="98939"/>
                  </a:cubicBezTo>
                  <a:cubicBezTo>
                    <a:pt x="25585" y="98939"/>
                    <a:pt x="25585" y="83971"/>
                    <a:pt x="25585" y="81175"/>
                  </a:cubicBezTo>
                  <a:lnTo>
                    <a:pt x="25585" y="35449"/>
                  </a:lnTo>
                  <a:close/>
                </a:path>
              </a:pathLst>
            </a:custGeom>
            <a:solidFill>
              <a:srgbClr val="000000"/>
            </a:solidFill>
            <a:ln w="22776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/>
            </a:p>
          </p:txBody>
        </p:sp>
        <p:sp>
          <p:nvSpPr>
            <p:cNvPr id="839" name="任意形状 838">
              <a:extLst>
                <a:ext uri="{FF2B5EF4-FFF2-40B4-BE49-F238E27FC236}">
                  <a16:creationId xmlns:a16="http://schemas.microsoft.com/office/drawing/2014/main" id="{5C90B571-3F6E-816B-B5B8-BB84D1723DAB}"/>
                </a:ext>
              </a:extLst>
            </p:cNvPr>
            <p:cNvSpPr/>
            <p:nvPr>
              <p:custDataLst>
                <p:tags r:id="rId59"/>
              </p:custDataLst>
            </p:nvPr>
          </p:nvSpPr>
          <p:spPr>
            <a:xfrm>
              <a:off x="11759394" y="6923410"/>
              <a:ext cx="50019" cy="112342"/>
            </a:xfrm>
            <a:custGeom>
              <a:avLst/>
              <a:gdLst>
                <a:gd name="connsiteX0" fmla="*/ 32641 w 50019"/>
                <a:gd name="connsiteY0" fmla="*/ 12914 h 112342"/>
                <a:gd name="connsiteX1" fmla="*/ 46089 w 50019"/>
                <a:gd name="connsiteY1" fmla="*/ 5184 h 112342"/>
                <a:gd name="connsiteX2" fmla="*/ 50353 w 50019"/>
                <a:gd name="connsiteY2" fmla="*/ 5184 h 112342"/>
                <a:gd name="connsiteX3" fmla="*/ 50353 w 50019"/>
                <a:gd name="connsiteY3" fmla="*/ 85 h 112342"/>
                <a:gd name="connsiteX4" fmla="*/ 25425 w 50019"/>
                <a:gd name="connsiteY4" fmla="*/ 578 h 112342"/>
                <a:gd name="connsiteX5" fmla="*/ 333 w 50019"/>
                <a:gd name="connsiteY5" fmla="*/ 85 h 112342"/>
                <a:gd name="connsiteX6" fmla="*/ 333 w 50019"/>
                <a:gd name="connsiteY6" fmla="*/ 5184 h 112342"/>
                <a:gd name="connsiteX7" fmla="*/ 4597 w 50019"/>
                <a:gd name="connsiteY7" fmla="*/ 5184 h 112342"/>
                <a:gd name="connsiteX8" fmla="*/ 18045 w 50019"/>
                <a:gd name="connsiteY8" fmla="*/ 12914 h 112342"/>
                <a:gd name="connsiteX9" fmla="*/ 18045 w 50019"/>
                <a:gd name="connsiteY9" fmla="*/ 99597 h 112342"/>
                <a:gd name="connsiteX10" fmla="*/ 4597 w 50019"/>
                <a:gd name="connsiteY10" fmla="*/ 107328 h 112342"/>
                <a:gd name="connsiteX11" fmla="*/ 333 w 50019"/>
                <a:gd name="connsiteY11" fmla="*/ 107328 h 112342"/>
                <a:gd name="connsiteX12" fmla="*/ 333 w 50019"/>
                <a:gd name="connsiteY12" fmla="*/ 112427 h 112342"/>
                <a:gd name="connsiteX13" fmla="*/ 25261 w 50019"/>
                <a:gd name="connsiteY13" fmla="*/ 111933 h 112342"/>
                <a:gd name="connsiteX14" fmla="*/ 50353 w 50019"/>
                <a:gd name="connsiteY14" fmla="*/ 112427 h 112342"/>
                <a:gd name="connsiteX15" fmla="*/ 50353 w 50019"/>
                <a:gd name="connsiteY15" fmla="*/ 107328 h 112342"/>
                <a:gd name="connsiteX16" fmla="*/ 46089 w 50019"/>
                <a:gd name="connsiteY16" fmla="*/ 107328 h 112342"/>
                <a:gd name="connsiteX17" fmla="*/ 32641 w 50019"/>
                <a:gd name="connsiteY17" fmla="*/ 99597 h 112342"/>
                <a:gd name="connsiteX18" fmla="*/ 32641 w 50019"/>
                <a:gd name="connsiteY18" fmla="*/ 12914 h 1123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50019" h="112342">
                  <a:moveTo>
                    <a:pt x="32641" y="12914"/>
                  </a:moveTo>
                  <a:cubicBezTo>
                    <a:pt x="32641" y="6993"/>
                    <a:pt x="33133" y="5184"/>
                    <a:pt x="46089" y="5184"/>
                  </a:cubicBezTo>
                  <a:lnTo>
                    <a:pt x="50353" y="5184"/>
                  </a:lnTo>
                  <a:lnTo>
                    <a:pt x="50353" y="85"/>
                  </a:lnTo>
                  <a:cubicBezTo>
                    <a:pt x="44613" y="578"/>
                    <a:pt x="31657" y="578"/>
                    <a:pt x="25425" y="578"/>
                  </a:cubicBezTo>
                  <a:cubicBezTo>
                    <a:pt x="19029" y="578"/>
                    <a:pt x="6073" y="578"/>
                    <a:pt x="333" y="85"/>
                  </a:cubicBezTo>
                  <a:lnTo>
                    <a:pt x="333" y="5184"/>
                  </a:lnTo>
                  <a:lnTo>
                    <a:pt x="4597" y="5184"/>
                  </a:lnTo>
                  <a:cubicBezTo>
                    <a:pt x="17553" y="5184"/>
                    <a:pt x="18045" y="6993"/>
                    <a:pt x="18045" y="12914"/>
                  </a:cubicBezTo>
                  <a:lnTo>
                    <a:pt x="18045" y="99597"/>
                  </a:lnTo>
                  <a:cubicBezTo>
                    <a:pt x="18045" y="105518"/>
                    <a:pt x="17553" y="107328"/>
                    <a:pt x="4597" y="107328"/>
                  </a:cubicBezTo>
                  <a:lnTo>
                    <a:pt x="333" y="107328"/>
                  </a:lnTo>
                  <a:lnTo>
                    <a:pt x="333" y="112427"/>
                  </a:lnTo>
                  <a:cubicBezTo>
                    <a:pt x="6073" y="111933"/>
                    <a:pt x="19029" y="111933"/>
                    <a:pt x="25261" y="111933"/>
                  </a:cubicBezTo>
                  <a:cubicBezTo>
                    <a:pt x="31657" y="111933"/>
                    <a:pt x="44613" y="111933"/>
                    <a:pt x="50353" y="112427"/>
                  </a:cubicBezTo>
                  <a:lnTo>
                    <a:pt x="50353" y="107328"/>
                  </a:lnTo>
                  <a:lnTo>
                    <a:pt x="46089" y="107328"/>
                  </a:lnTo>
                  <a:cubicBezTo>
                    <a:pt x="33133" y="107328"/>
                    <a:pt x="32641" y="105518"/>
                    <a:pt x="32641" y="99597"/>
                  </a:cubicBezTo>
                  <a:lnTo>
                    <a:pt x="32641" y="12914"/>
                  </a:lnTo>
                  <a:close/>
                </a:path>
              </a:pathLst>
            </a:custGeom>
            <a:solidFill>
              <a:srgbClr val="000000"/>
            </a:solidFill>
            <a:ln w="22776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/>
            </a:p>
          </p:txBody>
        </p:sp>
        <p:sp>
          <p:nvSpPr>
            <p:cNvPr id="840" name="任意形状 839">
              <a:extLst>
                <a:ext uri="{FF2B5EF4-FFF2-40B4-BE49-F238E27FC236}">
                  <a16:creationId xmlns:a16="http://schemas.microsoft.com/office/drawing/2014/main" id="{3D19A8B5-D844-8109-C6D9-C364BE1B17BE}"/>
                </a:ext>
              </a:extLst>
            </p:cNvPr>
            <p:cNvSpPr/>
            <p:nvPr>
              <p:custDataLst>
                <p:tags r:id="rId60"/>
              </p:custDataLst>
            </p:nvPr>
          </p:nvSpPr>
          <p:spPr>
            <a:xfrm>
              <a:off x="11819272" y="6963050"/>
              <a:ext cx="82491" cy="72701"/>
            </a:xfrm>
            <a:custGeom>
              <a:avLst/>
              <a:gdLst>
                <a:gd name="connsiteX0" fmla="*/ 13129 w 82491"/>
                <a:gd name="connsiteY0" fmla="*/ 16204 h 72701"/>
                <a:gd name="connsiteX1" fmla="*/ 13129 w 82491"/>
                <a:gd name="connsiteY1" fmla="*/ 60286 h 72701"/>
                <a:gd name="connsiteX2" fmla="*/ 337 w 82491"/>
                <a:gd name="connsiteY2" fmla="*/ 67687 h 72701"/>
                <a:gd name="connsiteX3" fmla="*/ 337 w 82491"/>
                <a:gd name="connsiteY3" fmla="*/ 72786 h 72701"/>
                <a:gd name="connsiteX4" fmla="*/ 18869 w 82491"/>
                <a:gd name="connsiteY4" fmla="*/ 72293 h 72701"/>
                <a:gd name="connsiteX5" fmla="*/ 37237 w 82491"/>
                <a:gd name="connsiteY5" fmla="*/ 72786 h 72701"/>
                <a:gd name="connsiteX6" fmla="*/ 37237 w 82491"/>
                <a:gd name="connsiteY6" fmla="*/ 67687 h 72701"/>
                <a:gd name="connsiteX7" fmla="*/ 24445 w 82491"/>
                <a:gd name="connsiteY7" fmla="*/ 60286 h 72701"/>
                <a:gd name="connsiteX8" fmla="*/ 24445 w 82491"/>
                <a:gd name="connsiteY8" fmla="*/ 30021 h 72701"/>
                <a:gd name="connsiteX9" fmla="*/ 46585 w 82491"/>
                <a:gd name="connsiteY9" fmla="*/ 3703 h 72701"/>
                <a:gd name="connsiteX10" fmla="*/ 58721 w 82491"/>
                <a:gd name="connsiteY10" fmla="*/ 21961 h 72701"/>
                <a:gd name="connsiteX11" fmla="*/ 58721 w 82491"/>
                <a:gd name="connsiteY11" fmla="*/ 60286 h 72701"/>
                <a:gd name="connsiteX12" fmla="*/ 45929 w 82491"/>
                <a:gd name="connsiteY12" fmla="*/ 67687 h 72701"/>
                <a:gd name="connsiteX13" fmla="*/ 45929 w 82491"/>
                <a:gd name="connsiteY13" fmla="*/ 72786 h 72701"/>
                <a:gd name="connsiteX14" fmla="*/ 64461 w 82491"/>
                <a:gd name="connsiteY14" fmla="*/ 72293 h 72701"/>
                <a:gd name="connsiteX15" fmla="*/ 82828 w 82491"/>
                <a:gd name="connsiteY15" fmla="*/ 72786 h 72701"/>
                <a:gd name="connsiteX16" fmla="*/ 82828 w 82491"/>
                <a:gd name="connsiteY16" fmla="*/ 67687 h 72701"/>
                <a:gd name="connsiteX17" fmla="*/ 70037 w 82491"/>
                <a:gd name="connsiteY17" fmla="*/ 62753 h 72701"/>
                <a:gd name="connsiteX18" fmla="*/ 70037 w 82491"/>
                <a:gd name="connsiteY18" fmla="*/ 31336 h 72701"/>
                <a:gd name="connsiteX19" fmla="*/ 64953 w 82491"/>
                <a:gd name="connsiteY19" fmla="*/ 6171 h 72701"/>
                <a:gd name="connsiteX20" fmla="*/ 47733 w 82491"/>
                <a:gd name="connsiteY20" fmla="*/ 85 h 72701"/>
                <a:gd name="connsiteX21" fmla="*/ 23461 w 82491"/>
                <a:gd name="connsiteY21" fmla="*/ 17355 h 72701"/>
                <a:gd name="connsiteX22" fmla="*/ 23461 w 82491"/>
                <a:gd name="connsiteY22" fmla="*/ 85 h 72701"/>
                <a:gd name="connsiteX23" fmla="*/ 337 w 82491"/>
                <a:gd name="connsiteY23" fmla="*/ 1894 h 72701"/>
                <a:gd name="connsiteX24" fmla="*/ 337 w 82491"/>
                <a:gd name="connsiteY24" fmla="*/ 6993 h 72701"/>
                <a:gd name="connsiteX25" fmla="*/ 13129 w 82491"/>
                <a:gd name="connsiteY25" fmla="*/ 16204 h 727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82491" h="72701">
                  <a:moveTo>
                    <a:pt x="13129" y="16204"/>
                  </a:moveTo>
                  <a:lnTo>
                    <a:pt x="13129" y="60286"/>
                  </a:lnTo>
                  <a:cubicBezTo>
                    <a:pt x="13129" y="67687"/>
                    <a:pt x="11325" y="67687"/>
                    <a:pt x="337" y="67687"/>
                  </a:cubicBezTo>
                  <a:lnTo>
                    <a:pt x="337" y="72786"/>
                  </a:lnTo>
                  <a:cubicBezTo>
                    <a:pt x="6077" y="72622"/>
                    <a:pt x="14441" y="72293"/>
                    <a:pt x="18869" y="72293"/>
                  </a:cubicBezTo>
                  <a:cubicBezTo>
                    <a:pt x="23133" y="72293"/>
                    <a:pt x="31661" y="72622"/>
                    <a:pt x="37237" y="72786"/>
                  </a:cubicBezTo>
                  <a:lnTo>
                    <a:pt x="37237" y="67687"/>
                  </a:lnTo>
                  <a:cubicBezTo>
                    <a:pt x="26249" y="67687"/>
                    <a:pt x="24445" y="67687"/>
                    <a:pt x="24445" y="60286"/>
                  </a:cubicBezTo>
                  <a:lnTo>
                    <a:pt x="24445" y="30021"/>
                  </a:lnTo>
                  <a:cubicBezTo>
                    <a:pt x="24445" y="12914"/>
                    <a:pt x="36089" y="3703"/>
                    <a:pt x="46585" y="3703"/>
                  </a:cubicBezTo>
                  <a:cubicBezTo>
                    <a:pt x="56917" y="3703"/>
                    <a:pt x="58721" y="12585"/>
                    <a:pt x="58721" y="21961"/>
                  </a:cubicBezTo>
                  <a:lnTo>
                    <a:pt x="58721" y="60286"/>
                  </a:lnTo>
                  <a:cubicBezTo>
                    <a:pt x="58721" y="67687"/>
                    <a:pt x="56917" y="67687"/>
                    <a:pt x="45929" y="67687"/>
                  </a:cubicBezTo>
                  <a:lnTo>
                    <a:pt x="45929" y="72786"/>
                  </a:lnTo>
                  <a:cubicBezTo>
                    <a:pt x="51669" y="72622"/>
                    <a:pt x="60033" y="72293"/>
                    <a:pt x="64461" y="72293"/>
                  </a:cubicBezTo>
                  <a:cubicBezTo>
                    <a:pt x="68725" y="72293"/>
                    <a:pt x="77253" y="72622"/>
                    <a:pt x="82828" y="72786"/>
                  </a:cubicBezTo>
                  <a:lnTo>
                    <a:pt x="82828" y="67687"/>
                  </a:lnTo>
                  <a:cubicBezTo>
                    <a:pt x="74301" y="67687"/>
                    <a:pt x="70201" y="67687"/>
                    <a:pt x="70037" y="62753"/>
                  </a:cubicBezTo>
                  <a:lnTo>
                    <a:pt x="70037" y="31336"/>
                  </a:lnTo>
                  <a:cubicBezTo>
                    <a:pt x="70037" y="17191"/>
                    <a:pt x="70037" y="12092"/>
                    <a:pt x="64953" y="6171"/>
                  </a:cubicBezTo>
                  <a:cubicBezTo>
                    <a:pt x="62657" y="3374"/>
                    <a:pt x="57245" y="85"/>
                    <a:pt x="47733" y="85"/>
                  </a:cubicBezTo>
                  <a:cubicBezTo>
                    <a:pt x="35761" y="85"/>
                    <a:pt x="28053" y="7157"/>
                    <a:pt x="23461" y="17355"/>
                  </a:cubicBezTo>
                  <a:lnTo>
                    <a:pt x="23461" y="85"/>
                  </a:lnTo>
                  <a:lnTo>
                    <a:pt x="337" y="1894"/>
                  </a:lnTo>
                  <a:lnTo>
                    <a:pt x="337" y="6993"/>
                  </a:lnTo>
                  <a:cubicBezTo>
                    <a:pt x="11817" y="6993"/>
                    <a:pt x="13129" y="8144"/>
                    <a:pt x="13129" y="16204"/>
                  </a:cubicBezTo>
                  <a:close/>
                </a:path>
              </a:pathLst>
            </a:custGeom>
            <a:solidFill>
              <a:srgbClr val="000000"/>
            </a:solidFill>
            <a:ln w="22776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/>
            </a:p>
          </p:txBody>
        </p:sp>
        <p:sp>
          <p:nvSpPr>
            <p:cNvPr id="841" name="任意形状 840">
              <a:extLst>
                <a:ext uri="{FF2B5EF4-FFF2-40B4-BE49-F238E27FC236}">
                  <a16:creationId xmlns:a16="http://schemas.microsoft.com/office/drawing/2014/main" id="{CE24BC98-CDE6-CF59-D6FD-ACF0FD848706}"/>
                </a:ext>
              </a:extLst>
            </p:cNvPr>
            <p:cNvSpPr/>
            <p:nvPr>
              <p:custDataLst>
                <p:tags r:id="rId61"/>
              </p:custDataLst>
            </p:nvPr>
          </p:nvSpPr>
          <p:spPr>
            <a:xfrm>
              <a:off x="11903695" y="6964859"/>
              <a:ext cx="80195" cy="72701"/>
            </a:xfrm>
            <a:custGeom>
              <a:avLst/>
              <a:gdLst>
                <a:gd name="connsiteX0" fmla="*/ 65450 w 80195"/>
                <a:gd name="connsiteY0" fmla="*/ 16204 h 72701"/>
                <a:gd name="connsiteX1" fmla="*/ 80538 w 80195"/>
                <a:gd name="connsiteY1" fmla="*/ 5184 h 72701"/>
                <a:gd name="connsiteX2" fmla="*/ 80538 w 80195"/>
                <a:gd name="connsiteY2" fmla="*/ 85 h 72701"/>
                <a:gd name="connsiteX3" fmla="*/ 68238 w 80195"/>
                <a:gd name="connsiteY3" fmla="*/ 578 h 72701"/>
                <a:gd name="connsiteX4" fmla="*/ 53970 w 80195"/>
                <a:gd name="connsiteY4" fmla="*/ 85 h 72701"/>
                <a:gd name="connsiteX5" fmla="*/ 53970 w 80195"/>
                <a:gd name="connsiteY5" fmla="*/ 5184 h 72701"/>
                <a:gd name="connsiteX6" fmla="*/ 61842 w 80195"/>
                <a:gd name="connsiteY6" fmla="*/ 12256 h 72701"/>
                <a:gd name="connsiteX7" fmla="*/ 60858 w 80195"/>
                <a:gd name="connsiteY7" fmla="*/ 16204 h 72701"/>
                <a:gd name="connsiteX8" fmla="*/ 44130 w 80195"/>
                <a:gd name="connsiteY8" fmla="*/ 58147 h 72701"/>
                <a:gd name="connsiteX9" fmla="*/ 25762 w 80195"/>
                <a:gd name="connsiteY9" fmla="*/ 12256 h 72701"/>
                <a:gd name="connsiteX10" fmla="*/ 24778 w 80195"/>
                <a:gd name="connsiteY10" fmla="*/ 9460 h 72701"/>
                <a:gd name="connsiteX11" fmla="*/ 34126 w 80195"/>
                <a:gd name="connsiteY11" fmla="*/ 5184 h 72701"/>
                <a:gd name="connsiteX12" fmla="*/ 34126 w 80195"/>
                <a:gd name="connsiteY12" fmla="*/ 85 h 72701"/>
                <a:gd name="connsiteX13" fmla="*/ 16250 w 80195"/>
                <a:gd name="connsiteY13" fmla="*/ 578 h 72701"/>
                <a:gd name="connsiteX14" fmla="*/ 342 w 80195"/>
                <a:gd name="connsiteY14" fmla="*/ 85 h 72701"/>
                <a:gd name="connsiteX15" fmla="*/ 342 w 80195"/>
                <a:gd name="connsiteY15" fmla="*/ 5184 h 72701"/>
                <a:gd name="connsiteX16" fmla="*/ 13462 w 80195"/>
                <a:gd name="connsiteY16" fmla="*/ 11270 h 72701"/>
                <a:gd name="connsiteX17" fmla="*/ 37078 w 80195"/>
                <a:gd name="connsiteY17" fmla="*/ 69661 h 72701"/>
                <a:gd name="connsiteX18" fmla="*/ 40522 w 80195"/>
                <a:gd name="connsiteY18" fmla="*/ 72786 h 72701"/>
                <a:gd name="connsiteX19" fmla="*/ 43966 w 80195"/>
                <a:gd name="connsiteY19" fmla="*/ 69661 h 72701"/>
                <a:gd name="connsiteX20" fmla="*/ 65450 w 80195"/>
                <a:gd name="connsiteY20" fmla="*/ 16204 h 727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80195" h="72701">
                  <a:moveTo>
                    <a:pt x="65450" y="16204"/>
                  </a:moveTo>
                  <a:cubicBezTo>
                    <a:pt x="66926" y="12421"/>
                    <a:pt x="69714" y="5348"/>
                    <a:pt x="80538" y="5184"/>
                  </a:cubicBezTo>
                  <a:lnTo>
                    <a:pt x="80538" y="85"/>
                  </a:lnTo>
                  <a:cubicBezTo>
                    <a:pt x="76766" y="414"/>
                    <a:pt x="72010" y="578"/>
                    <a:pt x="68238" y="578"/>
                  </a:cubicBezTo>
                  <a:cubicBezTo>
                    <a:pt x="64302" y="578"/>
                    <a:pt x="56758" y="249"/>
                    <a:pt x="53970" y="85"/>
                  </a:cubicBezTo>
                  <a:lnTo>
                    <a:pt x="53970" y="5184"/>
                  </a:lnTo>
                  <a:cubicBezTo>
                    <a:pt x="60038" y="5348"/>
                    <a:pt x="61842" y="9131"/>
                    <a:pt x="61842" y="12256"/>
                  </a:cubicBezTo>
                  <a:cubicBezTo>
                    <a:pt x="61842" y="13737"/>
                    <a:pt x="61514" y="14395"/>
                    <a:pt x="60858" y="16204"/>
                  </a:cubicBezTo>
                  <a:lnTo>
                    <a:pt x="44130" y="58147"/>
                  </a:lnTo>
                  <a:lnTo>
                    <a:pt x="25762" y="12256"/>
                  </a:lnTo>
                  <a:cubicBezTo>
                    <a:pt x="24778" y="10118"/>
                    <a:pt x="24778" y="9789"/>
                    <a:pt x="24778" y="9460"/>
                  </a:cubicBezTo>
                  <a:cubicBezTo>
                    <a:pt x="24778" y="5184"/>
                    <a:pt x="31174" y="5184"/>
                    <a:pt x="34126" y="5184"/>
                  </a:cubicBezTo>
                  <a:lnTo>
                    <a:pt x="34126" y="85"/>
                  </a:lnTo>
                  <a:cubicBezTo>
                    <a:pt x="29206" y="249"/>
                    <a:pt x="20022" y="578"/>
                    <a:pt x="16250" y="578"/>
                  </a:cubicBezTo>
                  <a:cubicBezTo>
                    <a:pt x="11822" y="578"/>
                    <a:pt x="5262" y="414"/>
                    <a:pt x="342" y="85"/>
                  </a:cubicBezTo>
                  <a:lnTo>
                    <a:pt x="342" y="5184"/>
                  </a:lnTo>
                  <a:cubicBezTo>
                    <a:pt x="10674" y="5184"/>
                    <a:pt x="11330" y="6171"/>
                    <a:pt x="13462" y="11270"/>
                  </a:cubicBezTo>
                  <a:lnTo>
                    <a:pt x="37078" y="69661"/>
                  </a:lnTo>
                  <a:cubicBezTo>
                    <a:pt x="38062" y="71964"/>
                    <a:pt x="38390" y="72786"/>
                    <a:pt x="40522" y="72786"/>
                  </a:cubicBezTo>
                  <a:cubicBezTo>
                    <a:pt x="42654" y="72786"/>
                    <a:pt x="43310" y="71306"/>
                    <a:pt x="43966" y="69661"/>
                  </a:cubicBezTo>
                  <a:lnTo>
                    <a:pt x="65450" y="16204"/>
                  </a:lnTo>
                  <a:close/>
                </a:path>
              </a:pathLst>
            </a:custGeom>
            <a:solidFill>
              <a:srgbClr val="000000"/>
            </a:solidFill>
            <a:ln w="22776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/>
            </a:p>
          </p:txBody>
        </p:sp>
        <p:sp>
          <p:nvSpPr>
            <p:cNvPr id="842" name="任意形状 841">
              <a:extLst>
                <a:ext uri="{FF2B5EF4-FFF2-40B4-BE49-F238E27FC236}">
                  <a16:creationId xmlns:a16="http://schemas.microsoft.com/office/drawing/2014/main" id="{7D6F1C60-5BC0-3CEC-EEB4-6FC5F40F6D76}"/>
                </a:ext>
              </a:extLst>
            </p:cNvPr>
            <p:cNvSpPr/>
            <p:nvPr>
              <p:custDataLst>
                <p:tags r:id="rId62"/>
              </p:custDataLst>
            </p:nvPr>
          </p:nvSpPr>
          <p:spPr>
            <a:xfrm>
              <a:off x="11996319" y="6919791"/>
              <a:ext cx="72651" cy="119579"/>
            </a:xfrm>
            <a:custGeom>
              <a:avLst/>
              <a:gdLst>
                <a:gd name="connsiteX0" fmla="*/ 48399 w 72651"/>
                <a:gd name="connsiteY0" fmla="*/ 52226 h 119579"/>
                <a:gd name="connsiteX1" fmla="*/ 27407 w 72651"/>
                <a:gd name="connsiteY1" fmla="*/ 47127 h 119579"/>
                <a:gd name="connsiteX2" fmla="*/ 10843 w 72651"/>
                <a:gd name="connsiteY2" fmla="*/ 26238 h 119579"/>
                <a:gd name="connsiteX3" fmla="*/ 32491 w 72651"/>
                <a:gd name="connsiteY3" fmla="*/ 4690 h 119579"/>
                <a:gd name="connsiteX4" fmla="*/ 64471 w 72651"/>
                <a:gd name="connsiteY4" fmla="*/ 39067 h 119579"/>
                <a:gd name="connsiteX5" fmla="*/ 66439 w 72651"/>
                <a:gd name="connsiteY5" fmla="*/ 41041 h 119579"/>
                <a:gd name="connsiteX6" fmla="*/ 68571 w 72651"/>
                <a:gd name="connsiteY6" fmla="*/ 37093 h 119579"/>
                <a:gd name="connsiteX7" fmla="*/ 68571 w 72651"/>
                <a:gd name="connsiteY7" fmla="*/ 4032 h 119579"/>
                <a:gd name="connsiteX8" fmla="*/ 66767 w 72651"/>
                <a:gd name="connsiteY8" fmla="*/ 85 h 119579"/>
                <a:gd name="connsiteX9" fmla="*/ 64307 w 72651"/>
                <a:gd name="connsiteY9" fmla="*/ 2223 h 119579"/>
                <a:gd name="connsiteX10" fmla="*/ 58567 w 72651"/>
                <a:gd name="connsiteY10" fmla="*/ 11599 h 119579"/>
                <a:gd name="connsiteX11" fmla="*/ 32327 w 72651"/>
                <a:gd name="connsiteY11" fmla="*/ 85 h 119579"/>
                <a:gd name="connsiteX12" fmla="*/ 347 w 72651"/>
                <a:gd name="connsiteY12" fmla="*/ 31994 h 119579"/>
                <a:gd name="connsiteX13" fmla="*/ 21831 w 72651"/>
                <a:gd name="connsiteY13" fmla="*/ 62095 h 119579"/>
                <a:gd name="connsiteX14" fmla="*/ 43479 w 72651"/>
                <a:gd name="connsiteY14" fmla="*/ 67523 h 119579"/>
                <a:gd name="connsiteX15" fmla="*/ 57419 w 72651"/>
                <a:gd name="connsiteY15" fmla="*/ 75911 h 119579"/>
                <a:gd name="connsiteX16" fmla="*/ 62503 w 72651"/>
                <a:gd name="connsiteY16" fmla="*/ 91044 h 119579"/>
                <a:gd name="connsiteX17" fmla="*/ 40527 w 72651"/>
                <a:gd name="connsiteY17" fmla="*/ 114565 h 119579"/>
                <a:gd name="connsiteX18" fmla="*/ 14615 w 72651"/>
                <a:gd name="connsiteY18" fmla="*/ 105683 h 119579"/>
                <a:gd name="connsiteX19" fmla="*/ 4447 w 72651"/>
                <a:gd name="connsiteY19" fmla="*/ 80352 h 119579"/>
                <a:gd name="connsiteX20" fmla="*/ 2479 w 72651"/>
                <a:gd name="connsiteY20" fmla="*/ 78708 h 119579"/>
                <a:gd name="connsiteX21" fmla="*/ 347 w 72651"/>
                <a:gd name="connsiteY21" fmla="*/ 82820 h 119579"/>
                <a:gd name="connsiteX22" fmla="*/ 347 w 72651"/>
                <a:gd name="connsiteY22" fmla="*/ 115716 h 119579"/>
                <a:gd name="connsiteX23" fmla="*/ 2151 w 72651"/>
                <a:gd name="connsiteY23" fmla="*/ 119664 h 119579"/>
                <a:gd name="connsiteX24" fmla="*/ 4611 w 72651"/>
                <a:gd name="connsiteY24" fmla="*/ 117526 h 119579"/>
                <a:gd name="connsiteX25" fmla="*/ 10515 w 72651"/>
                <a:gd name="connsiteY25" fmla="*/ 108150 h 119579"/>
                <a:gd name="connsiteX26" fmla="*/ 40691 w 72651"/>
                <a:gd name="connsiteY26" fmla="*/ 119664 h 119579"/>
                <a:gd name="connsiteX27" fmla="*/ 72999 w 72651"/>
                <a:gd name="connsiteY27" fmla="*/ 85451 h 119579"/>
                <a:gd name="connsiteX28" fmla="*/ 48399 w 72651"/>
                <a:gd name="connsiteY28" fmla="*/ 52226 h 1195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72651" h="119579">
                  <a:moveTo>
                    <a:pt x="48399" y="52226"/>
                  </a:moveTo>
                  <a:lnTo>
                    <a:pt x="27407" y="47127"/>
                  </a:lnTo>
                  <a:cubicBezTo>
                    <a:pt x="17239" y="44660"/>
                    <a:pt x="10843" y="35778"/>
                    <a:pt x="10843" y="26238"/>
                  </a:cubicBezTo>
                  <a:cubicBezTo>
                    <a:pt x="10843" y="14724"/>
                    <a:pt x="19699" y="4690"/>
                    <a:pt x="32491" y="4690"/>
                  </a:cubicBezTo>
                  <a:cubicBezTo>
                    <a:pt x="59879" y="4690"/>
                    <a:pt x="63487" y="31665"/>
                    <a:pt x="64471" y="39067"/>
                  </a:cubicBezTo>
                  <a:cubicBezTo>
                    <a:pt x="64635" y="40054"/>
                    <a:pt x="64635" y="41041"/>
                    <a:pt x="66439" y="41041"/>
                  </a:cubicBezTo>
                  <a:cubicBezTo>
                    <a:pt x="68571" y="41041"/>
                    <a:pt x="68571" y="40219"/>
                    <a:pt x="68571" y="37093"/>
                  </a:cubicBezTo>
                  <a:lnTo>
                    <a:pt x="68571" y="4032"/>
                  </a:lnTo>
                  <a:cubicBezTo>
                    <a:pt x="68571" y="1236"/>
                    <a:pt x="68571" y="85"/>
                    <a:pt x="66767" y="85"/>
                  </a:cubicBezTo>
                  <a:cubicBezTo>
                    <a:pt x="65619" y="85"/>
                    <a:pt x="65455" y="249"/>
                    <a:pt x="64307" y="2223"/>
                  </a:cubicBezTo>
                  <a:lnTo>
                    <a:pt x="58567" y="11599"/>
                  </a:lnTo>
                  <a:cubicBezTo>
                    <a:pt x="53647" y="6828"/>
                    <a:pt x="46923" y="85"/>
                    <a:pt x="32327" y="85"/>
                  </a:cubicBezTo>
                  <a:cubicBezTo>
                    <a:pt x="14123" y="85"/>
                    <a:pt x="347" y="14559"/>
                    <a:pt x="347" y="31994"/>
                  </a:cubicBezTo>
                  <a:cubicBezTo>
                    <a:pt x="347" y="45647"/>
                    <a:pt x="9039" y="57654"/>
                    <a:pt x="21831" y="62095"/>
                  </a:cubicBezTo>
                  <a:cubicBezTo>
                    <a:pt x="23635" y="62753"/>
                    <a:pt x="31999" y="64727"/>
                    <a:pt x="43479" y="67523"/>
                  </a:cubicBezTo>
                  <a:cubicBezTo>
                    <a:pt x="47907" y="68674"/>
                    <a:pt x="52827" y="69826"/>
                    <a:pt x="57419" y="75911"/>
                  </a:cubicBezTo>
                  <a:cubicBezTo>
                    <a:pt x="60863" y="80188"/>
                    <a:pt x="62503" y="85616"/>
                    <a:pt x="62503" y="91044"/>
                  </a:cubicBezTo>
                  <a:cubicBezTo>
                    <a:pt x="62503" y="102722"/>
                    <a:pt x="54303" y="114565"/>
                    <a:pt x="40527" y="114565"/>
                  </a:cubicBezTo>
                  <a:cubicBezTo>
                    <a:pt x="35771" y="114565"/>
                    <a:pt x="23307" y="113743"/>
                    <a:pt x="14615" y="105683"/>
                  </a:cubicBezTo>
                  <a:cubicBezTo>
                    <a:pt x="5103" y="96801"/>
                    <a:pt x="4611" y="86274"/>
                    <a:pt x="4447" y="80352"/>
                  </a:cubicBezTo>
                  <a:cubicBezTo>
                    <a:pt x="4283" y="78708"/>
                    <a:pt x="2971" y="78708"/>
                    <a:pt x="2479" y="78708"/>
                  </a:cubicBezTo>
                  <a:cubicBezTo>
                    <a:pt x="347" y="78708"/>
                    <a:pt x="347" y="79859"/>
                    <a:pt x="347" y="82820"/>
                  </a:cubicBezTo>
                  <a:lnTo>
                    <a:pt x="347" y="115716"/>
                  </a:lnTo>
                  <a:cubicBezTo>
                    <a:pt x="347" y="118513"/>
                    <a:pt x="347" y="119664"/>
                    <a:pt x="2151" y="119664"/>
                  </a:cubicBezTo>
                  <a:cubicBezTo>
                    <a:pt x="3299" y="119664"/>
                    <a:pt x="3463" y="119335"/>
                    <a:pt x="4611" y="117526"/>
                  </a:cubicBezTo>
                  <a:cubicBezTo>
                    <a:pt x="4611" y="117361"/>
                    <a:pt x="5103" y="116868"/>
                    <a:pt x="10515" y="108150"/>
                  </a:cubicBezTo>
                  <a:cubicBezTo>
                    <a:pt x="15599" y="113743"/>
                    <a:pt x="26095" y="119664"/>
                    <a:pt x="40691" y="119664"/>
                  </a:cubicBezTo>
                  <a:cubicBezTo>
                    <a:pt x="59879" y="119664"/>
                    <a:pt x="72999" y="103545"/>
                    <a:pt x="72999" y="85451"/>
                  </a:cubicBezTo>
                  <a:cubicBezTo>
                    <a:pt x="72999" y="69003"/>
                    <a:pt x="62175" y="55516"/>
                    <a:pt x="48399" y="52226"/>
                  </a:cubicBezTo>
                  <a:close/>
                </a:path>
              </a:pathLst>
            </a:custGeom>
            <a:solidFill>
              <a:srgbClr val="000000"/>
            </a:solidFill>
            <a:ln w="22776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/>
            </a:p>
          </p:txBody>
        </p:sp>
        <p:sp>
          <p:nvSpPr>
            <p:cNvPr id="843" name="任意形状 842">
              <a:extLst>
                <a:ext uri="{FF2B5EF4-FFF2-40B4-BE49-F238E27FC236}">
                  <a16:creationId xmlns:a16="http://schemas.microsoft.com/office/drawing/2014/main" id="{CC0C1ACC-CAA0-2EF7-5EE0-E74A0C45251A}"/>
                </a:ext>
              </a:extLst>
            </p:cNvPr>
            <p:cNvSpPr/>
            <p:nvPr>
              <p:custDataLst>
                <p:tags r:id="rId63"/>
              </p:custDataLst>
            </p:nvPr>
          </p:nvSpPr>
          <p:spPr>
            <a:xfrm>
              <a:off x="12081362" y="6934594"/>
              <a:ext cx="51331" cy="102966"/>
            </a:xfrm>
            <a:custGeom>
              <a:avLst/>
              <a:gdLst>
                <a:gd name="connsiteX0" fmla="*/ 25609 w 51331"/>
                <a:gd name="connsiteY0" fmla="*/ 35449 h 102966"/>
                <a:gd name="connsiteX1" fmla="*/ 49061 w 51331"/>
                <a:gd name="connsiteY1" fmla="*/ 35449 h 102966"/>
                <a:gd name="connsiteX2" fmla="*/ 49061 w 51331"/>
                <a:gd name="connsiteY2" fmla="*/ 30350 h 102966"/>
                <a:gd name="connsiteX3" fmla="*/ 25609 w 51331"/>
                <a:gd name="connsiteY3" fmla="*/ 30350 h 102966"/>
                <a:gd name="connsiteX4" fmla="*/ 25609 w 51331"/>
                <a:gd name="connsiteY4" fmla="*/ 85 h 102966"/>
                <a:gd name="connsiteX5" fmla="*/ 21509 w 51331"/>
                <a:gd name="connsiteY5" fmla="*/ 85 h 102966"/>
                <a:gd name="connsiteX6" fmla="*/ 353 w 51331"/>
                <a:gd name="connsiteY6" fmla="*/ 31830 h 102966"/>
                <a:gd name="connsiteX7" fmla="*/ 353 w 51331"/>
                <a:gd name="connsiteY7" fmla="*/ 35449 h 102966"/>
                <a:gd name="connsiteX8" fmla="*/ 14293 w 51331"/>
                <a:gd name="connsiteY8" fmla="*/ 35449 h 102966"/>
                <a:gd name="connsiteX9" fmla="*/ 14293 w 51331"/>
                <a:gd name="connsiteY9" fmla="*/ 80846 h 102966"/>
                <a:gd name="connsiteX10" fmla="*/ 35449 w 51331"/>
                <a:gd name="connsiteY10" fmla="*/ 103051 h 102966"/>
                <a:gd name="connsiteX11" fmla="*/ 51685 w 51331"/>
                <a:gd name="connsiteY11" fmla="*/ 80846 h 102966"/>
                <a:gd name="connsiteX12" fmla="*/ 51685 w 51331"/>
                <a:gd name="connsiteY12" fmla="*/ 71470 h 102966"/>
                <a:gd name="connsiteX13" fmla="*/ 47585 w 51331"/>
                <a:gd name="connsiteY13" fmla="*/ 71470 h 102966"/>
                <a:gd name="connsiteX14" fmla="*/ 47585 w 51331"/>
                <a:gd name="connsiteY14" fmla="*/ 80517 h 102966"/>
                <a:gd name="connsiteX15" fmla="*/ 36597 w 51331"/>
                <a:gd name="connsiteY15" fmla="*/ 98939 h 102966"/>
                <a:gd name="connsiteX16" fmla="*/ 25609 w 51331"/>
                <a:gd name="connsiteY16" fmla="*/ 81175 h 102966"/>
                <a:gd name="connsiteX17" fmla="*/ 25609 w 51331"/>
                <a:gd name="connsiteY17" fmla="*/ 35449 h 1029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51331" h="102966">
                  <a:moveTo>
                    <a:pt x="25609" y="35449"/>
                  </a:moveTo>
                  <a:lnTo>
                    <a:pt x="49061" y="35449"/>
                  </a:lnTo>
                  <a:lnTo>
                    <a:pt x="49061" y="30350"/>
                  </a:lnTo>
                  <a:lnTo>
                    <a:pt x="25609" y="30350"/>
                  </a:lnTo>
                  <a:lnTo>
                    <a:pt x="25609" y="85"/>
                  </a:lnTo>
                  <a:lnTo>
                    <a:pt x="21509" y="85"/>
                  </a:lnTo>
                  <a:cubicBezTo>
                    <a:pt x="21345" y="13572"/>
                    <a:pt x="16425" y="31172"/>
                    <a:pt x="353" y="31830"/>
                  </a:cubicBezTo>
                  <a:lnTo>
                    <a:pt x="353" y="35449"/>
                  </a:lnTo>
                  <a:lnTo>
                    <a:pt x="14293" y="35449"/>
                  </a:lnTo>
                  <a:lnTo>
                    <a:pt x="14293" y="80846"/>
                  </a:lnTo>
                  <a:cubicBezTo>
                    <a:pt x="14293" y="101077"/>
                    <a:pt x="29545" y="103051"/>
                    <a:pt x="35449" y="103051"/>
                  </a:cubicBezTo>
                  <a:cubicBezTo>
                    <a:pt x="47093" y="103051"/>
                    <a:pt x="51685" y="91373"/>
                    <a:pt x="51685" y="80846"/>
                  </a:cubicBezTo>
                  <a:lnTo>
                    <a:pt x="51685" y="71470"/>
                  </a:lnTo>
                  <a:lnTo>
                    <a:pt x="47585" y="71470"/>
                  </a:lnTo>
                  <a:lnTo>
                    <a:pt x="47585" y="80517"/>
                  </a:lnTo>
                  <a:cubicBezTo>
                    <a:pt x="47585" y="92689"/>
                    <a:pt x="42665" y="98939"/>
                    <a:pt x="36597" y="98939"/>
                  </a:cubicBezTo>
                  <a:cubicBezTo>
                    <a:pt x="25609" y="98939"/>
                    <a:pt x="25609" y="83971"/>
                    <a:pt x="25609" y="81175"/>
                  </a:cubicBezTo>
                  <a:lnTo>
                    <a:pt x="25609" y="35449"/>
                  </a:lnTo>
                  <a:close/>
                </a:path>
              </a:pathLst>
            </a:custGeom>
            <a:solidFill>
              <a:srgbClr val="000000"/>
            </a:solidFill>
            <a:ln w="22776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/>
            </a:p>
          </p:txBody>
        </p:sp>
        <p:sp>
          <p:nvSpPr>
            <p:cNvPr id="844" name="任意形状 843">
              <a:extLst>
                <a:ext uri="{FF2B5EF4-FFF2-40B4-BE49-F238E27FC236}">
                  <a16:creationId xmlns:a16="http://schemas.microsoft.com/office/drawing/2014/main" id="{9732FD8F-4AB8-9ED0-03E6-85B0013E1769}"/>
                </a:ext>
              </a:extLst>
            </p:cNvPr>
            <p:cNvSpPr/>
            <p:nvPr>
              <p:custDataLst>
                <p:tags r:id="rId64"/>
              </p:custDataLst>
            </p:nvPr>
          </p:nvSpPr>
          <p:spPr>
            <a:xfrm>
              <a:off x="12146616" y="6963050"/>
              <a:ext cx="55103" cy="72701"/>
            </a:xfrm>
            <a:custGeom>
              <a:avLst/>
              <a:gdLst>
                <a:gd name="connsiteX0" fmla="*/ 23153 w 55103"/>
                <a:gd name="connsiteY0" fmla="*/ 18178 h 72701"/>
                <a:gd name="connsiteX1" fmla="*/ 23153 w 55103"/>
                <a:gd name="connsiteY1" fmla="*/ 85 h 72701"/>
                <a:gd name="connsiteX2" fmla="*/ 357 w 55103"/>
                <a:gd name="connsiteY2" fmla="*/ 1894 h 72701"/>
                <a:gd name="connsiteX3" fmla="*/ 357 w 55103"/>
                <a:gd name="connsiteY3" fmla="*/ 6993 h 72701"/>
                <a:gd name="connsiteX4" fmla="*/ 13149 w 55103"/>
                <a:gd name="connsiteY4" fmla="*/ 16204 h 72701"/>
                <a:gd name="connsiteX5" fmla="*/ 13149 w 55103"/>
                <a:gd name="connsiteY5" fmla="*/ 60286 h 72701"/>
                <a:gd name="connsiteX6" fmla="*/ 357 w 55103"/>
                <a:gd name="connsiteY6" fmla="*/ 67687 h 72701"/>
                <a:gd name="connsiteX7" fmla="*/ 357 w 55103"/>
                <a:gd name="connsiteY7" fmla="*/ 72786 h 72701"/>
                <a:gd name="connsiteX8" fmla="*/ 19053 w 55103"/>
                <a:gd name="connsiteY8" fmla="*/ 72293 h 72701"/>
                <a:gd name="connsiteX9" fmla="*/ 39881 w 55103"/>
                <a:gd name="connsiteY9" fmla="*/ 72786 h 72701"/>
                <a:gd name="connsiteX10" fmla="*/ 39881 w 55103"/>
                <a:gd name="connsiteY10" fmla="*/ 67687 h 72701"/>
                <a:gd name="connsiteX11" fmla="*/ 36437 w 55103"/>
                <a:gd name="connsiteY11" fmla="*/ 67687 h 72701"/>
                <a:gd name="connsiteX12" fmla="*/ 23973 w 55103"/>
                <a:gd name="connsiteY12" fmla="*/ 59957 h 72701"/>
                <a:gd name="connsiteX13" fmla="*/ 23973 w 55103"/>
                <a:gd name="connsiteY13" fmla="*/ 34626 h 72701"/>
                <a:gd name="connsiteX14" fmla="*/ 43325 w 55103"/>
                <a:gd name="connsiteY14" fmla="*/ 3703 h 72701"/>
                <a:gd name="connsiteX15" fmla="*/ 45129 w 55103"/>
                <a:gd name="connsiteY15" fmla="*/ 3868 h 72701"/>
                <a:gd name="connsiteX16" fmla="*/ 41357 w 55103"/>
                <a:gd name="connsiteY16" fmla="*/ 10283 h 72701"/>
                <a:gd name="connsiteX17" fmla="*/ 48409 w 55103"/>
                <a:gd name="connsiteY17" fmla="*/ 17355 h 72701"/>
                <a:gd name="connsiteX18" fmla="*/ 55461 w 55103"/>
                <a:gd name="connsiteY18" fmla="*/ 10118 h 72701"/>
                <a:gd name="connsiteX19" fmla="*/ 43325 w 55103"/>
                <a:gd name="connsiteY19" fmla="*/ 85 h 72701"/>
                <a:gd name="connsiteX20" fmla="*/ 23153 w 55103"/>
                <a:gd name="connsiteY20" fmla="*/ 18178 h 727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55103" h="72701">
                  <a:moveTo>
                    <a:pt x="23153" y="18178"/>
                  </a:moveTo>
                  <a:lnTo>
                    <a:pt x="23153" y="85"/>
                  </a:lnTo>
                  <a:lnTo>
                    <a:pt x="357" y="1894"/>
                  </a:lnTo>
                  <a:lnTo>
                    <a:pt x="357" y="6993"/>
                  </a:lnTo>
                  <a:cubicBezTo>
                    <a:pt x="11837" y="6993"/>
                    <a:pt x="13149" y="8144"/>
                    <a:pt x="13149" y="16204"/>
                  </a:cubicBezTo>
                  <a:lnTo>
                    <a:pt x="13149" y="60286"/>
                  </a:lnTo>
                  <a:cubicBezTo>
                    <a:pt x="13149" y="67687"/>
                    <a:pt x="11345" y="67687"/>
                    <a:pt x="357" y="67687"/>
                  </a:cubicBezTo>
                  <a:lnTo>
                    <a:pt x="357" y="72786"/>
                  </a:lnTo>
                  <a:cubicBezTo>
                    <a:pt x="6753" y="72622"/>
                    <a:pt x="14461" y="72293"/>
                    <a:pt x="19053" y="72293"/>
                  </a:cubicBezTo>
                  <a:cubicBezTo>
                    <a:pt x="25613" y="72293"/>
                    <a:pt x="33321" y="72293"/>
                    <a:pt x="39881" y="72786"/>
                  </a:cubicBezTo>
                  <a:lnTo>
                    <a:pt x="39881" y="67687"/>
                  </a:lnTo>
                  <a:lnTo>
                    <a:pt x="36437" y="67687"/>
                  </a:lnTo>
                  <a:cubicBezTo>
                    <a:pt x="24301" y="67687"/>
                    <a:pt x="23973" y="65878"/>
                    <a:pt x="23973" y="59957"/>
                  </a:cubicBezTo>
                  <a:lnTo>
                    <a:pt x="23973" y="34626"/>
                  </a:lnTo>
                  <a:cubicBezTo>
                    <a:pt x="23973" y="18342"/>
                    <a:pt x="30861" y="3703"/>
                    <a:pt x="43325" y="3703"/>
                  </a:cubicBezTo>
                  <a:cubicBezTo>
                    <a:pt x="44473" y="3703"/>
                    <a:pt x="44801" y="3703"/>
                    <a:pt x="45129" y="3868"/>
                  </a:cubicBezTo>
                  <a:cubicBezTo>
                    <a:pt x="44637" y="4032"/>
                    <a:pt x="41357" y="6006"/>
                    <a:pt x="41357" y="10283"/>
                  </a:cubicBezTo>
                  <a:cubicBezTo>
                    <a:pt x="41357" y="14888"/>
                    <a:pt x="44801" y="17355"/>
                    <a:pt x="48409" y="17355"/>
                  </a:cubicBezTo>
                  <a:cubicBezTo>
                    <a:pt x="51361" y="17355"/>
                    <a:pt x="55461" y="15382"/>
                    <a:pt x="55461" y="10118"/>
                  </a:cubicBezTo>
                  <a:cubicBezTo>
                    <a:pt x="55461" y="4855"/>
                    <a:pt x="50377" y="85"/>
                    <a:pt x="43325" y="85"/>
                  </a:cubicBezTo>
                  <a:cubicBezTo>
                    <a:pt x="31353" y="85"/>
                    <a:pt x="25449" y="11105"/>
                    <a:pt x="23153" y="18178"/>
                  </a:cubicBezTo>
                  <a:close/>
                </a:path>
              </a:pathLst>
            </a:custGeom>
            <a:solidFill>
              <a:srgbClr val="000000"/>
            </a:solidFill>
            <a:ln w="22776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/>
            </a:p>
          </p:txBody>
        </p:sp>
        <p:sp>
          <p:nvSpPr>
            <p:cNvPr id="845" name="任意形状 844">
              <a:extLst>
                <a:ext uri="{FF2B5EF4-FFF2-40B4-BE49-F238E27FC236}">
                  <a16:creationId xmlns:a16="http://schemas.microsoft.com/office/drawing/2014/main" id="{F957E556-16B5-C32D-6887-4900FB220CA2}"/>
                </a:ext>
              </a:extLst>
            </p:cNvPr>
            <p:cNvSpPr/>
            <p:nvPr>
              <p:custDataLst>
                <p:tags r:id="rId65"/>
              </p:custDataLst>
            </p:nvPr>
          </p:nvSpPr>
          <p:spPr>
            <a:xfrm>
              <a:off x="12210849" y="6962063"/>
              <a:ext cx="63467" cy="75497"/>
            </a:xfrm>
            <a:custGeom>
              <a:avLst/>
              <a:gdLst>
                <a:gd name="connsiteX0" fmla="*/ 14137 w 63467"/>
                <a:gd name="connsiteY0" fmla="*/ 32323 h 75497"/>
                <a:gd name="connsiteX1" fmla="*/ 34472 w 63467"/>
                <a:gd name="connsiteY1" fmla="*/ 3703 h 75497"/>
                <a:gd name="connsiteX2" fmla="*/ 53004 w 63467"/>
                <a:gd name="connsiteY2" fmla="*/ 32323 h 75497"/>
                <a:gd name="connsiteX3" fmla="*/ 14137 w 63467"/>
                <a:gd name="connsiteY3" fmla="*/ 32323 h 75497"/>
                <a:gd name="connsiteX4" fmla="*/ 13973 w 63467"/>
                <a:gd name="connsiteY4" fmla="*/ 35778 h 75497"/>
                <a:gd name="connsiteX5" fmla="*/ 59728 w 63467"/>
                <a:gd name="connsiteY5" fmla="*/ 35778 h 75497"/>
                <a:gd name="connsiteX6" fmla="*/ 63828 w 63467"/>
                <a:gd name="connsiteY6" fmla="*/ 32323 h 75497"/>
                <a:gd name="connsiteX7" fmla="*/ 34472 w 63467"/>
                <a:gd name="connsiteY7" fmla="*/ 85 h 75497"/>
                <a:gd name="connsiteX8" fmla="*/ 361 w 63467"/>
                <a:gd name="connsiteY8" fmla="*/ 37587 h 75497"/>
                <a:gd name="connsiteX9" fmla="*/ 36440 w 63467"/>
                <a:gd name="connsiteY9" fmla="*/ 75582 h 75497"/>
                <a:gd name="connsiteX10" fmla="*/ 63828 w 63467"/>
                <a:gd name="connsiteY10" fmla="*/ 54200 h 75497"/>
                <a:gd name="connsiteX11" fmla="*/ 61696 w 63467"/>
                <a:gd name="connsiteY11" fmla="*/ 52226 h 75497"/>
                <a:gd name="connsiteX12" fmla="*/ 59564 w 63467"/>
                <a:gd name="connsiteY12" fmla="*/ 54529 h 75497"/>
                <a:gd name="connsiteX13" fmla="*/ 37424 w 63467"/>
                <a:gd name="connsiteY13" fmla="*/ 71470 h 75497"/>
                <a:gd name="connsiteX14" fmla="*/ 18893 w 63467"/>
                <a:gd name="connsiteY14" fmla="*/ 60450 h 75497"/>
                <a:gd name="connsiteX15" fmla="*/ 13973 w 63467"/>
                <a:gd name="connsiteY15" fmla="*/ 35778 h 754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63467" h="75497">
                  <a:moveTo>
                    <a:pt x="14137" y="32323"/>
                  </a:moveTo>
                  <a:cubicBezTo>
                    <a:pt x="15121" y="7815"/>
                    <a:pt x="28897" y="3703"/>
                    <a:pt x="34472" y="3703"/>
                  </a:cubicBezTo>
                  <a:cubicBezTo>
                    <a:pt x="51364" y="3703"/>
                    <a:pt x="53004" y="25909"/>
                    <a:pt x="53004" y="32323"/>
                  </a:cubicBezTo>
                  <a:lnTo>
                    <a:pt x="14137" y="32323"/>
                  </a:lnTo>
                  <a:close/>
                  <a:moveTo>
                    <a:pt x="13973" y="35778"/>
                  </a:moveTo>
                  <a:lnTo>
                    <a:pt x="59728" y="35778"/>
                  </a:lnTo>
                  <a:cubicBezTo>
                    <a:pt x="63336" y="35778"/>
                    <a:pt x="63828" y="35778"/>
                    <a:pt x="63828" y="32323"/>
                  </a:cubicBezTo>
                  <a:cubicBezTo>
                    <a:pt x="63828" y="16040"/>
                    <a:pt x="54972" y="85"/>
                    <a:pt x="34472" y="85"/>
                  </a:cubicBezTo>
                  <a:cubicBezTo>
                    <a:pt x="15449" y="85"/>
                    <a:pt x="361" y="17026"/>
                    <a:pt x="361" y="37587"/>
                  </a:cubicBezTo>
                  <a:cubicBezTo>
                    <a:pt x="361" y="59628"/>
                    <a:pt x="17581" y="75582"/>
                    <a:pt x="36440" y="75582"/>
                  </a:cubicBezTo>
                  <a:cubicBezTo>
                    <a:pt x="56448" y="75582"/>
                    <a:pt x="63828" y="57325"/>
                    <a:pt x="63828" y="54200"/>
                  </a:cubicBezTo>
                  <a:cubicBezTo>
                    <a:pt x="63828" y="52555"/>
                    <a:pt x="62516" y="52226"/>
                    <a:pt x="61696" y="52226"/>
                  </a:cubicBezTo>
                  <a:cubicBezTo>
                    <a:pt x="60220" y="52226"/>
                    <a:pt x="59892" y="53213"/>
                    <a:pt x="59564" y="54529"/>
                  </a:cubicBezTo>
                  <a:cubicBezTo>
                    <a:pt x="53824" y="71470"/>
                    <a:pt x="39064" y="71470"/>
                    <a:pt x="37424" y="71470"/>
                  </a:cubicBezTo>
                  <a:cubicBezTo>
                    <a:pt x="29225" y="71470"/>
                    <a:pt x="22665" y="66536"/>
                    <a:pt x="18893" y="60450"/>
                  </a:cubicBezTo>
                  <a:cubicBezTo>
                    <a:pt x="13973" y="52555"/>
                    <a:pt x="13973" y="41699"/>
                    <a:pt x="13973" y="35778"/>
                  </a:cubicBezTo>
                  <a:close/>
                </a:path>
              </a:pathLst>
            </a:custGeom>
            <a:solidFill>
              <a:srgbClr val="000000"/>
            </a:solidFill>
            <a:ln w="22776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/>
            </a:p>
          </p:txBody>
        </p:sp>
        <p:sp>
          <p:nvSpPr>
            <p:cNvPr id="846" name="任意形状 845">
              <a:extLst>
                <a:ext uri="{FF2B5EF4-FFF2-40B4-BE49-F238E27FC236}">
                  <a16:creationId xmlns:a16="http://schemas.microsoft.com/office/drawing/2014/main" id="{089868DA-D9FB-D90A-BAA5-85E523A5F653}"/>
                </a:ext>
              </a:extLst>
            </p:cNvPr>
            <p:cNvSpPr/>
            <p:nvPr>
              <p:custDataLst>
                <p:tags r:id="rId66"/>
              </p:custDataLst>
            </p:nvPr>
          </p:nvSpPr>
          <p:spPr>
            <a:xfrm>
              <a:off x="12284394" y="6963050"/>
              <a:ext cx="82491" cy="72701"/>
            </a:xfrm>
            <a:custGeom>
              <a:avLst/>
              <a:gdLst>
                <a:gd name="connsiteX0" fmla="*/ 13157 w 82491"/>
                <a:gd name="connsiteY0" fmla="*/ 16204 h 72701"/>
                <a:gd name="connsiteX1" fmla="*/ 13157 w 82491"/>
                <a:gd name="connsiteY1" fmla="*/ 60286 h 72701"/>
                <a:gd name="connsiteX2" fmla="*/ 365 w 82491"/>
                <a:gd name="connsiteY2" fmla="*/ 67687 h 72701"/>
                <a:gd name="connsiteX3" fmla="*/ 365 w 82491"/>
                <a:gd name="connsiteY3" fmla="*/ 72786 h 72701"/>
                <a:gd name="connsiteX4" fmla="*/ 18897 w 82491"/>
                <a:gd name="connsiteY4" fmla="*/ 72293 h 72701"/>
                <a:gd name="connsiteX5" fmla="*/ 37265 w 82491"/>
                <a:gd name="connsiteY5" fmla="*/ 72786 h 72701"/>
                <a:gd name="connsiteX6" fmla="*/ 37265 w 82491"/>
                <a:gd name="connsiteY6" fmla="*/ 67687 h 72701"/>
                <a:gd name="connsiteX7" fmla="*/ 24473 w 82491"/>
                <a:gd name="connsiteY7" fmla="*/ 60286 h 72701"/>
                <a:gd name="connsiteX8" fmla="*/ 24473 w 82491"/>
                <a:gd name="connsiteY8" fmla="*/ 30021 h 72701"/>
                <a:gd name="connsiteX9" fmla="*/ 46613 w 82491"/>
                <a:gd name="connsiteY9" fmla="*/ 3703 h 72701"/>
                <a:gd name="connsiteX10" fmla="*/ 58749 w 82491"/>
                <a:gd name="connsiteY10" fmla="*/ 21961 h 72701"/>
                <a:gd name="connsiteX11" fmla="*/ 58749 w 82491"/>
                <a:gd name="connsiteY11" fmla="*/ 60286 h 72701"/>
                <a:gd name="connsiteX12" fmla="*/ 45957 w 82491"/>
                <a:gd name="connsiteY12" fmla="*/ 67687 h 72701"/>
                <a:gd name="connsiteX13" fmla="*/ 45957 w 82491"/>
                <a:gd name="connsiteY13" fmla="*/ 72786 h 72701"/>
                <a:gd name="connsiteX14" fmla="*/ 64489 w 82491"/>
                <a:gd name="connsiteY14" fmla="*/ 72293 h 72701"/>
                <a:gd name="connsiteX15" fmla="*/ 82857 w 82491"/>
                <a:gd name="connsiteY15" fmla="*/ 72786 h 72701"/>
                <a:gd name="connsiteX16" fmla="*/ 82857 w 82491"/>
                <a:gd name="connsiteY16" fmla="*/ 67687 h 72701"/>
                <a:gd name="connsiteX17" fmla="*/ 70065 w 82491"/>
                <a:gd name="connsiteY17" fmla="*/ 62753 h 72701"/>
                <a:gd name="connsiteX18" fmla="*/ 70065 w 82491"/>
                <a:gd name="connsiteY18" fmla="*/ 31336 h 72701"/>
                <a:gd name="connsiteX19" fmla="*/ 64981 w 82491"/>
                <a:gd name="connsiteY19" fmla="*/ 6171 h 72701"/>
                <a:gd name="connsiteX20" fmla="*/ 47761 w 82491"/>
                <a:gd name="connsiteY20" fmla="*/ 85 h 72701"/>
                <a:gd name="connsiteX21" fmla="*/ 23489 w 82491"/>
                <a:gd name="connsiteY21" fmla="*/ 17355 h 72701"/>
                <a:gd name="connsiteX22" fmla="*/ 23489 w 82491"/>
                <a:gd name="connsiteY22" fmla="*/ 85 h 72701"/>
                <a:gd name="connsiteX23" fmla="*/ 365 w 82491"/>
                <a:gd name="connsiteY23" fmla="*/ 1894 h 72701"/>
                <a:gd name="connsiteX24" fmla="*/ 365 w 82491"/>
                <a:gd name="connsiteY24" fmla="*/ 6993 h 72701"/>
                <a:gd name="connsiteX25" fmla="*/ 13157 w 82491"/>
                <a:gd name="connsiteY25" fmla="*/ 16204 h 727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82491" h="72701">
                  <a:moveTo>
                    <a:pt x="13157" y="16204"/>
                  </a:moveTo>
                  <a:lnTo>
                    <a:pt x="13157" y="60286"/>
                  </a:lnTo>
                  <a:cubicBezTo>
                    <a:pt x="13157" y="67687"/>
                    <a:pt x="11353" y="67687"/>
                    <a:pt x="365" y="67687"/>
                  </a:cubicBezTo>
                  <a:lnTo>
                    <a:pt x="365" y="72786"/>
                  </a:lnTo>
                  <a:cubicBezTo>
                    <a:pt x="6105" y="72622"/>
                    <a:pt x="14469" y="72293"/>
                    <a:pt x="18897" y="72293"/>
                  </a:cubicBezTo>
                  <a:cubicBezTo>
                    <a:pt x="23161" y="72293"/>
                    <a:pt x="31689" y="72622"/>
                    <a:pt x="37265" y="72786"/>
                  </a:cubicBezTo>
                  <a:lnTo>
                    <a:pt x="37265" y="67687"/>
                  </a:lnTo>
                  <a:cubicBezTo>
                    <a:pt x="26277" y="67687"/>
                    <a:pt x="24473" y="67687"/>
                    <a:pt x="24473" y="60286"/>
                  </a:cubicBezTo>
                  <a:lnTo>
                    <a:pt x="24473" y="30021"/>
                  </a:lnTo>
                  <a:cubicBezTo>
                    <a:pt x="24473" y="12914"/>
                    <a:pt x="36117" y="3703"/>
                    <a:pt x="46613" y="3703"/>
                  </a:cubicBezTo>
                  <a:cubicBezTo>
                    <a:pt x="56945" y="3703"/>
                    <a:pt x="58749" y="12585"/>
                    <a:pt x="58749" y="21961"/>
                  </a:cubicBezTo>
                  <a:lnTo>
                    <a:pt x="58749" y="60286"/>
                  </a:lnTo>
                  <a:cubicBezTo>
                    <a:pt x="58749" y="67687"/>
                    <a:pt x="56945" y="67687"/>
                    <a:pt x="45957" y="67687"/>
                  </a:cubicBezTo>
                  <a:lnTo>
                    <a:pt x="45957" y="72786"/>
                  </a:lnTo>
                  <a:cubicBezTo>
                    <a:pt x="51697" y="72622"/>
                    <a:pt x="60061" y="72293"/>
                    <a:pt x="64489" y="72293"/>
                  </a:cubicBezTo>
                  <a:cubicBezTo>
                    <a:pt x="68753" y="72293"/>
                    <a:pt x="77281" y="72622"/>
                    <a:pt x="82857" y="72786"/>
                  </a:cubicBezTo>
                  <a:lnTo>
                    <a:pt x="82857" y="67687"/>
                  </a:lnTo>
                  <a:cubicBezTo>
                    <a:pt x="74329" y="67687"/>
                    <a:pt x="70229" y="67687"/>
                    <a:pt x="70065" y="62753"/>
                  </a:cubicBezTo>
                  <a:lnTo>
                    <a:pt x="70065" y="31336"/>
                  </a:lnTo>
                  <a:cubicBezTo>
                    <a:pt x="70065" y="17191"/>
                    <a:pt x="70065" y="12092"/>
                    <a:pt x="64981" y="6171"/>
                  </a:cubicBezTo>
                  <a:cubicBezTo>
                    <a:pt x="62685" y="3374"/>
                    <a:pt x="57273" y="85"/>
                    <a:pt x="47761" y="85"/>
                  </a:cubicBezTo>
                  <a:cubicBezTo>
                    <a:pt x="35789" y="85"/>
                    <a:pt x="28081" y="7157"/>
                    <a:pt x="23489" y="17355"/>
                  </a:cubicBezTo>
                  <a:lnTo>
                    <a:pt x="23489" y="85"/>
                  </a:lnTo>
                  <a:lnTo>
                    <a:pt x="365" y="1894"/>
                  </a:lnTo>
                  <a:lnTo>
                    <a:pt x="365" y="6993"/>
                  </a:lnTo>
                  <a:cubicBezTo>
                    <a:pt x="11845" y="6993"/>
                    <a:pt x="13157" y="8144"/>
                    <a:pt x="13157" y="16204"/>
                  </a:cubicBezTo>
                  <a:close/>
                </a:path>
              </a:pathLst>
            </a:custGeom>
            <a:solidFill>
              <a:srgbClr val="000000"/>
            </a:solidFill>
            <a:ln w="22776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/>
            </a:p>
          </p:txBody>
        </p:sp>
        <p:sp>
          <p:nvSpPr>
            <p:cNvPr id="847" name="任意形状 846">
              <a:extLst>
                <a:ext uri="{FF2B5EF4-FFF2-40B4-BE49-F238E27FC236}">
                  <a16:creationId xmlns:a16="http://schemas.microsoft.com/office/drawing/2014/main" id="{906F02D8-F2D5-6711-F5F9-8068FD73C468}"/>
                </a:ext>
              </a:extLst>
            </p:cNvPr>
            <p:cNvSpPr/>
            <p:nvPr>
              <p:custDataLst>
                <p:tags r:id="rId67"/>
              </p:custDataLst>
            </p:nvPr>
          </p:nvSpPr>
          <p:spPr>
            <a:xfrm>
              <a:off x="12374849" y="6961241"/>
              <a:ext cx="74947" cy="108394"/>
            </a:xfrm>
            <a:custGeom>
              <a:avLst/>
              <a:gdLst>
                <a:gd name="connsiteX0" fmla="*/ 32186 w 74947"/>
                <a:gd name="connsiteY0" fmla="*/ 46304 h 108394"/>
                <a:gd name="connsiteX1" fmla="*/ 17919 w 74947"/>
                <a:gd name="connsiteY1" fmla="*/ 26073 h 108394"/>
                <a:gd name="connsiteX2" fmla="*/ 20543 w 74947"/>
                <a:gd name="connsiteY2" fmla="*/ 12256 h 108394"/>
                <a:gd name="connsiteX3" fmla="*/ 32186 w 74947"/>
                <a:gd name="connsiteY3" fmla="*/ 5677 h 108394"/>
                <a:gd name="connsiteX4" fmla="*/ 46454 w 74947"/>
                <a:gd name="connsiteY4" fmla="*/ 25909 h 108394"/>
                <a:gd name="connsiteX5" fmla="*/ 43830 w 74947"/>
                <a:gd name="connsiteY5" fmla="*/ 39725 h 108394"/>
                <a:gd name="connsiteX6" fmla="*/ 32186 w 74947"/>
                <a:gd name="connsiteY6" fmla="*/ 46304 h 108394"/>
                <a:gd name="connsiteX7" fmla="*/ 13163 w 74947"/>
                <a:gd name="connsiteY7" fmla="*/ 52719 h 108394"/>
                <a:gd name="connsiteX8" fmla="*/ 15951 w 74947"/>
                <a:gd name="connsiteY8" fmla="*/ 44989 h 108394"/>
                <a:gd name="connsiteX9" fmla="*/ 32186 w 74947"/>
                <a:gd name="connsiteY9" fmla="*/ 50088 h 108394"/>
                <a:gd name="connsiteX10" fmla="*/ 58754 w 74947"/>
                <a:gd name="connsiteY10" fmla="*/ 26073 h 108394"/>
                <a:gd name="connsiteX11" fmla="*/ 52030 w 74947"/>
                <a:gd name="connsiteY11" fmla="*/ 10118 h 108394"/>
                <a:gd name="connsiteX12" fmla="*/ 66790 w 74947"/>
                <a:gd name="connsiteY12" fmla="*/ 3703 h 108394"/>
                <a:gd name="connsiteX13" fmla="*/ 68430 w 74947"/>
                <a:gd name="connsiteY13" fmla="*/ 3868 h 108394"/>
                <a:gd name="connsiteX14" fmla="*/ 65806 w 74947"/>
                <a:gd name="connsiteY14" fmla="*/ 8309 h 108394"/>
                <a:gd name="connsiteX15" fmla="*/ 70562 w 74947"/>
                <a:gd name="connsiteY15" fmla="*/ 13079 h 108394"/>
                <a:gd name="connsiteX16" fmla="*/ 75318 w 74947"/>
                <a:gd name="connsiteY16" fmla="*/ 8144 h 108394"/>
                <a:gd name="connsiteX17" fmla="*/ 66954 w 74947"/>
                <a:gd name="connsiteY17" fmla="*/ 85 h 108394"/>
                <a:gd name="connsiteX18" fmla="*/ 49570 w 74947"/>
                <a:gd name="connsiteY18" fmla="*/ 7815 h 108394"/>
                <a:gd name="connsiteX19" fmla="*/ 32186 w 74947"/>
                <a:gd name="connsiteY19" fmla="*/ 1894 h 108394"/>
                <a:gd name="connsiteX20" fmla="*/ 5619 w 74947"/>
                <a:gd name="connsiteY20" fmla="*/ 25909 h 108394"/>
                <a:gd name="connsiteX21" fmla="*/ 13327 w 74947"/>
                <a:gd name="connsiteY21" fmla="*/ 42850 h 108394"/>
                <a:gd name="connsiteX22" fmla="*/ 8243 w 74947"/>
                <a:gd name="connsiteY22" fmla="*/ 56502 h 108394"/>
                <a:gd name="connsiteX23" fmla="*/ 15459 w 74947"/>
                <a:gd name="connsiteY23" fmla="*/ 71141 h 108394"/>
                <a:gd name="connsiteX24" fmla="*/ 371 w 74947"/>
                <a:gd name="connsiteY24" fmla="*/ 87590 h 108394"/>
                <a:gd name="connsiteX25" fmla="*/ 36614 w 74947"/>
                <a:gd name="connsiteY25" fmla="*/ 108479 h 108394"/>
                <a:gd name="connsiteX26" fmla="*/ 73022 w 74947"/>
                <a:gd name="connsiteY26" fmla="*/ 87261 h 108394"/>
                <a:gd name="connsiteX27" fmla="*/ 62362 w 74947"/>
                <a:gd name="connsiteY27" fmla="*/ 68510 h 108394"/>
                <a:gd name="connsiteX28" fmla="*/ 34154 w 74947"/>
                <a:gd name="connsiteY28" fmla="*/ 63904 h 108394"/>
                <a:gd name="connsiteX29" fmla="*/ 21855 w 74947"/>
                <a:gd name="connsiteY29" fmla="*/ 63740 h 108394"/>
                <a:gd name="connsiteX30" fmla="*/ 13163 w 74947"/>
                <a:gd name="connsiteY30" fmla="*/ 52719 h 108394"/>
                <a:gd name="connsiteX31" fmla="*/ 36778 w 74947"/>
                <a:gd name="connsiteY31" fmla="*/ 104696 h 108394"/>
                <a:gd name="connsiteX32" fmla="*/ 8899 w 74947"/>
                <a:gd name="connsiteY32" fmla="*/ 87590 h 108394"/>
                <a:gd name="connsiteX33" fmla="*/ 22347 w 74947"/>
                <a:gd name="connsiteY33" fmla="*/ 73444 h 108394"/>
                <a:gd name="connsiteX34" fmla="*/ 32022 w 74947"/>
                <a:gd name="connsiteY34" fmla="*/ 73444 h 108394"/>
                <a:gd name="connsiteX35" fmla="*/ 64494 w 74947"/>
                <a:gd name="connsiteY35" fmla="*/ 87590 h 108394"/>
                <a:gd name="connsiteX36" fmla="*/ 36778 w 74947"/>
                <a:gd name="connsiteY36" fmla="*/ 104696 h 1083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</a:cxnLst>
              <a:rect l="l" t="t" r="r" b="b"/>
              <a:pathLst>
                <a:path w="74947" h="108394">
                  <a:moveTo>
                    <a:pt x="32186" y="46304"/>
                  </a:moveTo>
                  <a:cubicBezTo>
                    <a:pt x="17919" y="46304"/>
                    <a:pt x="17919" y="29856"/>
                    <a:pt x="17919" y="26073"/>
                  </a:cubicBezTo>
                  <a:cubicBezTo>
                    <a:pt x="17919" y="21632"/>
                    <a:pt x="18083" y="16369"/>
                    <a:pt x="20543" y="12256"/>
                  </a:cubicBezTo>
                  <a:cubicBezTo>
                    <a:pt x="21855" y="10283"/>
                    <a:pt x="25626" y="5677"/>
                    <a:pt x="32186" y="5677"/>
                  </a:cubicBezTo>
                  <a:cubicBezTo>
                    <a:pt x="46454" y="5677"/>
                    <a:pt x="46454" y="22125"/>
                    <a:pt x="46454" y="25909"/>
                  </a:cubicBezTo>
                  <a:cubicBezTo>
                    <a:pt x="46454" y="30350"/>
                    <a:pt x="46290" y="35613"/>
                    <a:pt x="43830" y="39725"/>
                  </a:cubicBezTo>
                  <a:cubicBezTo>
                    <a:pt x="42518" y="41699"/>
                    <a:pt x="38746" y="46304"/>
                    <a:pt x="32186" y="46304"/>
                  </a:cubicBezTo>
                  <a:close/>
                  <a:moveTo>
                    <a:pt x="13163" y="52719"/>
                  </a:moveTo>
                  <a:cubicBezTo>
                    <a:pt x="13163" y="52061"/>
                    <a:pt x="13163" y="48278"/>
                    <a:pt x="15951" y="44989"/>
                  </a:cubicBezTo>
                  <a:cubicBezTo>
                    <a:pt x="22347" y="49594"/>
                    <a:pt x="29070" y="50088"/>
                    <a:pt x="32186" y="50088"/>
                  </a:cubicBezTo>
                  <a:cubicBezTo>
                    <a:pt x="47438" y="50088"/>
                    <a:pt x="58754" y="38738"/>
                    <a:pt x="58754" y="26073"/>
                  </a:cubicBezTo>
                  <a:cubicBezTo>
                    <a:pt x="58754" y="19987"/>
                    <a:pt x="56130" y="13901"/>
                    <a:pt x="52030" y="10118"/>
                  </a:cubicBezTo>
                  <a:cubicBezTo>
                    <a:pt x="57934" y="4526"/>
                    <a:pt x="63838" y="3703"/>
                    <a:pt x="66790" y="3703"/>
                  </a:cubicBezTo>
                  <a:cubicBezTo>
                    <a:pt x="67118" y="3703"/>
                    <a:pt x="67938" y="3703"/>
                    <a:pt x="68430" y="3868"/>
                  </a:cubicBezTo>
                  <a:cubicBezTo>
                    <a:pt x="66626" y="4526"/>
                    <a:pt x="65806" y="6335"/>
                    <a:pt x="65806" y="8309"/>
                  </a:cubicBezTo>
                  <a:cubicBezTo>
                    <a:pt x="65806" y="11105"/>
                    <a:pt x="67938" y="13079"/>
                    <a:pt x="70562" y="13079"/>
                  </a:cubicBezTo>
                  <a:cubicBezTo>
                    <a:pt x="72202" y="13079"/>
                    <a:pt x="75318" y="11927"/>
                    <a:pt x="75318" y="8144"/>
                  </a:cubicBezTo>
                  <a:cubicBezTo>
                    <a:pt x="75318" y="5348"/>
                    <a:pt x="73350" y="85"/>
                    <a:pt x="66954" y="85"/>
                  </a:cubicBezTo>
                  <a:cubicBezTo>
                    <a:pt x="63674" y="85"/>
                    <a:pt x="56458" y="1072"/>
                    <a:pt x="49570" y="7815"/>
                  </a:cubicBezTo>
                  <a:cubicBezTo>
                    <a:pt x="42682" y="2387"/>
                    <a:pt x="35794" y="1894"/>
                    <a:pt x="32186" y="1894"/>
                  </a:cubicBezTo>
                  <a:cubicBezTo>
                    <a:pt x="16935" y="1894"/>
                    <a:pt x="5619" y="13243"/>
                    <a:pt x="5619" y="25909"/>
                  </a:cubicBezTo>
                  <a:cubicBezTo>
                    <a:pt x="5619" y="33146"/>
                    <a:pt x="9227" y="39396"/>
                    <a:pt x="13327" y="42850"/>
                  </a:cubicBezTo>
                  <a:cubicBezTo>
                    <a:pt x="11195" y="45318"/>
                    <a:pt x="8243" y="50746"/>
                    <a:pt x="8243" y="56502"/>
                  </a:cubicBezTo>
                  <a:cubicBezTo>
                    <a:pt x="8243" y="61601"/>
                    <a:pt x="10375" y="67852"/>
                    <a:pt x="15459" y="71141"/>
                  </a:cubicBezTo>
                  <a:cubicBezTo>
                    <a:pt x="5619" y="73938"/>
                    <a:pt x="371" y="81010"/>
                    <a:pt x="371" y="87590"/>
                  </a:cubicBezTo>
                  <a:cubicBezTo>
                    <a:pt x="371" y="99433"/>
                    <a:pt x="16607" y="108479"/>
                    <a:pt x="36614" y="108479"/>
                  </a:cubicBezTo>
                  <a:cubicBezTo>
                    <a:pt x="55966" y="108479"/>
                    <a:pt x="73022" y="100090"/>
                    <a:pt x="73022" y="87261"/>
                  </a:cubicBezTo>
                  <a:cubicBezTo>
                    <a:pt x="73022" y="81504"/>
                    <a:pt x="70726" y="73115"/>
                    <a:pt x="62362" y="68510"/>
                  </a:cubicBezTo>
                  <a:cubicBezTo>
                    <a:pt x="53670" y="63904"/>
                    <a:pt x="44158" y="63904"/>
                    <a:pt x="34154" y="63904"/>
                  </a:cubicBezTo>
                  <a:cubicBezTo>
                    <a:pt x="30054" y="63904"/>
                    <a:pt x="23002" y="63904"/>
                    <a:pt x="21855" y="63740"/>
                  </a:cubicBezTo>
                  <a:cubicBezTo>
                    <a:pt x="16607" y="63082"/>
                    <a:pt x="13163" y="57983"/>
                    <a:pt x="13163" y="52719"/>
                  </a:cubicBezTo>
                  <a:close/>
                  <a:moveTo>
                    <a:pt x="36778" y="104696"/>
                  </a:moveTo>
                  <a:cubicBezTo>
                    <a:pt x="20214" y="104696"/>
                    <a:pt x="8899" y="96307"/>
                    <a:pt x="8899" y="87590"/>
                  </a:cubicBezTo>
                  <a:cubicBezTo>
                    <a:pt x="8899" y="80024"/>
                    <a:pt x="15131" y="73938"/>
                    <a:pt x="22347" y="73444"/>
                  </a:cubicBezTo>
                  <a:lnTo>
                    <a:pt x="32022" y="73444"/>
                  </a:lnTo>
                  <a:cubicBezTo>
                    <a:pt x="46126" y="73444"/>
                    <a:pt x="64494" y="73444"/>
                    <a:pt x="64494" y="87590"/>
                  </a:cubicBezTo>
                  <a:cubicBezTo>
                    <a:pt x="64494" y="96472"/>
                    <a:pt x="52850" y="104696"/>
                    <a:pt x="36778" y="104696"/>
                  </a:cubicBezTo>
                  <a:close/>
                </a:path>
              </a:pathLst>
            </a:custGeom>
            <a:solidFill>
              <a:srgbClr val="000000"/>
            </a:solidFill>
            <a:ln w="22776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/>
            </a:p>
          </p:txBody>
        </p:sp>
        <p:sp>
          <p:nvSpPr>
            <p:cNvPr id="848" name="任意形状 847">
              <a:extLst>
                <a:ext uri="{FF2B5EF4-FFF2-40B4-BE49-F238E27FC236}">
                  <a16:creationId xmlns:a16="http://schemas.microsoft.com/office/drawing/2014/main" id="{7007889D-1D71-4907-DA7E-CD29EC0F397E}"/>
                </a:ext>
              </a:extLst>
            </p:cNvPr>
            <p:cNvSpPr/>
            <p:nvPr>
              <p:custDataLst>
                <p:tags r:id="rId68"/>
              </p:custDataLst>
            </p:nvPr>
          </p:nvSpPr>
          <p:spPr>
            <a:xfrm>
              <a:off x="12455373" y="6934594"/>
              <a:ext cx="51331" cy="102966"/>
            </a:xfrm>
            <a:custGeom>
              <a:avLst/>
              <a:gdLst>
                <a:gd name="connsiteX0" fmla="*/ 25631 w 51331"/>
                <a:gd name="connsiteY0" fmla="*/ 35449 h 102966"/>
                <a:gd name="connsiteX1" fmla="*/ 49083 w 51331"/>
                <a:gd name="connsiteY1" fmla="*/ 35449 h 102966"/>
                <a:gd name="connsiteX2" fmla="*/ 49083 w 51331"/>
                <a:gd name="connsiteY2" fmla="*/ 30350 h 102966"/>
                <a:gd name="connsiteX3" fmla="*/ 25631 w 51331"/>
                <a:gd name="connsiteY3" fmla="*/ 30350 h 102966"/>
                <a:gd name="connsiteX4" fmla="*/ 25631 w 51331"/>
                <a:gd name="connsiteY4" fmla="*/ 85 h 102966"/>
                <a:gd name="connsiteX5" fmla="*/ 21531 w 51331"/>
                <a:gd name="connsiteY5" fmla="*/ 85 h 102966"/>
                <a:gd name="connsiteX6" fmla="*/ 376 w 51331"/>
                <a:gd name="connsiteY6" fmla="*/ 31830 h 102966"/>
                <a:gd name="connsiteX7" fmla="*/ 376 w 51331"/>
                <a:gd name="connsiteY7" fmla="*/ 35449 h 102966"/>
                <a:gd name="connsiteX8" fmla="*/ 14316 w 51331"/>
                <a:gd name="connsiteY8" fmla="*/ 35449 h 102966"/>
                <a:gd name="connsiteX9" fmla="*/ 14316 w 51331"/>
                <a:gd name="connsiteY9" fmla="*/ 80846 h 102966"/>
                <a:gd name="connsiteX10" fmla="*/ 35471 w 51331"/>
                <a:gd name="connsiteY10" fmla="*/ 103051 h 102966"/>
                <a:gd name="connsiteX11" fmla="*/ 51707 w 51331"/>
                <a:gd name="connsiteY11" fmla="*/ 80846 h 102966"/>
                <a:gd name="connsiteX12" fmla="*/ 51707 w 51331"/>
                <a:gd name="connsiteY12" fmla="*/ 71470 h 102966"/>
                <a:gd name="connsiteX13" fmla="*/ 47607 w 51331"/>
                <a:gd name="connsiteY13" fmla="*/ 71470 h 102966"/>
                <a:gd name="connsiteX14" fmla="*/ 47607 w 51331"/>
                <a:gd name="connsiteY14" fmla="*/ 80517 h 102966"/>
                <a:gd name="connsiteX15" fmla="*/ 36619 w 51331"/>
                <a:gd name="connsiteY15" fmla="*/ 98939 h 102966"/>
                <a:gd name="connsiteX16" fmla="*/ 25631 w 51331"/>
                <a:gd name="connsiteY16" fmla="*/ 81175 h 102966"/>
                <a:gd name="connsiteX17" fmla="*/ 25631 w 51331"/>
                <a:gd name="connsiteY17" fmla="*/ 35449 h 1029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51331" h="102966">
                  <a:moveTo>
                    <a:pt x="25631" y="35449"/>
                  </a:moveTo>
                  <a:lnTo>
                    <a:pt x="49083" y="35449"/>
                  </a:lnTo>
                  <a:lnTo>
                    <a:pt x="49083" y="30350"/>
                  </a:lnTo>
                  <a:lnTo>
                    <a:pt x="25631" y="30350"/>
                  </a:lnTo>
                  <a:lnTo>
                    <a:pt x="25631" y="85"/>
                  </a:lnTo>
                  <a:lnTo>
                    <a:pt x="21531" y="85"/>
                  </a:lnTo>
                  <a:cubicBezTo>
                    <a:pt x="21367" y="13572"/>
                    <a:pt x="16448" y="31172"/>
                    <a:pt x="376" y="31830"/>
                  </a:cubicBezTo>
                  <a:lnTo>
                    <a:pt x="376" y="35449"/>
                  </a:lnTo>
                  <a:lnTo>
                    <a:pt x="14316" y="35449"/>
                  </a:lnTo>
                  <a:lnTo>
                    <a:pt x="14316" y="80846"/>
                  </a:lnTo>
                  <a:cubicBezTo>
                    <a:pt x="14316" y="101077"/>
                    <a:pt x="29567" y="103051"/>
                    <a:pt x="35471" y="103051"/>
                  </a:cubicBezTo>
                  <a:cubicBezTo>
                    <a:pt x="47115" y="103051"/>
                    <a:pt x="51707" y="91373"/>
                    <a:pt x="51707" y="80846"/>
                  </a:cubicBezTo>
                  <a:lnTo>
                    <a:pt x="51707" y="71470"/>
                  </a:lnTo>
                  <a:lnTo>
                    <a:pt x="47607" y="71470"/>
                  </a:lnTo>
                  <a:lnTo>
                    <a:pt x="47607" y="80517"/>
                  </a:lnTo>
                  <a:cubicBezTo>
                    <a:pt x="47607" y="92689"/>
                    <a:pt x="42687" y="98939"/>
                    <a:pt x="36619" y="98939"/>
                  </a:cubicBezTo>
                  <a:cubicBezTo>
                    <a:pt x="25631" y="98939"/>
                    <a:pt x="25631" y="83971"/>
                    <a:pt x="25631" y="81175"/>
                  </a:cubicBezTo>
                  <a:lnTo>
                    <a:pt x="25631" y="35449"/>
                  </a:lnTo>
                  <a:close/>
                </a:path>
              </a:pathLst>
            </a:custGeom>
            <a:solidFill>
              <a:srgbClr val="000000"/>
            </a:solidFill>
            <a:ln w="22776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/>
            </a:p>
          </p:txBody>
        </p:sp>
        <p:sp>
          <p:nvSpPr>
            <p:cNvPr id="849" name="任意形状 848">
              <a:extLst>
                <a:ext uri="{FF2B5EF4-FFF2-40B4-BE49-F238E27FC236}">
                  <a16:creationId xmlns:a16="http://schemas.microsoft.com/office/drawing/2014/main" id="{7B2CA2DB-4030-D2C6-1B4C-479C4A8C1AC3}"/>
                </a:ext>
              </a:extLst>
            </p:cNvPr>
            <p:cNvSpPr/>
            <p:nvPr>
              <p:custDataLst>
                <p:tags r:id="rId69"/>
              </p:custDataLst>
            </p:nvPr>
          </p:nvSpPr>
          <p:spPr>
            <a:xfrm>
              <a:off x="12521283" y="6921600"/>
              <a:ext cx="82491" cy="114151"/>
            </a:xfrm>
            <a:custGeom>
              <a:avLst/>
              <a:gdLst>
                <a:gd name="connsiteX0" fmla="*/ 13171 w 82491"/>
                <a:gd name="connsiteY0" fmla="*/ 101735 h 114151"/>
                <a:gd name="connsiteX1" fmla="*/ 379 w 82491"/>
                <a:gd name="connsiteY1" fmla="*/ 109137 h 114151"/>
                <a:gd name="connsiteX2" fmla="*/ 379 w 82491"/>
                <a:gd name="connsiteY2" fmla="*/ 114236 h 114151"/>
                <a:gd name="connsiteX3" fmla="*/ 18911 w 82491"/>
                <a:gd name="connsiteY3" fmla="*/ 113743 h 114151"/>
                <a:gd name="connsiteX4" fmla="*/ 37279 w 82491"/>
                <a:gd name="connsiteY4" fmla="*/ 114236 h 114151"/>
                <a:gd name="connsiteX5" fmla="*/ 37279 w 82491"/>
                <a:gd name="connsiteY5" fmla="*/ 109137 h 114151"/>
                <a:gd name="connsiteX6" fmla="*/ 24487 w 82491"/>
                <a:gd name="connsiteY6" fmla="*/ 101735 h 114151"/>
                <a:gd name="connsiteX7" fmla="*/ 24487 w 82491"/>
                <a:gd name="connsiteY7" fmla="*/ 71470 h 114151"/>
                <a:gd name="connsiteX8" fmla="*/ 46627 w 82491"/>
                <a:gd name="connsiteY8" fmla="*/ 45153 h 114151"/>
                <a:gd name="connsiteX9" fmla="*/ 58763 w 82491"/>
                <a:gd name="connsiteY9" fmla="*/ 63411 h 114151"/>
                <a:gd name="connsiteX10" fmla="*/ 58763 w 82491"/>
                <a:gd name="connsiteY10" fmla="*/ 101735 h 114151"/>
                <a:gd name="connsiteX11" fmla="*/ 45971 w 82491"/>
                <a:gd name="connsiteY11" fmla="*/ 109137 h 114151"/>
                <a:gd name="connsiteX12" fmla="*/ 45971 w 82491"/>
                <a:gd name="connsiteY12" fmla="*/ 114236 h 114151"/>
                <a:gd name="connsiteX13" fmla="*/ 64503 w 82491"/>
                <a:gd name="connsiteY13" fmla="*/ 113743 h 114151"/>
                <a:gd name="connsiteX14" fmla="*/ 82871 w 82491"/>
                <a:gd name="connsiteY14" fmla="*/ 114236 h 114151"/>
                <a:gd name="connsiteX15" fmla="*/ 82871 w 82491"/>
                <a:gd name="connsiteY15" fmla="*/ 109137 h 114151"/>
                <a:gd name="connsiteX16" fmla="*/ 70079 w 82491"/>
                <a:gd name="connsiteY16" fmla="*/ 104203 h 114151"/>
                <a:gd name="connsiteX17" fmla="*/ 70079 w 82491"/>
                <a:gd name="connsiteY17" fmla="*/ 72786 h 114151"/>
                <a:gd name="connsiteX18" fmla="*/ 64995 w 82491"/>
                <a:gd name="connsiteY18" fmla="*/ 47620 h 114151"/>
                <a:gd name="connsiteX19" fmla="*/ 47775 w 82491"/>
                <a:gd name="connsiteY19" fmla="*/ 41534 h 114151"/>
                <a:gd name="connsiteX20" fmla="*/ 23995 w 82491"/>
                <a:gd name="connsiteY20" fmla="*/ 57654 h 114151"/>
                <a:gd name="connsiteX21" fmla="*/ 23995 w 82491"/>
                <a:gd name="connsiteY21" fmla="*/ 85 h 114151"/>
                <a:gd name="connsiteX22" fmla="*/ 379 w 82491"/>
                <a:gd name="connsiteY22" fmla="*/ 1894 h 114151"/>
                <a:gd name="connsiteX23" fmla="*/ 379 w 82491"/>
                <a:gd name="connsiteY23" fmla="*/ 6993 h 114151"/>
                <a:gd name="connsiteX24" fmla="*/ 13171 w 82491"/>
                <a:gd name="connsiteY24" fmla="*/ 16204 h 114151"/>
                <a:gd name="connsiteX25" fmla="*/ 13171 w 82491"/>
                <a:gd name="connsiteY25" fmla="*/ 101735 h 1141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82491" h="114151">
                  <a:moveTo>
                    <a:pt x="13171" y="101735"/>
                  </a:moveTo>
                  <a:cubicBezTo>
                    <a:pt x="13171" y="109137"/>
                    <a:pt x="11367" y="109137"/>
                    <a:pt x="379" y="109137"/>
                  </a:cubicBezTo>
                  <a:lnTo>
                    <a:pt x="379" y="114236"/>
                  </a:lnTo>
                  <a:cubicBezTo>
                    <a:pt x="6119" y="114072"/>
                    <a:pt x="14483" y="113743"/>
                    <a:pt x="18911" y="113743"/>
                  </a:cubicBezTo>
                  <a:cubicBezTo>
                    <a:pt x="23175" y="113743"/>
                    <a:pt x="31703" y="114072"/>
                    <a:pt x="37279" y="114236"/>
                  </a:cubicBezTo>
                  <a:lnTo>
                    <a:pt x="37279" y="109137"/>
                  </a:lnTo>
                  <a:cubicBezTo>
                    <a:pt x="26291" y="109137"/>
                    <a:pt x="24487" y="109137"/>
                    <a:pt x="24487" y="101735"/>
                  </a:cubicBezTo>
                  <a:lnTo>
                    <a:pt x="24487" y="71470"/>
                  </a:lnTo>
                  <a:cubicBezTo>
                    <a:pt x="24487" y="54364"/>
                    <a:pt x="36131" y="45153"/>
                    <a:pt x="46627" y="45153"/>
                  </a:cubicBezTo>
                  <a:cubicBezTo>
                    <a:pt x="56959" y="45153"/>
                    <a:pt x="58763" y="54035"/>
                    <a:pt x="58763" y="63411"/>
                  </a:cubicBezTo>
                  <a:lnTo>
                    <a:pt x="58763" y="101735"/>
                  </a:lnTo>
                  <a:cubicBezTo>
                    <a:pt x="58763" y="109137"/>
                    <a:pt x="56959" y="109137"/>
                    <a:pt x="45971" y="109137"/>
                  </a:cubicBezTo>
                  <a:lnTo>
                    <a:pt x="45971" y="114236"/>
                  </a:lnTo>
                  <a:cubicBezTo>
                    <a:pt x="51711" y="114072"/>
                    <a:pt x="60075" y="113743"/>
                    <a:pt x="64503" y="113743"/>
                  </a:cubicBezTo>
                  <a:cubicBezTo>
                    <a:pt x="68767" y="113743"/>
                    <a:pt x="77295" y="114072"/>
                    <a:pt x="82871" y="114236"/>
                  </a:cubicBezTo>
                  <a:lnTo>
                    <a:pt x="82871" y="109137"/>
                  </a:lnTo>
                  <a:cubicBezTo>
                    <a:pt x="74343" y="109137"/>
                    <a:pt x="70243" y="109137"/>
                    <a:pt x="70079" y="104203"/>
                  </a:cubicBezTo>
                  <a:lnTo>
                    <a:pt x="70079" y="72786"/>
                  </a:lnTo>
                  <a:cubicBezTo>
                    <a:pt x="70079" y="58641"/>
                    <a:pt x="70079" y="53542"/>
                    <a:pt x="64995" y="47620"/>
                  </a:cubicBezTo>
                  <a:cubicBezTo>
                    <a:pt x="62699" y="44824"/>
                    <a:pt x="57287" y="41534"/>
                    <a:pt x="47775" y="41534"/>
                  </a:cubicBezTo>
                  <a:cubicBezTo>
                    <a:pt x="33999" y="41534"/>
                    <a:pt x="26783" y="51403"/>
                    <a:pt x="23995" y="57654"/>
                  </a:cubicBezTo>
                  <a:lnTo>
                    <a:pt x="23995" y="85"/>
                  </a:lnTo>
                  <a:lnTo>
                    <a:pt x="379" y="1894"/>
                  </a:lnTo>
                  <a:lnTo>
                    <a:pt x="379" y="6993"/>
                  </a:lnTo>
                  <a:cubicBezTo>
                    <a:pt x="11859" y="6993"/>
                    <a:pt x="13171" y="8144"/>
                    <a:pt x="13171" y="16204"/>
                  </a:cubicBezTo>
                  <a:lnTo>
                    <a:pt x="13171" y="101735"/>
                  </a:lnTo>
                  <a:close/>
                </a:path>
              </a:pathLst>
            </a:custGeom>
            <a:solidFill>
              <a:srgbClr val="000000"/>
            </a:solidFill>
            <a:ln w="22776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/>
            </a:p>
          </p:txBody>
        </p:sp>
        <p:sp>
          <p:nvSpPr>
            <p:cNvPr id="850" name="任意形状 849">
              <a:extLst>
                <a:ext uri="{FF2B5EF4-FFF2-40B4-BE49-F238E27FC236}">
                  <a16:creationId xmlns:a16="http://schemas.microsoft.com/office/drawing/2014/main" id="{1C938309-BD9E-68C2-CC6E-38F30F9D9F24}"/>
                </a:ext>
              </a:extLst>
            </p:cNvPr>
            <p:cNvSpPr/>
            <p:nvPr>
              <p:custDataLst>
                <p:tags r:id="rId70"/>
              </p:custDataLst>
            </p:nvPr>
          </p:nvSpPr>
          <p:spPr>
            <a:xfrm>
              <a:off x="12623380" y="6912389"/>
              <a:ext cx="38047" cy="164483"/>
            </a:xfrm>
            <a:custGeom>
              <a:avLst/>
              <a:gdLst>
                <a:gd name="connsiteX0" fmla="*/ 38433 w 38047"/>
                <a:gd name="connsiteY0" fmla="*/ 162923 h 164483"/>
                <a:gd name="connsiteX1" fmla="*/ 35645 w 38047"/>
                <a:gd name="connsiteY1" fmla="*/ 159304 h 164483"/>
                <a:gd name="connsiteX2" fmla="*/ 9897 w 38047"/>
                <a:gd name="connsiteY2" fmla="*/ 82326 h 164483"/>
                <a:gd name="connsiteX3" fmla="*/ 36301 w 38047"/>
                <a:gd name="connsiteY3" fmla="*/ 4526 h 164483"/>
                <a:gd name="connsiteX4" fmla="*/ 38433 w 38047"/>
                <a:gd name="connsiteY4" fmla="*/ 1730 h 164483"/>
                <a:gd name="connsiteX5" fmla="*/ 36793 w 38047"/>
                <a:gd name="connsiteY5" fmla="*/ 85 h 164483"/>
                <a:gd name="connsiteX6" fmla="*/ 10717 w 38047"/>
                <a:gd name="connsiteY6" fmla="*/ 32159 h 164483"/>
                <a:gd name="connsiteX7" fmla="*/ 385 w 38047"/>
                <a:gd name="connsiteY7" fmla="*/ 82326 h 164483"/>
                <a:gd name="connsiteX8" fmla="*/ 11209 w 38047"/>
                <a:gd name="connsiteY8" fmla="*/ 133645 h 164483"/>
                <a:gd name="connsiteX9" fmla="*/ 36793 w 38047"/>
                <a:gd name="connsiteY9" fmla="*/ 164568 h 164483"/>
                <a:gd name="connsiteX10" fmla="*/ 38433 w 38047"/>
                <a:gd name="connsiteY10" fmla="*/ 162923 h 164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38047" h="164483">
                  <a:moveTo>
                    <a:pt x="38433" y="162923"/>
                  </a:moveTo>
                  <a:cubicBezTo>
                    <a:pt x="38433" y="162430"/>
                    <a:pt x="38433" y="162101"/>
                    <a:pt x="35645" y="159304"/>
                  </a:cubicBezTo>
                  <a:cubicBezTo>
                    <a:pt x="15145" y="138580"/>
                    <a:pt x="9897" y="107492"/>
                    <a:pt x="9897" y="82326"/>
                  </a:cubicBezTo>
                  <a:cubicBezTo>
                    <a:pt x="9897" y="53706"/>
                    <a:pt x="16129" y="25086"/>
                    <a:pt x="36301" y="4526"/>
                  </a:cubicBezTo>
                  <a:cubicBezTo>
                    <a:pt x="38433" y="2552"/>
                    <a:pt x="38433" y="2223"/>
                    <a:pt x="38433" y="1730"/>
                  </a:cubicBezTo>
                  <a:cubicBezTo>
                    <a:pt x="38433" y="578"/>
                    <a:pt x="37777" y="85"/>
                    <a:pt x="36793" y="85"/>
                  </a:cubicBezTo>
                  <a:cubicBezTo>
                    <a:pt x="35153" y="85"/>
                    <a:pt x="20393" y="11270"/>
                    <a:pt x="10717" y="32159"/>
                  </a:cubicBezTo>
                  <a:cubicBezTo>
                    <a:pt x="2353" y="50252"/>
                    <a:pt x="385" y="68510"/>
                    <a:pt x="385" y="82326"/>
                  </a:cubicBezTo>
                  <a:cubicBezTo>
                    <a:pt x="385" y="95156"/>
                    <a:pt x="2189" y="115058"/>
                    <a:pt x="11209" y="133645"/>
                  </a:cubicBezTo>
                  <a:cubicBezTo>
                    <a:pt x="21049" y="153876"/>
                    <a:pt x="35153" y="164568"/>
                    <a:pt x="36793" y="164568"/>
                  </a:cubicBezTo>
                  <a:cubicBezTo>
                    <a:pt x="37777" y="164568"/>
                    <a:pt x="38433" y="164074"/>
                    <a:pt x="38433" y="162923"/>
                  </a:cubicBezTo>
                  <a:close/>
                </a:path>
              </a:pathLst>
            </a:custGeom>
            <a:solidFill>
              <a:srgbClr val="000000"/>
            </a:solidFill>
            <a:ln w="22776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/>
            </a:p>
          </p:txBody>
        </p:sp>
        <p:sp>
          <p:nvSpPr>
            <p:cNvPr id="851" name="任意形状 850">
              <a:extLst>
                <a:ext uri="{FF2B5EF4-FFF2-40B4-BE49-F238E27FC236}">
                  <a16:creationId xmlns:a16="http://schemas.microsoft.com/office/drawing/2014/main" id="{6302F530-F3B0-CEA0-2478-CE39AAC3F79B}"/>
                </a:ext>
              </a:extLst>
            </p:cNvPr>
            <p:cNvSpPr/>
            <p:nvPr>
              <p:custDataLst>
                <p:tags r:id="rId71"/>
              </p:custDataLst>
            </p:nvPr>
          </p:nvSpPr>
          <p:spPr>
            <a:xfrm>
              <a:off x="12675678" y="6963050"/>
              <a:ext cx="66747" cy="74510"/>
            </a:xfrm>
            <a:custGeom>
              <a:avLst/>
              <a:gdLst>
                <a:gd name="connsiteX0" fmla="*/ 10065 w 66747"/>
                <a:gd name="connsiteY0" fmla="*/ 63082 h 74510"/>
                <a:gd name="connsiteX1" fmla="*/ 8589 w 66747"/>
                <a:gd name="connsiteY1" fmla="*/ 70155 h 74510"/>
                <a:gd name="connsiteX2" fmla="*/ 13345 w 66747"/>
                <a:gd name="connsiteY2" fmla="*/ 74596 h 74510"/>
                <a:gd name="connsiteX3" fmla="*/ 19413 w 66747"/>
                <a:gd name="connsiteY3" fmla="*/ 69990 h 74510"/>
                <a:gd name="connsiteX4" fmla="*/ 25973 w 66747"/>
                <a:gd name="connsiteY4" fmla="*/ 44002 h 74510"/>
                <a:gd name="connsiteX5" fmla="*/ 31221 w 66747"/>
                <a:gd name="connsiteY5" fmla="*/ 22619 h 74510"/>
                <a:gd name="connsiteX6" fmla="*/ 40405 w 66747"/>
                <a:gd name="connsiteY6" fmla="*/ 9131 h 74510"/>
                <a:gd name="connsiteX7" fmla="*/ 53525 w 66747"/>
                <a:gd name="connsiteY7" fmla="*/ 3703 h 74510"/>
                <a:gd name="connsiteX8" fmla="*/ 60413 w 66747"/>
                <a:gd name="connsiteY8" fmla="*/ 5677 h 74510"/>
                <a:gd name="connsiteX9" fmla="*/ 51885 w 66747"/>
                <a:gd name="connsiteY9" fmla="*/ 14724 h 74510"/>
                <a:gd name="connsiteX10" fmla="*/ 58117 w 66747"/>
                <a:gd name="connsiteY10" fmla="*/ 20481 h 74510"/>
                <a:gd name="connsiteX11" fmla="*/ 67137 w 66747"/>
                <a:gd name="connsiteY11" fmla="*/ 10776 h 74510"/>
                <a:gd name="connsiteX12" fmla="*/ 53525 w 66747"/>
                <a:gd name="connsiteY12" fmla="*/ 85 h 74510"/>
                <a:gd name="connsiteX13" fmla="*/ 32533 w 66747"/>
                <a:gd name="connsiteY13" fmla="*/ 12750 h 74510"/>
                <a:gd name="connsiteX14" fmla="*/ 17609 w 66747"/>
                <a:gd name="connsiteY14" fmla="*/ 85 h 74510"/>
                <a:gd name="connsiteX15" fmla="*/ 5473 w 66747"/>
                <a:gd name="connsiteY15" fmla="*/ 9460 h 74510"/>
                <a:gd name="connsiteX16" fmla="*/ 389 w 66747"/>
                <a:gd name="connsiteY16" fmla="*/ 25415 h 74510"/>
                <a:gd name="connsiteX17" fmla="*/ 2357 w 66747"/>
                <a:gd name="connsiteY17" fmla="*/ 27060 h 74510"/>
                <a:gd name="connsiteX18" fmla="*/ 5145 w 66747"/>
                <a:gd name="connsiteY18" fmla="*/ 23277 h 74510"/>
                <a:gd name="connsiteX19" fmla="*/ 17117 w 66747"/>
                <a:gd name="connsiteY19" fmla="*/ 3703 h 74510"/>
                <a:gd name="connsiteX20" fmla="*/ 22201 w 66747"/>
                <a:gd name="connsiteY20" fmla="*/ 11270 h 74510"/>
                <a:gd name="connsiteX21" fmla="*/ 19577 w 66747"/>
                <a:gd name="connsiteY21" fmla="*/ 25086 h 74510"/>
                <a:gd name="connsiteX22" fmla="*/ 10065 w 66747"/>
                <a:gd name="connsiteY22" fmla="*/ 63082 h 745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66747" h="74510">
                  <a:moveTo>
                    <a:pt x="10065" y="63082"/>
                  </a:moveTo>
                  <a:cubicBezTo>
                    <a:pt x="9573" y="65549"/>
                    <a:pt x="8589" y="69332"/>
                    <a:pt x="8589" y="70155"/>
                  </a:cubicBezTo>
                  <a:cubicBezTo>
                    <a:pt x="8589" y="73115"/>
                    <a:pt x="10885" y="74596"/>
                    <a:pt x="13345" y="74596"/>
                  </a:cubicBezTo>
                  <a:cubicBezTo>
                    <a:pt x="15313" y="74596"/>
                    <a:pt x="18265" y="73280"/>
                    <a:pt x="19413" y="69990"/>
                  </a:cubicBezTo>
                  <a:cubicBezTo>
                    <a:pt x="19741" y="69332"/>
                    <a:pt x="25317" y="46962"/>
                    <a:pt x="25973" y="44002"/>
                  </a:cubicBezTo>
                  <a:cubicBezTo>
                    <a:pt x="27285" y="38574"/>
                    <a:pt x="30237" y="27060"/>
                    <a:pt x="31221" y="22619"/>
                  </a:cubicBezTo>
                  <a:cubicBezTo>
                    <a:pt x="31877" y="20481"/>
                    <a:pt x="36469" y="12750"/>
                    <a:pt x="40405" y="9131"/>
                  </a:cubicBezTo>
                  <a:cubicBezTo>
                    <a:pt x="41717" y="7980"/>
                    <a:pt x="46473" y="3703"/>
                    <a:pt x="53525" y="3703"/>
                  </a:cubicBezTo>
                  <a:cubicBezTo>
                    <a:pt x="57789" y="3703"/>
                    <a:pt x="60249" y="5677"/>
                    <a:pt x="60413" y="5677"/>
                  </a:cubicBezTo>
                  <a:cubicBezTo>
                    <a:pt x="55493" y="6500"/>
                    <a:pt x="51885" y="10447"/>
                    <a:pt x="51885" y="14724"/>
                  </a:cubicBezTo>
                  <a:cubicBezTo>
                    <a:pt x="51885" y="17355"/>
                    <a:pt x="53689" y="20481"/>
                    <a:pt x="58117" y="20481"/>
                  </a:cubicBezTo>
                  <a:cubicBezTo>
                    <a:pt x="62545" y="20481"/>
                    <a:pt x="67137" y="16697"/>
                    <a:pt x="67137" y="10776"/>
                  </a:cubicBezTo>
                  <a:cubicBezTo>
                    <a:pt x="67137" y="5019"/>
                    <a:pt x="61889" y="85"/>
                    <a:pt x="53525" y="85"/>
                  </a:cubicBezTo>
                  <a:cubicBezTo>
                    <a:pt x="42865" y="85"/>
                    <a:pt x="35649" y="8144"/>
                    <a:pt x="32533" y="12750"/>
                  </a:cubicBezTo>
                  <a:cubicBezTo>
                    <a:pt x="31221" y="5348"/>
                    <a:pt x="25317" y="85"/>
                    <a:pt x="17609" y="85"/>
                  </a:cubicBezTo>
                  <a:cubicBezTo>
                    <a:pt x="10065" y="85"/>
                    <a:pt x="6949" y="6500"/>
                    <a:pt x="5473" y="9460"/>
                  </a:cubicBezTo>
                  <a:cubicBezTo>
                    <a:pt x="2521" y="15053"/>
                    <a:pt x="389" y="24922"/>
                    <a:pt x="389" y="25415"/>
                  </a:cubicBezTo>
                  <a:cubicBezTo>
                    <a:pt x="389" y="27060"/>
                    <a:pt x="2029" y="27060"/>
                    <a:pt x="2357" y="27060"/>
                  </a:cubicBezTo>
                  <a:cubicBezTo>
                    <a:pt x="3997" y="27060"/>
                    <a:pt x="4161" y="26895"/>
                    <a:pt x="5145" y="23277"/>
                  </a:cubicBezTo>
                  <a:cubicBezTo>
                    <a:pt x="7933" y="11599"/>
                    <a:pt x="11213" y="3703"/>
                    <a:pt x="17117" y="3703"/>
                  </a:cubicBezTo>
                  <a:cubicBezTo>
                    <a:pt x="19905" y="3703"/>
                    <a:pt x="22201" y="5019"/>
                    <a:pt x="22201" y="11270"/>
                  </a:cubicBezTo>
                  <a:cubicBezTo>
                    <a:pt x="22201" y="14724"/>
                    <a:pt x="21709" y="16533"/>
                    <a:pt x="19577" y="25086"/>
                  </a:cubicBezTo>
                  <a:lnTo>
                    <a:pt x="10065" y="63082"/>
                  </a:lnTo>
                  <a:close/>
                </a:path>
              </a:pathLst>
            </a:custGeom>
            <a:solidFill>
              <a:srgbClr val="000000"/>
            </a:solidFill>
            <a:ln w="22776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/>
            </a:p>
          </p:txBody>
        </p:sp>
        <p:sp>
          <p:nvSpPr>
            <p:cNvPr id="852" name="任意形状 851">
              <a:extLst>
                <a:ext uri="{FF2B5EF4-FFF2-40B4-BE49-F238E27FC236}">
                  <a16:creationId xmlns:a16="http://schemas.microsoft.com/office/drawing/2014/main" id="{64134824-D49F-35EF-4D37-5636DCBFF6F3}"/>
                </a:ext>
              </a:extLst>
            </p:cNvPr>
            <p:cNvSpPr/>
            <p:nvPr>
              <p:custDataLst>
                <p:tags r:id="rId72"/>
              </p:custDataLst>
            </p:nvPr>
          </p:nvSpPr>
          <p:spPr>
            <a:xfrm>
              <a:off x="12758816" y="6912389"/>
              <a:ext cx="38047" cy="164483"/>
            </a:xfrm>
            <a:custGeom>
              <a:avLst/>
              <a:gdLst>
                <a:gd name="connsiteX0" fmla="*/ 38441 w 38047"/>
                <a:gd name="connsiteY0" fmla="*/ 82326 h 164483"/>
                <a:gd name="connsiteX1" fmla="*/ 27618 w 38047"/>
                <a:gd name="connsiteY1" fmla="*/ 31008 h 164483"/>
                <a:gd name="connsiteX2" fmla="*/ 2034 w 38047"/>
                <a:gd name="connsiteY2" fmla="*/ 85 h 164483"/>
                <a:gd name="connsiteX3" fmla="*/ 394 w 38047"/>
                <a:gd name="connsiteY3" fmla="*/ 1730 h 164483"/>
                <a:gd name="connsiteX4" fmla="*/ 3510 w 38047"/>
                <a:gd name="connsiteY4" fmla="*/ 5513 h 164483"/>
                <a:gd name="connsiteX5" fmla="*/ 28930 w 38047"/>
                <a:gd name="connsiteY5" fmla="*/ 82326 h 164483"/>
                <a:gd name="connsiteX6" fmla="*/ 2526 w 38047"/>
                <a:gd name="connsiteY6" fmla="*/ 160127 h 164483"/>
                <a:gd name="connsiteX7" fmla="*/ 394 w 38047"/>
                <a:gd name="connsiteY7" fmla="*/ 162923 h 164483"/>
                <a:gd name="connsiteX8" fmla="*/ 2034 w 38047"/>
                <a:gd name="connsiteY8" fmla="*/ 164568 h 164483"/>
                <a:gd name="connsiteX9" fmla="*/ 28110 w 38047"/>
                <a:gd name="connsiteY9" fmla="*/ 132494 h 164483"/>
                <a:gd name="connsiteX10" fmla="*/ 38441 w 38047"/>
                <a:gd name="connsiteY10" fmla="*/ 82326 h 164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38047" h="164483">
                  <a:moveTo>
                    <a:pt x="38441" y="82326"/>
                  </a:moveTo>
                  <a:cubicBezTo>
                    <a:pt x="38441" y="69497"/>
                    <a:pt x="36637" y="49594"/>
                    <a:pt x="27618" y="31008"/>
                  </a:cubicBezTo>
                  <a:cubicBezTo>
                    <a:pt x="17778" y="10776"/>
                    <a:pt x="3674" y="85"/>
                    <a:pt x="2034" y="85"/>
                  </a:cubicBezTo>
                  <a:cubicBezTo>
                    <a:pt x="1050" y="85"/>
                    <a:pt x="394" y="743"/>
                    <a:pt x="394" y="1730"/>
                  </a:cubicBezTo>
                  <a:cubicBezTo>
                    <a:pt x="394" y="2223"/>
                    <a:pt x="394" y="2552"/>
                    <a:pt x="3510" y="5513"/>
                  </a:cubicBezTo>
                  <a:cubicBezTo>
                    <a:pt x="19582" y="21796"/>
                    <a:pt x="28930" y="47949"/>
                    <a:pt x="28930" y="82326"/>
                  </a:cubicBezTo>
                  <a:cubicBezTo>
                    <a:pt x="28930" y="110453"/>
                    <a:pt x="22862" y="139402"/>
                    <a:pt x="2526" y="160127"/>
                  </a:cubicBezTo>
                  <a:cubicBezTo>
                    <a:pt x="394" y="162101"/>
                    <a:pt x="394" y="162430"/>
                    <a:pt x="394" y="162923"/>
                  </a:cubicBezTo>
                  <a:cubicBezTo>
                    <a:pt x="394" y="163910"/>
                    <a:pt x="1050" y="164568"/>
                    <a:pt x="2034" y="164568"/>
                  </a:cubicBezTo>
                  <a:cubicBezTo>
                    <a:pt x="3674" y="164568"/>
                    <a:pt x="18434" y="153383"/>
                    <a:pt x="28110" y="132494"/>
                  </a:cubicBezTo>
                  <a:cubicBezTo>
                    <a:pt x="36473" y="114401"/>
                    <a:pt x="38441" y="96143"/>
                    <a:pt x="38441" y="82326"/>
                  </a:cubicBezTo>
                  <a:close/>
                </a:path>
              </a:pathLst>
            </a:custGeom>
            <a:solidFill>
              <a:srgbClr val="000000"/>
            </a:solidFill>
            <a:ln w="22776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/>
            </a:p>
          </p:txBody>
        </p:sp>
        <p:sp>
          <p:nvSpPr>
            <p:cNvPr id="853" name="任意形状 852">
              <a:extLst>
                <a:ext uri="{FF2B5EF4-FFF2-40B4-BE49-F238E27FC236}">
                  <a16:creationId xmlns:a16="http://schemas.microsoft.com/office/drawing/2014/main" id="{7645B430-7A6A-E41F-D4A0-D9EEE82A2ACD}"/>
                </a:ext>
              </a:extLst>
            </p:cNvPr>
            <p:cNvSpPr/>
            <p:nvPr>
              <p:custDataLst>
                <p:tags r:id="rId73"/>
              </p:custDataLst>
            </p:nvPr>
          </p:nvSpPr>
          <p:spPr>
            <a:xfrm>
              <a:off x="12819149" y="6846594"/>
              <a:ext cx="62319" cy="295905"/>
            </a:xfrm>
            <a:custGeom>
              <a:avLst/>
              <a:gdLst>
                <a:gd name="connsiteX0" fmla="*/ 62717 w 62319"/>
                <a:gd name="connsiteY0" fmla="*/ 147944 h 295905"/>
                <a:gd name="connsiteX1" fmla="*/ 19421 w 62319"/>
                <a:gd name="connsiteY1" fmla="*/ 13561 h 295905"/>
                <a:gd name="connsiteX2" fmla="*/ 7121 w 62319"/>
                <a:gd name="connsiteY2" fmla="*/ 1061 h 295905"/>
                <a:gd name="connsiteX3" fmla="*/ 3513 w 62319"/>
                <a:gd name="connsiteY3" fmla="*/ 74 h 295905"/>
                <a:gd name="connsiteX4" fmla="*/ 397 w 62319"/>
                <a:gd name="connsiteY4" fmla="*/ 1718 h 295905"/>
                <a:gd name="connsiteX5" fmla="*/ 1381 w 62319"/>
                <a:gd name="connsiteY5" fmla="*/ 3363 h 295905"/>
                <a:gd name="connsiteX6" fmla="*/ 25981 w 62319"/>
                <a:gd name="connsiteY6" fmla="*/ 36260 h 295905"/>
                <a:gd name="connsiteX7" fmla="*/ 50253 w 62319"/>
                <a:gd name="connsiteY7" fmla="*/ 147944 h 295905"/>
                <a:gd name="connsiteX8" fmla="*/ 1053 w 62319"/>
                <a:gd name="connsiteY8" fmla="*/ 293018 h 295905"/>
                <a:gd name="connsiteX9" fmla="*/ 397 w 62319"/>
                <a:gd name="connsiteY9" fmla="*/ 294334 h 295905"/>
                <a:gd name="connsiteX10" fmla="*/ 3513 w 62319"/>
                <a:gd name="connsiteY10" fmla="*/ 295979 h 295905"/>
                <a:gd name="connsiteX11" fmla="*/ 7449 w 62319"/>
                <a:gd name="connsiteY11" fmla="*/ 294663 h 295905"/>
                <a:gd name="connsiteX12" fmla="*/ 51893 w 62319"/>
                <a:gd name="connsiteY12" fmla="*/ 223606 h 295905"/>
                <a:gd name="connsiteX13" fmla="*/ 62717 w 62319"/>
                <a:gd name="connsiteY13" fmla="*/ 147944 h 2959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2319" h="295905">
                  <a:moveTo>
                    <a:pt x="62717" y="147944"/>
                  </a:moveTo>
                  <a:cubicBezTo>
                    <a:pt x="62717" y="100737"/>
                    <a:pt x="51729" y="50570"/>
                    <a:pt x="19421" y="13561"/>
                  </a:cubicBezTo>
                  <a:cubicBezTo>
                    <a:pt x="17125" y="10930"/>
                    <a:pt x="11057" y="4515"/>
                    <a:pt x="7121" y="1061"/>
                  </a:cubicBezTo>
                  <a:cubicBezTo>
                    <a:pt x="5973" y="74"/>
                    <a:pt x="5645" y="74"/>
                    <a:pt x="3513" y="74"/>
                  </a:cubicBezTo>
                  <a:cubicBezTo>
                    <a:pt x="1873" y="74"/>
                    <a:pt x="397" y="74"/>
                    <a:pt x="397" y="1718"/>
                  </a:cubicBezTo>
                  <a:cubicBezTo>
                    <a:pt x="397" y="2376"/>
                    <a:pt x="1053" y="3034"/>
                    <a:pt x="1381" y="3363"/>
                  </a:cubicBezTo>
                  <a:cubicBezTo>
                    <a:pt x="6957" y="9120"/>
                    <a:pt x="15813" y="18167"/>
                    <a:pt x="25981" y="36260"/>
                  </a:cubicBezTo>
                  <a:cubicBezTo>
                    <a:pt x="43693" y="67841"/>
                    <a:pt x="50253" y="108468"/>
                    <a:pt x="50253" y="147944"/>
                  </a:cubicBezTo>
                  <a:cubicBezTo>
                    <a:pt x="50253" y="219330"/>
                    <a:pt x="30573" y="262918"/>
                    <a:pt x="1053" y="293018"/>
                  </a:cubicBezTo>
                  <a:cubicBezTo>
                    <a:pt x="725" y="293347"/>
                    <a:pt x="397" y="293841"/>
                    <a:pt x="397" y="294334"/>
                  </a:cubicBezTo>
                  <a:cubicBezTo>
                    <a:pt x="397" y="295979"/>
                    <a:pt x="1873" y="295979"/>
                    <a:pt x="3513" y="295979"/>
                  </a:cubicBezTo>
                  <a:cubicBezTo>
                    <a:pt x="5645" y="295979"/>
                    <a:pt x="5973" y="295979"/>
                    <a:pt x="7449" y="294663"/>
                  </a:cubicBezTo>
                  <a:cubicBezTo>
                    <a:pt x="23029" y="281175"/>
                    <a:pt x="40577" y="258312"/>
                    <a:pt x="51893" y="223606"/>
                  </a:cubicBezTo>
                  <a:cubicBezTo>
                    <a:pt x="59109" y="201072"/>
                    <a:pt x="62717" y="174426"/>
                    <a:pt x="62717" y="147944"/>
                  </a:cubicBezTo>
                  <a:close/>
                </a:path>
              </a:pathLst>
            </a:custGeom>
            <a:solidFill>
              <a:srgbClr val="000000"/>
            </a:solidFill>
            <a:ln w="22776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262284666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EB3A21C3-6207-4F8B-359A-B0F58936CF05}"/>
              </a:ext>
            </a:extLst>
          </p:cNvPr>
          <p:cNvSpPr txBox="1"/>
          <p:nvPr/>
        </p:nvSpPr>
        <p:spPr>
          <a:xfrm>
            <a:off x="1443789" y="474345"/>
            <a:ext cx="6538970" cy="59093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 dirty="0"/>
              <a:t>第</a:t>
            </a:r>
            <a:r>
              <a:rPr lang="en-US" altLang="zh-CN" b="1" dirty="0"/>
              <a:t>4</a:t>
            </a:r>
            <a:r>
              <a:rPr lang="zh-CN" altLang="en-US" b="1" dirty="0"/>
              <a:t>页</a:t>
            </a:r>
          </a:p>
          <a:p>
            <a:r>
              <a:rPr lang="en-US" altLang="zh-CN" b="1" dirty="0"/>
              <a:t>Research Focus: From Prior Work to My Thesis Question</a:t>
            </a:r>
            <a:endParaRPr lang="en-US" altLang="zh-CN" dirty="0"/>
          </a:p>
          <a:p>
            <a:r>
              <a:rPr lang="zh-CN" altLang="en-US" b="1" dirty="0"/>
              <a:t>第</a:t>
            </a:r>
            <a:r>
              <a:rPr lang="en-US" altLang="zh-CN" b="1" dirty="0"/>
              <a:t>5</a:t>
            </a:r>
            <a:r>
              <a:rPr lang="zh-CN" altLang="en-US" b="1" dirty="0"/>
              <a:t>页</a:t>
            </a:r>
          </a:p>
          <a:p>
            <a:r>
              <a:rPr lang="en-US" altLang="zh-CN" b="1" dirty="0"/>
              <a:t>Method: Thesis Setting and Relation-Level Analysis Pipeline</a:t>
            </a:r>
            <a:endParaRPr lang="en-US" altLang="zh-CN" dirty="0"/>
          </a:p>
          <a:p>
            <a:r>
              <a:rPr lang="zh-CN" altLang="en-US" b="1" dirty="0"/>
              <a:t>第</a:t>
            </a:r>
            <a:r>
              <a:rPr lang="en-US" altLang="zh-CN" b="1" dirty="0"/>
              <a:t>6</a:t>
            </a:r>
            <a:r>
              <a:rPr lang="zh-CN" altLang="en-US" b="1" dirty="0"/>
              <a:t>页</a:t>
            </a:r>
          </a:p>
          <a:p>
            <a:r>
              <a:rPr lang="en-US" altLang="zh-CN" b="1" dirty="0"/>
              <a:t>Method: Relation-Level Factors Under Study</a:t>
            </a:r>
            <a:endParaRPr lang="en-US" altLang="zh-CN" dirty="0"/>
          </a:p>
          <a:p>
            <a:r>
              <a:rPr lang="zh-CN" altLang="en-US" b="1" dirty="0"/>
              <a:t>第</a:t>
            </a:r>
            <a:r>
              <a:rPr lang="en-US" altLang="zh-CN" b="1" dirty="0"/>
              <a:t>7</a:t>
            </a:r>
            <a:r>
              <a:rPr lang="zh-CN" altLang="en-US" b="1" dirty="0"/>
              <a:t>页</a:t>
            </a:r>
          </a:p>
          <a:p>
            <a:r>
              <a:rPr lang="en-US" altLang="zh-CN" b="1" dirty="0"/>
              <a:t>Method Insight: Why By-Side Analysis Is Necessary</a:t>
            </a:r>
            <a:endParaRPr lang="en-US" altLang="zh-CN" dirty="0"/>
          </a:p>
          <a:p>
            <a:r>
              <a:rPr lang="zh-CN" altLang="en-US" b="1" dirty="0"/>
              <a:t>第</a:t>
            </a:r>
            <a:r>
              <a:rPr lang="en-US" altLang="zh-CN" b="1" dirty="0"/>
              <a:t>8</a:t>
            </a:r>
            <a:r>
              <a:rPr lang="zh-CN" altLang="en-US" b="1" dirty="0"/>
              <a:t>页</a:t>
            </a:r>
          </a:p>
          <a:p>
            <a:r>
              <a:rPr lang="en-US" altLang="zh-CN" b="1" dirty="0"/>
              <a:t>Main Result: Mapping Type (</a:t>
            </a:r>
            <a:r>
              <a:rPr lang="en-US" altLang="zh-CN" b="1" dirty="0" err="1"/>
              <a:t>RotatE</a:t>
            </a:r>
            <a:r>
              <a:rPr lang="en-US" altLang="zh-CN" b="1" dirty="0"/>
              <a:t>)</a:t>
            </a:r>
            <a:endParaRPr lang="en-US" altLang="zh-CN" dirty="0"/>
          </a:p>
          <a:p>
            <a:r>
              <a:rPr lang="zh-CN" altLang="en-US" b="1" dirty="0"/>
              <a:t>第</a:t>
            </a:r>
            <a:r>
              <a:rPr lang="en-US" altLang="zh-CN" b="1" dirty="0"/>
              <a:t>9</a:t>
            </a:r>
            <a:r>
              <a:rPr lang="zh-CN" altLang="en-US" b="1" dirty="0"/>
              <a:t>页</a:t>
            </a:r>
          </a:p>
          <a:p>
            <a:r>
              <a:rPr lang="en-US" altLang="zh-CN" b="1" dirty="0"/>
              <a:t>Main Result: Mapping Type (TransE Replication)</a:t>
            </a:r>
            <a:endParaRPr lang="en-US" altLang="zh-CN" dirty="0"/>
          </a:p>
          <a:p>
            <a:r>
              <a:rPr lang="zh-CN" altLang="en-US" b="1" dirty="0"/>
              <a:t>第</a:t>
            </a:r>
            <a:r>
              <a:rPr lang="en-US" altLang="zh-CN" b="1" dirty="0"/>
              <a:t>10</a:t>
            </a:r>
            <a:r>
              <a:rPr lang="zh-CN" altLang="en-US" b="1" dirty="0"/>
              <a:t>页</a:t>
            </a:r>
          </a:p>
          <a:p>
            <a:r>
              <a:rPr lang="en-US" altLang="zh-CN" b="1" dirty="0"/>
              <a:t>Secondary Result: Inverse-Like Support</a:t>
            </a:r>
            <a:endParaRPr lang="en-US" altLang="zh-CN" dirty="0"/>
          </a:p>
          <a:p>
            <a:r>
              <a:rPr lang="zh-CN" altLang="en-US" b="1" dirty="0"/>
              <a:t>第</a:t>
            </a:r>
            <a:r>
              <a:rPr lang="en-US" altLang="zh-CN" b="1" dirty="0"/>
              <a:t>11</a:t>
            </a:r>
            <a:r>
              <a:rPr lang="zh-CN" altLang="en-US" b="1" dirty="0"/>
              <a:t>页</a:t>
            </a:r>
          </a:p>
          <a:p>
            <a:r>
              <a:rPr lang="zh-CN" altLang="en-US" dirty="0"/>
              <a:t>这个如果你把 </a:t>
            </a:r>
            <a:r>
              <a:rPr lang="en-US" altLang="zh-CN" dirty="0"/>
              <a:t>symmetry </a:t>
            </a:r>
            <a:r>
              <a:rPr lang="zh-CN" altLang="en-US" dirty="0"/>
              <a:t>和 </a:t>
            </a:r>
            <a:r>
              <a:rPr lang="en-US" altLang="zh-CN" dirty="0"/>
              <a:t>frequency </a:t>
            </a:r>
            <a:r>
              <a:rPr lang="zh-CN" altLang="en-US" dirty="0"/>
              <a:t>放一页，我建议分两块：</a:t>
            </a:r>
          </a:p>
          <a:p>
            <a:r>
              <a:rPr lang="en-US" altLang="zh-CN" b="1" dirty="0"/>
              <a:t>Negative Result: Symmetry</a:t>
            </a:r>
            <a:r>
              <a:rPr lang="en-US" altLang="zh-CN" dirty="0"/>
              <a:t> </a:t>
            </a:r>
          </a:p>
          <a:p>
            <a:r>
              <a:rPr lang="en-US" altLang="zh-CN" b="1" dirty="0"/>
              <a:t>Control Analysis: Relation Frequency</a:t>
            </a:r>
            <a:endParaRPr lang="en-US" altLang="zh-CN" dirty="0"/>
          </a:p>
          <a:p>
            <a:r>
              <a:rPr lang="en-US" altLang="zh-CN" dirty="0"/>
              <a:t>Additional Findings: Symmetry and Relation Frequency</a:t>
            </a:r>
          </a:p>
          <a:p>
            <a:endParaRPr kumimoji="1" lang="en-US" altLang="zh-CN" dirty="0"/>
          </a:p>
          <a:p>
            <a:r>
              <a:rPr lang="en-US" altLang="zh-CN" dirty="0"/>
              <a:t>Conclusion: Main Findings and Current Thesis Positioning</a:t>
            </a:r>
            <a:endParaRPr kumimoji="1" lang="zh-CN" altLang="en-US" dirty="0"/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958CD8CB-A20E-0EED-7F5F-FAAE4B6D34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61953" y="243216"/>
            <a:ext cx="2743200" cy="365125"/>
          </a:xfrm>
        </p:spPr>
        <p:txBody>
          <a:bodyPr/>
          <a:lstStyle/>
          <a:p>
            <a:fld id="{1D774731-12CD-3345-9473-330CE81C7131}" type="slidenum">
              <a:rPr kumimoji="1" lang="zh-CN" altLang="en-US" smtClean="0"/>
              <a:t>15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38901259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CA467AEA-73AC-5DB4-7046-E574BDB814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152C7E6C-5592-ABDD-7B63-B03E004708EE}"/>
              </a:ext>
            </a:extLst>
          </p:cNvPr>
          <p:cNvSpPr txBox="1"/>
          <p:nvPr/>
        </p:nvSpPr>
        <p:spPr>
          <a:xfrm>
            <a:off x="182116" y="190281"/>
            <a:ext cx="584967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b="1" dirty="0"/>
              <a:t>Prior Work: Predictive Multiplicity</a:t>
            </a:r>
            <a:endParaRPr lang="en-US" altLang="zh-CN" sz="2800" dirty="0"/>
          </a:p>
        </p:txBody>
      </p:sp>
      <p:grpSp>
        <p:nvGrpSpPr>
          <p:cNvPr id="21" name="组合 20">
            <a:extLst>
              <a:ext uri="{FF2B5EF4-FFF2-40B4-BE49-F238E27FC236}">
                <a16:creationId xmlns:a16="http://schemas.microsoft.com/office/drawing/2014/main" id="{57EFEF99-7121-7089-7CF4-6A0F82A26627}"/>
              </a:ext>
            </a:extLst>
          </p:cNvPr>
          <p:cNvGrpSpPr/>
          <p:nvPr/>
        </p:nvGrpSpPr>
        <p:grpSpPr>
          <a:xfrm>
            <a:off x="1015294" y="3413997"/>
            <a:ext cx="4068528" cy="1167064"/>
            <a:chOff x="654514" y="963386"/>
            <a:chExt cx="4337839" cy="1395663"/>
          </a:xfrm>
        </p:grpSpPr>
        <p:sp>
          <p:nvSpPr>
            <p:cNvPr id="8" name="矩形 7">
              <a:extLst>
                <a:ext uri="{FF2B5EF4-FFF2-40B4-BE49-F238E27FC236}">
                  <a16:creationId xmlns:a16="http://schemas.microsoft.com/office/drawing/2014/main" id="{DCCE86CB-8DD2-25DF-D76B-ED36679CDE25}"/>
                </a:ext>
              </a:extLst>
            </p:cNvPr>
            <p:cNvSpPr/>
            <p:nvPr/>
          </p:nvSpPr>
          <p:spPr>
            <a:xfrm>
              <a:off x="654514" y="963386"/>
              <a:ext cx="4337839" cy="1395663"/>
            </a:xfrm>
            <a:prstGeom prst="rect">
              <a:avLst/>
            </a:prstGeom>
            <a:noFill/>
            <a:ln w="38100">
              <a:solidFill>
                <a:schemeClr val="tx1"/>
              </a:solidFill>
              <a:prstDash val="sys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400"/>
            </a:p>
          </p:txBody>
        </p:sp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20343B03-2135-FB18-C043-8B4D142F453B}"/>
                </a:ext>
              </a:extLst>
            </p:cNvPr>
            <p:cNvSpPr txBox="1"/>
            <p:nvPr/>
          </p:nvSpPr>
          <p:spPr>
            <a:xfrm>
              <a:off x="1240624" y="1132651"/>
              <a:ext cx="3165618" cy="40486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CN" sz="1600" b="1" dirty="0"/>
                <a:t>Test Triples (optimal decision)</a:t>
              </a:r>
              <a:endParaRPr kumimoji="1" lang="zh-CN" altLang="en-US" sz="1600" b="1" dirty="0"/>
            </a:p>
          </p:txBody>
        </p:sp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223BAAA9-F16A-AB51-185F-931E1D2EA81D}"/>
                </a:ext>
              </a:extLst>
            </p:cNvPr>
            <p:cNvSpPr txBox="1"/>
            <p:nvPr/>
          </p:nvSpPr>
          <p:spPr>
            <a:xfrm>
              <a:off x="870603" y="1622578"/>
              <a:ext cx="3905662" cy="62570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CN" sz="1400" dirty="0">
                  <a:latin typeface="Consolas" panose="020B0609020204030204" pitchFamily="49" charset="0"/>
                  <a:cs typeface="Consolas" panose="020B0609020204030204" pitchFamily="49" charset="0"/>
                </a:rPr>
                <a:t>&lt;</a:t>
              </a:r>
              <a:r>
                <a:rPr kumimoji="1" lang="en-US" altLang="zh-CN" sz="1400" dirty="0" err="1">
                  <a:latin typeface="Consolas" panose="020B0609020204030204" pitchFamily="49" charset="0"/>
                  <a:cs typeface="Consolas" panose="020B0609020204030204" pitchFamily="49" charset="0"/>
                </a:rPr>
                <a:t>CompanyA</a:t>
              </a:r>
              <a:r>
                <a:rPr kumimoji="1" lang="en-US" altLang="zh-CN" sz="1400" dirty="0">
                  <a:latin typeface="Consolas" panose="020B0609020204030204" pitchFamily="49" charset="0"/>
                  <a:cs typeface="Consolas" panose="020B0609020204030204" pitchFamily="49" charset="0"/>
                </a:rPr>
                <a:t>, </a:t>
              </a:r>
              <a:r>
                <a:rPr kumimoji="1" lang="en-US" altLang="zh-CN" sz="1400" dirty="0" err="1">
                  <a:latin typeface="Consolas" panose="020B0609020204030204" pitchFamily="49" charset="0"/>
                  <a:cs typeface="Consolas" panose="020B0609020204030204" pitchFamily="49" charset="0"/>
                </a:rPr>
                <a:t>has_supplier</a:t>
              </a:r>
              <a:r>
                <a:rPr kumimoji="1" lang="en-US" altLang="zh-CN" sz="1400" dirty="0">
                  <a:latin typeface="Consolas" panose="020B0609020204030204" pitchFamily="49" charset="0"/>
                  <a:cs typeface="Consolas" panose="020B0609020204030204" pitchFamily="49" charset="0"/>
                </a:rPr>
                <a:t>, </a:t>
              </a:r>
              <a:r>
                <a:rPr kumimoji="1" lang="en-US" altLang="zh-CN" sz="1400" dirty="0" err="1">
                  <a:latin typeface="Consolas" panose="020B0609020204030204" pitchFamily="49" charset="0"/>
                  <a:cs typeface="Consolas" panose="020B0609020204030204" pitchFamily="49" charset="0"/>
                </a:rPr>
                <a:t>SupplierA</a:t>
              </a:r>
              <a:r>
                <a:rPr kumimoji="1" lang="en-US" altLang="zh-CN" sz="1400" dirty="0">
                  <a:latin typeface="Consolas" panose="020B0609020204030204" pitchFamily="49" charset="0"/>
                  <a:cs typeface="Consolas" panose="020B0609020204030204" pitchFamily="49" charset="0"/>
                </a:rPr>
                <a:t>&gt;</a:t>
              </a:r>
            </a:p>
            <a:p>
              <a:r>
                <a:rPr kumimoji="1" lang="en-US" altLang="zh-CN" sz="1400" dirty="0">
                  <a:latin typeface="Consolas" panose="020B0609020204030204" pitchFamily="49" charset="0"/>
                  <a:cs typeface="Consolas" panose="020B0609020204030204" pitchFamily="49" charset="0"/>
                </a:rPr>
                <a:t>&lt;</a:t>
              </a:r>
              <a:r>
                <a:rPr kumimoji="1" lang="en-US" altLang="zh-CN" sz="1400" dirty="0" err="1">
                  <a:latin typeface="Consolas" panose="020B0609020204030204" pitchFamily="49" charset="0"/>
                  <a:cs typeface="Consolas" panose="020B0609020204030204" pitchFamily="49" charset="0"/>
                </a:rPr>
                <a:t>CompanyB</a:t>
              </a:r>
              <a:r>
                <a:rPr kumimoji="1" lang="en-US" altLang="zh-CN" sz="1400" dirty="0">
                  <a:latin typeface="Consolas" panose="020B0609020204030204" pitchFamily="49" charset="0"/>
                  <a:cs typeface="Consolas" panose="020B0609020204030204" pitchFamily="49" charset="0"/>
                </a:rPr>
                <a:t>, </a:t>
              </a:r>
              <a:r>
                <a:rPr kumimoji="1" lang="en-US" altLang="zh-CN" sz="1400" dirty="0" err="1">
                  <a:latin typeface="Consolas" panose="020B0609020204030204" pitchFamily="49" charset="0"/>
                  <a:cs typeface="Consolas" panose="020B0609020204030204" pitchFamily="49" charset="0"/>
                </a:rPr>
                <a:t>has_supplier</a:t>
              </a:r>
              <a:r>
                <a:rPr kumimoji="1" lang="en-US" altLang="zh-CN" sz="1400" dirty="0">
                  <a:latin typeface="Consolas" panose="020B0609020204030204" pitchFamily="49" charset="0"/>
                  <a:cs typeface="Consolas" panose="020B0609020204030204" pitchFamily="49" charset="0"/>
                </a:rPr>
                <a:t>, </a:t>
              </a:r>
              <a:r>
                <a:rPr kumimoji="1" lang="en-US" altLang="zh-CN" sz="1400" dirty="0" err="1">
                  <a:latin typeface="Consolas" panose="020B0609020204030204" pitchFamily="49" charset="0"/>
                  <a:cs typeface="Consolas" panose="020B0609020204030204" pitchFamily="49" charset="0"/>
                </a:rPr>
                <a:t>SupplierB</a:t>
              </a:r>
              <a:r>
                <a:rPr kumimoji="1" lang="en-US" altLang="zh-CN" sz="1400" dirty="0">
                  <a:latin typeface="Consolas" panose="020B0609020204030204" pitchFamily="49" charset="0"/>
                  <a:cs typeface="Consolas" panose="020B0609020204030204" pitchFamily="49" charset="0"/>
                </a:rPr>
                <a:t>&gt;</a:t>
              </a:r>
            </a:p>
          </p:txBody>
        </p:sp>
      </p:grpSp>
      <p:grpSp>
        <p:nvGrpSpPr>
          <p:cNvPr id="22" name="组合 21">
            <a:extLst>
              <a:ext uri="{FF2B5EF4-FFF2-40B4-BE49-F238E27FC236}">
                <a16:creationId xmlns:a16="http://schemas.microsoft.com/office/drawing/2014/main" id="{BA1EA73B-00D5-59E9-A1D4-65353247AFA0}"/>
              </a:ext>
            </a:extLst>
          </p:cNvPr>
          <p:cNvGrpSpPr/>
          <p:nvPr/>
        </p:nvGrpSpPr>
        <p:grpSpPr>
          <a:xfrm>
            <a:off x="135624" y="5563887"/>
            <a:ext cx="2828126" cy="962284"/>
            <a:chOff x="654514" y="3599094"/>
            <a:chExt cx="4337839" cy="1395663"/>
          </a:xfrm>
        </p:grpSpPr>
        <p:sp>
          <p:nvSpPr>
            <p:cNvPr id="13" name="矩形 12">
              <a:extLst>
                <a:ext uri="{FF2B5EF4-FFF2-40B4-BE49-F238E27FC236}">
                  <a16:creationId xmlns:a16="http://schemas.microsoft.com/office/drawing/2014/main" id="{CD03B433-8EAF-7E47-31F5-4D81D54CB8BB}"/>
                </a:ext>
              </a:extLst>
            </p:cNvPr>
            <p:cNvSpPr/>
            <p:nvPr/>
          </p:nvSpPr>
          <p:spPr>
            <a:xfrm>
              <a:off x="654514" y="3599094"/>
              <a:ext cx="4337839" cy="1395663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prstDash val="solid"/>
              <a:extLst>
                <a:ext uri="{C807C97D-BFC1-408E-A445-0C87EB9F89A2}">
                  <ask:lineSketchStyleProps xmlns:ask="http://schemas.microsoft.com/office/drawing/2018/sketchyshapes" sd="1219033472">
                    <a:custGeom>
                      <a:avLst/>
                      <a:gdLst>
                        <a:gd name="connsiteX0" fmla="*/ 0 w 4337839"/>
                        <a:gd name="connsiteY0" fmla="*/ 0 h 1395663"/>
                        <a:gd name="connsiteX1" fmla="*/ 498851 w 4337839"/>
                        <a:gd name="connsiteY1" fmla="*/ 0 h 1395663"/>
                        <a:gd name="connsiteX2" fmla="*/ 910946 w 4337839"/>
                        <a:gd name="connsiteY2" fmla="*/ 0 h 1395663"/>
                        <a:gd name="connsiteX3" fmla="*/ 1539933 w 4337839"/>
                        <a:gd name="connsiteY3" fmla="*/ 0 h 1395663"/>
                        <a:gd name="connsiteX4" fmla="*/ 2038784 w 4337839"/>
                        <a:gd name="connsiteY4" fmla="*/ 0 h 1395663"/>
                        <a:gd name="connsiteX5" fmla="*/ 2537636 w 4337839"/>
                        <a:gd name="connsiteY5" fmla="*/ 0 h 1395663"/>
                        <a:gd name="connsiteX6" fmla="*/ 3166622 w 4337839"/>
                        <a:gd name="connsiteY6" fmla="*/ 0 h 1395663"/>
                        <a:gd name="connsiteX7" fmla="*/ 3622096 w 4337839"/>
                        <a:gd name="connsiteY7" fmla="*/ 0 h 1395663"/>
                        <a:gd name="connsiteX8" fmla="*/ 4337839 w 4337839"/>
                        <a:gd name="connsiteY8" fmla="*/ 0 h 1395663"/>
                        <a:gd name="connsiteX9" fmla="*/ 4337839 w 4337839"/>
                        <a:gd name="connsiteY9" fmla="*/ 493134 h 1395663"/>
                        <a:gd name="connsiteX10" fmla="*/ 4337839 w 4337839"/>
                        <a:gd name="connsiteY10" fmla="*/ 930442 h 1395663"/>
                        <a:gd name="connsiteX11" fmla="*/ 4337839 w 4337839"/>
                        <a:gd name="connsiteY11" fmla="*/ 1395663 h 1395663"/>
                        <a:gd name="connsiteX12" fmla="*/ 3752231 w 4337839"/>
                        <a:gd name="connsiteY12" fmla="*/ 1395663 h 1395663"/>
                        <a:gd name="connsiteX13" fmla="*/ 3123244 w 4337839"/>
                        <a:gd name="connsiteY13" fmla="*/ 1395663 h 1395663"/>
                        <a:gd name="connsiteX14" fmla="*/ 2494257 w 4337839"/>
                        <a:gd name="connsiteY14" fmla="*/ 1395663 h 1395663"/>
                        <a:gd name="connsiteX15" fmla="*/ 2038784 w 4337839"/>
                        <a:gd name="connsiteY15" fmla="*/ 1395663 h 1395663"/>
                        <a:gd name="connsiteX16" fmla="*/ 1496554 w 4337839"/>
                        <a:gd name="connsiteY16" fmla="*/ 1395663 h 1395663"/>
                        <a:gd name="connsiteX17" fmla="*/ 867568 w 4337839"/>
                        <a:gd name="connsiteY17" fmla="*/ 1395663 h 1395663"/>
                        <a:gd name="connsiteX18" fmla="*/ 0 w 4337839"/>
                        <a:gd name="connsiteY18" fmla="*/ 1395663 h 1395663"/>
                        <a:gd name="connsiteX19" fmla="*/ 0 w 4337839"/>
                        <a:gd name="connsiteY19" fmla="*/ 972312 h 1395663"/>
                        <a:gd name="connsiteX20" fmla="*/ 0 w 4337839"/>
                        <a:gd name="connsiteY20" fmla="*/ 535004 h 1395663"/>
                        <a:gd name="connsiteX21" fmla="*/ 0 w 4337839"/>
                        <a:gd name="connsiteY21" fmla="*/ 0 h 1395663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  <a:cxn ang="0">
                          <a:pos x="connsiteX11" y="connsiteY11"/>
                        </a:cxn>
                        <a:cxn ang="0">
                          <a:pos x="connsiteX12" y="connsiteY12"/>
                        </a:cxn>
                        <a:cxn ang="0">
                          <a:pos x="connsiteX13" y="connsiteY13"/>
                        </a:cxn>
                        <a:cxn ang="0">
                          <a:pos x="connsiteX14" y="connsiteY14"/>
                        </a:cxn>
                        <a:cxn ang="0">
                          <a:pos x="connsiteX15" y="connsiteY15"/>
                        </a:cxn>
                        <a:cxn ang="0">
                          <a:pos x="connsiteX16" y="connsiteY16"/>
                        </a:cxn>
                        <a:cxn ang="0">
                          <a:pos x="connsiteX17" y="connsiteY17"/>
                        </a:cxn>
                        <a:cxn ang="0">
                          <a:pos x="connsiteX18" y="connsiteY18"/>
                        </a:cxn>
                        <a:cxn ang="0">
                          <a:pos x="connsiteX19" y="connsiteY19"/>
                        </a:cxn>
                        <a:cxn ang="0">
                          <a:pos x="connsiteX20" y="connsiteY20"/>
                        </a:cxn>
                        <a:cxn ang="0">
                          <a:pos x="connsiteX21" y="connsiteY21"/>
                        </a:cxn>
                      </a:cxnLst>
                      <a:rect l="l" t="t" r="r" b="b"/>
                      <a:pathLst>
                        <a:path w="4337839" h="1395663" extrusionOk="0">
                          <a:moveTo>
                            <a:pt x="0" y="0"/>
                          </a:moveTo>
                          <a:cubicBezTo>
                            <a:pt x="163842" y="-24488"/>
                            <a:pt x="361866" y="16061"/>
                            <a:pt x="498851" y="0"/>
                          </a:cubicBezTo>
                          <a:cubicBezTo>
                            <a:pt x="635836" y="-16061"/>
                            <a:pt x="800687" y="4077"/>
                            <a:pt x="910946" y="0"/>
                          </a:cubicBezTo>
                          <a:cubicBezTo>
                            <a:pt x="1021206" y="-4077"/>
                            <a:pt x="1229964" y="15668"/>
                            <a:pt x="1539933" y="0"/>
                          </a:cubicBezTo>
                          <a:cubicBezTo>
                            <a:pt x="1849902" y="-15668"/>
                            <a:pt x="1819474" y="34356"/>
                            <a:pt x="2038784" y="0"/>
                          </a:cubicBezTo>
                          <a:cubicBezTo>
                            <a:pt x="2258094" y="-34356"/>
                            <a:pt x="2409092" y="55766"/>
                            <a:pt x="2537636" y="0"/>
                          </a:cubicBezTo>
                          <a:cubicBezTo>
                            <a:pt x="2666180" y="-55766"/>
                            <a:pt x="3006861" y="53071"/>
                            <a:pt x="3166622" y="0"/>
                          </a:cubicBezTo>
                          <a:cubicBezTo>
                            <a:pt x="3326383" y="-53071"/>
                            <a:pt x="3476304" y="25148"/>
                            <a:pt x="3622096" y="0"/>
                          </a:cubicBezTo>
                          <a:cubicBezTo>
                            <a:pt x="3767888" y="-25148"/>
                            <a:pt x="4000057" y="2336"/>
                            <a:pt x="4337839" y="0"/>
                          </a:cubicBezTo>
                          <a:cubicBezTo>
                            <a:pt x="4395603" y="151021"/>
                            <a:pt x="4309112" y="261923"/>
                            <a:pt x="4337839" y="493134"/>
                          </a:cubicBezTo>
                          <a:cubicBezTo>
                            <a:pt x="4366566" y="724345"/>
                            <a:pt x="4297412" y="757283"/>
                            <a:pt x="4337839" y="930442"/>
                          </a:cubicBezTo>
                          <a:cubicBezTo>
                            <a:pt x="4378266" y="1103601"/>
                            <a:pt x="4293795" y="1174996"/>
                            <a:pt x="4337839" y="1395663"/>
                          </a:cubicBezTo>
                          <a:cubicBezTo>
                            <a:pt x="4062464" y="1458644"/>
                            <a:pt x="4040264" y="1389950"/>
                            <a:pt x="3752231" y="1395663"/>
                          </a:cubicBezTo>
                          <a:cubicBezTo>
                            <a:pt x="3464198" y="1401376"/>
                            <a:pt x="3399051" y="1320877"/>
                            <a:pt x="3123244" y="1395663"/>
                          </a:cubicBezTo>
                          <a:cubicBezTo>
                            <a:pt x="2847437" y="1470449"/>
                            <a:pt x="2755023" y="1361440"/>
                            <a:pt x="2494257" y="1395663"/>
                          </a:cubicBezTo>
                          <a:cubicBezTo>
                            <a:pt x="2233491" y="1429886"/>
                            <a:pt x="2181715" y="1386291"/>
                            <a:pt x="2038784" y="1395663"/>
                          </a:cubicBezTo>
                          <a:cubicBezTo>
                            <a:pt x="1895853" y="1405035"/>
                            <a:pt x="1739429" y="1352464"/>
                            <a:pt x="1496554" y="1395663"/>
                          </a:cubicBezTo>
                          <a:cubicBezTo>
                            <a:pt x="1253679" y="1438862"/>
                            <a:pt x="1071810" y="1325507"/>
                            <a:pt x="867568" y="1395663"/>
                          </a:cubicBezTo>
                          <a:cubicBezTo>
                            <a:pt x="663326" y="1465819"/>
                            <a:pt x="240492" y="1358259"/>
                            <a:pt x="0" y="1395663"/>
                          </a:cubicBezTo>
                          <a:cubicBezTo>
                            <a:pt x="-35737" y="1266030"/>
                            <a:pt x="39501" y="1133061"/>
                            <a:pt x="0" y="972312"/>
                          </a:cubicBezTo>
                          <a:cubicBezTo>
                            <a:pt x="-39501" y="811563"/>
                            <a:pt x="14775" y="629761"/>
                            <a:pt x="0" y="535004"/>
                          </a:cubicBezTo>
                          <a:cubicBezTo>
                            <a:pt x="-14775" y="440247"/>
                            <a:pt x="27311" y="245410"/>
                            <a:pt x="0" y="0"/>
                          </a:cubicBezTo>
                          <a:close/>
                        </a:path>
                      </a:pathLst>
                    </a:custGeom>
                    <ask:type>
                      <ask:lineSketchNone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10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" name="文本框 14">
                  <a:extLst>
                    <a:ext uri="{FF2B5EF4-FFF2-40B4-BE49-F238E27FC236}">
                      <a16:creationId xmlns:a16="http://schemas.microsoft.com/office/drawing/2014/main" id="{9B58CBB8-1EAE-7E89-9283-01DBF94163FA}"/>
                    </a:ext>
                  </a:extLst>
                </p:cNvPr>
                <p:cNvSpPr txBox="1"/>
                <p:nvPr/>
              </p:nvSpPr>
              <p:spPr>
                <a:xfrm>
                  <a:off x="1233087" y="3767319"/>
                  <a:ext cx="3403360" cy="368271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kumimoji="1" lang="en-US" altLang="zh-CN" sz="1050" b="1" dirty="0"/>
                    <a:t>Model 1 Prediction (</a:t>
                  </a:r>
                  <a14:m>
                    <m:oMath xmlns:m="http://schemas.openxmlformats.org/officeDocument/2006/math">
                      <m:r>
                        <a:rPr kumimoji="1" lang="en-US" altLang="zh-CN" sz="1050" b="1" i="1" dirty="0" smtClean="0">
                          <a:latin typeface="Cambria Math" panose="02040503050406030204" pitchFamily="18" charset="0"/>
                        </a:rPr>
                        <m:t>𝟓𝟎</m:t>
                      </m:r>
                      <m:r>
                        <a:rPr kumimoji="1" lang="en-US" altLang="zh-CN" sz="1050" b="1" i="1" dirty="0" smtClean="0">
                          <a:latin typeface="Cambria Math" panose="02040503050406030204" pitchFamily="18" charset="0"/>
                        </a:rPr>
                        <m:t>%</m:t>
                      </m:r>
                    </m:oMath>
                  </a14:m>
                  <a:r>
                    <a:rPr kumimoji="1" lang="en-US" altLang="zh-CN" sz="1050" b="1" dirty="0"/>
                    <a:t> correct)</a:t>
                  </a:r>
                  <a:endParaRPr kumimoji="1" lang="zh-CN" altLang="en-US" sz="1050" b="1" dirty="0"/>
                </a:p>
              </p:txBody>
            </p:sp>
          </mc:Choice>
          <mc:Fallback xmlns="">
            <p:sp>
              <p:nvSpPr>
                <p:cNvPr id="15" name="文本框 14">
                  <a:extLst>
                    <a:ext uri="{FF2B5EF4-FFF2-40B4-BE49-F238E27FC236}">
                      <a16:creationId xmlns:a16="http://schemas.microsoft.com/office/drawing/2014/main" id="{9B58CBB8-1EAE-7E89-9283-01DBF94163F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233087" y="3767319"/>
                  <a:ext cx="3403360" cy="368271"/>
                </a:xfrm>
                <a:prstGeom prst="rect">
                  <a:avLst/>
                </a:prstGeom>
                <a:blipFill>
                  <a:blip r:embed="rId332"/>
                  <a:stretch>
                    <a:fillRect b="-14286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6DBAD9C5-E8B8-EC16-2D60-A0D6E0786BEA}"/>
                </a:ext>
              </a:extLst>
            </p:cNvPr>
            <p:cNvSpPr txBox="1"/>
            <p:nvPr/>
          </p:nvSpPr>
          <p:spPr>
            <a:xfrm>
              <a:off x="714426" y="4187727"/>
              <a:ext cx="3709350" cy="53479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CN" sz="1050" dirty="0">
                  <a:latin typeface="Consolas" panose="020B0609020204030204" pitchFamily="49" charset="0"/>
                  <a:cs typeface="Consolas" panose="020B0609020204030204" pitchFamily="49" charset="0"/>
                </a:rPr>
                <a:t>&lt;</a:t>
              </a:r>
              <a:r>
                <a:rPr kumimoji="1" lang="en-US" altLang="zh-CN" sz="1050" dirty="0" err="1">
                  <a:latin typeface="Consolas" panose="020B0609020204030204" pitchFamily="49" charset="0"/>
                  <a:cs typeface="Consolas" panose="020B0609020204030204" pitchFamily="49" charset="0"/>
                </a:rPr>
                <a:t>CompanyA</a:t>
              </a:r>
              <a:r>
                <a:rPr kumimoji="1" lang="en-US" altLang="zh-CN" sz="1050" dirty="0">
                  <a:latin typeface="Consolas" panose="020B0609020204030204" pitchFamily="49" charset="0"/>
                  <a:cs typeface="Consolas" panose="020B0609020204030204" pitchFamily="49" charset="0"/>
                </a:rPr>
                <a:t>, </a:t>
              </a:r>
              <a:r>
                <a:rPr kumimoji="1" lang="en-US" altLang="zh-CN" sz="1050" dirty="0" err="1">
                  <a:latin typeface="Consolas" panose="020B0609020204030204" pitchFamily="49" charset="0"/>
                  <a:cs typeface="Consolas" panose="020B0609020204030204" pitchFamily="49" charset="0"/>
                </a:rPr>
                <a:t>has_supplier</a:t>
              </a:r>
              <a:r>
                <a:rPr kumimoji="1" lang="en-US" altLang="zh-CN" sz="1050" dirty="0">
                  <a:latin typeface="Consolas" panose="020B0609020204030204" pitchFamily="49" charset="0"/>
                  <a:cs typeface="Consolas" panose="020B0609020204030204" pitchFamily="49" charset="0"/>
                </a:rPr>
                <a:t>, </a:t>
              </a:r>
              <a:r>
                <a:rPr kumimoji="1" lang="en-US" altLang="zh-CN" sz="1050" dirty="0" err="1">
                  <a:solidFill>
                    <a:srgbClr val="00B05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SupplierA</a:t>
              </a:r>
              <a:r>
                <a:rPr kumimoji="1" lang="en-US" altLang="zh-CN" sz="1050" dirty="0">
                  <a:latin typeface="Consolas" panose="020B0609020204030204" pitchFamily="49" charset="0"/>
                  <a:cs typeface="Consolas" panose="020B0609020204030204" pitchFamily="49" charset="0"/>
                </a:rPr>
                <a:t>&gt;</a:t>
              </a:r>
            </a:p>
            <a:p>
              <a:r>
                <a:rPr kumimoji="1" lang="en-US" altLang="zh-CN" sz="1050" dirty="0">
                  <a:latin typeface="Consolas" panose="020B0609020204030204" pitchFamily="49" charset="0"/>
                  <a:cs typeface="Consolas" panose="020B0609020204030204" pitchFamily="49" charset="0"/>
                </a:rPr>
                <a:t>&lt;</a:t>
              </a:r>
              <a:r>
                <a:rPr kumimoji="1" lang="en-US" altLang="zh-CN" sz="1050" dirty="0" err="1">
                  <a:latin typeface="Consolas" panose="020B0609020204030204" pitchFamily="49" charset="0"/>
                  <a:cs typeface="Consolas" panose="020B0609020204030204" pitchFamily="49" charset="0"/>
                </a:rPr>
                <a:t>CompanyB</a:t>
              </a:r>
              <a:r>
                <a:rPr kumimoji="1" lang="en-US" altLang="zh-CN" sz="1050" dirty="0">
                  <a:latin typeface="Consolas" panose="020B0609020204030204" pitchFamily="49" charset="0"/>
                  <a:cs typeface="Consolas" panose="020B0609020204030204" pitchFamily="49" charset="0"/>
                </a:rPr>
                <a:t>, </a:t>
              </a:r>
              <a:r>
                <a:rPr kumimoji="1" lang="en-US" altLang="zh-CN" sz="1050" dirty="0" err="1">
                  <a:latin typeface="Consolas" panose="020B0609020204030204" pitchFamily="49" charset="0"/>
                  <a:cs typeface="Consolas" panose="020B0609020204030204" pitchFamily="49" charset="0"/>
                </a:rPr>
                <a:t>has_supplier</a:t>
              </a:r>
              <a:r>
                <a:rPr kumimoji="1" lang="en-US" altLang="zh-CN" sz="1050" dirty="0">
                  <a:latin typeface="Consolas" panose="020B0609020204030204" pitchFamily="49" charset="0"/>
                  <a:cs typeface="Consolas" panose="020B0609020204030204" pitchFamily="49" charset="0"/>
                </a:rPr>
                <a:t>, </a:t>
              </a:r>
              <a:r>
                <a:rPr kumimoji="1" lang="en-US" altLang="zh-CN" sz="1050" dirty="0" err="1">
                  <a:solidFill>
                    <a:srgbClr val="FF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SupplierA</a:t>
              </a:r>
              <a:r>
                <a:rPr kumimoji="1" lang="en-US" altLang="zh-CN" sz="1050" dirty="0">
                  <a:latin typeface="Consolas" panose="020B0609020204030204" pitchFamily="49" charset="0"/>
                  <a:cs typeface="Consolas" panose="020B0609020204030204" pitchFamily="49" charset="0"/>
                </a:rPr>
                <a:t>&gt;</a:t>
              </a:r>
            </a:p>
          </p:txBody>
        </p:sp>
      </p:grpSp>
      <p:cxnSp>
        <p:nvCxnSpPr>
          <p:cNvPr id="18" name="直线箭头连接符 17">
            <a:extLst>
              <a:ext uri="{FF2B5EF4-FFF2-40B4-BE49-F238E27FC236}">
                <a16:creationId xmlns:a16="http://schemas.microsoft.com/office/drawing/2014/main" id="{274E4765-AF93-E997-5298-DBF2762F51CF}"/>
              </a:ext>
            </a:extLst>
          </p:cNvPr>
          <p:cNvCxnSpPr>
            <a:cxnSpLocks/>
          </p:cNvCxnSpPr>
          <p:nvPr/>
        </p:nvCxnSpPr>
        <p:spPr>
          <a:xfrm>
            <a:off x="1551606" y="4783987"/>
            <a:ext cx="0" cy="691604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9" name="文本框 18">
            <a:extLst>
              <a:ext uri="{FF2B5EF4-FFF2-40B4-BE49-F238E27FC236}">
                <a16:creationId xmlns:a16="http://schemas.microsoft.com/office/drawing/2014/main" id="{0C055D4C-B2F1-92A9-D11F-89F36722C11E}"/>
              </a:ext>
            </a:extLst>
          </p:cNvPr>
          <p:cNvSpPr txBox="1"/>
          <p:nvPr/>
        </p:nvSpPr>
        <p:spPr>
          <a:xfrm>
            <a:off x="1928104" y="4721635"/>
            <a:ext cx="2262158" cy="6001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zh-CN" sz="1100" dirty="0"/>
              <a:t>Query for Model 1, 2:</a:t>
            </a:r>
          </a:p>
          <a:p>
            <a:pPr algn="ctr"/>
            <a:r>
              <a:rPr kumimoji="1" lang="en-US" altLang="zh-CN" sz="1100" dirty="0">
                <a:latin typeface="Consolas" panose="020B0609020204030204" pitchFamily="49" charset="0"/>
                <a:cs typeface="Consolas" panose="020B0609020204030204" pitchFamily="49" charset="0"/>
              </a:rPr>
              <a:t>&lt;</a:t>
            </a:r>
            <a:r>
              <a:rPr kumimoji="1" lang="en-US" altLang="zh-CN" sz="1100" dirty="0" err="1">
                <a:latin typeface="Consolas" panose="020B0609020204030204" pitchFamily="49" charset="0"/>
                <a:cs typeface="Consolas" panose="020B0609020204030204" pitchFamily="49" charset="0"/>
              </a:rPr>
              <a:t>CompanyA</a:t>
            </a:r>
            <a:r>
              <a:rPr kumimoji="1" lang="en-US" altLang="zh-CN" sz="1100" dirty="0"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kumimoji="1" lang="en-US" altLang="zh-CN" sz="1100" dirty="0" err="1">
                <a:latin typeface="Consolas" panose="020B0609020204030204" pitchFamily="49" charset="0"/>
                <a:cs typeface="Consolas" panose="020B0609020204030204" pitchFamily="49" charset="0"/>
              </a:rPr>
              <a:t>has_supplier</a:t>
            </a:r>
            <a:r>
              <a:rPr kumimoji="1" lang="en-US" altLang="zh-CN" sz="1100" dirty="0">
                <a:latin typeface="Consolas" panose="020B0609020204030204" pitchFamily="49" charset="0"/>
                <a:cs typeface="Consolas" panose="020B0609020204030204" pitchFamily="49" charset="0"/>
              </a:rPr>
              <a:t>, ?&gt;</a:t>
            </a:r>
          </a:p>
          <a:p>
            <a:pPr algn="ctr"/>
            <a:r>
              <a:rPr kumimoji="1" lang="en-US" altLang="zh-CN" sz="1100" dirty="0">
                <a:latin typeface="Consolas" panose="020B0609020204030204" pitchFamily="49" charset="0"/>
                <a:cs typeface="Consolas" panose="020B0609020204030204" pitchFamily="49" charset="0"/>
              </a:rPr>
              <a:t>&lt;</a:t>
            </a:r>
            <a:r>
              <a:rPr kumimoji="1" lang="en-US" altLang="zh-CN" sz="1100" dirty="0" err="1">
                <a:latin typeface="Consolas" panose="020B0609020204030204" pitchFamily="49" charset="0"/>
                <a:cs typeface="Consolas" panose="020B0609020204030204" pitchFamily="49" charset="0"/>
              </a:rPr>
              <a:t>CompanyB</a:t>
            </a:r>
            <a:r>
              <a:rPr kumimoji="1" lang="en-US" altLang="zh-CN" sz="1100" dirty="0"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kumimoji="1" lang="en-US" altLang="zh-CN" sz="1100" dirty="0" err="1">
                <a:latin typeface="Consolas" panose="020B0609020204030204" pitchFamily="49" charset="0"/>
                <a:cs typeface="Consolas" panose="020B0609020204030204" pitchFamily="49" charset="0"/>
              </a:rPr>
              <a:t>has_supplier</a:t>
            </a:r>
            <a:r>
              <a:rPr kumimoji="1" lang="en-US" altLang="zh-CN" sz="1100" dirty="0">
                <a:latin typeface="Consolas" panose="020B0609020204030204" pitchFamily="49" charset="0"/>
                <a:cs typeface="Consolas" panose="020B0609020204030204" pitchFamily="49" charset="0"/>
              </a:rPr>
              <a:t>, ?&gt;</a:t>
            </a:r>
            <a:endParaRPr kumimoji="1" lang="en-US" altLang="zh-CN" sz="1100" dirty="0"/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8105053-83A4-EB8A-DF75-1C4E114BF58C}"/>
              </a:ext>
            </a:extLst>
          </p:cNvPr>
          <p:cNvGrpSpPr/>
          <p:nvPr/>
        </p:nvGrpSpPr>
        <p:grpSpPr>
          <a:xfrm>
            <a:off x="3152356" y="5563887"/>
            <a:ext cx="2828144" cy="962284"/>
            <a:chOff x="654514" y="3599094"/>
            <a:chExt cx="4337839" cy="1395663"/>
          </a:xfrm>
        </p:grpSpPr>
        <p:sp>
          <p:nvSpPr>
            <p:cNvPr id="24" name="矩形 23">
              <a:extLst>
                <a:ext uri="{FF2B5EF4-FFF2-40B4-BE49-F238E27FC236}">
                  <a16:creationId xmlns:a16="http://schemas.microsoft.com/office/drawing/2014/main" id="{D2417021-157E-B3C9-6E2B-F5146C8C02F6}"/>
                </a:ext>
              </a:extLst>
            </p:cNvPr>
            <p:cNvSpPr/>
            <p:nvPr/>
          </p:nvSpPr>
          <p:spPr>
            <a:xfrm>
              <a:off x="654514" y="3599094"/>
              <a:ext cx="4337839" cy="1395663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prstDash val="solid"/>
              <a:extLst>
                <a:ext uri="{C807C97D-BFC1-408E-A445-0C87EB9F89A2}">
                  <ask:lineSketchStyleProps xmlns:ask="http://schemas.microsoft.com/office/drawing/2018/sketchyshapes" sd="1219033472">
                    <a:custGeom>
                      <a:avLst/>
                      <a:gdLst>
                        <a:gd name="connsiteX0" fmla="*/ 0 w 4337839"/>
                        <a:gd name="connsiteY0" fmla="*/ 0 h 1395663"/>
                        <a:gd name="connsiteX1" fmla="*/ 498851 w 4337839"/>
                        <a:gd name="connsiteY1" fmla="*/ 0 h 1395663"/>
                        <a:gd name="connsiteX2" fmla="*/ 910946 w 4337839"/>
                        <a:gd name="connsiteY2" fmla="*/ 0 h 1395663"/>
                        <a:gd name="connsiteX3" fmla="*/ 1539933 w 4337839"/>
                        <a:gd name="connsiteY3" fmla="*/ 0 h 1395663"/>
                        <a:gd name="connsiteX4" fmla="*/ 2038784 w 4337839"/>
                        <a:gd name="connsiteY4" fmla="*/ 0 h 1395663"/>
                        <a:gd name="connsiteX5" fmla="*/ 2537636 w 4337839"/>
                        <a:gd name="connsiteY5" fmla="*/ 0 h 1395663"/>
                        <a:gd name="connsiteX6" fmla="*/ 3166622 w 4337839"/>
                        <a:gd name="connsiteY6" fmla="*/ 0 h 1395663"/>
                        <a:gd name="connsiteX7" fmla="*/ 3622096 w 4337839"/>
                        <a:gd name="connsiteY7" fmla="*/ 0 h 1395663"/>
                        <a:gd name="connsiteX8" fmla="*/ 4337839 w 4337839"/>
                        <a:gd name="connsiteY8" fmla="*/ 0 h 1395663"/>
                        <a:gd name="connsiteX9" fmla="*/ 4337839 w 4337839"/>
                        <a:gd name="connsiteY9" fmla="*/ 493134 h 1395663"/>
                        <a:gd name="connsiteX10" fmla="*/ 4337839 w 4337839"/>
                        <a:gd name="connsiteY10" fmla="*/ 930442 h 1395663"/>
                        <a:gd name="connsiteX11" fmla="*/ 4337839 w 4337839"/>
                        <a:gd name="connsiteY11" fmla="*/ 1395663 h 1395663"/>
                        <a:gd name="connsiteX12" fmla="*/ 3752231 w 4337839"/>
                        <a:gd name="connsiteY12" fmla="*/ 1395663 h 1395663"/>
                        <a:gd name="connsiteX13" fmla="*/ 3123244 w 4337839"/>
                        <a:gd name="connsiteY13" fmla="*/ 1395663 h 1395663"/>
                        <a:gd name="connsiteX14" fmla="*/ 2494257 w 4337839"/>
                        <a:gd name="connsiteY14" fmla="*/ 1395663 h 1395663"/>
                        <a:gd name="connsiteX15" fmla="*/ 2038784 w 4337839"/>
                        <a:gd name="connsiteY15" fmla="*/ 1395663 h 1395663"/>
                        <a:gd name="connsiteX16" fmla="*/ 1496554 w 4337839"/>
                        <a:gd name="connsiteY16" fmla="*/ 1395663 h 1395663"/>
                        <a:gd name="connsiteX17" fmla="*/ 867568 w 4337839"/>
                        <a:gd name="connsiteY17" fmla="*/ 1395663 h 1395663"/>
                        <a:gd name="connsiteX18" fmla="*/ 0 w 4337839"/>
                        <a:gd name="connsiteY18" fmla="*/ 1395663 h 1395663"/>
                        <a:gd name="connsiteX19" fmla="*/ 0 w 4337839"/>
                        <a:gd name="connsiteY19" fmla="*/ 972312 h 1395663"/>
                        <a:gd name="connsiteX20" fmla="*/ 0 w 4337839"/>
                        <a:gd name="connsiteY20" fmla="*/ 535004 h 1395663"/>
                        <a:gd name="connsiteX21" fmla="*/ 0 w 4337839"/>
                        <a:gd name="connsiteY21" fmla="*/ 0 h 1395663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  <a:cxn ang="0">
                          <a:pos x="connsiteX11" y="connsiteY11"/>
                        </a:cxn>
                        <a:cxn ang="0">
                          <a:pos x="connsiteX12" y="connsiteY12"/>
                        </a:cxn>
                        <a:cxn ang="0">
                          <a:pos x="connsiteX13" y="connsiteY13"/>
                        </a:cxn>
                        <a:cxn ang="0">
                          <a:pos x="connsiteX14" y="connsiteY14"/>
                        </a:cxn>
                        <a:cxn ang="0">
                          <a:pos x="connsiteX15" y="connsiteY15"/>
                        </a:cxn>
                        <a:cxn ang="0">
                          <a:pos x="connsiteX16" y="connsiteY16"/>
                        </a:cxn>
                        <a:cxn ang="0">
                          <a:pos x="connsiteX17" y="connsiteY17"/>
                        </a:cxn>
                        <a:cxn ang="0">
                          <a:pos x="connsiteX18" y="connsiteY18"/>
                        </a:cxn>
                        <a:cxn ang="0">
                          <a:pos x="connsiteX19" y="connsiteY19"/>
                        </a:cxn>
                        <a:cxn ang="0">
                          <a:pos x="connsiteX20" y="connsiteY20"/>
                        </a:cxn>
                        <a:cxn ang="0">
                          <a:pos x="connsiteX21" y="connsiteY21"/>
                        </a:cxn>
                      </a:cxnLst>
                      <a:rect l="l" t="t" r="r" b="b"/>
                      <a:pathLst>
                        <a:path w="4337839" h="1395663" extrusionOk="0">
                          <a:moveTo>
                            <a:pt x="0" y="0"/>
                          </a:moveTo>
                          <a:cubicBezTo>
                            <a:pt x="163842" y="-24488"/>
                            <a:pt x="361866" y="16061"/>
                            <a:pt x="498851" y="0"/>
                          </a:cubicBezTo>
                          <a:cubicBezTo>
                            <a:pt x="635836" y="-16061"/>
                            <a:pt x="800687" y="4077"/>
                            <a:pt x="910946" y="0"/>
                          </a:cubicBezTo>
                          <a:cubicBezTo>
                            <a:pt x="1021206" y="-4077"/>
                            <a:pt x="1229964" y="15668"/>
                            <a:pt x="1539933" y="0"/>
                          </a:cubicBezTo>
                          <a:cubicBezTo>
                            <a:pt x="1849902" y="-15668"/>
                            <a:pt x="1819474" y="34356"/>
                            <a:pt x="2038784" y="0"/>
                          </a:cubicBezTo>
                          <a:cubicBezTo>
                            <a:pt x="2258094" y="-34356"/>
                            <a:pt x="2409092" y="55766"/>
                            <a:pt x="2537636" y="0"/>
                          </a:cubicBezTo>
                          <a:cubicBezTo>
                            <a:pt x="2666180" y="-55766"/>
                            <a:pt x="3006861" y="53071"/>
                            <a:pt x="3166622" y="0"/>
                          </a:cubicBezTo>
                          <a:cubicBezTo>
                            <a:pt x="3326383" y="-53071"/>
                            <a:pt x="3476304" y="25148"/>
                            <a:pt x="3622096" y="0"/>
                          </a:cubicBezTo>
                          <a:cubicBezTo>
                            <a:pt x="3767888" y="-25148"/>
                            <a:pt x="4000057" y="2336"/>
                            <a:pt x="4337839" y="0"/>
                          </a:cubicBezTo>
                          <a:cubicBezTo>
                            <a:pt x="4395603" y="151021"/>
                            <a:pt x="4309112" y="261923"/>
                            <a:pt x="4337839" y="493134"/>
                          </a:cubicBezTo>
                          <a:cubicBezTo>
                            <a:pt x="4366566" y="724345"/>
                            <a:pt x="4297412" y="757283"/>
                            <a:pt x="4337839" y="930442"/>
                          </a:cubicBezTo>
                          <a:cubicBezTo>
                            <a:pt x="4378266" y="1103601"/>
                            <a:pt x="4293795" y="1174996"/>
                            <a:pt x="4337839" y="1395663"/>
                          </a:cubicBezTo>
                          <a:cubicBezTo>
                            <a:pt x="4062464" y="1458644"/>
                            <a:pt x="4040264" y="1389950"/>
                            <a:pt x="3752231" y="1395663"/>
                          </a:cubicBezTo>
                          <a:cubicBezTo>
                            <a:pt x="3464198" y="1401376"/>
                            <a:pt x="3399051" y="1320877"/>
                            <a:pt x="3123244" y="1395663"/>
                          </a:cubicBezTo>
                          <a:cubicBezTo>
                            <a:pt x="2847437" y="1470449"/>
                            <a:pt x="2755023" y="1361440"/>
                            <a:pt x="2494257" y="1395663"/>
                          </a:cubicBezTo>
                          <a:cubicBezTo>
                            <a:pt x="2233491" y="1429886"/>
                            <a:pt x="2181715" y="1386291"/>
                            <a:pt x="2038784" y="1395663"/>
                          </a:cubicBezTo>
                          <a:cubicBezTo>
                            <a:pt x="1895853" y="1405035"/>
                            <a:pt x="1739429" y="1352464"/>
                            <a:pt x="1496554" y="1395663"/>
                          </a:cubicBezTo>
                          <a:cubicBezTo>
                            <a:pt x="1253679" y="1438862"/>
                            <a:pt x="1071810" y="1325507"/>
                            <a:pt x="867568" y="1395663"/>
                          </a:cubicBezTo>
                          <a:cubicBezTo>
                            <a:pt x="663326" y="1465819"/>
                            <a:pt x="240492" y="1358259"/>
                            <a:pt x="0" y="1395663"/>
                          </a:cubicBezTo>
                          <a:cubicBezTo>
                            <a:pt x="-35737" y="1266030"/>
                            <a:pt x="39501" y="1133061"/>
                            <a:pt x="0" y="972312"/>
                          </a:cubicBezTo>
                          <a:cubicBezTo>
                            <a:pt x="-39501" y="811563"/>
                            <a:pt x="14775" y="629761"/>
                            <a:pt x="0" y="535004"/>
                          </a:cubicBezTo>
                          <a:cubicBezTo>
                            <a:pt x="-14775" y="440247"/>
                            <a:pt x="27311" y="245410"/>
                            <a:pt x="0" y="0"/>
                          </a:cubicBezTo>
                          <a:close/>
                        </a:path>
                      </a:pathLst>
                    </a:custGeom>
                    <ask:type>
                      <ask:lineSketchNone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10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5" name="文本框 24">
                  <a:extLst>
                    <a:ext uri="{FF2B5EF4-FFF2-40B4-BE49-F238E27FC236}">
                      <a16:creationId xmlns:a16="http://schemas.microsoft.com/office/drawing/2014/main" id="{627BA048-3110-6BDA-5B3E-98A90D8D2CAA}"/>
                    </a:ext>
                  </a:extLst>
                </p:cNvPr>
                <p:cNvSpPr txBox="1"/>
                <p:nvPr/>
              </p:nvSpPr>
              <p:spPr>
                <a:xfrm>
                  <a:off x="1233088" y="3767319"/>
                  <a:ext cx="3391045" cy="368271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kumimoji="1" lang="en-US" altLang="zh-CN" sz="1050" b="1" dirty="0"/>
                    <a:t>Model 2 Prediction (</a:t>
                  </a:r>
                  <a14:m>
                    <m:oMath xmlns:m="http://schemas.openxmlformats.org/officeDocument/2006/math">
                      <m:r>
                        <a:rPr kumimoji="1" lang="en-US" altLang="zh-CN" sz="1050" b="1" i="1" dirty="0" smtClean="0">
                          <a:latin typeface="Cambria Math" panose="02040503050406030204" pitchFamily="18" charset="0"/>
                        </a:rPr>
                        <m:t>𝟓𝟎</m:t>
                      </m:r>
                      <m:r>
                        <a:rPr kumimoji="1" lang="en-US" altLang="zh-CN" sz="1050" b="1" i="1" dirty="0" smtClean="0">
                          <a:latin typeface="Cambria Math" panose="02040503050406030204" pitchFamily="18" charset="0"/>
                        </a:rPr>
                        <m:t>% </m:t>
                      </m:r>
                    </m:oMath>
                  </a14:m>
                  <a:r>
                    <a:rPr kumimoji="1" lang="en-US" altLang="zh-CN" sz="1050" b="1" dirty="0"/>
                    <a:t>correct)</a:t>
                  </a:r>
                  <a:endParaRPr kumimoji="1" lang="zh-CN" altLang="en-US" sz="1050" b="1" dirty="0"/>
                </a:p>
              </p:txBody>
            </p:sp>
          </mc:Choice>
          <mc:Fallback xmlns="">
            <p:sp>
              <p:nvSpPr>
                <p:cNvPr id="25" name="文本框 24">
                  <a:extLst>
                    <a:ext uri="{FF2B5EF4-FFF2-40B4-BE49-F238E27FC236}">
                      <a16:creationId xmlns:a16="http://schemas.microsoft.com/office/drawing/2014/main" id="{627BA048-3110-6BDA-5B3E-98A90D8D2CA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233088" y="3767319"/>
                  <a:ext cx="3391045" cy="368271"/>
                </a:xfrm>
                <a:prstGeom prst="rect">
                  <a:avLst/>
                </a:prstGeom>
                <a:blipFill>
                  <a:blip r:embed="rId333"/>
                  <a:stretch>
                    <a:fillRect b="-14286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6" name="文本框 25">
              <a:extLst>
                <a:ext uri="{FF2B5EF4-FFF2-40B4-BE49-F238E27FC236}">
                  <a16:creationId xmlns:a16="http://schemas.microsoft.com/office/drawing/2014/main" id="{44CCA80F-0E70-8F54-031E-B233044EE582}"/>
                </a:ext>
              </a:extLst>
            </p:cNvPr>
            <p:cNvSpPr txBox="1"/>
            <p:nvPr/>
          </p:nvSpPr>
          <p:spPr>
            <a:xfrm>
              <a:off x="767415" y="4187727"/>
              <a:ext cx="3709326" cy="53479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CN" sz="1050" dirty="0">
                  <a:latin typeface="Consolas" panose="020B0609020204030204" pitchFamily="49" charset="0"/>
                  <a:cs typeface="Consolas" panose="020B0609020204030204" pitchFamily="49" charset="0"/>
                </a:rPr>
                <a:t>&lt;</a:t>
              </a:r>
              <a:r>
                <a:rPr kumimoji="1" lang="en-US" altLang="zh-CN" sz="1050" dirty="0" err="1">
                  <a:latin typeface="Consolas" panose="020B0609020204030204" pitchFamily="49" charset="0"/>
                  <a:cs typeface="Consolas" panose="020B0609020204030204" pitchFamily="49" charset="0"/>
                </a:rPr>
                <a:t>CompanyA</a:t>
              </a:r>
              <a:r>
                <a:rPr kumimoji="1" lang="en-US" altLang="zh-CN" sz="1050" dirty="0">
                  <a:latin typeface="Consolas" panose="020B0609020204030204" pitchFamily="49" charset="0"/>
                  <a:cs typeface="Consolas" panose="020B0609020204030204" pitchFamily="49" charset="0"/>
                </a:rPr>
                <a:t>, </a:t>
              </a:r>
              <a:r>
                <a:rPr kumimoji="1" lang="en-US" altLang="zh-CN" sz="1050" dirty="0" err="1">
                  <a:latin typeface="Consolas" panose="020B0609020204030204" pitchFamily="49" charset="0"/>
                  <a:cs typeface="Consolas" panose="020B0609020204030204" pitchFamily="49" charset="0"/>
                </a:rPr>
                <a:t>has_supplier</a:t>
              </a:r>
              <a:r>
                <a:rPr kumimoji="1" lang="en-US" altLang="zh-CN" sz="1050" dirty="0">
                  <a:latin typeface="Consolas" panose="020B0609020204030204" pitchFamily="49" charset="0"/>
                  <a:cs typeface="Consolas" panose="020B0609020204030204" pitchFamily="49" charset="0"/>
                </a:rPr>
                <a:t>, </a:t>
              </a:r>
              <a:r>
                <a:rPr kumimoji="1" lang="en-US" altLang="zh-CN" sz="1050" dirty="0" err="1">
                  <a:solidFill>
                    <a:srgbClr val="FF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SupplierB</a:t>
              </a:r>
              <a:r>
                <a:rPr kumimoji="1" lang="en-US" altLang="zh-CN" sz="1050" dirty="0">
                  <a:latin typeface="Consolas" panose="020B0609020204030204" pitchFamily="49" charset="0"/>
                  <a:cs typeface="Consolas" panose="020B0609020204030204" pitchFamily="49" charset="0"/>
                </a:rPr>
                <a:t>&gt;</a:t>
              </a:r>
            </a:p>
            <a:p>
              <a:r>
                <a:rPr kumimoji="1" lang="en-US" altLang="zh-CN" sz="1050" dirty="0">
                  <a:latin typeface="Consolas" panose="020B0609020204030204" pitchFamily="49" charset="0"/>
                  <a:cs typeface="Consolas" panose="020B0609020204030204" pitchFamily="49" charset="0"/>
                </a:rPr>
                <a:t>&lt;</a:t>
              </a:r>
              <a:r>
                <a:rPr kumimoji="1" lang="en-US" altLang="zh-CN" sz="1050" dirty="0" err="1">
                  <a:latin typeface="Consolas" panose="020B0609020204030204" pitchFamily="49" charset="0"/>
                  <a:cs typeface="Consolas" panose="020B0609020204030204" pitchFamily="49" charset="0"/>
                </a:rPr>
                <a:t>CompanyB</a:t>
              </a:r>
              <a:r>
                <a:rPr kumimoji="1" lang="en-US" altLang="zh-CN" sz="1050" dirty="0">
                  <a:latin typeface="Consolas" panose="020B0609020204030204" pitchFamily="49" charset="0"/>
                  <a:cs typeface="Consolas" panose="020B0609020204030204" pitchFamily="49" charset="0"/>
                </a:rPr>
                <a:t>, </a:t>
              </a:r>
              <a:r>
                <a:rPr kumimoji="1" lang="en-US" altLang="zh-CN" sz="1050" dirty="0" err="1">
                  <a:latin typeface="Consolas" panose="020B0609020204030204" pitchFamily="49" charset="0"/>
                  <a:cs typeface="Consolas" panose="020B0609020204030204" pitchFamily="49" charset="0"/>
                </a:rPr>
                <a:t>has_supplier</a:t>
              </a:r>
              <a:r>
                <a:rPr kumimoji="1" lang="en-US" altLang="zh-CN" sz="1050" dirty="0">
                  <a:latin typeface="Consolas" panose="020B0609020204030204" pitchFamily="49" charset="0"/>
                  <a:cs typeface="Consolas" panose="020B0609020204030204" pitchFamily="49" charset="0"/>
                </a:rPr>
                <a:t>, </a:t>
              </a:r>
              <a:r>
                <a:rPr kumimoji="1" lang="en-US" altLang="zh-CN" sz="1050" dirty="0" err="1">
                  <a:solidFill>
                    <a:srgbClr val="00B05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SupplierB</a:t>
              </a:r>
              <a:r>
                <a:rPr kumimoji="1" lang="en-US" altLang="zh-CN" sz="1050" dirty="0">
                  <a:latin typeface="Consolas" panose="020B0609020204030204" pitchFamily="49" charset="0"/>
                  <a:cs typeface="Consolas" panose="020B0609020204030204" pitchFamily="49" charset="0"/>
                </a:rPr>
                <a:t>&gt;</a:t>
              </a:r>
            </a:p>
          </p:txBody>
        </p:sp>
      </p:grpSp>
      <p:cxnSp>
        <p:nvCxnSpPr>
          <p:cNvPr id="30" name="直线箭头连接符 29">
            <a:extLst>
              <a:ext uri="{FF2B5EF4-FFF2-40B4-BE49-F238E27FC236}">
                <a16:creationId xmlns:a16="http://schemas.microsoft.com/office/drawing/2014/main" id="{30DDB9DC-08C1-5F1E-8830-7CD29D0D2108}"/>
              </a:ext>
            </a:extLst>
          </p:cNvPr>
          <p:cNvCxnSpPr>
            <a:cxnSpLocks/>
          </p:cNvCxnSpPr>
          <p:nvPr/>
        </p:nvCxnSpPr>
        <p:spPr>
          <a:xfrm>
            <a:off x="4566759" y="4801157"/>
            <a:ext cx="0" cy="691604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1" name="文本框 30">
            <a:extLst>
              <a:ext uri="{FF2B5EF4-FFF2-40B4-BE49-F238E27FC236}">
                <a16:creationId xmlns:a16="http://schemas.microsoft.com/office/drawing/2014/main" id="{E7B805B7-13CC-5F16-1C67-FCD64A7959C1}"/>
              </a:ext>
            </a:extLst>
          </p:cNvPr>
          <p:cNvSpPr txBox="1"/>
          <p:nvPr/>
        </p:nvSpPr>
        <p:spPr>
          <a:xfrm>
            <a:off x="258877" y="805867"/>
            <a:ext cx="296747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b="1" dirty="0"/>
              <a:t>Predictive multiplicity</a:t>
            </a:r>
            <a:r>
              <a:rPr lang="en-US" altLang="zh-CN" sz="2000" baseline="30000" dirty="0"/>
              <a:t>[2]</a:t>
            </a:r>
            <a:r>
              <a:rPr lang="en-US" altLang="zh-CN" sz="2000" b="1" dirty="0"/>
              <a:t> </a:t>
            </a:r>
            <a:endParaRPr kumimoji="1" lang="zh-CN" altLang="en-US" sz="2000" b="1" dirty="0"/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65993D68-B53F-BAAD-ED36-6D4CB8E99C4A}"/>
              </a:ext>
            </a:extLst>
          </p:cNvPr>
          <p:cNvSpPr txBox="1"/>
          <p:nvPr/>
        </p:nvSpPr>
        <p:spPr>
          <a:xfrm>
            <a:off x="480105" y="1186940"/>
            <a:ext cx="5287574" cy="815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en-US" altLang="zh-CN" sz="1400" dirty="0"/>
              <a:t>Even when models have similar overall performance, they may still disagree on whether a specific query is a top-K hit or miss.</a:t>
            </a:r>
          </a:p>
          <a:p>
            <a:r>
              <a:rPr lang="en-US" altLang="zh-CN" sz="1400" dirty="0"/>
              <a:t>By quantified by </a:t>
            </a:r>
            <a:r>
              <a:rPr lang="en-US" altLang="zh-CN" sz="1400" b="1" dirty="0"/>
              <a:t>ambiguity</a:t>
            </a:r>
            <a:r>
              <a:rPr lang="en-US" altLang="zh-CN" sz="1400" dirty="0"/>
              <a:t> and </a:t>
            </a:r>
            <a:r>
              <a:rPr lang="en-US" altLang="zh-CN" sz="1400" b="1" dirty="0"/>
              <a:t>discrepancy</a:t>
            </a:r>
            <a:r>
              <a:rPr lang="en-US" altLang="zh-CN" sz="1400" i="1" dirty="0"/>
              <a:t>.</a:t>
            </a:r>
            <a:endParaRPr lang="zh-CN" altLang="en-US" sz="1400" i="1" dirty="0"/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C4B3A8B9-681D-1A92-787B-DFCE73CB8A2F}"/>
              </a:ext>
            </a:extLst>
          </p:cNvPr>
          <p:cNvSpPr txBox="1"/>
          <p:nvPr/>
        </p:nvSpPr>
        <p:spPr>
          <a:xfrm>
            <a:off x="258877" y="2843729"/>
            <a:ext cx="116570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2000" b="1" dirty="0"/>
              <a:t>Example</a:t>
            </a:r>
            <a:endParaRPr kumimoji="1" lang="zh-CN" altLang="en-US" sz="2000" b="1" dirty="0"/>
          </a:p>
        </p:txBody>
      </p:sp>
      <p:grpSp>
        <p:nvGrpSpPr>
          <p:cNvPr id="142" name="组合 141">
            <a:extLst>
              <a:ext uri="{FF2B5EF4-FFF2-40B4-BE49-F238E27FC236}">
                <a16:creationId xmlns:a16="http://schemas.microsoft.com/office/drawing/2014/main" id="{9B69721D-1079-2BBF-40F3-92ECAEBEE801}"/>
              </a:ext>
            </a:extLst>
          </p:cNvPr>
          <p:cNvGrpSpPr>
            <a:grpSpLocks noChangeAspect="1"/>
          </p:cNvGrpSpPr>
          <p:nvPr>
            <p:custDataLst>
              <p:tags r:id="rId1"/>
            </p:custDataLst>
          </p:nvPr>
        </p:nvGrpSpPr>
        <p:grpSpPr>
          <a:xfrm>
            <a:off x="7817939" y="1316537"/>
            <a:ext cx="2862288" cy="318667"/>
            <a:chOff x="10225530" y="2685286"/>
            <a:chExt cx="2862288" cy="318667"/>
          </a:xfrm>
        </p:grpSpPr>
        <p:sp>
          <p:nvSpPr>
            <p:cNvPr id="113" name="任意形状 112">
              <a:extLst>
                <a:ext uri="{FF2B5EF4-FFF2-40B4-BE49-F238E27FC236}">
                  <a16:creationId xmlns:a16="http://schemas.microsoft.com/office/drawing/2014/main" id="{95BF817A-404C-74B2-D11A-82647BF5ABD8}"/>
                </a:ext>
              </a:extLst>
            </p:cNvPr>
            <p:cNvSpPr/>
            <p:nvPr>
              <p:custDataLst>
                <p:tags r:id="rId301"/>
              </p:custDataLst>
            </p:nvPr>
          </p:nvSpPr>
          <p:spPr>
            <a:xfrm>
              <a:off x="10225530" y="2769073"/>
              <a:ext cx="120452" cy="119920"/>
            </a:xfrm>
            <a:custGeom>
              <a:avLst/>
              <a:gdLst>
                <a:gd name="connsiteX0" fmla="*/ 71538 w 120452"/>
                <a:gd name="connsiteY0" fmla="*/ 12474 h 119920"/>
                <a:gd name="connsiteX1" fmla="*/ 75612 w 120452"/>
                <a:gd name="connsiteY1" fmla="*/ 5920 h 119920"/>
                <a:gd name="connsiteX2" fmla="*/ 86771 w 120452"/>
                <a:gd name="connsiteY2" fmla="*/ 5566 h 119920"/>
                <a:gd name="connsiteX3" fmla="*/ 112633 w 120452"/>
                <a:gd name="connsiteY3" fmla="*/ 20091 h 119920"/>
                <a:gd name="connsiteX4" fmla="*/ 111216 w 120452"/>
                <a:gd name="connsiteY4" fmla="*/ 34262 h 119920"/>
                <a:gd name="connsiteX5" fmla="*/ 110685 w 120452"/>
                <a:gd name="connsiteY5" fmla="*/ 37627 h 119920"/>
                <a:gd name="connsiteX6" fmla="*/ 112810 w 120452"/>
                <a:gd name="connsiteY6" fmla="*/ 39930 h 119920"/>
                <a:gd name="connsiteX7" fmla="*/ 115467 w 120452"/>
                <a:gd name="connsiteY7" fmla="*/ 35856 h 119920"/>
                <a:gd name="connsiteX8" fmla="*/ 120250 w 120452"/>
                <a:gd name="connsiteY8" fmla="*/ 5035 h 119920"/>
                <a:gd name="connsiteX9" fmla="*/ 120604 w 120452"/>
                <a:gd name="connsiteY9" fmla="*/ 2023 h 119920"/>
                <a:gd name="connsiteX10" fmla="*/ 115822 w 120452"/>
                <a:gd name="connsiteY10" fmla="*/ 75 h 119920"/>
                <a:gd name="connsiteX11" fmla="*/ 17511 w 120452"/>
                <a:gd name="connsiteY11" fmla="*/ 75 h 119920"/>
                <a:gd name="connsiteX12" fmla="*/ 11843 w 120452"/>
                <a:gd name="connsiteY12" fmla="*/ 3617 h 119920"/>
                <a:gd name="connsiteX13" fmla="*/ 1215 w 120452"/>
                <a:gd name="connsiteY13" fmla="*/ 34793 h 119920"/>
                <a:gd name="connsiteX14" fmla="*/ 152 w 120452"/>
                <a:gd name="connsiteY14" fmla="*/ 37982 h 119920"/>
                <a:gd name="connsiteX15" fmla="*/ 2278 w 120452"/>
                <a:gd name="connsiteY15" fmla="*/ 39930 h 119920"/>
                <a:gd name="connsiteX16" fmla="*/ 5289 w 120452"/>
                <a:gd name="connsiteY16" fmla="*/ 36210 h 119920"/>
                <a:gd name="connsiteX17" fmla="*/ 45676 w 120452"/>
                <a:gd name="connsiteY17" fmla="*/ 5566 h 119920"/>
                <a:gd name="connsiteX18" fmla="*/ 52584 w 120452"/>
                <a:gd name="connsiteY18" fmla="*/ 5566 h 119920"/>
                <a:gd name="connsiteX19" fmla="*/ 57544 w 120452"/>
                <a:gd name="connsiteY19" fmla="*/ 7692 h 119920"/>
                <a:gd name="connsiteX20" fmla="*/ 56835 w 120452"/>
                <a:gd name="connsiteY20" fmla="*/ 11411 h 119920"/>
                <a:gd name="connsiteX21" fmla="*/ 33099 w 120452"/>
                <a:gd name="connsiteY21" fmla="*/ 106002 h 119920"/>
                <a:gd name="connsiteX22" fmla="*/ 12020 w 120452"/>
                <a:gd name="connsiteY22" fmla="*/ 114504 h 119920"/>
                <a:gd name="connsiteX23" fmla="*/ 4580 w 120452"/>
                <a:gd name="connsiteY23" fmla="*/ 117870 h 119920"/>
                <a:gd name="connsiteX24" fmla="*/ 7592 w 120452"/>
                <a:gd name="connsiteY24" fmla="*/ 119996 h 119920"/>
                <a:gd name="connsiteX25" fmla="*/ 22117 w 120452"/>
                <a:gd name="connsiteY25" fmla="*/ 119641 h 119920"/>
                <a:gd name="connsiteX26" fmla="*/ 37173 w 120452"/>
                <a:gd name="connsiteY26" fmla="*/ 119464 h 119920"/>
                <a:gd name="connsiteX27" fmla="*/ 51876 w 120452"/>
                <a:gd name="connsiteY27" fmla="*/ 119641 h 119920"/>
                <a:gd name="connsiteX28" fmla="*/ 67286 w 120452"/>
                <a:gd name="connsiteY28" fmla="*/ 119996 h 119920"/>
                <a:gd name="connsiteX29" fmla="*/ 71183 w 120452"/>
                <a:gd name="connsiteY29" fmla="*/ 116453 h 119920"/>
                <a:gd name="connsiteX30" fmla="*/ 65161 w 120452"/>
                <a:gd name="connsiteY30" fmla="*/ 114504 h 119920"/>
                <a:gd name="connsiteX31" fmla="*/ 53824 w 120452"/>
                <a:gd name="connsiteY31" fmla="*/ 114150 h 119920"/>
                <a:gd name="connsiteX32" fmla="*/ 47270 w 120452"/>
                <a:gd name="connsiteY32" fmla="*/ 110253 h 119920"/>
                <a:gd name="connsiteX33" fmla="*/ 47979 w 120452"/>
                <a:gd name="connsiteY33" fmla="*/ 106533 h 119920"/>
                <a:gd name="connsiteX34" fmla="*/ 71538 w 120452"/>
                <a:gd name="connsiteY34" fmla="*/ 12474 h 119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120452" h="119920">
                  <a:moveTo>
                    <a:pt x="71538" y="12474"/>
                  </a:moveTo>
                  <a:cubicBezTo>
                    <a:pt x="72778" y="7514"/>
                    <a:pt x="73486" y="6452"/>
                    <a:pt x="75612" y="5920"/>
                  </a:cubicBezTo>
                  <a:cubicBezTo>
                    <a:pt x="77206" y="5566"/>
                    <a:pt x="83051" y="5566"/>
                    <a:pt x="86771" y="5566"/>
                  </a:cubicBezTo>
                  <a:cubicBezTo>
                    <a:pt x="104662" y="5566"/>
                    <a:pt x="112633" y="6274"/>
                    <a:pt x="112633" y="20091"/>
                  </a:cubicBezTo>
                  <a:cubicBezTo>
                    <a:pt x="112633" y="22748"/>
                    <a:pt x="111925" y="29656"/>
                    <a:pt x="111216" y="34262"/>
                  </a:cubicBezTo>
                  <a:cubicBezTo>
                    <a:pt x="111039" y="34970"/>
                    <a:pt x="110685" y="37096"/>
                    <a:pt x="110685" y="37627"/>
                  </a:cubicBezTo>
                  <a:cubicBezTo>
                    <a:pt x="110685" y="38690"/>
                    <a:pt x="111216" y="39930"/>
                    <a:pt x="112810" y="39930"/>
                  </a:cubicBezTo>
                  <a:cubicBezTo>
                    <a:pt x="114759" y="39930"/>
                    <a:pt x="115113" y="38513"/>
                    <a:pt x="115467" y="35856"/>
                  </a:cubicBezTo>
                  <a:lnTo>
                    <a:pt x="120250" y="5035"/>
                  </a:lnTo>
                  <a:cubicBezTo>
                    <a:pt x="120427" y="4326"/>
                    <a:pt x="120604" y="2555"/>
                    <a:pt x="120604" y="2023"/>
                  </a:cubicBezTo>
                  <a:cubicBezTo>
                    <a:pt x="120604" y="75"/>
                    <a:pt x="118833" y="75"/>
                    <a:pt x="115822" y="75"/>
                  </a:cubicBezTo>
                  <a:lnTo>
                    <a:pt x="17511" y="75"/>
                  </a:lnTo>
                  <a:cubicBezTo>
                    <a:pt x="13260" y="75"/>
                    <a:pt x="13083" y="252"/>
                    <a:pt x="11843" y="3617"/>
                  </a:cubicBezTo>
                  <a:lnTo>
                    <a:pt x="1215" y="34793"/>
                  </a:lnTo>
                  <a:cubicBezTo>
                    <a:pt x="1038" y="35148"/>
                    <a:pt x="152" y="37627"/>
                    <a:pt x="152" y="37982"/>
                  </a:cubicBezTo>
                  <a:cubicBezTo>
                    <a:pt x="152" y="39045"/>
                    <a:pt x="1038" y="39930"/>
                    <a:pt x="2278" y="39930"/>
                  </a:cubicBezTo>
                  <a:cubicBezTo>
                    <a:pt x="4049" y="39930"/>
                    <a:pt x="4226" y="39045"/>
                    <a:pt x="5289" y="36210"/>
                  </a:cubicBezTo>
                  <a:cubicBezTo>
                    <a:pt x="14854" y="8754"/>
                    <a:pt x="19460" y="5566"/>
                    <a:pt x="45676" y="5566"/>
                  </a:cubicBezTo>
                  <a:lnTo>
                    <a:pt x="52584" y="5566"/>
                  </a:lnTo>
                  <a:cubicBezTo>
                    <a:pt x="57544" y="5566"/>
                    <a:pt x="57544" y="6274"/>
                    <a:pt x="57544" y="7692"/>
                  </a:cubicBezTo>
                  <a:cubicBezTo>
                    <a:pt x="57544" y="8754"/>
                    <a:pt x="57012" y="10880"/>
                    <a:pt x="56835" y="11411"/>
                  </a:cubicBezTo>
                  <a:lnTo>
                    <a:pt x="33099" y="106002"/>
                  </a:lnTo>
                  <a:cubicBezTo>
                    <a:pt x="31505" y="112556"/>
                    <a:pt x="30974" y="114504"/>
                    <a:pt x="12020" y="114504"/>
                  </a:cubicBezTo>
                  <a:cubicBezTo>
                    <a:pt x="5643" y="114504"/>
                    <a:pt x="4580" y="114504"/>
                    <a:pt x="4580" y="117870"/>
                  </a:cubicBezTo>
                  <a:cubicBezTo>
                    <a:pt x="4580" y="119996"/>
                    <a:pt x="6529" y="119996"/>
                    <a:pt x="7592" y="119996"/>
                  </a:cubicBezTo>
                  <a:cubicBezTo>
                    <a:pt x="12374" y="119996"/>
                    <a:pt x="17334" y="119641"/>
                    <a:pt x="22117" y="119641"/>
                  </a:cubicBezTo>
                  <a:cubicBezTo>
                    <a:pt x="27077" y="119641"/>
                    <a:pt x="32213" y="119464"/>
                    <a:pt x="37173" y="119464"/>
                  </a:cubicBezTo>
                  <a:cubicBezTo>
                    <a:pt x="42133" y="119464"/>
                    <a:pt x="47093" y="119641"/>
                    <a:pt x="51876" y="119641"/>
                  </a:cubicBezTo>
                  <a:cubicBezTo>
                    <a:pt x="57012" y="119641"/>
                    <a:pt x="62327" y="119996"/>
                    <a:pt x="67286" y="119996"/>
                  </a:cubicBezTo>
                  <a:cubicBezTo>
                    <a:pt x="69058" y="119996"/>
                    <a:pt x="71183" y="119996"/>
                    <a:pt x="71183" y="116453"/>
                  </a:cubicBezTo>
                  <a:cubicBezTo>
                    <a:pt x="71183" y="114504"/>
                    <a:pt x="69766" y="114504"/>
                    <a:pt x="65161" y="114504"/>
                  </a:cubicBezTo>
                  <a:cubicBezTo>
                    <a:pt x="60732" y="114504"/>
                    <a:pt x="58430" y="114504"/>
                    <a:pt x="53824" y="114150"/>
                  </a:cubicBezTo>
                  <a:cubicBezTo>
                    <a:pt x="48687" y="113619"/>
                    <a:pt x="47270" y="113087"/>
                    <a:pt x="47270" y="110253"/>
                  </a:cubicBezTo>
                  <a:cubicBezTo>
                    <a:pt x="47270" y="110076"/>
                    <a:pt x="47270" y="109190"/>
                    <a:pt x="47979" y="106533"/>
                  </a:cubicBezTo>
                  <a:lnTo>
                    <a:pt x="71538" y="12474"/>
                  </a:lnTo>
                  <a:close/>
                </a:path>
              </a:pathLst>
            </a:custGeom>
            <a:solidFill>
              <a:srgbClr val="000000"/>
            </a:solidFill>
            <a:ln w="25361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 sz="1600"/>
            </a:p>
          </p:txBody>
        </p:sp>
        <p:sp>
          <p:nvSpPr>
            <p:cNvPr id="114" name="任意形状 113">
              <a:extLst>
                <a:ext uri="{FF2B5EF4-FFF2-40B4-BE49-F238E27FC236}">
                  <a16:creationId xmlns:a16="http://schemas.microsoft.com/office/drawing/2014/main" id="{05114E2F-2B74-B64C-E3FA-3F95C6BC4E49}"/>
                </a:ext>
              </a:extLst>
            </p:cNvPr>
            <p:cNvSpPr/>
            <p:nvPr>
              <p:custDataLst>
                <p:tags r:id="rId302"/>
              </p:custDataLst>
            </p:nvPr>
          </p:nvSpPr>
          <p:spPr>
            <a:xfrm>
              <a:off x="10333348" y="2830875"/>
              <a:ext cx="112835" cy="84688"/>
            </a:xfrm>
            <a:custGeom>
              <a:avLst/>
              <a:gdLst>
                <a:gd name="connsiteX0" fmla="*/ 62527 w 112835"/>
                <a:gd name="connsiteY0" fmla="*/ 34919 h 84688"/>
                <a:gd name="connsiteX1" fmla="*/ 61783 w 112835"/>
                <a:gd name="connsiteY1" fmla="*/ 33431 h 84688"/>
                <a:gd name="connsiteX2" fmla="*/ 64759 w 112835"/>
                <a:gd name="connsiteY2" fmla="*/ 31075 h 84688"/>
                <a:gd name="connsiteX3" fmla="*/ 77283 w 112835"/>
                <a:gd name="connsiteY3" fmla="*/ 22271 h 84688"/>
                <a:gd name="connsiteX4" fmla="*/ 110141 w 112835"/>
                <a:gd name="connsiteY4" fmla="*/ 4540 h 84688"/>
                <a:gd name="connsiteX5" fmla="*/ 112993 w 112835"/>
                <a:gd name="connsiteY5" fmla="*/ 1812 h 84688"/>
                <a:gd name="connsiteX6" fmla="*/ 111381 w 112835"/>
                <a:gd name="connsiteY6" fmla="*/ 200 h 84688"/>
                <a:gd name="connsiteX7" fmla="*/ 102826 w 112835"/>
                <a:gd name="connsiteY7" fmla="*/ 572 h 84688"/>
                <a:gd name="connsiteX8" fmla="*/ 87822 w 112835"/>
                <a:gd name="connsiteY8" fmla="*/ 76 h 84688"/>
                <a:gd name="connsiteX9" fmla="*/ 85218 w 112835"/>
                <a:gd name="connsiteY9" fmla="*/ 2804 h 84688"/>
                <a:gd name="connsiteX10" fmla="*/ 87078 w 112835"/>
                <a:gd name="connsiteY10" fmla="*/ 4540 h 84688"/>
                <a:gd name="connsiteX11" fmla="*/ 90178 w 112835"/>
                <a:gd name="connsiteY11" fmla="*/ 6276 h 84688"/>
                <a:gd name="connsiteX12" fmla="*/ 84722 w 112835"/>
                <a:gd name="connsiteY12" fmla="*/ 12352 h 84688"/>
                <a:gd name="connsiteX13" fmla="*/ 33016 w 112835"/>
                <a:gd name="connsiteY13" fmla="*/ 48806 h 84688"/>
                <a:gd name="connsiteX14" fmla="*/ 42812 w 112835"/>
                <a:gd name="connsiteY14" fmla="*/ 9748 h 84688"/>
                <a:gd name="connsiteX15" fmla="*/ 53724 w 112835"/>
                <a:gd name="connsiteY15" fmla="*/ 4540 h 84688"/>
                <a:gd name="connsiteX16" fmla="*/ 57443 w 112835"/>
                <a:gd name="connsiteY16" fmla="*/ 1936 h 84688"/>
                <a:gd name="connsiteX17" fmla="*/ 55459 w 112835"/>
                <a:gd name="connsiteY17" fmla="*/ 76 h 84688"/>
                <a:gd name="connsiteX18" fmla="*/ 39216 w 112835"/>
                <a:gd name="connsiteY18" fmla="*/ 572 h 84688"/>
                <a:gd name="connsiteX19" fmla="*/ 30660 w 112835"/>
                <a:gd name="connsiteY19" fmla="*/ 448 h 84688"/>
                <a:gd name="connsiteX20" fmla="*/ 22849 w 112835"/>
                <a:gd name="connsiteY20" fmla="*/ 76 h 84688"/>
                <a:gd name="connsiteX21" fmla="*/ 20245 w 112835"/>
                <a:gd name="connsiteY21" fmla="*/ 2804 h 84688"/>
                <a:gd name="connsiteX22" fmla="*/ 24337 w 112835"/>
                <a:gd name="connsiteY22" fmla="*/ 4540 h 84688"/>
                <a:gd name="connsiteX23" fmla="*/ 29049 w 112835"/>
                <a:gd name="connsiteY23" fmla="*/ 4788 h 84688"/>
                <a:gd name="connsiteX24" fmla="*/ 31776 w 112835"/>
                <a:gd name="connsiteY24" fmla="*/ 6524 h 84688"/>
                <a:gd name="connsiteX25" fmla="*/ 31280 w 112835"/>
                <a:gd name="connsiteY25" fmla="*/ 9252 h 84688"/>
                <a:gd name="connsiteX26" fmla="*/ 14789 w 112835"/>
                <a:gd name="connsiteY26" fmla="*/ 75093 h 84688"/>
                <a:gd name="connsiteX27" fmla="*/ 3878 w 112835"/>
                <a:gd name="connsiteY27" fmla="*/ 80301 h 84688"/>
                <a:gd name="connsiteX28" fmla="*/ 158 w 112835"/>
                <a:gd name="connsiteY28" fmla="*/ 83029 h 84688"/>
                <a:gd name="connsiteX29" fmla="*/ 2142 w 112835"/>
                <a:gd name="connsiteY29" fmla="*/ 84765 h 84688"/>
                <a:gd name="connsiteX30" fmla="*/ 18261 w 112835"/>
                <a:gd name="connsiteY30" fmla="*/ 84269 h 84688"/>
                <a:gd name="connsiteX31" fmla="*/ 26817 w 112835"/>
                <a:gd name="connsiteY31" fmla="*/ 84393 h 84688"/>
                <a:gd name="connsiteX32" fmla="*/ 34752 w 112835"/>
                <a:gd name="connsiteY32" fmla="*/ 84765 h 84688"/>
                <a:gd name="connsiteX33" fmla="*/ 37356 w 112835"/>
                <a:gd name="connsiteY33" fmla="*/ 82037 h 84688"/>
                <a:gd name="connsiteX34" fmla="*/ 33388 w 112835"/>
                <a:gd name="connsiteY34" fmla="*/ 80301 h 84688"/>
                <a:gd name="connsiteX35" fmla="*/ 28677 w 112835"/>
                <a:gd name="connsiteY35" fmla="*/ 80053 h 84688"/>
                <a:gd name="connsiteX36" fmla="*/ 25825 w 112835"/>
                <a:gd name="connsiteY36" fmla="*/ 78193 h 84688"/>
                <a:gd name="connsiteX37" fmla="*/ 31652 w 112835"/>
                <a:gd name="connsiteY37" fmla="*/ 54386 h 84688"/>
                <a:gd name="connsiteX38" fmla="*/ 52236 w 112835"/>
                <a:gd name="connsiteY38" fmla="*/ 39879 h 84688"/>
                <a:gd name="connsiteX39" fmla="*/ 70215 w 112835"/>
                <a:gd name="connsiteY39" fmla="*/ 74721 h 84688"/>
                <a:gd name="connsiteX40" fmla="*/ 71083 w 112835"/>
                <a:gd name="connsiteY40" fmla="*/ 77077 h 84688"/>
                <a:gd name="connsiteX41" fmla="*/ 65379 w 112835"/>
                <a:gd name="connsiteY41" fmla="*/ 80301 h 84688"/>
                <a:gd name="connsiteX42" fmla="*/ 62155 w 112835"/>
                <a:gd name="connsiteY42" fmla="*/ 83029 h 84688"/>
                <a:gd name="connsiteX43" fmla="*/ 64263 w 112835"/>
                <a:gd name="connsiteY43" fmla="*/ 84765 h 84688"/>
                <a:gd name="connsiteX44" fmla="*/ 80134 w 112835"/>
                <a:gd name="connsiteY44" fmla="*/ 84269 h 84688"/>
                <a:gd name="connsiteX45" fmla="*/ 92286 w 112835"/>
                <a:gd name="connsiteY45" fmla="*/ 84765 h 84688"/>
                <a:gd name="connsiteX46" fmla="*/ 94766 w 112835"/>
                <a:gd name="connsiteY46" fmla="*/ 82161 h 84688"/>
                <a:gd name="connsiteX47" fmla="*/ 91914 w 112835"/>
                <a:gd name="connsiteY47" fmla="*/ 80301 h 84688"/>
                <a:gd name="connsiteX48" fmla="*/ 83730 w 112835"/>
                <a:gd name="connsiteY48" fmla="*/ 76209 h 84688"/>
                <a:gd name="connsiteX49" fmla="*/ 62527 w 112835"/>
                <a:gd name="connsiteY49" fmla="*/ 34919 h 846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</a:cxnLst>
              <a:rect l="l" t="t" r="r" b="b"/>
              <a:pathLst>
                <a:path w="112835" h="84688">
                  <a:moveTo>
                    <a:pt x="62527" y="34919"/>
                  </a:moveTo>
                  <a:cubicBezTo>
                    <a:pt x="62031" y="33927"/>
                    <a:pt x="61783" y="33555"/>
                    <a:pt x="61783" y="33431"/>
                  </a:cubicBezTo>
                  <a:cubicBezTo>
                    <a:pt x="61783" y="33183"/>
                    <a:pt x="61907" y="33059"/>
                    <a:pt x="64759" y="31075"/>
                  </a:cubicBezTo>
                  <a:lnTo>
                    <a:pt x="77283" y="22271"/>
                  </a:lnTo>
                  <a:cubicBezTo>
                    <a:pt x="93650" y="10740"/>
                    <a:pt x="101338" y="5284"/>
                    <a:pt x="110141" y="4540"/>
                  </a:cubicBezTo>
                  <a:cubicBezTo>
                    <a:pt x="111505" y="4416"/>
                    <a:pt x="112993" y="4292"/>
                    <a:pt x="112993" y="1812"/>
                  </a:cubicBezTo>
                  <a:cubicBezTo>
                    <a:pt x="112993" y="820"/>
                    <a:pt x="112125" y="200"/>
                    <a:pt x="111381" y="200"/>
                  </a:cubicBezTo>
                  <a:cubicBezTo>
                    <a:pt x="108777" y="200"/>
                    <a:pt x="105553" y="572"/>
                    <a:pt x="102826" y="572"/>
                  </a:cubicBezTo>
                  <a:cubicBezTo>
                    <a:pt x="99478" y="572"/>
                    <a:pt x="91170" y="76"/>
                    <a:pt x="87822" y="76"/>
                  </a:cubicBezTo>
                  <a:cubicBezTo>
                    <a:pt x="87078" y="76"/>
                    <a:pt x="85218" y="76"/>
                    <a:pt x="85218" y="2804"/>
                  </a:cubicBezTo>
                  <a:cubicBezTo>
                    <a:pt x="85218" y="2928"/>
                    <a:pt x="85218" y="4416"/>
                    <a:pt x="87078" y="4540"/>
                  </a:cubicBezTo>
                  <a:cubicBezTo>
                    <a:pt x="88566" y="4664"/>
                    <a:pt x="90178" y="4912"/>
                    <a:pt x="90178" y="6276"/>
                  </a:cubicBezTo>
                  <a:cubicBezTo>
                    <a:pt x="90178" y="8508"/>
                    <a:pt x="86334" y="11236"/>
                    <a:pt x="84722" y="12352"/>
                  </a:cubicBezTo>
                  <a:lnTo>
                    <a:pt x="33016" y="48806"/>
                  </a:lnTo>
                  <a:lnTo>
                    <a:pt x="42812" y="9748"/>
                  </a:lnTo>
                  <a:cubicBezTo>
                    <a:pt x="43928" y="5532"/>
                    <a:pt x="44052" y="4540"/>
                    <a:pt x="53724" y="4540"/>
                  </a:cubicBezTo>
                  <a:cubicBezTo>
                    <a:pt x="55707" y="4540"/>
                    <a:pt x="57443" y="4540"/>
                    <a:pt x="57443" y="1936"/>
                  </a:cubicBezTo>
                  <a:cubicBezTo>
                    <a:pt x="57443" y="820"/>
                    <a:pt x="56699" y="76"/>
                    <a:pt x="55459" y="76"/>
                  </a:cubicBezTo>
                  <a:cubicBezTo>
                    <a:pt x="51864" y="76"/>
                    <a:pt x="42812" y="572"/>
                    <a:pt x="39216" y="572"/>
                  </a:cubicBezTo>
                  <a:cubicBezTo>
                    <a:pt x="37108" y="572"/>
                    <a:pt x="32768" y="572"/>
                    <a:pt x="30660" y="448"/>
                  </a:cubicBezTo>
                  <a:cubicBezTo>
                    <a:pt x="28181" y="324"/>
                    <a:pt x="25205" y="76"/>
                    <a:pt x="22849" y="76"/>
                  </a:cubicBezTo>
                  <a:cubicBezTo>
                    <a:pt x="22105" y="76"/>
                    <a:pt x="20245" y="76"/>
                    <a:pt x="20245" y="2804"/>
                  </a:cubicBezTo>
                  <a:cubicBezTo>
                    <a:pt x="20245" y="4540"/>
                    <a:pt x="21609" y="4540"/>
                    <a:pt x="24337" y="4540"/>
                  </a:cubicBezTo>
                  <a:cubicBezTo>
                    <a:pt x="26321" y="4540"/>
                    <a:pt x="26817" y="4540"/>
                    <a:pt x="29049" y="4788"/>
                  </a:cubicBezTo>
                  <a:cubicBezTo>
                    <a:pt x="31528" y="5036"/>
                    <a:pt x="31776" y="5284"/>
                    <a:pt x="31776" y="6524"/>
                  </a:cubicBezTo>
                  <a:cubicBezTo>
                    <a:pt x="31776" y="6772"/>
                    <a:pt x="31776" y="7392"/>
                    <a:pt x="31280" y="9252"/>
                  </a:cubicBezTo>
                  <a:lnTo>
                    <a:pt x="14789" y="75093"/>
                  </a:lnTo>
                  <a:cubicBezTo>
                    <a:pt x="13797" y="79309"/>
                    <a:pt x="13549" y="80301"/>
                    <a:pt x="3878" y="80301"/>
                  </a:cubicBezTo>
                  <a:cubicBezTo>
                    <a:pt x="1646" y="80301"/>
                    <a:pt x="158" y="80301"/>
                    <a:pt x="158" y="83029"/>
                  </a:cubicBezTo>
                  <a:cubicBezTo>
                    <a:pt x="158" y="83153"/>
                    <a:pt x="158" y="84765"/>
                    <a:pt x="2142" y="84765"/>
                  </a:cubicBezTo>
                  <a:cubicBezTo>
                    <a:pt x="5737" y="84765"/>
                    <a:pt x="14665" y="84269"/>
                    <a:pt x="18261" y="84269"/>
                  </a:cubicBezTo>
                  <a:cubicBezTo>
                    <a:pt x="20369" y="84269"/>
                    <a:pt x="24709" y="84269"/>
                    <a:pt x="26817" y="84393"/>
                  </a:cubicBezTo>
                  <a:cubicBezTo>
                    <a:pt x="29297" y="84517"/>
                    <a:pt x="32396" y="84765"/>
                    <a:pt x="34752" y="84765"/>
                  </a:cubicBezTo>
                  <a:cubicBezTo>
                    <a:pt x="35496" y="84765"/>
                    <a:pt x="37356" y="84765"/>
                    <a:pt x="37356" y="82037"/>
                  </a:cubicBezTo>
                  <a:cubicBezTo>
                    <a:pt x="37356" y="80301"/>
                    <a:pt x="35868" y="80301"/>
                    <a:pt x="33388" y="80301"/>
                  </a:cubicBezTo>
                  <a:cubicBezTo>
                    <a:pt x="33264" y="80301"/>
                    <a:pt x="30908" y="80301"/>
                    <a:pt x="28677" y="80053"/>
                  </a:cubicBezTo>
                  <a:cubicBezTo>
                    <a:pt x="25825" y="79805"/>
                    <a:pt x="25825" y="79433"/>
                    <a:pt x="25825" y="78193"/>
                  </a:cubicBezTo>
                  <a:cubicBezTo>
                    <a:pt x="25825" y="77201"/>
                    <a:pt x="27065" y="72613"/>
                    <a:pt x="31652" y="54386"/>
                  </a:cubicBezTo>
                  <a:lnTo>
                    <a:pt x="52236" y="39879"/>
                  </a:lnTo>
                  <a:lnTo>
                    <a:pt x="70215" y="74721"/>
                  </a:lnTo>
                  <a:cubicBezTo>
                    <a:pt x="71083" y="76333"/>
                    <a:pt x="71083" y="76457"/>
                    <a:pt x="71083" y="77077"/>
                  </a:cubicBezTo>
                  <a:cubicBezTo>
                    <a:pt x="71083" y="79929"/>
                    <a:pt x="67611" y="80301"/>
                    <a:pt x="65379" y="80301"/>
                  </a:cubicBezTo>
                  <a:cubicBezTo>
                    <a:pt x="63891" y="80301"/>
                    <a:pt x="62155" y="80301"/>
                    <a:pt x="62155" y="83029"/>
                  </a:cubicBezTo>
                  <a:cubicBezTo>
                    <a:pt x="62155" y="83153"/>
                    <a:pt x="62279" y="84765"/>
                    <a:pt x="64263" y="84765"/>
                  </a:cubicBezTo>
                  <a:cubicBezTo>
                    <a:pt x="67735" y="84765"/>
                    <a:pt x="76663" y="84269"/>
                    <a:pt x="80134" y="84269"/>
                  </a:cubicBezTo>
                  <a:cubicBezTo>
                    <a:pt x="83854" y="84269"/>
                    <a:pt x="88814" y="84765"/>
                    <a:pt x="92286" y="84765"/>
                  </a:cubicBezTo>
                  <a:cubicBezTo>
                    <a:pt x="93898" y="84765"/>
                    <a:pt x="94766" y="83897"/>
                    <a:pt x="94766" y="82161"/>
                  </a:cubicBezTo>
                  <a:cubicBezTo>
                    <a:pt x="94766" y="80301"/>
                    <a:pt x="93154" y="80301"/>
                    <a:pt x="91914" y="80301"/>
                  </a:cubicBezTo>
                  <a:cubicBezTo>
                    <a:pt x="89682" y="80301"/>
                    <a:pt x="85838" y="80177"/>
                    <a:pt x="83730" y="76209"/>
                  </a:cubicBezTo>
                  <a:lnTo>
                    <a:pt x="62527" y="34919"/>
                  </a:lnTo>
                  <a:close/>
                </a:path>
              </a:pathLst>
            </a:custGeom>
            <a:solidFill>
              <a:srgbClr val="000000"/>
            </a:solidFill>
            <a:ln w="25361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 sz="1600"/>
            </a:p>
          </p:txBody>
        </p:sp>
        <p:sp>
          <p:nvSpPr>
            <p:cNvPr id="115" name="任意形状 114">
              <a:extLst>
                <a:ext uri="{FF2B5EF4-FFF2-40B4-BE49-F238E27FC236}">
                  <a16:creationId xmlns:a16="http://schemas.microsoft.com/office/drawing/2014/main" id="{B3602176-4F53-DBAB-EB10-EE92F0EC57E8}"/>
                </a:ext>
              </a:extLst>
            </p:cNvPr>
            <p:cNvSpPr/>
            <p:nvPr>
              <p:custDataLst>
                <p:tags r:id="rId303"/>
              </p:custDataLst>
            </p:nvPr>
          </p:nvSpPr>
          <p:spPr>
            <a:xfrm>
              <a:off x="10478896" y="2756142"/>
              <a:ext cx="41095" cy="177135"/>
            </a:xfrm>
            <a:custGeom>
              <a:avLst/>
              <a:gdLst>
                <a:gd name="connsiteX0" fmla="*/ 41261 w 41095"/>
                <a:gd name="connsiteY0" fmla="*/ 175439 h 177135"/>
                <a:gd name="connsiteX1" fmla="*/ 38250 w 41095"/>
                <a:gd name="connsiteY1" fmla="*/ 171542 h 177135"/>
                <a:gd name="connsiteX2" fmla="*/ 10439 w 41095"/>
                <a:gd name="connsiteY2" fmla="*/ 88643 h 177135"/>
                <a:gd name="connsiteX3" fmla="*/ 38958 w 41095"/>
                <a:gd name="connsiteY3" fmla="*/ 4857 h 177135"/>
                <a:gd name="connsiteX4" fmla="*/ 41261 w 41095"/>
                <a:gd name="connsiteY4" fmla="*/ 1846 h 177135"/>
                <a:gd name="connsiteX5" fmla="*/ 39490 w 41095"/>
                <a:gd name="connsiteY5" fmla="*/ 75 h 177135"/>
                <a:gd name="connsiteX6" fmla="*/ 11325 w 41095"/>
                <a:gd name="connsiteY6" fmla="*/ 34616 h 177135"/>
                <a:gd name="connsiteX7" fmla="*/ 165 w 41095"/>
                <a:gd name="connsiteY7" fmla="*/ 88643 h 177135"/>
                <a:gd name="connsiteX8" fmla="*/ 11856 w 41095"/>
                <a:gd name="connsiteY8" fmla="*/ 143909 h 177135"/>
                <a:gd name="connsiteX9" fmla="*/ 39490 w 41095"/>
                <a:gd name="connsiteY9" fmla="*/ 177210 h 177135"/>
                <a:gd name="connsiteX10" fmla="*/ 41261 w 41095"/>
                <a:gd name="connsiteY10" fmla="*/ 175439 h 1771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41095" h="177135">
                  <a:moveTo>
                    <a:pt x="41261" y="175439"/>
                  </a:moveTo>
                  <a:cubicBezTo>
                    <a:pt x="41261" y="174908"/>
                    <a:pt x="41261" y="174553"/>
                    <a:pt x="38250" y="171542"/>
                  </a:cubicBezTo>
                  <a:cubicBezTo>
                    <a:pt x="16108" y="149223"/>
                    <a:pt x="10439" y="115744"/>
                    <a:pt x="10439" y="88643"/>
                  </a:cubicBezTo>
                  <a:cubicBezTo>
                    <a:pt x="10439" y="57821"/>
                    <a:pt x="17170" y="26999"/>
                    <a:pt x="38958" y="4857"/>
                  </a:cubicBezTo>
                  <a:cubicBezTo>
                    <a:pt x="41261" y="2732"/>
                    <a:pt x="41261" y="2377"/>
                    <a:pt x="41261" y="1846"/>
                  </a:cubicBezTo>
                  <a:cubicBezTo>
                    <a:pt x="41261" y="606"/>
                    <a:pt x="40552" y="75"/>
                    <a:pt x="39490" y="75"/>
                  </a:cubicBezTo>
                  <a:cubicBezTo>
                    <a:pt x="37718" y="75"/>
                    <a:pt x="21776" y="12120"/>
                    <a:pt x="11325" y="34616"/>
                  </a:cubicBezTo>
                  <a:cubicBezTo>
                    <a:pt x="2291" y="54101"/>
                    <a:pt x="165" y="73763"/>
                    <a:pt x="165" y="88643"/>
                  </a:cubicBezTo>
                  <a:cubicBezTo>
                    <a:pt x="165" y="102459"/>
                    <a:pt x="2114" y="123893"/>
                    <a:pt x="11856" y="143909"/>
                  </a:cubicBezTo>
                  <a:cubicBezTo>
                    <a:pt x="22484" y="165697"/>
                    <a:pt x="37718" y="177210"/>
                    <a:pt x="39490" y="177210"/>
                  </a:cubicBezTo>
                  <a:cubicBezTo>
                    <a:pt x="40552" y="177210"/>
                    <a:pt x="41261" y="176679"/>
                    <a:pt x="41261" y="175439"/>
                  </a:cubicBezTo>
                  <a:close/>
                </a:path>
              </a:pathLst>
            </a:custGeom>
            <a:solidFill>
              <a:srgbClr val="000000"/>
            </a:solidFill>
            <a:ln w="25361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 sz="1600"/>
            </a:p>
          </p:txBody>
        </p:sp>
        <p:sp>
          <p:nvSpPr>
            <p:cNvPr id="116" name="任意形状 115">
              <a:extLst>
                <a:ext uri="{FF2B5EF4-FFF2-40B4-BE49-F238E27FC236}">
                  <a16:creationId xmlns:a16="http://schemas.microsoft.com/office/drawing/2014/main" id="{47553DA3-1A81-5A4B-E1A3-3096DF173A57}"/>
                </a:ext>
              </a:extLst>
            </p:cNvPr>
            <p:cNvSpPr/>
            <p:nvPr>
              <p:custDataLst>
                <p:tags r:id="rId304"/>
              </p:custDataLst>
            </p:nvPr>
          </p:nvSpPr>
          <p:spPr>
            <a:xfrm>
              <a:off x="10537686" y="2768010"/>
              <a:ext cx="177490" cy="120983"/>
            </a:xfrm>
            <a:custGeom>
              <a:avLst/>
              <a:gdLst>
                <a:gd name="connsiteX0" fmla="*/ 156757 w 177490"/>
                <a:gd name="connsiteY0" fmla="*/ 13714 h 120983"/>
                <a:gd name="connsiteX1" fmla="*/ 171991 w 177490"/>
                <a:gd name="connsiteY1" fmla="*/ 5566 h 120983"/>
                <a:gd name="connsiteX2" fmla="*/ 177659 w 177490"/>
                <a:gd name="connsiteY2" fmla="*/ 2023 h 120983"/>
                <a:gd name="connsiteX3" fmla="*/ 172877 w 177490"/>
                <a:gd name="connsiteY3" fmla="*/ 75 h 120983"/>
                <a:gd name="connsiteX4" fmla="*/ 149495 w 177490"/>
                <a:gd name="connsiteY4" fmla="*/ 75 h 120983"/>
                <a:gd name="connsiteX5" fmla="*/ 142586 w 177490"/>
                <a:gd name="connsiteY5" fmla="*/ 3440 h 120983"/>
                <a:gd name="connsiteX6" fmla="*/ 77932 w 177490"/>
                <a:gd name="connsiteY6" fmla="*/ 104408 h 120983"/>
                <a:gd name="connsiteX7" fmla="*/ 64115 w 177490"/>
                <a:gd name="connsiteY7" fmla="*/ 4149 h 120983"/>
                <a:gd name="connsiteX8" fmla="*/ 58624 w 177490"/>
                <a:gd name="connsiteY8" fmla="*/ 75 h 120983"/>
                <a:gd name="connsiteX9" fmla="*/ 34356 w 177490"/>
                <a:gd name="connsiteY9" fmla="*/ 75 h 120983"/>
                <a:gd name="connsiteX10" fmla="*/ 29042 w 177490"/>
                <a:gd name="connsiteY10" fmla="*/ 3440 h 120983"/>
                <a:gd name="connsiteX11" fmla="*/ 34179 w 177490"/>
                <a:gd name="connsiteY11" fmla="*/ 5566 h 120983"/>
                <a:gd name="connsiteX12" fmla="*/ 41796 w 177490"/>
                <a:gd name="connsiteY12" fmla="*/ 5920 h 120983"/>
                <a:gd name="connsiteX13" fmla="*/ 45693 w 177490"/>
                <a:gd name="connsiteY13" fmla="*/ 8754 h 120983"/>
                <a:gd name="connsiteX14" fmla="*/ 44985 w 177490"/>
                <a:gd name="connsiteY14" fmla="*/ 12120 h 120983"/>
                <a:gd name="connsiteX15" fmla="*/ 22488 w 177490"/>
                <a:gd name="connsiteY15" fmla="*/ 102282 h 120983"/>
                <a:gd name="connsiteX16" fmla="*/ 3358 w 177490"/>
                <a:gd name="connsiteY16" fmla="*/ 115567 h 120983"/>
                <a:gd name="connsiteX17" fmla="*/ 169 w 177490"/>
                <a:gd name="connsiteY17" fmla="*/ 118933 h 120983"/>
                <a:gd name="connsiteX18" fmla="*/ 2649 w 177490"/>
                <a:gd name="connsiteY18" fmla="*/ 121058 h 120983"/>
                <a:gd name="connsiteX19" fmla="*/ 20363 w 177490"/>
                <a:gd name="connsiteY19" fmla="*/ 120527 h 120983"/>
                <a:gd name="connsiteX20" fmla="*/ 38608 w 177490"/>
                <a:gd name="connsiteY20" fmla="*/ 121058 h 120983"/>
                <a:gd name="connsiteX21" fmla="*/ 41796 w 177490"/>
                <a:gd name="connsiteY21" fmla="*/ 117516 h 120983"/>
                <a:gd name="connsiteX22" fmla="*/ 38608 w 177490"/>
                <a:gd name="connsiteY22" fmla="*/ 115567 h 120983"/>
                <a:gd name="connsiteX23" fmla="*/ 26562 w 177490"/>
                <a:gd name="connsiteY23" fmla="*/ 107773 h 120983"/>
                <a:gd name="connsiteX24" fmla="*/ 27271 w 177490"/>
                <a:gd name="connsiteY24" fmla="*/ 103699 h 120983"/>
                <a:gd name="connsiteX25" fmla="*/ 51361 w 177490"/>
                <a:gd name="connsiteY25" fmla="*/ 7160 h 120983"/>
                <a:gd name="connsiteX26" fmla="*/ 51539 w 177490"/>
                <a:gd name="connsiteY26" fmla="*/ 7160 h 120983"/>
                <a:gd name="connsiteX27" fmla="*/ 66772 w 177490"/>
                <a:gd name="connsiteY27" fmla="*/ 116984 h 120983"/>
                <a:gd name="connsiteX28" fmla="*/ 69429 w 177490"/>
                <a:gd name="connsiteY28" fmla="*/ 121058 h 120983"/>
                <a:gd name="connsiteX29" fmla="*/ 73326 w 177490"/>
                <a:gd name="connsiteY29" fmla="*/ 117870 h 120983"/>
                <a:gd name="connsiteX30" fmla="*/ 144889 w 177490"/>
                <a:gd name="connsiteY30" fmla="*/ 5743 h 120983"/>
                <a:gd name="connsiteX31" fmla="*/ 145066 w 177490"/>
                <a:gd name="connsiteY31" fmla="*/ 5743 h 120983"/>
                <a:gd name="connsiteX32" fmla="*/ 119736 w 177490"/>
                <a:gd name="connsiteY32" fmla="*/ 107242 h 120983"/>
                <a:gd name="connsiteX33" fmla="*/ 103617 w 177490"/>
                <a:gd name="connsiteY33" fmla="*/ 115567 h 120983"/>
                <a:gd name="connsiteX34" fmla="*/ 98657 w 177490"/>
                <a:gd name="connsiteY34" fmla="*/ 118933 h 120983"/>
                <a:gd name="connsiteX35" fmla="*/ 101314 w 177490"/>
                <a:gd name="connsiteY35" fmla="*/ 121058 h 120983"/>
                <a:gd name="connsiteX36" fmla="*/ 123279 w 177490"/>
                <a:gd name="connsiteY36" fmla="*/ 120527 h 120983"/>
                <a:gd name="connsiteX37" fmla="*/ 145421 w 177490"/>
                <a:gd name="connsiteY37" fmla="*/ 121058 h 120983"/>
                <a:gd name="connsiteX38" fmla="*/ 148786 w 177490"/>
                <a:gd name="connsiteY38" fmla="*/ 117516 h 120983"/>
                <a:gd name="connsiteX39" fmla="*/ 143826 w 177490"/>
                <a:gd name="connsiteY39" fmla="*/ 115567 h 120983"/>
                <a:gd name="connsiteX40" fmla="*/ 132313 w 177490"/>
                <a:gd name="connsiteY40" fmla="*/ 112379 h 120983"/>
                <a:gd name="connsiteX41" fmla="*/ 133198 w 177490"/>
                <a:gd name="connsiteY41" fmla="*/ 108128 h 120983"/>
                <a:gd name="connsiteX42" fmla="*/ 156757 w 177490"/>
                <a:gd name="connsiteY42" fmla="*/ 13714 h 1209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</a:cxnLst>
              <a:rect l="l" t="t" r="r" b="b"/>
              <a:pathLst>
                <a:path w="177490" h="120983">
                  <a:moveTo>
                    <a:pt x="156757" y="13714"/>
                  </a:moveTo>
                  <a:cubicBezTo>
                    <a:pt x="158351" y="7337"/>
                    <a:pt x="158706" y="5566"/>
                    <a:pt x="171991" y="5566"/>
                  </a:cubicBezTo>
                  <a:cubicBezTo>
                    <a:pt x="176065" y="5566"/>
                    <a:pt x="177659" y="5566"/>
                    <a:pt x="177659" y="2023"/>
                  </a:cubicBezTo>
                  <a:cubicBezTo>
                    <a:pt x="177659" y="75"/>
                    <a:pt x="175888" y="75"/>
                    <a:pt x="172877" y="75"/>
                  </a:cubicBezTo>
                  <a:lnTo>
                    <a:pt x="149495" y="75"/>
                  </a:lnTo>
                  <a:cubicBezTo>
                    <a:pt x="144889" y="75"/>
                    <a:pt x="144712" y="75"/>
                    <a:pt x="142586" y="3440"/>
                  </a:cubicBezTo>
                  <a:lnTo>
                    <a:pt x="77932" y="104408"/>
                  </a:lnTo>
                  <a:lnTo>
                    <a:pt x="64115" y="4149"/>
                  </a:lnTo>
                  <a:cubicBezTo>
                    <a:pt x="63584" y="75"/>
                    <a:pt x="63230" y="75"/>
                    <a:pt x="58624" y="75"/>
                  </a:cubicBezTo>
                  <a:lnTo>
                    <a:pt x="34356" y="75"/>
                  </a:lnTo>
                  <a:cubicBezTo>
                    <a:pt x="30991" y="75"/>
                    <a:pt x="29042" y="75"/>
                    <a:pt x="29042" y="3440"/>
                  </a:cubicBezTo>
                  <a:cubicBezTo>
                    <a:pt x="29042" y="5566"/>
                    <a:pt x="30637" y="5566"/>
                    <a:pt x="34179" y="5566"/>
                  </a:cubicBezTo>
                  <a:cubicBezTo>
                    <a:pt x="36482" y="5566"/>
                    <a:pt x="39671" y="5743"/>
                    <a:pt x="41796" y="5920"/>
                  </a:cubicBezTo>
                  <a:cubicBezTo>
                    <a:pt x="44630" y="6274"/>
                    <a:pt x="45693" y="6806"/>
                    <a:pt x="45693" y="8754"/>
                  </a:cubicBezTo>
                  <a:cubicBezTo>
                    <a:pt x="45693" y="9463"/>
                    <a:pt x="45516" y="9994"/>
                    <a:pt x="44985" y="12120"/>
                  </a:cubicBezTo>
                  <a:lnTo>
                    <a:pt x="22488" y="102282"/>
                  </a:lnTo>
                  <a:cubicBezTo>
                    <a:pt x="20717" y="109367"/>
                    <a:pt x="17706" y="115036"/>
                    <a:pt x="3358" y="115567"/>
                  </a:cubicBezTo>
                  <a:cubicBezTo>
                    <a:pt x="2472" y="115567"/>
                    <a:pt x="169" y="115744"/>
                    <a:pt x="169" y="118933"/>
                  </a:cubicBezTo>
                  <a:cubicBezTo>
                    <a:pt x="169" y="120527"/>
                    <a:pt x="1232" y="121058"/>
                    <a:pt x="2649" y="121058"/>
                  </a:cubicBezTo>
                  <a:cubicBezTo>
                    <a:pt x="8317" y="121058"/>
                    <a:pt x="14517" y="120527"/>
                    <a:pt x="20363" y="120527"/>
                  </a:cubicBezTo>
                  <a:cubicBezTo>
                    <a:pt x="26385" y="120527"/>
                    <a:pt x="32762" y="121058"/>
                    <a:pt x="38608" y="121058"/>
                  </a:cubicBezTo>
                  <a:cubicBezTo>
                    <a:pt x="39493" y="121058"/>
                    <a:pt x="41796" y="121058"/>
                    <a:pt x="41796" y="117516"/>
                  </a:cubicBezTo>
                  <a:cubicBezTo>
                    <a:pt x="41796" y="115567"/>
                    <a:pt x="39848" y="115567"/>
                    <a:pt x="38608" y="115567"/>
                  </a:cubicBezTo>
                  <a:cubicBezTo>
                    <a:pt x="28511" y="115390"/>
                    <a:pt x="26562" y="111847"/>
                    <a:pt x="26562" y="107773"/>
                  </a:cubicBezTo>
                  <a:cubicBezTo>
                    <a:pt x="26562" y="106533"/>
                    <a:pt x="26740" y="105648"/>
                    <a:pt x="27271" y="103699"/>
                  </a:cubicBezTo>
                  <a:lnTo>
                    <a:pt x="51361" y="7160"/>
                  </a:lnTo>
                  <a:lnTo>
                    <a:pt x="51539" y="7160"/>
                  </a:lnTo>
                  <a:lnTo>
                    <a:pt x="66772" y="116984"/>
                  </a:lnTo>
                  <a:cubicBezTo>
                    <a:pt x="67127" y="119110"/>
                    <a:pt x="67304" y="121058"/>
                    <a:pt x="69429" y="121058"/>
                  </a:cubicBezTo>
                  <a:cubicBezTo>
                    <a:pt x="71378" y="121058"/>
                    <a:pt x="72441" y="119110"/>
                    <a:pt x="73326" y="117870"/>
                  </a:cubicBezTo>
                  <a:lnTo>
                    <a:pt x="144889" y="5743"/>
                  </a:lnTo>
                  <a:lnTo>
                    <a:pt x="145066" y="5743"/>
                  </a:lnTo>
                  <a:lnTo>
                    <a:pt x="119736" y="107242"/>
                  </a:lnTo>
                  <a:cubicBezTo>
                    <a:pt x="117965" y="114150"/>
                    <a:pt x="117610" y="115567"/>
                    <a:pt x="103617" y="115567"/>
                  </a:cubicBezTo>
                  <a:cubicBezTo>
                    <a:pt x="100605" y="115567"/>
                    <a:pt x="98657" y="115567"/>
                    <a:pt x="98657" y="118933"/>
                  </a:cubicBezTo>
                  <a:cubicBezTo>
                    <a:pt x="98657" y="121058"/>
                    <a:pt x="100782" y="121058"/>
                    <a:pt x="101314" y="121058"/>
                  </a:cubicBezTo>
                  <a:cubicBezTo>
                    <a:pt x="106274" y="121058"/>
                    <a:pt x="118319" y="120527"/>
                    <a:pt x="123279" y="120527"/>
                  </a:cubicBezTo>
                  <a:cubicBezTo>
                    <a:pt x="130541" y="120527"/>
                    <a:pt x="138158" y="121058"/>
                    <a:pt x="145421" y="121058"/>
                  </a:cubicBezTo>
                  <a:cubicBezTo>
                    <a:pt x="146483" y="121058"/>
                    <a:pt x="148786" y="121058"/>
                    <a:pt x="148786" y="117516"/>
                  </a:cubicBezTo>
                  <a:cubicBezTo>
                    <a:pt x="148786" y="115567"/>
                    <a:pt x="147192" y="115567"/>
                    <a:pt x="143826" y="115567"/>
                  </a:cubicBezTo>
                  <a:cubicBezTo>
                    <a:pt x="137272" y="115567"/>
                    <a:pt x="132313" y="115567"/>
                    <a:pt x="132313" y="112379"/>
                  </a:cubicBezTo>
                  <a:cubicBezTo>
                    <a:pt x="132313" y="111670"/>
                    <a:pt x="132313" y="111316"/>
                    <a:pt x="133198" y="108128"/>
                  </a:cubicBezTo>
                  <a:lnTo>
                    <a:pt x="156757" y="13714"/>
                  </a:lnTo>
                  <a:close/>
                </a:path>
              </a:pathLst>
            </a:custGeom>
            <a:solidFill>
              <a:srgbClr val="000000"/>
            </a:solidFill>
            <a:ln w="25361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 sz="1600"/>
            </a:p>
          </p:txBody>
        </p:sp>
        <p:sp>
          <p:nvSpPr>
            <p:cNvPr id="117" name="任意形状 116">
              <a:extLst>
                <a:ext uri="{FF2B5EF4-FFF2-40B4-BE49-F238E27FC236}">
                  <a16:creationId xmlns:a16="http://schemas.microsoft.com/office/drawing/2014/main" id="{1987258B-D832-E5FC-EFC8-2C3A626F2B47}"/>
                </a:ext>
              </a:extLst>
            </p:cNvPr>
            <p:cNvSpPr/>
            <p:nvPr>
              <p:custDataLst>
                <p:tags r:id="rId305"/>
              </p:custDataLst>
            </p:nvPr>
          </p:nvSpPr>
          <p:spPr>
            <a:xfrm>
              <a:off x="10709905" y="2828271"/>
              <a:ext cx="55549" cy="88532"/>
            </a:xfrm>
            <a:custGeom>
              <a:avLst/>
              <a:gdLst>
                <a:gd name="connsiteX0" fmla="*/ 55729 w 55549"/>
                <a:gd name="connsiteY0" fmla="*/ 26983 h 88532"/>
                <a:gd name="connsiteX1" fmla="*/ 38617 w 55549"/>
                <a:gd name="connsiteY1" fmla="*/ 76 h 88532"/>
                <a:gd name="connsiteX2" fmla="*/ 179 w 55549"/>
                <a:gd name="connsiteY2" fmla="*/ 61702 h 88532"/>
                <a:gd name="connsiteX3" fmla="*/ 17290 w 55549"/>
                <a:gd name="connsiteY3" fmla="*/ 88609 h 88532"/>
                <a:gd name="connsiteX4" fmla="*/ 55729 w 55549"/>
                <a:gd name="connsiteY4" fmla="*/ 26983 h 88532"/>
                <a:gd name="connsiteX5" fmla="*/ 14190 w 55549"/>
                <a:gd name="connsiteY5" fmla="*/ 42111 h 88532"/>
                <a:gd name="connsiteX6" fmla="*/ 38493 w 55549"/>
                <a:gd name="connsiteY6" fmla="*/ 3548 h 88532"/>
                <a:gd name="connsiteX7" fmla="*/ 46429 w 55549"/>
                <a:gd name="connsiteY7" fmla="*/ 19667 h 88532"/>
                <a:gd name="connsiteX8" fmla="*/ 42833 w 55549"/>
                <a:gd name="connsiteY8" fmla="*/ 42111 h 88532"/>
                <a:gd name="connsiteX9" fmla="*/ 14190 w 55549"/>
                <a:gd name="connsiteY9" fmla="*/ 42111 h 88532"/>
                <a:gd name="connsiteX10" fmla="*/ 41717 w 55549"/>
                <a:gd name="connsiteY10" fmla="*/ 46574 h 88532"/>
                <a:gd name="connsiteX11" fmla="*/ 31674 w 55549"/>
                <a:gd name="connsiteY11" fmla="*/ 72861 h 88532"/>
                <a:gd name="connsiteX12" fmla="*/ 17414 w 55549"/>
                <a:gd name="connsiteY12" fmla="*/ 85137 h 88532"/>
                <a:gd name="connsiteX13" fmla="*/ 9479 w 55549"/>
                <a:gd name="connsiteY13" fmla="*/ 69017 h 88532"/>
                <a:gd name="connsiteX14" fmla="*/ 13074 w 55549"/>
                <a:gd name="connsiteY14" fmla="*/ 46574 h 88532"/>
                <a:gd name="connsiteX15" fmla="*/ 41717 w 55549"/>
                <a:gd name="connsiteY15" fmla="*/ 46574 h 885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55549" h="88532">
                  <a:moveTo>
                    <a:pt x="55729" y="26983"/>
                  </a:moveTo>
                  <a:cubicBezTo>
                    <a:pt x="55729" y="13964"/>
                    <a:pt x="50769" y="76"/>
                    <a:pt x="38617" y="76"/>
                  </a:cubicBezTo>
                  <a:cubicBezTo>
                    <a:pt x="20018" y="76"/>
                    <a:pt x="179" y="33307"/>
                    <a:pt x="179" y="61702"/>
                  </a:cubicBezTo>
                  <a:cubicBezTo>
                    <a:pt x="179" y="76457"/>
                    <a:pt x="5883" y="88609"/>
                    <a:pt x="17290" y="88609"/>
                  </a:cubicBezTo>
                  <a:cubicBezTo>
                    <a:pt x="36137" y="88609"/>
                    <a:pt x="55729" y="54758"/>
                    <a:pt x="55729" y="26983"/>
                  </a:cubicBezTo>
                  <a:close/>
                  <a:moveTo>
                    <a:pt x="14190" y="42111"/>
                  </a:moveTo>
                  <a:cubicBezTo>
                    <a:pt x="20514" y="15328"/>
                    <a:pt x="31178" y="3548"/>
                    <a:pt x="38493" y="3548"/>
                  </a:cubicBezTo>
                  <a:cubicBezTo>
                    <a:pt x="46429" y="3548"/>
                    <a:pt x="46429" y="17312"/>
                    <a:pt x="46429" y="19667"/>
                  </a:cubicBezTo>
                  <a:cubicBezTo>
                    <a:pt x="46429" y="24503"/>
                    <a:pt x="45437" y="31695"/>
                    <a:pt x="42833" y="42111"/>
                  </a:cubicBezTo>
                  <a:lnTo>
                    <a:pt x="14190" y="42111"/>
                  </a:lnTo>
                  <a:close/>
                  <a:moveTo>
                    <a:pt x="41717" y="46574"/>
                  </a:moveTo>
                  <a:cubicBezTo>
                    <a:pt x="38245" y="60090"/>
                    <a:pt x="35394" y="66786"/>
                    <a:pt x="31674" y="72861"/>
                  </a:cubicBezTo>
                  <a:cubicBezTo>
                    <a:pt x="27830" y="79309"/>
                    <a:pt x="22870" y="85137"/>
                    <a:pt x="17414" y="85137"/>
                  </a:cubicBezTo>
                  <a:cubicBezTo>
                    <a:pt x="10595" y="85137"/>
                    <a:pt x="9479" y="75713"/>
                    <a:pt x="9479" y="69017"/>
                  </a:cubicBezTo>
                  <a:cubicBezTo>
                    <a:pt x="9479" y="60834"/>
                    <a:pt x="11834" y="51162"/>
                    <a:pt x="13074" y="46574"/>
                  </a:cubicBezTo>
                  <a:lnTo>
                    <a:pt x="41717" y="46574"/>
                  </a:lnTo>
                  <a:close/>
                </a:path>
              </a:pathLst>
            </a:custGeom>
            <a:solidFill>
              <a:srgbClr val="000000"/>
            </a:solidFill>
            <a:ln w="25361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 sz="1600"/>
            </a:p>
          </p:txBody>
        </p:sp>
        <p:sp>
          <p:nvSpPr>
            <p:cNvPr id="118" name="任意形状 117">
              <a:extLst>
                <a:ext uri="{FF2B5EF4-FFF2-40B4-BE49-F238E27FC236}">
                  <a16:creationId xmlns:a16="http://schemas.microsoft.com/office/drawing/2014/main" id="{FFA71902-24FE-C7DA-29BD-6AC6767F4899}"/>
                </a:ext>
              </a:extLst>
            </p:cNvPr>
            <p:cNvSpPr/>
            <p:nvPr>
              <p:custDataLst>
                <p:tags r:id="rId306"/>
              </p:custDataLst>
            </p:nvPr>
          </p:nvSpPr>
          <p:spPr>
            <a:xfrm>
              <a:off x="10797468" y="2870217"/>
              <a:ext cx="20724" cy="52963"/>
            </a:xfrm>
            <a:custGeom>
              <a:avLst/>
              <a:gdLst>
                <a:gd name="connsiteX0" fmla="*/ 20908 w 20724"/>
                <a:gd name="connsiteY0" fmla="*/ 18674 h 52963"/>
                <a:gd name="connsiteX1" fmla="*/ 9572 w 20724"/>
                <a:gd name="connsiteY1" fmla="*/ 75 h 52963"/>
                <a:gd name="connsiteX2" fmla="*/ 183 w 20724"/>
                <a:gd name="connsiteY2" fmla="*/ 9463 h 52963"/>
                <a:gd name="connsiteX3" fmla="*/ 9572 w 20724"/>
                <a:gd name="connsiteY3" fmla="*/ 18851 h 52963"/>
                <a:gd name="connsiteX4" fmla="*/ 15771 w 20724"/>
                <a:gd name="connsiteY4" fmla="*/ 16548 h 52963"/>
                <a:gd name="connsiteX5" fmla="*/ 16657 w 20724"/>
                <a:gd name="connsiteY5" fmla="*/ 16017 h 52963"/>
                <a:gd name="connsiteX6" fmla="*/ 17011 w 20724"/>
                <a:gd name="connsiteY6" fmla="*/ 18674 h 52963"/>
                <a:gd name="connsiteX7" fmla="*/ 4966 w 20724"/>
                <a:gd name="connsiteY7" fmla="*/ 48256 h 52963"/>
                <a:gd name="connsiteX8" fmla="*/ 3018 w 20724"/>
                <a:gd name="connsiteY8" fmla="*/ 51090 h 52963"/>
                <a:gd name="connsiteX9" fmla="*/ 4789 w 20724"/>
                <a:gd name="connsiteY9" fmla="*/ 53038 h 52963"/>
                <a:gd name="connsiteX10" fmla="*/ 20908 w 20724"/>
                <a:gd name="connsiteY10" fmla="*/ 18674 h 52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0724" h="52963">
                  <a:moveTo>
                    <a:pt x="20908" y="18674"/>
                  </a:moveTo>
                  <a:cubicBezTo>
                    <a:pt x="20908" y="6983"/>
                    <a:pt x="16480" y="75"/>
                    <a:pt x="9572" y="75"/>
                  </a:cubicBezTo>
                  <a:cubicBezTo>
                    <a:pt x="3726" y="75"/>
                    <a:pt x="183" y="4503"/>
                    <a:pt x="183" y="9463"/>
                  </a:cubicBezTo>
                  <a:cubicBezTo>
                    <a:pt x="183" y="14246"/>
                    <a:pt x="3726" y="18851"/>
                    <a:pt x="9572" y="18851"/>
                  </a:cubicBezTo>
                  <a:cubicBezTo>
                    <a:pt x="11697" y="18851"/>
                    <a:pt x="14000" y="18143"/>
                    <a:pt x="15771" y="16548"/>
                  </a:cubicBezTo>
                  <a:cubicBezTo>
                    <a:pt x="16303" y="16194"/>
                    <a:pt x="16480" y="16017"/>
                    <a:pt x="16657" y="16017"/>
                  </a:cubicBezTo>
                  <a:cubicBezTo>
                    <a:pt x="16834" y="16017"/>
                    <a:pt x="17011" y="16194"/>
                    <a:pt x="17011" y="18674"/>
                  </a:cubicBezTo>
                  <a:cubicBezTo>
                    <a:pt x="17011" y="31782"/>
                    <a:pt x="10812" y="42410"/>
                    <a:pt x="4966" y="48256"/>
                  </a:cubicBezTo>
                  <a:cubicBezTo>
                    <a:pt x="3018" y="50204"/>
                    <a:pt x="3018" y="50558"/>
                    <a:pt x="3018" y="51090"/>
                  </a:cubicBezTo>
                  <a:cubicBezTo>
                    <a:pt x="3018" y="52330"/>
                    <a:pt x="3903" y="53038"/>
                    <a:pt x="4789" y="53038"/>
                  </a:cubicBezTo>
                  <a:cubicBezTo>
                    <a:pt x="6737" y="53038"/>
                    <a:pt x="20908" y="39399"/>
                    <a:pt x="20908" y="18674"/>
                  </a:cubicBezTo>
                  <a:close/>
                </a:path>
              </a:pathLst>
            </a:custGeom>
            <a:solidFill>
              <a:srgbClr val="000000"/>
            </a:solidFill>
            <a:ln w="25361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 sz="1600"/>
            </a:p>
          </p:txBody>
        </p:sp>
        <p:sp>
          <p:nvSpPr>
            <p:cNvPr id="119" name="任意形状 118">
              <a:extLst>
                <a:ext uri="{FF2B5EF4-FFF2-40B4-BE49-F238E27FC236}">
                  <a16:creationId xmlns:a16="http://schemas.microsoft.com/office/drawing/2014/main" id="{BBCB7719-39BA-758A-A5D4-32CB1954EFD7}"/>
                </a:ext>
              </a:extLst>
            </p:cNvPr>
            <p:cNvSpPr/>
            <p:nvPr>
              <p:custDataLst>
                <p:tags r:id="rId307"/>
              </p:custDataLst>
            </p:nvPr>
          </p:nvSpPr>
          <p:spPr>
            <a:xfrm>
              <a:off x="10864326" y="2780055"/>
              <a:ext cx="55443" cy="110886"/>
            </a:xfrm>
            <a:custGeom>
              <a:avLst/>
              <a:gdLst>
                <a:gd name="connsiteX0" fmla="*/ 27467 w 55443"/>
                <a:gd name="connsiteY0" fmla="*/ 38159 h 110886"/>
                <a:gd name="connsiteX1" fmla="*/ 52797 w 55443"/>
                <a:gd name="connsiteY1" fmla="*/ 38159 h 110886"/>
                <a:gd name="connsiteX2" fmla="*/ 52797 w 55443"/>
                <a:gd name="connsiteY2" fmla="*/ 32668 h 110886"/>
                <a:gd name="connsiteX3" fmla="*/ 27467 w 55443"/>
                <a:gd name="connsiteY3" fmla="*/ 32668 h 110886"/>
                <a:gd name="connsiteX4" fmla="*/ 27467 w 55443"/>
                <a:gd name="connsiteY4" fmla="*/ 75 h 110886"/>
                <a:gd name="connsiteX5" fmla="*/ 23038 w 55443"/>
                <a:gd name="connsiteY5" fmla="*/ 75 h 110886"/>
                <a:gd name="connsiteX6" fmla="*/ 188 w 55443"/>
                <a:gd name="connsiteY6" fmla="*/ 34262 h 110886"/>
                <a:gd name="connsiteX7" fmla="*/ 188 w 55443"/>
                <a:gd name="connsiteY7" fmla="*/ 38159 h 110886"/>
                <a:gd name="connsiteX8" fmla="*/ 15244 w 55443"/>
                <a:gd name="connsiteY8" fmla="*/ 38159 h 110886"/>
                <a:gd name="connsiteX9" fmla="*/ 15244 w 55443"/>
                <a:gd name="connsiteY9" fmla="*/ 87048 h 110886"/>
                <a:gd name="connsiteX10" fmla="*/ 38095 w 55443"/>
                <a:gd name="connsiteY10" fmla="*/ 110962 h 110886"/>
                <a:gd name="connsiteX11" fmla="*/ 55631 w 55443"/>
                <a:gd name="connsiteY11" fmla="*/ 87048 h 110886"/>
                <a:gd name="connsiteX12" fmla="*/ 55631 w 55443"/>
                <a:gd name="connsiteY12" fmla="*/ 76952 h 110886"/>
                <a:gd name="connsiteX13" fmla="*/ 51203 w 55443"/>
                <a:gd name="connsiteY13" fmla="*/ 76952 h 110886"/>
                <a:gd name="connsiteX14" fmla="*/ 51203 w 55443"/>
                <a:gd name="connsiteY14" fmla="*/ 86694 h 110886"/>
                <a:gd name="connsiteX15" fmla="*/ 39335 w 55443"/>
                <a:gd name="connsiteY15" fmla="*/ 106533 h 110886"/>
                <a:gd name="connsiteX16" fmla="*/ 27467 w 55443"/>
                <a:gd name="connsiteY16" fmla="*/ 87403 h 110886"/>
                <a:gd name="connsiteX17" fmla="*/ 27467 w 55443"/>
                <a:gd name="connsiteY17" fmla="*/ 38159 h 1108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55443" h="110886">
                  <a:moveTo>
                    <a:pt x="27467" y="38159"/>
                  </a:moveTo>
                  <a:lnTo>
                    <a:pt x="52797" y="38159"/>
                  </a:lnTo>
                  <a:lnTo>
                    <a:pt x="52797" y="32668"/>
                  </a:lnTo>
                  <a:lnTo>
                    <a:pt x="27467" y="32668"/>
                  </a:lnTo>
                  <a:lnTo>
                    <a:pt x="27467" y="75"/>
                  </a:lnTo>
                  <a:lnTo>
                    <a:pt x="23038" y="75"/>
                  </a:lnTo>
                  <a:cubicBezTo>
                    <a:pt x="22861" y="14600"/>
                    <a:pt x="17547" y="33553"/>
                    <a:pt x="188" y="34262"/>
                  </a:cubicBezTo>
                  <a:lnTo>
                    <a:pt x="188" y="38159"/>
                  </a:lnTo>
                  <a:lnTo>
                    <a:pt x="15244" y="38159"/>
                  </a:lnTo>
                  <a:lnTo>
                    <a:pt x="15244" y="87048"/>
                  </a:lnTo>
                  <a:cubicBezTo>
                    <a:pt x="15244" y="108836"/>
                    <a:pt x="31718" y="110962"/>
                    <a:pt x="38095" y="110962"/>
                  </a:cubicBezTo>
                  <a:cubicBezTo>
                    <a:pt x="50672" y="110962"/>
                    <a:pt x="55631" y="98385"/>
                    <a:pt x="55631" y="87048"/>
                  </a:cubicBezTo>
                  <a:lnTo>
                    <a:pt x="55631" y="76952"/>
                  </a:lnTo>
                  <a:lnTo>
                    <a:pt x="51203" y="76952"/>
                  </a:lnTo>
                  <a:lnTo>
                    <a:pt x="51203" y="86694"/>
                  </a:lnTo>
                  <a:cubicBezTo>
                    <a:pt x="51203" y="99802"/>
                    <a:pt x="45889" y="106533"/>
                    <a:pt x="39335" y="106533"/>
                  </a:cubicBezTo>
                  <a:cubicBezTo>
                    <a:pt x="27467" y="106533"/>
                    <a:pt x="27467" y="90414"/>
                    <a:pt x="27467" y="87403"/>
                  </a:cubicBezTo>
                  <a:lnTo>
                    <a:pt x="27467" y="38159"/>
                  </a:lnTo>
                  <a:close/>
                </a:path>
              </a:pathLst>
            </a:custGeom>
            <a:solidFill>
              <a:srgbClr val="000000"/>
            </a:solidFill>
            <a:ln w="25361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 sz="1600"/>
            </a:p>
          </p:txBody>
        </p:sp>
        <p:sp>
          <p:nvSpPr>
            <p:cNvPr id="120" name="任意形状 119">
              <a:extLst>
                <a:ext uri="{FF2B5EF4-FFF2-40B4-BE49-F238E27FC236}">
                  <a16:creationId xmlns:a16="http://schemas.microsoft.com/office/drawing/2014/main" id="{CD88609A-DC43-2B0D-A483-DFE64C9CF05D}"/>
                </a:ext>
              </a:extLst>
            </p:cNvPr>
            <p:cNvSpPr/>
            <p:nvPr>
              <p:custDataLst>
                <p:tags r:id="rId308"/>
              </p:custDataLst>
            </p:nvPr>
          </p:nvSpPr>
          <p:spPr>
            <a:xfrm>
              <a:off x="10934807" y="2810700"/>
              <a:ext cx="59517" cy="78294"/>
            </a:xfrm>
            <a:custGeom>
              <a:avLst/>
              <a:gdLst>
                <a:gd name="connsiteX0" fmla="*/ 24814 w 59517"/>
                <a:gd name="connsiteY0" fmla="*/ 19560 h 78294"/>
                <a:gd name="connsiteX1" fmla="*/ 24814 w 59517"/>
                <a:gd name="connsiteY1" fmla="*/ 75 h 78294"/>
                <a:gd name="connsiteX2" fmla="*/ 192 w 59517"/>
                <a:gd name="connsiteY2" fmla="*/ 2023 h 78294"/>
                <a:gd name="connsiteX3" fmla="*/ 192 w 59517"/>
                <a:gd name="connsiteY3" fmla="*/ 7514 h 78294"/>
                <a:gd name="connsiteX4" fmla="*/ 14008 w 59517"/>
                <a:gd name="connsiteY4" fmla="*/ 17434 h 78294"/>
                <a:gd name="connsiteX5" fmla="*/ 14008 w 59517"/>
                <a:gd name="connsiteY5" fmla="*/ 64906 h 78294"/>
                <a:gd name="connsiteX6" fmla="*/ 192 w 59517"/>
                <a:gd name="connsiteY6" fmla="*/ 72878 h 78294"/>
                <a:gd name="connsiteX7" fmla="*/ 192 w 59517"/>
                <a:gd name="connsiteY7" fmla="*/ 78369 h 78294"/>
                <a:gd name="connsiteX8" fmla="*/ 20385 w 59517"/>
                <a:gd name="connsiteY8" fmla="*/ 77837 h 78294"/>
                <a:gd name="connsiteX9" fmla="*/ 42881 w 59517"/>
                <a:gd name="connsiteY9" fmla="*/ 78369 h 78294"/>
                <a:gd name="connsiteX10" fmla="*/ 42881 w 59517"/>
                <a:gd name="connsiteY10" fmla="*/ 72878 h 78294"/>
                <a:gd name="connsiteX11" fmla="*/ 39162 w 59517"/>
                <a:gd name="connsiteY11" fmla="*/ 72878 h 78294"/>
                <a:gd name="connsiteX12" fmla="*/ 25699 w 59517"/>
                <a:gd name="connsiteY12" fmla="*/ 64552 h 78294"/>
                <a:gd name="connsiteX13" fmla="*/ 25699 w 59517"/>
                <a:gd name="connsiteY13" fmla="*/ 37273 h 78294"/>
                <a:gd name="connsiteX14" fmla="*/ 46601 w 59517"/>
                <a:gd name="connsiteY14" fmla="*/ 3972 h 78294"/>
                <a:gd name="connsiteX15" fmla="*/ 48550 w 59517"/>
                <a:gd name="connsiteY15" fmla="*/ 4149 h 78294"/>
                <a:gd name="connsiteX16" fmla="*/ 44476 w 59517"/>
                <a:gd name="connsiteY16" fmla="*/ 11057 h 78294"/>
                <a:gd name="connsiteX17" fmla="*/ 52092 w 59517"/>
                <a:gd name="connsiteY17" fmla="*/ 18674 h 78294"/>
                <a:gd name="connsiteX18" fmla="*/ 59709 w 59517"/>
                <a:gd name="connsiteY18" fmla="*/ 10880 h 78294"/>
                <a:gd name="connsiteX19" fmla="*/ 46601 w 59517"/>
                <a:gd name="connsiteY19" fmla="*/ 75 h 78294"/>
                <a:gd name="connsiteX20" fmla="*/ 24814 w 59517"/>
                <a:gd name="connsiteY20" fmla="*/ 19560 h 78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59517" h="78294">
                  <a:moveTo>
                    <a:pt x="24814" y="19560"/>
                  </a:moveTo>
                  <a:lnTo>
                    <a:pt x="24814" y="75"/>
                  </a:lnTo>
                  <a:lnTo>
                    <a:pt x="192" y="2023"/>
                  </a:lnTo>
                  <a:lnTo>
                    <a:pt x="192" y="7514"/>
                  </a:lnTo>
                  <a:cubicBezTo>
                    <a:pt x="12591" y="7514"/>
                    <a:pt x="14008" y="8754"/>
                    <a:pt x="14008" y="17434"/>
                  </a:cubicBezTo>
                  <a:lnTo>
                    <a:pt x="14008" y="64906"/>
                  </a:lnTo>
                  <a:cubicBezTo>
                    <a:pt x="14008" y="72878"/>
                    <a:pt x="12060" y="72878"/>
                    <a:pt x="192" y="72878"/>
                  </a:cubicBezTo>
                  <a:lnTo>
                    <a:pt x="192" y="78369"/>
                  </a:lnTo>
                  <a:cubicBezTo>
                    <a:pt x="7100" y="78192"/>
                    <a:pt x="15425" y="77837"/>
                    <a:pt x="20385" y="77837"/>
                  </a:cubicBezTo>
                  <a:cubicBezTo>
                    <a:pt x="27471" y="77837"/>
                    <a:pt x="35796" y="77837"/>
                    <a:pt x="42881" y="78369"/>
                  </a:cubicBezTo>
                  <a:lnTo>
                    <a:pt x="42881" y="72878"/>
                  </a:lnTo>
                  <a:lnTo>
                    <a:pt x="39162" y="72878"/>
                  </a:lnTo>
                  <a:cubicBezTo>
                    <a:pt x="26054" y="72878"/>
                    <a:pt x="25699" y="70929"/>
                    <a:pt x="25699" y="64552"/>
                  </a:cubicBezTo>
                  <a:lnTo>
                    <a:pt x="25699" y="37273"/>
                  </a:lnTo>
                  <a:cubicBezTo>
                    <a:pt x="25699" y="19737"/>
                    <a:pt x="33139" y="3972"/>
                    <a:pt x="46601" y="3972"/>
                  </a:cubicBezTo>
                  <a:cubicBezTo>
                    <a:pt x="47841" y="3972"/>
                    <a:pt x="48196" y="3972"/>
                    <a:pt x="48550" y="4149"/>
                  </a:cubicBezTo>
                  <a:cubicBezTo>
                    <a:pt x="48018" y="4326"/>
                    <a:pt x="44476" y="6452"/>
                    <a:pt x="44476" y="11057"/>
                  </a:cubicBezTo>
                  <a:cubicBezTo>
                    <a:pt x="44476" y="16017"/>
                    <a:pt x="48196" y="18674"/>
                    <a:pt x="52092" y="18674"/>
                  </a:cubicBezTo>
                  <a:cubicBezTo>
                    <a:pt x="55281" y="18674"/>
                    <a:pt x="59709" y="16548"/>
                    <a:pt x="59709" y="10880"/>
                  </a:cubicBezTo>
                  <a:cubicBezTo>
                    <a:pt x="59709" y="5212"/>
                    <a:pt x="54218" y="75"/>
                    <a:pt x="46601" y="75"/>
                  </a:cubicBezTo>
                  <a:cubicBezTo>
                    <a:pt x="33670" y="75"/>
                    <a:pt x="27294" y="11943"/>
                    <a:pt x="24814" y="19560"/>
                  </a:cubicBezTo>
                  <a:close/>
                </a:path>
              </a:pathLst>
            </a:custGeom>
            <a:solidFill>
              <a:srgbClr val="000000"/>
            </a:solidFill>
            <a:ln w="25361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 sz="1600"/>
            </a:p>
          </p:txBody>
        </p:sp>
        <p:sp>
          <p:nvSpPr>
            <p:cNvPr id="121" name="任意形状 120">
              <a:extLst>
                <a:ext uri="{FF2B5EF4-FFF2-40B4-BE49-F238E27FC236}">
                  <a16:creationId xmlns:a16="http://schemas.microsoft.com/office/drawing/2014/main" id="{4566F6B2-D035-C909-1B2C-7198ECE957DE}"/>
                </a:ext>
              </a:extLst>
            </p:cNvPr>
            <p:cNvSpPr/>
            <p:nvPr>
              <p:custDataLst>
                <p:tags r:id="rId309"/>
              </p:custDataLst>
            </p:nvPr>
          </p:nvSpPr>
          <p:spPr>
            <a:xfrm>
              <a:off x="11016762" y="2756142"/>
              <a:ext cx="41095" cy="177135"/>
            </a:xfrm>
            <a:custGeom>
              <a:avLst/>
              <a:gdLst>
                <a:gd name="connsiteX0" fmla="*/ 41291 w 41095"/>
                <a:gd name="connsiteY0" fmla="*/ 175439 h 177135"/>
                <a:gd name="connsiteX1" fmla="*/ 38280 w 41095"/>
                <a:gd name="connsiteY1" fmla="*/ 171542 h 177135"/>
                <a:gd name="connsiteX2" fmla="*/ 10470 w 41095"/>
                <a:gd name="connsiteY2" fmla="*/ 88643 h 177135"/>
                <a:gd name="connsiteX3" fmla="*/ 38988 w 41095"/>
                <a:gd name="connsiteY3" fmla="*/ 4857 h 177135"/>
                <a:gd name="connsiteX4" fmla="*/ 41291 w 41095"/>
                <a:gd name="connsiteY4" fmla="*/ 1846 h 177135"/>
                <a:gd name="connsiteX5" fmla="*/ 39520 w 41095"/>
                <a:gd name="connsiteY5" fmla="*/ 75 h 177135"/>
                <a:gd name="connsiteX6" fmla="*/ 11355 w 41095"/>
                <a:gd name="connsiteY6" fmla="*/ 34616 h 177135"/>
                <a:gd name="connsiteX7" fmla="*/ 196 w 41095"/>
                <a:gd name="connsiteY7" fmla="*/ 88643 h 177135"/>
                <a:gd name="connsiteX8" fmla="*/ 11887 w 41095"/>
                <a:gd name="connsiteY8" fmla="*/ 143909 h 177135"/>
                <a:gd name="connsiteX9" fmla="*/ 39520 w 41095"/>
                <a:gd name="connsiteY9" fmla="*/ 177210 h 177135"/>
                <a:gd name="connsiteX10" fmla="*/ 41291 w 41095"/>
                <a:gd name="connsiteY10" fmla="*/ 175439 h 1771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41095" h="177135">
                  <a:moveTo>
                    <a:pt x="41291" y="175439"/>
                  </a:moveTo>
                  <a:cubicBezTo>
                    <a:pt x="41291" y="174908"/>
                    <a:pt x="41291" y="174553"/>
                    <a:pt x="38280" y="171542"/>
                  </a:cubicBezTo>
                  <a:cubicBezTo>
                    <a:pt x="16138" y="149223"/>
                    <a:pt x="10470" y="115744"/>
                    <a:pt x="10470" y="88643"/>
                  </a:cubicBezTo>
                  <a:cubicBezTo>
                    <a:pt x="10470" y="57821"/>
                    <a:pt x="17201" y="26999"/>
                    <a:pt x="38988" y="4857"/>
                  </a:cubicBezTo>
                  <a:cubicBezTo>
                    <a:pt x="41291" y="2732"/>
                    <a:pt x="41291" y="2377"/>
                    <a:pt x="41291" y="1846"/>
                  </a:cubicBezTo>
                  <a:cubicBezTo>
                    <a:pt x="41291" y="606"/>
                    <a:pt x="40583" y="75"/>
                    <a:pt x="39520" y="75"/>
                  </a:cubicBezTo>
                  <a:cubicBezTo>
                    <a:pt x="37748" y="75"/>
                    <a:pt x="21806" y="12120"/>
                    <a:pt x="11355" y="34616"/>
                  </a:cubicBezTo>
                  <a:cubicBezTo>
                    <a:pt x="2321" y="54101"/>
                    <a:pt x="196" y="73763"/>
                    <a:pt x="196" y="88643"/>
                  </a:cubicBezTo>
                  <a:cubicBezTo>
                    <a:pt x="196" y="102459"/>
                    <a:pt x="2144" y="123893"/>
                    <a:pt x="11887" y="143909"/>
                  </a:cubicBezTo>
                  <a:cubicBezTo>
                    <a:pt x="22515" y="165697"/>
                    <a:pt x="37748" y="177210"/>
                    <a:pt x="39520" y="177210"/>
                  </a:cubicBezTo>
                  <a:cubicBezTo>
                    <a:pt x="40583" y="177210"/>
                    <a:pt x="41291" y="176679"/>
                    <a:pt x="41291" y="175439"/>
                  </a:cubicBezTo>
                  <a:close/>
                </a:path>
              </a:pathLst>
            </a:custGeom>
            <a:solidFill>
              <a:srgbClr val="000000"/>
            </a:solidFill>
            <a:ln w="25361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 sz="1600"/>
            </a:p>
          </p:txBody>
        </p:sp>
        <p:sp>
          <p:nvSpPr>
            <p:cNvPr id="122" name="任意形状 121">
              <a:extLst>
                <a:ext uri="{FF2B5EF4-FFF2-40B4-BE49-F238E27FC236}">
                  <a16:creationId xmlns:a16="http://schemas.microsoft.com/office/drawing/2014/main" id="{B1CE7C5D-6103-EF81-BFF3-09FBA8C8D5BF}"/>
                </a:ext>
              </a:extLst>
            </p:cNvPr>
            <p:cNvSpPr/>
            <p:nvPr>
              <p:custDataLst>
                <p:tags r:id="rId310"/>
              </p:custDataLst>
            </p:nvPr>
          </p:nvSpPr>
          <p:spPr>
            <a:xfrm>
              <a:off x="11075197" y="2810700"/>
              <a:ext cx="72979" cy="112658"/>
            </a:xfrm>
            <a:custGeom>
              <a:avLst/>
              <a:gdLst>
                <a:gd name="connsiteX0" fmla="*/ 73179 w 72979"/>
                <a:gd name="connsiteY0" fmla="*/ 2023 h 112658"/>
                <a:gd name="connsiteX1" fmla="*/ 71408 w 72979"/>
                <a:gd name="connsiteY1" fmla="*/ 252 h 112658"/>
                <a:gd name="connsiteX2" fmla="*/ 59363 w 72979"/>
                <a:gd name="connsiteY2" fmla="*/ 12474 h 112658"/>
                <a:gd name="connsiteX3" fmla="*/ 42889 w 72979"/>
                <a:gd name="connsiteY3" fmla="*/ 75 h 112658"/>
                <a:gd name="connsiteX4" fmla="*/ 200 w 72979"/>
                <a:gd name="connsiteY4" fmla="*/ 51976 h 112658"/>
                <a:gd name="connsiteX5" fmla="*/ 23581 w 72979"/>
                <a:gd name="connsiteY5" fmla="*/ 80317 h 112658"/>
                <a:gd name="connsiteX6" fmla="*/ 44483 w 72979"/>
                <a:gd name="connsiteY6" fmla="*/ 69689 h 112658"/>
                <a:gd name="connsiteX7" fmla="*/ 36512 w 72979"/>
                <a:gd name="connsiteY7" fmla="*/ 101396 h 112658"/>
                <a:gd name="connsiteX8" fmla="*/ 23759 w 72979"/>
                <a:gd name="connsiteY8" fmla="*/ 107242 h 112658"/>
                <a:gd name="connsiteX9" fmla="*/ 19684 w 72979"/>
                <a:gd name="connsiteY9" fmla="*/ 110785 h 112658"/>
                <a:gd name="connsiteX10" fmla="*/ 21987 w 72979"/>
                <a:gd name="connsiteY10" fmla="*/ 112733 h 112658"/>
                <a:gd name="connsiteX11" fmla="*/ 39701 w 72979"/>
                <a:gd name="connsiteY11" fmla="*/ 112202 h 112658"/>
                <a:gd name="connsiteX12" fmla="*/ 57946 w 72979"/>
                <a:gd name="connsiteY12" fmla="*/ 112733 h 112658"/>
                <a:gd name="connsiteX13" fmla="*/ 61134 w 72979"/>
                <a:gd name="connsiteY13" fmla="*/ 109190 h 112658"/>
                <a:gd name="connsiteX14" fmla="*/ 56529 w 72979"/>
                <a:gd name="connsiteY14" fmla="*/ 107242 h 112658"/>
                <a:gd name="connsiteX15" fmla="*/ 48026 w 72979"/>
                <a:gd name="connsiteY15" fmla="*/ 104408 h 112658"/>
                <a:gd name="connsiteX16" fmla="*/ 48735 w 72979"/>
                <a:gd name="connsiteY16" fmla="*/ 100511 h 112658"/>
                <a:gd name="connsiteX17" fmla="*/ 73179 w 72979"/>
                <a:gd name="connsiteY17" fmla="*/ 2023 h 112658"/>
                <a:gd name="connsiteX18" fmla="*/ 24113 w 72979"/>
                <a:gd name="connsiteY18" fmla="*/ 76420 h 112658"/>
                <a:gd name="connsiteX19" fmla="*/ 12776 w 72979"/>
                <a:gd name="connsiteY19" fmla="*/ 59769 h 112658"/>
                <a:gd name="connsiteX20" fmla="*/ 20924 w 72979"/>
                <a:gd name="connsiteY20" fmla="*/ 24519 h 112658"/>
                <a:gd name="connsiteX21" fmla="*/ 42889 w 72979"/>
                <a:gd name="connsiteY21" fmla="*/ 3972 h 112658"/>
                <a:gd name="connsiteX22" fmla="*/ 56883 w 72979"/>
                <a:gd name="connsiteY22" fmla="*/ 19560 h 112658"/>
                <a:gd name="connsiteX23" fmla="*/ 46609 w 72979"/>
                <a:gd name="connsiteY23" fmla="*/ 60124 h 112658"/>
                <a:gd name="connsiteX24" fmla="*/ 24113 w 72979"/>
                <a:gd name="connsiteY24" fmla="*/ 76420 h 1126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72979" h="112658">
                  <a:moveTo>
                    <a:pt x="73179" y="2023"/>
                  </a:moveTo>
                  <a:cubicBezTo>
                    <a:pt x="73179" y="1315"/>
                    <a:pt x="72648" y="252"/>
                    <a:pt x="71408" y="252"/>
                  </a:cubicBezTo>
                  <a:cubicBezTo>
                    <a:pt x="69460" y="252"/>
                    <a:pt x="62374" y="7337"/>
                    <a:pt x="59363" y="12474"/>
                  </a:cubicBezTo>
                  <a:cubicBezTo>
                    <a:pt x="55466" y="2909"/>
                    <a:pt x="48558" y="75"/>
                    <a:pt x="42889" y="75"/>
                  </a:cubicBezTo>
                  <a:cubicBezTo>
                    <a:pt x="21987" y="75"/>
                    <a:pt x="200" y="26291"/>
                    <a:pt x="200" y="51976"/>
                  </a:cubicBezTo>
                  <a:cubicBezTo>
                    <a:pt x="200" y="69335"/>
                    <a:pt x="10651" y="80317"/>
                    <a:pt x="23581" y="80317"/>
                  </a:cubicBezTo>
                  <a:cubicBezTo>
                    <a:pt x="31198" y="80317"/>
                    <a:pt x="38107" y="76066"/>
                    <a:pt x="44483" y="69689"/>
                  </a:cubicBezTo>
                  <a:cubicBezTo>
                    <a:pt x="42889" y="75889"/>
                    <a:pt x="37044" y="99802"/>
                    <a:pt x="36512" y="101396"/>
                  </a:cubicBezTo>
                  <a:cubicBezTo>
                    <a:pt x="35095" y="106356"/>
                    <a:pt x="33678" y="107065"/>
                    <a:pt x="23759" y="107242"/>
                  </a:cubicBezTo>
                  <a:cubicBezTo>
                    <a:pt x="21456" y="107242"/>
                    <a:pt x="19684" y="107242"/>
                    <a:pt x="19684" y="110785"/>
                  </a:cubicBezTo>
                  <a:cubicBezTo>
                    <a:pt x="19684" y="110962"/>
                    <a:pt x="19684" y="112733"/>
                    <a:pt x="21987" y="112733"/>
                  </a:cubicBezTo>
                  <a:cubicBezTo>
                    <a:pt x="27656" y="112733"/>
                    <a:pt x="33855" y="112202"/>
                    <a:pt x="39701" y="112202"/>
                  </a:cubicBezTo>
                  <a:cubicBezTo>
                    <a:pt x="45723" y="112202"/>
                    <a:pt x="52100" y="112733"/>
                    <a:pt x="57946" y="112733"/>
                  </a:cubicBezTo>
                  <a:cubicBezTo>
                    <a:pt x="58831" y="112733"/>
                    <a:pt x="61134" y="112733"/>
                    <a:pt x="61134" y="109190"/>
                  </a:cubicBezTo>
                  <a:cubicBezTo>
                    <a:pt x="61134" y="107242"/>
                    <a:pt x="59363" y="107242"/>
                    <a:pt x="56529" y="107242"/>
                  </a:cubicBezTo>
                  <a:cubicBezTo>
                    <a:pt x="48026" y="107242"/>
                    <a:pt x="48026" y="106002"/>
                    <a:pt x="48026" y="104408"/>
                  </a:cubicBezTo>
                  <a:cubicBezTo>
                    <a:pt x="48026" y="103168"/>
                    <a:pt x="48380" y="102105"/>
                    <a:pt x="48735" y="100511"/>
                  </a:cubicBezTo>
                  <a:lnTo>
                    <a:pt x="73179" y="2023"/>
                  </a:lnTo>
                  <a:close/>
                  <a:moveTo>
                    <a:pt x="24113" y="76420"/>
                  </a:moveTo>
                  <a:cubicBezTo>
                    <a:pt x="13485" y="76420"/>
                    <a:pt x="12776" y="62781"/>
                    <a:pt x="12776" y="59769"/>
                  </a:cubicBezTo>
                  <a:cubicBezTo>
                    <a:pt x="12776" y="51267"/>
                    <a:pt x="17913" y="31959"/>
                    <a:pt x="20924" y="24519"/>
                  </a:cubicBezTo>
                  <a:cubicBezTo>
                    <a:pt x="26416" y="11411"/>
                    <a:pt x="35627" y="3972"/>
                    <a:pt x="42889" y="3972"/>
                  </a:cubicBezTo>
                  <a:cubicBezTo>
                    <a:pt x="54403" y="3972"/>
                    <a:pt x="56883" y="18320"/>
                    <a:pt x="56883" y="19560"/>
                  </a:cubicBezTo>
                  <a:cubicBezTo>
                    <a:pt x="56883" y="20622"/>
                    <a:pt x="47140" y="59415"/>
                    <a:pt x="46609" y="60124"/>
                  </a:cubicBezTo>
                  <a:cubicBezTo>
                    <a:pt x="43952" y="65084"/>
                    <a:pt x="34032" y="76420"/>
                    <a:pt x="24113" y="76420"/>
                  </a:cubicBezTo>
                  <a:close/>
                </a:path>
              </a:pathLst>
            </a:custGeom>
            <a:solidFill>
              <a:srgbClr val="000000"/>
            </a:solidFill>
            <a:ln w="25361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 sz="1600"/>
            </a:p>
          </p:txBody>
        </p:sp>
        <p:sp>
          <p:nvSpPr>
            <p:cNvPr id="123" name="任意形状 122">
              <a:extLst>
                <a:ext uri="{FF2B5EF4-FFF2-40B4-BE49-F238E27FC236}">
                  <a16:creationId xmlns:a16="http://schemas.microsoft.com/office/drawing/2014/main" id="{BB5B5607-823D-B028-2AAE-D81A1FFCA4A6}"/>
                </a:ext>
              </a:extLst>
            </p:cNvPr>
            <p:cNvSpPr/>
            <p:nvPr>
              <p:custDataLst>
                <p:tags r:id="rId311"/>
              </p:custDataLst>
            </p:nvPr>
          </p:nvSpPr>
          <p:spPr>
            <a:xfrm>
              <a:off x="11168776" y="2870217"/>
              <a:ext cx="20724" cy="52963"/>
            </a:xfrm>
            <a:custGeom>
              <a:avLst/>
              <a:gdLst>
                <a:gd name="connsiteX0" fmla="*/ 20929 w 20724"/>
                <a:gd name="connsiteY0" fmla="*/ 18674 h 52963"/>
                <a:gd name="connsiteX1" fmla="*/ 9593 w 20724"/>
                <a:gd name="connsiteY1" fmla="*/ 75 h 52963"/>
                <a:gd name="connsiteX2" fmla="*/ 204 w 20724"/>
                <a:gd name="connsiteY2" fmla="*/ 9463 h 52963"/>
                <a:gd name="connsiteX3" fmla="*/ 9593 w 20724"/>
                <a:gd name="connsiteY3" fmla="*/ 18851 h 52963"/>
                <a:gd name="connsiteX4" fmla="*/ 15792 w 20724"/>
                <a:gd name="connsiteY4" fmla="*/ 16548 h 52963"/>
                <a:gd name="connsiteX5" fmla="*/ 16678 w 20724"/>
                <a:gd name="connsiteY5" fmla="*/ 16017 h 52963"/>
                <a:gd name="connsiteX6" fmla="*/ 17032 w 20724"/>
                <a:gd name="connsiteY6" fmla="*/ 18674 h 52963"/>
                <a:gd name="connsiteX7" fmla="*/ 4987 w 20724"/>
                <a:gd name="connsiteY7" fmla="*/ 48256 h 52963"/>
                <a:gd name="connsiteX8" fmla="*/ 3038 w 20724"/>
                <a:gd name="connsiteY8" fmla="*/ 51090 h 52963"/>
                <a:gd name="connsiteX9" fmla="*/ 4810 w 20724"/>
                <a:gd name="connsiteY9" fmla="*/ 53038 h 52963"/>
                <a:gd name="connsiteX10" fmla="*/ 20929 w 20724"/>
                <a:gd name="connsiteY10" fmla="*/ 18674 h 52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0724" h="52963">
                  <a:moveTo>
                    <a:pt x="20929" y="18674"/>
                  </a:moveTo>
                  <a:cubicBezTo>
                    <a:pt x="20929" y="6983"/>
                    <a:pt x="16501" y="75"/>
                    <a:pt x="9593" y="75"/>
                  </a:cubicBezTo>
                  <a:cubicBezTo>
                    <a:pt x="3747" y="75"/>
                    <a:pt x="204" y="4503"/>
                    <a:pt x="204" y="9463"/>
                  </a:cubicBezTo>
                  <a:cubicBezTo>
                    <a:pt x="204" y="14246"/>
                    <a:pt x="3747" y="18851"/>
                    <a:pt x="9593" y="18851"/>
                  </a:cubicBezTo>
                  <a:cubicBezTo>
                    <a:pt x="11718" y="18851"/>
                    <a:pt x="14021" y="18143"/>
                    <a:pt x="15792" y="16548"/>
                  </a:cubicBezTo>
                  <a:cubicBezTo>
                    <a:pt x="16324" y="16194"/>
                    <a:pt x="16501" y="16017"/>
                    <a:pt x="16678" y="16017"/>
                  </a:cubicBezTo>
                  <a:cubicBezTo>
                    <a:pt x="16855" y="16017"/>
                    <a:pt x="17032" y="16194"/>
                    <a:pt x="17032" y="18674"/>
                  </a:cubicBezTo>
                  <a:cubicBezTo>
                    <a:pt x="17032" y="31782"/>
                    <a:pt x="10832" y="42410"/>
                    <a:pt x="4987" y="48256"/>
                  </a:cubicBezTo>
                  <a:cubicBezTo>
                    <a:pt x="3038" y="50204"/>
                    <a:pt x="3038" y="50558"/>
                    <a:pt x="3038" y="51090"/>
                  </a:cubicBezTo>
                  <a:cubicBezTo>
                    <a:pt x="3038" y="52330"/>
                    <a:pt x="3924" y="53038"/>
                    <a:pt x="4810" y="53038"/>
                  </a:cubicBezTo>
                  <a:cubicBezTo>
                    <a:pt x="6758" y="53038"/>
                    <a:pt x="20929" y="39399"/>
                    <a:pt x="20929" y="18674"/>
                  </a:cubicBezTo>
                  <a:close/>
                </a:path>
              </a:pathLst>
            </a:custGeom>
            <a:solidFill>
              <a:srgbClr val="000000"/>
            </a:solidFill>
            <a:ln w="25361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 sz="1600"/>
            </a:p>
          </p:txBody>
        </p:sp>
        <p:sp>
          <p:nvSpPr>
            <p:cNvPr id="124" name="任意形状 123">
              <a:extLst>
                <a:ext uri="{FF2B5EF4-FFF2-40B4-BE49-F238E27FC236}">
                  <a16:creationId xmlns:a16="http://schemas.microsoft.com/office/drawing/2014/main" id="{31F89858-61D1-BB42-BA21-A4A9B292FB8F}"/>
                </a:ext>
              </a:extLst>
            </p:cNvPr>
            <p:cNvSpPr/>
            <p:nvPr>
              <p:custDataLst>
                <p:tags r:id="rId312"/>
              </p:custDataLst>
            </p:nvPr>
          </p:nvSpPr>
          <p:spPr>
            <a:xfrm>
              <a:off x="11240417" y="2810700"/>
              <a:ext cx="68020" cy="80242"/>
            </a:xfrm>
            <a:custGeom>
              <a:avLst/>
              <a:gdLst>
                <a:gd name="connsiteX0" fmla="*/ 25185 w 68020"/>
                <a:gd name="connsiteY0" fmla="*/ 37450 h 80242"/>
                <a:gd name="connsiteX1" fmla="*/ 52287 w 68020"/>
                <a:gd name="connsiteY1" fmla="*/ 33376 h 80242"/>
                <a:gd name="connsiteX2" fmla="*/ 65572 w 68020"/>
                <a:gd name="connsiteY2" fmla="*/ 15131 h 80242"/>
                <a:gd name="connsiteX3" fmla="*/ 46618 w 68020"/>
                <a:gd name="connsiteY3" fmla="*/ 75 h 80242"/>
                <a:gd name="connsiteX4" fmla="*/ 209 w 68020"/>
                <a:gd name="connsiteY4" fmla="*/ 48256 h 80242"/>
                <a:gd name="connsiteX5" fmla="*/ 28019 w 68020"/>
                <a:gd name="connsiteY5" fmla="*/ 80317 h 80242"/>
                <a:gd name="connsiteX6" fmla="*/ 68229 w 68020"/>
                <a:gd name="connsiteY6" fmla="*/ 59415 h 80242"/>
                <a:gd name="connsiteX7" fmla="*/ 66103 w 68020"/>
                <a:gd name="connsiteY7" fmla="*/ 57112 h 80242"/>
                <a:gd name="connsiteX8" fmla="*/ 63800 w 68020"/>
                <a:gd name="connsiteY8" fmla="*/ 58884 h 80242"/>
                <a:gd name="connsiteX9" fmla="*/ 28373 w 68020"/>
                <a:gd name="connsiteY9" fmla="*/ 76420 h 80242"/>
                <a:gd name="connsiteX10" fmla="*/ 12963 w 68020"/>
                <a:gd name="connsiteY10" fmla="*/ 55872 h 80242"/>
                <a:gd name="connsiteX11" fmla="*/ 15797 w 68020"/>
                <a:gd name="connsiteY11" fmla="*/ 37450 h 80242"/>
                <a:gd name="connsiteX12" fmla="*/ 25185 w 68020"/>
                <a:gd name="connsiteY12" fmla="*/ 37450 h 80242"/>
                <a:gd name="connsiteX13" fmla="*/ 16860 w 68020"/>
                <a:gd name="connsiteY13" fmla="*/ 33553 h 80242"/>
                <a:gd name="connsiteX14" fmla="*/ 46618 w 68020"/>
                <a:gd name="connsiteY14" fmla="*/ 3972 h 80242"/>
                <a:gd name="connsiteX15" fmla="*/ 59726 w 68020"/>
                <a:gd name="connsiteY15" fmla="*/ 15131 h 80242"/>
                <a:gd name="connsiteX16" fmla="*/ 24122 w 68020"/>
                <a:gd name="connsiteY16" fmla="*/ 33553 h 80242"/>
                <a:gd name="connsiteX17" fmla="*/ 16860 w 68020"/>
                <a:gd name="connsiteY17" fmla="*/ 33553 h 802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68020" h="80242">
                  <a:moveTo>
                    <a:pt x="25185" y="37450"/>
                  </a:moveTo>
                  <a:cubicBezTo>
                    <a:pt x="30322" y="37450"/>
                    <a:pt x="43430" y="37096"/>
                    <a:pt x="52287" y="33376"/>
                  </a:cubicBezTo>
                  <a:cubicBezTo>
                    <a:pt x="64686" y="28062"/>
                    <a:pt x="65572" y="17611"/>
                    <a:pt x="65572" y="15131"/>
                  </a:cubicBezTo>
                  <a:cubicBezTo>
                    <a:pt x="65572" y="7337"/>
                    <a:pt x="58841" y="75"/>
                    <a:pt x="46618" y="75"/>
                  </a:cubicBezTo>
                  <a:cubicBezTo>
                    <a:pt x="26956" y="75"/>
                    <a:pt x="209" y="17257"/>
                    <a:pt x="209" y="48256"/>
                  </a:cubicBezTo>
                  <a:cubicBezTo>
                    <a:pt x="209" y="66323"/>
                    <a:pt x="10660" y="80317"/>
                    <a:pt x="28019" y="80317"/>
                  </a:cubicBezTo>
                  <a:cubicBezTo>
                    <a:pt x="53349" y="80317"/>
                    <a:pt x="68229" y="61541"/>
                    <a:pt x="68229" y="59415"/>
                  </a:cubicBezTo>
                  <a:cubicBezTo>
                    <a:pt x="68229" y="58352"/>
                    <a:pt x="67166" y="57112"/>
                    <a:pt x="66103" y="57112"/>
                  </a:cubicBezTo>
                  <a:cubicBezTo>
                    <a:pt x="65218" y="57112"/>
                    <a:pt x="64863" y="57467"/>
                    <a:pt x="63800" y="58884"/>
                  </a:cubicBezTo>
                  <a:cubicBezTo>
                    <a:pt x="49807" y="76420"/>
                    <a:pt x="30499" y="76420"/>
                    <a:pt x="28373" y="76420"/>
                  </a:cubicBezTo>
                  <a:cubicBezTo>
                    <a:pt x="14557" y="76420"/>
                    <a:pt x="12963" y="61541"/>
                    <a:pt x="12963" y="55872"/>
                  </a:cubicBezTo>
                  <a:cubicBezTo>
                    <a:pt x="12963" y="53747"/>
                    <a:pt x="13140" y="48256"/>
                    <a:pt x="15797" y="37450"/>
                  </a:cubicBezTo>
                  <a:lnTo>
                    <a:pt x="25185" y="37450"/>
                  </a:lnTo>
                  <a:close/>
                  <a:moveTo>
                    <a:pt x="16860" y="33553"/>
                  </a:moveTo>
                  <a:cubicBezTo>
                    <a:pt x="23768" y="6629"/>
                    <a:pt x="42013" y="3972"/>
                    <a:pt x="46618" y="3972"/>
                  </a:cubicBezTo>
                  <a:cubicBezTo>
                    <a:pt x="54944" y="3972"/>
                    <a:pt x="59726" y="9109"/>
                    <a:pt x="59726" y="15131"/>
                  </a:cubicBezTo>
                  <a:cubicBezTo>
                    <a:pt x="59726" y="33553"/>
                    <a:pt x="31385" y="33553"/>
                    <a:pt x="24122" y="33553"/>
                  </a:cubicBezTo>
                  <a:lnTo>
                    <a:pt x="16860" y="33553"/>
                  </a:lnTo>
                  <a:close/>
                </a:path>
              </a:pathLst>
            </a:custGeom>
            <a:solidFill>
              <a:srgbClr val="000000"/>
            </a:solidFill>
            <a:ln w="25361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 sz="1600"/>
            </a:p>
          </p:txBody>
        </p:sp>
        <p:sp>
          <p:nvSpPr>
            <p:cNvPr id="125" name="任意形状 124">
              <a:extLst>
                <a:ext uri="{FF2B5EF4-FFF2-40B4-BE49-F238E27FC236}">
                  <a16:creationId xmlns:a16="http://schemas.microsoft.com/office/drawing/2014/main" id="{7BFCA6B3-8FAD-14BD-BB6E-3BDFAFE8EE91}"/>
                </a:ext>
              </a:extLst>
            </p:cNvPr>
            <p:cNvSpPr/>
            <p:nvPr>
              <p:custDataLst>
                <p:tags r:id="rId313"/>
              </p:custDataLst>
            </p:nvPr>
          </p:nvSpPr>
          <p:spPr>
            <a:xfrm>
              <a:off x="11324845" y="2756142"/>
              <a:ext cx="41095" cy="177135"/>
            </a:xfrm>
            <a:custGeom>
              <a:avLst/>
              <a:gdLst>
                <a:gd name="connsiteX0" fmla="*/ 41309 w 41095"/>
                <a:gd name="connsiteY0" fmla="*/ 88643 h 177135"/>
                <a:gd name="connsiteX1" fmla="*/ 29618 w 41095"/>
                <a:gd name="connsiteY1" fmla="*/ 33376 h 177135"/>
                <a:gd name="connsiteX2" fmla="*/ 1985 w 41095"/>
                <a:gd name="connsiteY2" fmla="*/ 75 h 177135"/>
                <a:gd name="connsiteX3" fmla="*/ 213 w 41095"/>
                <a:gd name="connsiteY3" fmla="*/ 1846 h 177135"/>
                <a:gd name="connsiteX4" fmla="*/ 3579 w 41095"/>
                <a:gd name="connsiteY4" fmla="*/ 5920 h 177135"/>
                <a:gd name="connsiteX5" fmla="*/ 31035 w 41095"/>
                <a:gd name="connsiteY5" fmla="*/ 88643 h 177135"/>
                <a:gd name="connsiteX6" fmla="*/ 2516 w 41095"/>
                <a:gd name="connsiteY6" fmla="*/ 172428 h 177135"/>
                <a:gd name="connsiteX7" fmla="*/ 213 w 41095"/>
                <a:gd name="connsiteY7" fmla="*/ 175439 h 177135"/>
                <a:gd name="connsiteX8" fmla="*/ 1985 w 41095"/>
                <a:gd name="connsiteY8" fmla="*/ 177210 h 177135"/>
                <a:gd name="connsiteX9" fmla="*/ 30149 w 41095"/>
                <a:gd name="connsiteY9" fmla="*/ 142669 h 177135"/>
                <a:gd name="connsiteX10" fmla="*/ 41309 w 41095"/>
                <a:gd name="connsiteY10" fmla="*/ 88643 h 1771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41095" h="177135">
                  <a:moveTo>
                    <a:pt x="41309" y="88643"/>
                  </a:moveTo>
                  <a:cubicBezTo>
                    <a:pt x="41309" y="74826"/>
                    <a:pt x="39360" y="53393"/>
                    <a:pt x="29618" y="33376"/>
                  </a:cubicBezTo>
                  <a:cubicBezTo>
                    <a:pt x="18990" y="11589"/>
                    <a:pt x="3756" y="75"/>
                    <a:pt x="1985" y="75"/>
                  </a:cubicBezTo>
                  <a:cubicBezTo>
                    <a:pt x="922" y="75"/>
                    <a:pt x="213" y="783"/>
                    <a:pt x="213" y="1846"/>
                  </a:cubicBezTo>
                  <a:cubicBezTo>
                    <a:pt x="213" y="2377"/>
                    <a:pt x="213" y="2732"/>
                    <a:pt x="3579" y="5920"/>
                  </a:cubicBezTo>
                  <a:cubicBezTo>
                    <a:pt x="20938" y="23457"/>
                    <a:pt x="31035" y="51621"/>
                    <a:pt x="31035" y="88643"/>
                  </a:cubicBezTo>
                  <a:cubicBezTo>
                    <a:pt x="31035" y="118933"/>
                    <a:pt x="24481" y="150109"/>
                    <a:pt x="2516" y="172428"/>
                  </a:cubicBezTo>
                  <a:cubicBezTo>
                    <a:pt x="213" y="174553"/>
                    <a:pt x="213" y="174908"/>
                    <a:pt x="213" y="175439"/>
                  </a:cubicBezTo>
                  <a:cubicBezTo>
                    <a:pt x="213" y="176502"/>
                    <a:pt x="922" y="177210"/>
                    <a:pt x="1985" y="177210"/>
                  </a:cubicBezTo>
                  <a:cubicBezTo>
                    <a:pt x="3756" y="177210"/>
                    <a:pt x="19698" y="165165"/>
                    <a:pt x="30149" y="142669"/>
                  </a:cubicBezTo>
                  <a:cubicBezTo>
                    <a:pt x="39183" y="123184"/>
                    <a:pt x="41309" y="103522"/>
                    <a:pt x="41309" y="88643"/>
                  </a:cubicBezTo>
                  <a:close/>
                </a:path>
              </a:pathLst>
            </a:custGeom>
            <a:solidFill>
              <a:srgbClr val="000000"/>
            </a:solidFill>
            <a:ln w="25361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 sz="1600"/>
            </a:p>
          </p:txBody>
        </p:sp>
        <p:sp>
          <p:nvSpPr>
            <p:cNvPr id="126" name="任意形状 125">
              <a:extLst>
                <a:ext uri="{FF2B5EF4-FFF2-40B4-BE49-F238E27FC236}">
                  <a16:creationId xmlns:a16="http://schemas.microsoft.com/office/drawing/2014/main" id="{2F0C4B5F-3E95-CF3E-DF85-D76E4F53B35D}"/>
                </a:ext>
              </a:extLst>
            </p:cNvPr>
            <p:cNvSpPr/>
            <p:nvPr>
              <p:custDataLst>
                <p:tags r:id="rId314"/>
              </p:custDataLst>
            </p:nvPr>
          </p:nvSpPr>
          <p:spPr>
            <a:xfrm>
              <a:off x="11393731" y="2756142"/>
              <a:ext cx="41095" cy="177135"/>
            </a:xfrm>
            <a:custGeom>
              <a:avLst/>
              <a:gdLst>
                <a:gd name="connsiteX0" fmla="*/ 41313 w 41095"/>
                <a:gd name="connsiteY0" fmla="*/ 88643 h 177135"/>
                <a:gd name="connsiteX1" fmla="*/ 29622 w 41095"/>
                <a:gd name="connsiteY1" fmla="*/ 33376 h 177135"/>
                <a:gd name="connsiteX2" fmla="*/ 1989 w 41095"/>
                <a:gd name="connsiteY2" fmla="*/ 75 h 177135"/>
                <a:gd name="connsiteX3" fmla="*/ 217 w 41095"/>
                <a:gd name="connsiteY3" fmla="*/ 1846 h 177135"/>
                <a:gd name="connsiteX4" fmla="*/ 3583 w 41095"/>
                <a:gd name="connsiteY4" fmla="*/ 5920 h 177135"/>
                <a:gd name="connsiteX5" fmla="*/ 31039 w 41095"/>
                <a:gd name="connsiteY5" fmla="*/ 88643 h 177135"/>
                <a:gd name="connsiteX6" fmla="*/ 2520 w 41095"/>
                <a:gd name="connsiteY6" fmla="*/ 172428 h 177135"/>
                <a:gd name="connsiteX7" fmla="*/ 217 w 41095"/>
                <a:gd name="connsiteY7" fmla="*/ 175439 h 177135"/>
                <a:gd name="connsiteX8" fmla="*/ 1989 w 41095"/>
                <a:gd name="connsiteY8" fmla="*/ 177210 h 177135"/>
                <a:gd name="connsiteX9" fmla="*/ 30153 w 41095"/>
                <a:gd name="connsiteY9" fmla="*/ 142669 h 177135"/>
                <a:gd name="connsiteX10" fmla="*/ 41313 w 41095"/>
                <a:gd name="connsiteY10" fmla="*/ 88643 h 1771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41095" h="177135">
                  <a:moveTo>
                    <a:pt x="41313" y="88643"/>
                  </a:moveTo>
                  <a:cubicBezTo>
                    <a:pt x="41313" y="74826"/>
                    <a:pt x="39364" y="53393"/>
                    <a:pt x="29622" y="33376"/>
                  </a:cubicBezTo>
                  <a:cubicBezTo>
                    <a:pt x="18994" y="11589"/>
                    <a:pt x="3760" y="75"/>
                    <a:pt x="1989" y="75"/>
                  </a:cubicBezTo>
                  <a:cubicBezTo>
                    <a:pt x="926" y="75"/>
                    <a:pt x="217" y="783"/>
                    <a:pt x="217" y="1846"/>
                  </a:cubicBezTo>
                  <a:cubicBezTo>
                    <a:pt x="217" y="2377"/>
                    <a:pt x="217" y="2732"/>
                    <a:pt x="3583" y="5920"/>
                  </a:cubicBezTo>
                  <a:cubicBezTo>
                    <a:pt x="20942" y="23457"/>
                    <a:pt x="31039" y="51621"/>
                    <a:pt x="31039" y="88643"/>
                  </a:cubicBezTo>
                  <a:cubicBezTo>
                    <a:pt x="31039" y="118933"/>
                    <a:pt x="24485" y="150109"/>
                    <a:pt x="2520" y="172428"/>
                  </a:cubicBezTo>
                  <a:cubicBezTo>
                    <a:pt x="217" y="174553"/>
                    <a:pt x="217" y="174908"/>
                    <a:pt x="217" y="175439"/>
                  </a:cubicBezTo>
                  <a:cubicBezTo>
                    <a:pt x="217" y="176502"/>
                    <a:pt x="926" y="177210"/>
                    <a:pt x="1989" y="177210"/>
                  </a:cubicBezTo>
                  <a:cubicBezTo>
                    <a:pt x="3760" y="177210"/>
                    <a:pt x="19702" y="165165"/>
                    <a:pt x="30153" y="142669"/>
                  </a:cubicBezTo>
                  <a:cubicBezTo>
                    <a:pt x="39187" y="123184"/>
                    <a:pt x="41313" y="103522"/>
                    <a:pt x="41313" y="88643"/>
                  </a:cubicBezTo>
                  <a:close/>
                </a:path>
              </a:pathLst>
            </a:custGeom>
            <a:solidFill>
              <a:srgbClr val="000000"/>
            </a:solidFill>
            <a:ln w="25361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 sz="1600"/>
            </a:p>
          </p:txBody>
        </p:sp>
        <p:sp>
          <p:nvSpPr>
            <p:cNvPr id="127" name="任意形状 126">
              <a:extLst>
                <a:ext uri="{FF2B5EF4-FFF2-40B4-BE49-F238E27FC236}">
                  <a16:creationId xmlns:a16="http://schemas.microsoft.com/office/drawing/2014/main" id="{341E152A-0EAA-8FDA-BFB8-DC77C4D38FB6}"/>
                </a:ext>
              </a:extLst>
            </p:cNvPr>
            <p:cNvSpPr/>
            <p:nvPr>
              <p:custDataLst>
                <p:tags r:id="rId315"/>
              </p:custDataLst>
            </p:nvPr>
          </p:nvSpPr>
          <p:spPr>
            <a:xfrm>
              <a:off x="11511644" y="2823985"/>
              <a:ext cx="117795" cy="41449"/>
            </a:xfrm>
            <a:custGeom>
              <a:avLst/>
              <a:gdLst>
                <a:gd name="connsiteX0" fmla="*/ 111997 w 117795"/>
                <a:gd name="connsiteY0" fmla="*/ 7160 h 41449"/>
                <a:gd name="connsiteX1" fmla="*/ 118019 w 117795"/>
                <a:gd name="connsiteY1" fmla="*/ 3617 h 41449"/>
                <a:gd name="connsiteX2" fmla="*/ 112174 w 117795"/>
                <a:gd name="connsiteY2" fmla="*/ 75 h 41449"/>
                <a:gd name="connsiteX3" fmla="*/ 6069 w 117795"/>
                <a:gd name="connsiteY3" fmla="*/ 75 h 41449"/>
                <a:gd name="connsiteX4" fmla="*/ 224 w 117795"/>
                <a:gd name="connsiteY4" fmla="*/ 3617 h 41449"/>
                <a:gd name="connsiteX5" fmla="*/ 6247 w 117795"/>
                <a:gd name="connsiteY5" fmla="*/ 7160 h 41449"/>
                <a:gd name="connsiteX6" fmla="*/ 111997 w 117795"/>
                <a:gd name="connsiteY6" fmla="*/ 7160 h 41449"/>
                <a:gd name="connsiteX7" fmla="*/ 112174 w 117795"/>
                <a:gd name="connsiteY7" fmla="*/ 41524 h 41449"/>
                <a:gd name="connsiteX8" fmla="*/ 118019 w 117795"/>
                <a:gd name="connsiteY8" fmla="*/ 37982 h 41449"/>
                <a:gd name="connsiteX9" fmla="*/ 111997 w 117795"/>
                <a:gd name="connsiteY9" fmla="*/ 34439 h 41449"/>
                <a:gd name="connsiteX10" fmla="*/ 6247 w 117795"/>
                <a:gd name="connsiteY10" fmla="*/ 34439 h 41449"/>
                <a:gd name="connsiteX11" fmla="*/ 224 w 117795"/>
                <a:gd name="connsiteY11" fmla="*/ 37982 h 41449"/>
                <a:gd name="connsiteX12" fmla="*/ 6069 w 117795"/>
                <a:gd name="connsiteY12" fmla="*/ 41524 h 41449"/>
                <a:gd name="connsiteX13" fmla="*/ 112174 w 117795"/>
                <a:gd name="connsiteY13" fmla="*/ 41524 h 414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17795" h="41449">
                  <a:moveTo>
                    <a:pt x="111997" y="7160"/>
                  </a:moveTo>
                  <a:cubicBezTo>
                    <a:pt x="114654" y="7160"/>
                    <a:pt x="118019" y="7160"/>
                    <a:pt x="118019" y="3617"/>
                  </a:cubicBezTo>
                  <a:cubicBezTo>
                    <a:pt x="118019" y="75"/>
                    <a:pt x="114654" y="75"/>
                    <a:pt x="112174" y="75"/>
                  </a:cubicBezTo>
                  <a:lnTo>
                    <a:pt x="6069" y="75"/>
                  </a:lnTo>
                  <a:cubicBezTo>
                    <a:pt x="3589" y="75"/>
                    <a:pt x="224" y="75"/>
                    <a:pt x="224" y="3617"/>
                  </a:cubicBezTo>
                  <a:cubicBezTo>
                    <a:pt x="224" y="7160"/>
                    <a:pt x="3589" y="7160"/>
                    <a:pt x="6247" y="7160"/>
                  </a:cubicBezTo>
                  <a:lnTo>
                    <a:pt x="111997" y="7160"/>
                  </a:lnTo>
                  <a:close/>
                  <a:moveTo>
                    <a:pt x="112174" y="41524"/>
                  </a:moveTo>
                  <a:cubicBezTo>
                    <a:pt x="114654" y="41524"/>
                    <a:pt x="118019" y="41524"/>
                    <a:pt x="118019" y="37982"/>
                  </a:cubicBezTo>
                  <a:cubicBezTo>
                    <a:pt x="118019" y="34439"/>
                    <a:pt x="114654" y="34439"/>
                    <a:pt x="111997" y="34439"/>
                  </a:cubicBezTo>
                  <a:lnTo>
                    <a:pt x="6247" y="34439"/>
                  </a:lnTo>
                  <a:cubicBezTo>
                    <a:pt x="3589" y="34439"/>
                    <a:pt x="224" y="34439"/>
                    <a:pt x="224" y="37982"/>
                  </a:cubicBezTo>
                  <a:cubicBezTo>
                    <a:pt x="224" y="41524"/>
                    <a:pt x="3589" y="41524"/>
                    <a:pt x="6069" y="41524"/>
                  </a:cubicBezTo>
                  <a:lnTo>
                    <a:pt x="112174" y="41524"/>
                  </a:lnTo>
                  <a:close/>
                </a:path>
              </a:pathLst>
            </a:custGeom>
            <a:solidFill>
              <a:srgbClr val="000000"/>
            </a:solidFill>
            <a:ln w="25361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 sz="1600"/>
            </a:p>
          </p:txBody>
        </p:sp>
        <p:sp>
          <p:nvSpPr>
            <p:cNvPr id="128" name="任意形状 127">
              <a:extLst>
                <a:ext uri="{FF2B5EF4-FFF2-40B4-BE49-F238E27FC236}">
                  <a16:creationId xmlns:a16="http://schemas.microsoft.com/office/drawing/2014/main" id="{D966F59E-4F6A-1E4B-E39F-296B7DB8B3E8}"/>
                </a:ext>
              </a:extLst>
            </p:cNvPr>
            <p:cNvSpPr/>
            <p:nvPr>
              <p:custDataLst>
                <p:tags r:id="rId316"/>
              </p:custDataLst>
            </p:nvPr>
          </p:nvSpPr>
          <p:spPr>
            <a:xfrm>
              <a:off x="11703757" y="2772970"/>
              <a:ext cx="72448" cy="116023"/>
            </a:xfrm>
            <a:custGeom>
              <a:avLst/>
              <a:gdLst>
                <a:gd name="connsiteX0" fmla="*/ 47884 w 72448"/>
                <a:gd name="connsiteY0" fmla="*/ 5743 h 116023"/>
                <a:gd name="connsiteX1" fmla="*/ 43278 w 72448"/>
                <a:gd name="connsiteY1" fmla="*/ 75 h 116023"/>
                <a:gd name="connsiteX2" fmla="*/ 39381 w 72448"/>
                <a:gd name="connsiteY2" fmla="*/ 1315 h 116023"/>
                <a:gd name="connsiteX3" fmla="*/ 3777 w 72448"/>
                <a:gd name="connsiteY3" fmla="*/ 11411 h 116023"/>
                <a:gd name="connsiteX4" fmla="*/ 234 w 72448"/>
                <a:gd name="connsiteY4" fmla="*/ 11411 h 116023"/>
                <a:gd name="connsiteX5" fmla="*/ 234 w 72448"/>
                <a:gd name="connsiteY5" fmla="*/ 19737 h 116023"/>
                <a:gd name="connsiteX6" fmla="*/ 3777 w 72448"/>
                <a:gd name="connsiteY6" fmla="*/ 19737 h 116023"/>
                <a:gd name="connsiteX7" fmla="*/ 26805 w 72448"/>
                <a:gd name="connsiteY7" fmla="*/ 16194 h 116023"/>
                <a:gd name="connsiteX8" fmla="*/ 26805 w 72448"/>
                <a:gd name="connsiteY8" fmla="*/ 107773 h 116023"/>
                <a:gd name="connsiteX9" fmla="*/ 2183 w 72448"/>
                <a:gd name="connsiteY9" fmla="*/ 107773 h 116023"/>
                <a:gd name="connsiteX10" fmla="*/ 2183 w 72448"/>
                <a:gd name="connsiteY10" fmla="*/ 116099 h 116023"/>
                <a:gd name="connsiteX11" fmla="*/ 37433 w 72448"/>
                <a:gd name="connsiteY11" fmla="*/ 115567 h 116023"/>
                <a:gd name="connsiteX12" fmla="*/ 72683 w 72448"/>
                <a:gd name="connsiteY12" fmla="*/ 116099 h 116023"/>
                <a:gd name="connsiteX13" fmla="*/ 72683 w 72448"/>
                <a:gd name="connsiteY13" fmla="*/ 107773 h 116023"/>
                <a:gd name="connsiteX14" fmla="*/ 47884 w 72448"/>
                <a:gd name="connsiteY14" fmla="*/ 107773 h 116023"/>
                <a:gd name="connsiteX15" fmla="*/ 47884 w 72448"/>
                <a:gd name="connsiteY15" fmla="*/ 5743 h 1160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72448" h="116023">
                  <a:moveTo>
                    <a:pt x="47884" y="5743"/>
                  </a:moveTo>
                  <a:cubicBezTo>
                    <a:pt x="47884" y="1846"/>
                    <a:pt x="47884" y="75"/>
                    <a:pt x="43278" y="75"/>
                  </a:cubicBezTo>
                  <a:cubicBezTo>
                    <a:pt x="41330" y="75"/>
                    <a:pt x="40976" y="75"/>
                    <a:pt x="39381" y="1315"/>
                  </a:cubicBezTo>
                  <a:cubicBezTo>
                    <a:pt x="25742" y="11411"/>
                    <a:pt x="7497" y="11411"/>
                    <a:pt x="3777" y="11411"/>
                  </a:cubicBezTo>
                  <a:lnTo>
                    <a:pt x="234" y="11411"/>
                  </a:lnTo>
                  <a:lnTo>
                    <a:pt x="234" y="19737"/>
                  </a:lnTo>
                  <a:lnTo>
                    <a:pt x="3777" y="19737"/>
                  </a:lnTo>
                  <a:cubicBezTo>
                    <a:pt x="6611" y="19737"/>
                    <a:pt x="16354" y="19560"/>
                    <a:pt x="26805" y="16194"/>
                  </a:cubicBezTo>
                  <a:lnTo>
                    <a:pt x="26805" y="107773"/>
                  </a:lnTo>
                  <a:lnTo>
                    <a:pt x="2183" y="107773"/>
                  </a:lnTo>
                  <a:lnTo>
                    <a:pt x="2183" y="116099"/>
                  </a:lnTo>
                  <a:cubicBezTo>
                    <a:pt x="9977" y="115567"/>
                    <a:pt x="28753" y="115567"/>
                    <a:pt x="37433" y="115567"/>
                  </a:cubicBezTo>
                  <a:cubicBezTo>
                    <a:pt x="46113" y="115567"/>
                    <a:pt x="64889" y="115567"/>
                    <a:pt x="72683" y="116099"/>
                  </a:cubicBezTo>
                  <a:lnTo>
                    <a:pt x="72683" y="107773"/>
                  </a:lnTo>
                  <a:lnTo>
                    <a:pt x="47884" y="107773"/>
                  </a:lnTo>
                  <a:lnTo>
                    <a:pt x="47884" y="5743"/>
                  </a:lnTo>
                  <a:close/>
                </a:path>
              </a:pathLst>
            </a:custGeom>
            <a:solidFill>
              <a:srgbClr val="000000"/>
            </a:solidFill>
            <a:ln w="25361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 sz="1600"/>
            </a:p>
          </p:txBody>
        </p:sp>
        <p:sp>
          <p:nvSpPr>
            <p:cNvPr id="129" name="任意形状 128">
              <a:extLst>
                <a:ext uri="{FF2B5EF4-FFF2-40B4-BE49-F238E27FC236}">
                  <a16:creationId xmlns:a16="http://schemas.microsoft.com/office/drawing/2014/main" id="{B00DE0ED-59D0-CA92-E94B-8B0EDE3F2149}"/>
                </a:ext>
              </a:extLst>
            </p:cNvPr>
            <p:cNvSpPr/>
            <p:nvPr>
              <p:custDataLst>
                <p:tags r:id="rId317"/>
              </p:custDataLst>
            </p:nvPr>
          </p:nvSpPr>
          <p:spPr>
            <a:xfrm>
              <a:off x="11830585" y="2685286"/>
              <a:ext cx="40209" cy="318667"/>
            </a:xfrm>
            <a:custGeom>
              <a:avLst/>
              <a:gdLst>
                <a:gd name="connsiteX0" fmla="*/ 240 w 40209"/>
                <a:gd name="connsiteY0" fmla="*/ 318731 h 318667"/>
                <a:gd name="connsiteX1" fmla="*/ 40450 w 40209"/>
                <a:gd name="connsiteY1" fmla="*/ 318731 h 318667"/>
                <a:gd name="connsiteX2" fmla="*/ 40450 w 40209"/>
                <a:gd name="connsiteY2" fmla="*/ 310406 h 318667"/>
                <a:gd name="connsiteX3" fmla="*/ 8566 w 40209"/>
                <a:gd name="connsiteY3" fmla="*/ 310406 h 318667"/>
                <a:gd name="connsiteX4" fmla="*/ 8566 w 40209"/>
                <a:gd name="connsiteY4" fmla="*/ 8389 h 318667"/>
                <a:gd name="connsiteX5" fmla="*/ 40450 w 40209"/>
                <a:gd name="connsiteY5" fmla="*/ 8389 h 318667"/>
                <a:gd name="connsiteX6" fmla="*/ 40450 w 40209"/>
                <a:gd name="connsiteY6" fmla="*/ 64 h 318667"/>
                <a:gd name="connsiteX7" fmla="*/ 240 w 40209"/>
                <a:gd name="connsiteY7" fmla="*/ 64 h 318667"/>
                <a:gd name="connsiteX8" fmla="*/ 240 w 40209"/>
                <a:gd name="connsiteY8" fmla="*/ 318731 h 3186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0209" h="318667">
                  <a:moveTo>
                    <a:pt x="240" y="318731"/>
                  </a:moveTo>
                  <a:lnTo>
                    <a:pt x="40450" y="318731"/>
                  </a:lnTo>
                  <a:lnTo>
                    <a:pt x="40450" y="310406"/>
                  </a:lnTo>
                  <a:lnTo>
                    <a:pt x="8566" y="310406"/>
                  </a:lnTo>
                  <a:lnTo>
                    <a:pt x="8566" y="8389"/>
                  </a:lnTo>
                  <a:lnTo>
                    <a:pt x="40450" y="8389"/>
                  </a:lnTo>
                  <a:lnTo>
                    <a:pt x="40450" y="64"/>
                  </a:lnTo>
                  <a:lnTo>
                    <a:pt x="240" y="64"/>
                  </a:lnTo>
                  <a:lnTo>
                    <a:pt x="240" y="318731"/>
                  </a:lnTo>
                  <a:close/>
                </a:path>
              </a:pathLst>
            </a:custGeom>
            <a:solidFill>
              <a:srgbClr val="000000"/>
            </a:solidFill>
            <a:ln w="25361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 sz="1600"/>
            </a:p>
          </p:txBody>
        </p:sp>
        <p:sp>
          <p:nvSpPr>
            <p:cNvPr id="130" name="任意形状 129">
              <a:extLst>
                <a:ext uri="{FF2B5EF4-FFF2-40B4-BE49-F238E27FC236}">
                  <a16:creationId xmlns:a16="http://schemas.microsoft.com/office/drawing/2014/main" id="{E37FC57C-4DA3-3D61-410A-02BD40256D61}"/>
                </a:ext>
              </a:extLst>
            </p:cNvPr>
            <p:cNvSpPr/>
            <p:nvPr>
              <p:custDataLst>
                <p:tags r:id="rId318"/>
              </p:custDataLst>
            </p:nvPr>
          </p:nvSpPr>
          <p:spPr>
            <a:xfrm>
              <a:off x="11881463" y="2768010"/>
              <a:ext cx="126474" cy="124880"/>
            </a:xfrm>
            <a:custGeom>
              <a:avLst/>
              <a:gdLst>
                <a:gd name="connsiteX0" fmla="*/ 59408 w 126474"/>
                <a:gd name="connsiteY0" fmla="*/ 12297 h 124880"/>
                <a:gd name="connsiteX1" fmla="*/ 64368 w 126474"/>
                <a:gd name="connsiteY1" fmla="*/ 5743 h 124880"/>
                <a:gd name="connsiteX2" fmla="*/ 75173 w 126474"/>
                <a:gd name="connsiteY2" fmla="*/ 5566 h 124880"/>
                <a:gd name="connsiteX3" fmla="*/ 107412 w 126474"/>
                <a:gd name="connsiteY3" fmla="*/ 23102 h 124880"/>
                <a:gd name="connsiteX4" fmla="*/ 97670 w 126474"/>
                <a:gd name="connsiteY4" fmla="*/ 48256 h 124880"/>
                <a:gd name="connsiteX5" fmla="*/ 67734 w 126474"/>
                <a:gd name="connsiteY5" fmla="*/ 58530 h 124880"/>
                <a:gd name="connsiteX6" fmla="*/ 47894 w 126474"/>
                <a:gd name="connsiteY6" fmla="*/ 58530 h 124880"/>
                <a:gd name="connsiteX7" fmla="*/ 59408 w 126474"/>
                <a:gd name="connsiteY7" fmla="*/ 12297 h 124880"/>
                <a:gd name="connsiteX8" fmla="*/ 84916 w 126474"/>
                <a:gd name="connsiteY8" fmla="*/ 60832 h 124880"/>
                <a:gd name="connsiteX9" fmla="*/ 123886 w 126474"/>
                <a:gd name="connsiteY9" fmla="*/ 26645 h 124880"/>
                <a:gd name="connsiteX10" fmla="*/ 84739 w 126474"/>
                <a:gd name="connsiteY10" fmla="*/ 75 h 124880"/>
                <a:gd name="connsiteX11" fmla="*/ 34255 w 126474"/>
                <a:gd name="connsiteY11" fmla="*/ 75 h 124880"/>
                <a:gd name="connsiteX12" fmla="*/ 29118 w 126474"/>
                <a:gd name="connsiteY12" fmla="*/ 3617 h 124880"/>
                <a:gd name="connsiteX13" fmla="*/ 34078 w 126474"/>
                <a:gd name="connsiteY13" fmla="*/ 5566 h 124880"/>
                <a:gd name="connsiteX14" fmla="*/ 40809 w 126474"/>
                <a:gd name="connsiteY14" fmla="*/ 5920 h 124880"/>
                <a:gd name="connsiteX15" fmla="*/ 45592 w 126474"/>
                <a:gd name="connsiteY15" fmla="*/ 8754 h 124880"/>
                <a:gd name="connsiteX16" fmla="*/ 44883 w 126474"/>
                <a:gd name="connsiteY16" fmla="*/ 12120 h 124880"/>
                <a:gd name="connsiteX17" fmla="*/ 21147 w 126474"/>
                <a:gd name="connsiteY17" fmla="*/ 107242 h 124880"/>
                <a:gd name="connsiteX18" fmla="*/ 5028 w 126474"/>
                <a:gd name="connsiteY18" fmla="*/ 115567 h 124880"/>
                <a:gd name="connsiteX19" fmla="*/ 245 w 126474"/>
                <a:gd name="connsiteY19" fmla="*/ 119110 h 124880"/>
                <a:gd name="connsiteX20" fmla="*/ 2725 w 126474"/>
                <a:gd name="connsiteY20" fmla="*/ 121058 h 124880"/>
                <a:gd name="connsiteX21" fmla="*/ 25044 w 126474"/>
                <a:gd name="connsiteY21" fmla="*/ 120527 h 124880"/>
                <a:gd name="connsiteX22" fmla="*/ 47540 w 126474"/>
                <a:gd name="connsiteY22" fmla="*/ 121058 h 124880"/>
                <a:gd name="connsiteX23" fmla="*/ 51083 w 126474"/>
                <a:gd name="connsiteY23" fmla="*/ 117516 h 124880"/>
                <a:gd name="connsiteX24" fmla="*/ 46123 w 126474"/>
                <a:gd name="connsiteY24" fmla="*/ 115567 h 124880"/>
                <a:gd name="connsiteX25" fmla="*/ 34609 w 126474"/>
                <a:gd name="connsiteY25" fmla="*/ 112379 h 124880"/>
                <a:gd name="connsiteX26" fmla="*/ 35141 w 126474"/>
                <a:gd name="connsiteY26" fmla="*/ 109367 h 124880"/>
                <a:gd name="connsiteX27" fmla="*/ 46832 w 126474"/>
                <a:gd name="connsiteY27" fmla="*/ 62426 h 124880"/>
                <a:gd name="connsiteX28" fmla="*/ 67911 w 126474"/>
                <a:gd name="connsiteY28" fmla="*/ 62426 h 124880"/>
                <a:gd name="connsiteX29" fmla="*/ 87219 w 126474"/>
                <a:gd name="connsiteY29" fmla="*/ 78546 h 124880"/>
                <a:gd name="connsiteX30" fmla="*/ 84739 w 126474"/>
                <a:gd name="connsiteY30" fmla="*/ 90768 h 124880"/>
                <a:gd name="connsiteX31" fmla="*/ 81904 w 126474"/>
                <a:gd name="connsiteY31" fmla="*/ 105825 h 124880"/>
                <a:gd name="connsiteX32" fmla="*/ 105463 w 126474"/>
                <a:gd name="connsiteY32" fmla="*/ 124955 h 124880"/>
                <a:gd name="connsiteX33" fmla="*/ 126720 w 126474"/>
                <a:gd name="connsiteY33" fmla="*/ 104585 h 124880"/>
                <a:gd name="connsiteX34" fmla="*/ 124594 w 126474"/>
                <a:gd name="connsiteY34" fmla="*/ 102459 h 124880"/>
                <a:gd name="connsiteX35" fmla="*/ 122291 w 126474"/>
                <a:gd name="connsiteY35" fmla="*/ 104939 h 124880"/>
                <a:gd name="connsiteX36" fmla="*/ 106172 w 126474"/>
                <a:gd name="connsiteY36" fmla="*/ 121058 h 124880"/>
                <a:gd name="connsiteX37" fmla="*/ 99087 w 126474"/>
                <a:gd name="connsiteY37" fmla="*/ 110253 h 124880"/>
                <a:gd name="connsiteX38" fmla="*/ 100858 w 126474"/>
                <a:gd name="connsiteY38" fmla="*/ 90060 h 124880"/>
                <a:gd name="connsiteX39" fmla="*/ 101566 w 126474"/>
                <a:gd name="connsiteY39" fmla="*/ 81734 h 124880"/>
                <a:gd name="connsiteX40" fmla="*/ 84916 w 126474"/>
                <a:gd name="connsiteY40" fmla="*/ 60832 h 1248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126474" h="124880">
                  <a:moveTo>
                    <a:pt x="59408" y="12297"/>
                  </a:moveTo>
                  <a:cubicBezTo>
                    <a:pt x="60471" y="8046"/>
                    <a:pt x="61002" y="6274"/>
                    <a:pt x="64368" y="5743"/>
                  </a:cubicBezTo>
                  <a:cubicBezTo>
                    <a:pt x="65962" y="5566"/>
                    <a:pt x="71631" y="5566"/>
                    <a:pt x="75173" y="5566"/>
                  </a:cubicBezTo>
                  <a:cubicBezTo>
                    <a:pt x="87750" y="5566"/>
                    <a:pt x="107412" y="5566"/>
                    <a:pt x="107412" y="23102"/>
                  </a:cubicBezTo>
                  <a:cubicBezTo>
                    <a:pt x="107412" y="29125"/>
                    <a:pt x="104578" y="41347"/>
                    <a:pt x="97670" y="48256"/>
                  </a:cubicBezTo>
                  <a:cubicBezTo>
                    <a:pt x="93064" y="52861"/>
                    <a:pt x="83676" y="58530"/>
                    <a:pt x="67734" y="58530"/>
                  </a:cubicBezTo>
                  <a:lnTo>
                    <a:pt x="47894" y="58530"/>
                  </a:lnTo>
                  <a:lnTo>
                    <a:pt x="59408" y="12297"/>
                  </a:lnTo>
                  <a:close/>
                  <a:moveTo>
                    <a:pt x="84916" y="60832"/>
                  </a:moveTo>
                  <a:cubicBezTo>
                    <a:pt x="102806" y="56935"/>
                    <a:pt x="123886" y="44536"/>
                    <a:pt x="123886" y="26645"/>
                  </a:cubicBezTo>
                  <a:cubicBezTo>
                    <a:pt x="123886" y="11411"/>
                    <a:pt x="107943" y="75"/>
                    <a:pt x="84739" y="75"/>
                  </a:cubicBezTo>
                  <a:lnTo>
                    <a:pt x="34255" y="75"/>
                  </a:lnTo>
                  <a:cubicBezTo>
                    <a:pt x="30712" y="75"/>
                    <a:pt x="29118" y="75"/>
                    <a:pt x="29118" y="3617"/>
                  </a:cubicBezTo>
                  <a:cubicBezTo>
                    <a:pt x="29118" y="5566"/>
                    <a:pt x="30712" y="5566"/>
                    <a:pt x="34078" y="5566"/>
                  </a:cubicBezTo>
                  <a:cubicBezTo>
                    <a:pt x="34432" y="5566"/>
                    <a:pt x="37798" y="5566"/>
                    <a:pt x="40809" y="5920"/>
                  </a:cubicBezTo>
                  <a:cubicBezTo>
                    <a:pt x="43997" y="6274"/>
                    <a:pt x="45592" y="6452"/>
                    <a:pt x="45592" y="8754"/>
                  </a:cubicBezTo>
                  <a:cubicBezTo>
                    <a:pt x="45592" y="9463"/>
                    <a:pt x="45414" y="9994"/>
                    <a:pt x="44883" y="12120"/>
                  </a:cubicBezTo>
                  <a:lnTo>
                    <a:pt x="21147" y="107242"/>
                  </a:lnTo>
                  <a:cubicBezTo>
                    <a:pt x="19376" y="114150"/>
                    <a:pt x="19021" y="115567"/>
                    <a:pt x="5028" y="115567"/>
                  </a:cubicBezTo>
                  <a:cubicBezTo>
                    <a:pt x="1839" y="115567"/>
                    <a:pt x="245" y="115567"/>
                    <a:pt x="245" y="119110"/>
                  </a:cubicBezTo>
                  <a:cubicBezTo>
                    <a:pt x="245" y="121058"/>
                    <a:pt x="2370" y="121058"/>
                    <a:pt x="2725" y="121058"/>
                  </a:cubicBezTo>
                  <a:cubicBezTo>
                    <a:pt x="7685" y="121058"/>
                    <a:pt x="20084" y="120527"/>
                    <a:pt x="25044" y="120527"/>
                  </a:cubicBezTo>
                  <a:cubicBezTo>
                    <a:pt x="30004" y="120527"/>
                    <a:pt x="42580" y="121058"/>
                    <a:pt x="47540" y="121058"/>
                  </a:cubicBezTo>
                  <a:cubicBezTo>
                    <a:pt x="48957" y="121058"/>
                    <a:pt x="51083" y="121058"/>
                    <a:pt x="51083" y="117516"/>
                  </a:cubicBezTo>
                  <a:cubicBezTo>
                    <a:pt x="51083" y="115567"/>
                    <a:pt x="49489" y="115567"/>
                    <a:pt x="46123" y="115567"/>
                  </a:cubicBezTo>
                  <a:cubicBezTo>
                    <a:pt x="39569" y="115567"/>
                    <a:pt x="34609" y="115567"/>
                    <a:pt x="34609" y="112379"/>
                  </a:cubicBezTo>
                  <a:cubicBezTo>
                    <a:pt x="34609" y="111316"/>
                    <a:pt x="34963" y="110430"/>
                    <a:pt x="35141" y="109367"/>
                  </a:cubicBezTo>
                  <a:lnTo>
                    <a:pt x="46832" y="62426"/>
                  </a:lnTo>
                  <a:lnTo>
                    <a:pt x="67911" y="62426"/>
                  </a:lnTo>
                  <a:cubicBezTo>
                    <a:pt x="84030" y="62426"/>
                    <a:pt x="87219" y="72346"/>
                    <a:pt x="87219" y="78546"/>
                  </a:cubicBezTo>
                  <a:cubicBezTo>
                    <a:pt x="87219" y="81203"/>
                    <a:pt x="85801" y="86694"/>
                    <a:pt x="84739" y="90768"/>
                  </a:cubicBezTo>
                  <a:cubicBezTo>
                    <a:pt x="83499" y="95728"/>
                    <a:pt x="81904" y="102282"/>
                    <a:pt x="81904" y="105825"/>
                  </a:cubicBezTo>
                  <a:cubicBezTo>
                    <a:pt x="81904" y="124955"/>
                    <a:pt x="103161" y="124955"/>
                    <a:pt x="105463" y="124955"/>
                  </a:cubicBezTo>
                  <a:cubicBezTo>
                    <a:pt x="120520" y="124955"/>
                    <a:pt x="126720" y="107065"/>
                    <a:pt x="126720" y="104585"/>
                  </a:cubicBezTo>
                  <a:cubicBezTo>
                    <a:pt x="126720" y="102459"/>
                    <a:pt x="124771" y="102459"/>
                    <a:pt x="124594" y="102459"/>
                  </a:cubicBezTo>
                  <a:cubicBezTo>
                    <a:pt x="123000" y="102459"/>
                    <a:pt x="122646" y="103699"/>
                    <a:pt x="122291" y="104939"/>
                  </a:cubicBezTo>
                  <a:cubicBezTo>
                    <a:pt x="117863" y="118047"/>
                    <a:pt x="110246" y="121058"/>
                    <a:pt x="106172" y="121058"/>
                  </a:cubicBezTo>
                  <a:cubicBezTo>
                    <a:pt x="100327" y="121058"/>
                    <a:pt x="99087" y="117161"/>
                    <a:pt x="99087" y="110253"/>
                  </a:cubicBezTo>
                  <a:cubicBezTo>
                    <a:pt x="99087" y="104762"/>
                    <a:pt x="100149" y="95728"/>
                    <a:pt x="100858" y="90060"/>
                  </a:cubicBezTo>
                  <a:cubicBezTo>
                    <a:pt x="101212" y="87580"/>
                    <a:pt x="101566" y="84214"/>
                    <a:pt x="101566" y="81734"/>
                  </a:cubicBezTo>
                  <a:cubicBezTo>
                    <a:pt x="101566" y="68095"/>
                    <a:pt x="89698" y="62604"/>
                    <a:pt x="84916" y="60832"/>
                  </a:cubicBezTo>
                  <a:close/>
                </a:path>
              </a:pathLst>
            </a:custGeom>
            <a:solidFill>
              <a:srgbClr val="000000"/>
            </a:solidFill>
            <a:ln w="25361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 sz="1600"/>
            </a:p>
          </p:txBody>
        </p:sp>
        <p:sp>
          <p:nvSpPr>
            <p:cNvPr id="131" name="任意形状 130">
              <a:extLst>
                <a:ext uri="{FF2B5EF4-FFF2-40B4-BE49-F238E27FC236}">
                  <a16:creationId xmlns:a16="http://schemas.microsoft.com/office/drawing/2014/main" id="{1CF8037A-B91B-7126-F758-A48277DE9F52}"/>
                </a:ext>
              </a:extLst>
            </p:cNvPr>
            <p:cNvSpPr/>
            <p:nvPr>
              <p:custDataLst>
                <p:tags r:id="rId319"/>
              </p:custDataLst>
            </p:nvPr>
          </p:nvSpPr>
          <p:spPr>
            <a:xfrm>
              <a:off x="12022089" y="2830627"/>
              <a:ext cx="83820" cy="108123"/>
            </a:xfrm>
            <a:custGeom>
              <a:avLst/>
              <a:gdLst>
                <a:gd name="connsiteX0" fmla="*/ 43899 w 83820"/>
                <a:gd name="connsiteY0" fmla="*/ 40499 h 108123"/>
                <a:gd name="connsiteX1" fmla="*/ 5088 w 83820"/>
                <a:gd name="connsiteY1" fmla="*/ 62694 h 108123"/>
                <a:gd name="connsiteX2" fmla="*/ 252 w 83820"/>
                <a:gd name="connsiteY2" fmla="*/ 77821 h 108123"/>
                <a:gd name="connsiteX3" fmla="*/ 3228 w 83820"/>
                <a:gd name="connsiteY3" fmla="*/ 80921 h 108123"/>
                <a:gd name="connsiteX4" fmla="*/ 6452 w 83820"/>
                <a:gd name="connsiteY4" fmla="*/ 76581 h 108123"/>
                <a:gd name="connsiteX5" fmla="*/ 80477 w 83820"/>
                <a:gd name="connsiteY5" fmla="*/ 43598 h 108123"/>
                <a:gd name="connsiteX6" fmla="*/ 84073 w 83820"/>
                <a:gd name="connsiteY6" fmla="*/ 40623 h 108123"/>
                <a:gd name="connsiteX7" fmla="*/ 79485 w 83820"/>
                <a:gd name="connsiteY7" fmla="*/ 37523 h 108123"/>
                <a:gd name="connsiteX8" fmla="*/ 33483 w 83820"/>
                <a:gd name="connsiteY8" fmla="*/ 31695 h 108123"/>
                <a:gd name="connsiteX9" fmla="*/ 6328 w 83820"/>
                <a:gd name="connsiteY9" fmla="*/ 3052 h 108123"/>
                <a:gd name="connsiteX10" fmla="*/ 3228 w 83820"/>
                <a:gd name="connsiteY10" fmla="*/ 76 h 108123"/>
                <a:gd name="connsiteX11" fmla="*/ 252 w 83820"/>
                <a:gd name="connsiteY11" fmla="*/ 3176 h 108123"/>
                <a:gd name="connsiteX12" fmla="*/ 4592 w 83820"/>
                <a:gd name="connsiteY12" fmla="*/ 17683 h 108123"/>
                <a:gd name="connsiteX13" fmla="*/ 43899 w 83820"/>
                <a:gd name="connsiteY13" fmla="*/ 40499 h 108123"/>
                <a:gd name="connsiteX14" fmla="*/ 5212 w 83820"/>
                <a:gd name="connsiteY14" fmla="*/ 102124 h 108123"/>
                <a:gd name="connsiteX15" fmla="*/ 252 w 83820"/>
                <a:gd name="connsiteY15" fmla="*/ 105100 h 108123"/>
                <a:gd name="connsiteX16" fmla="*/ 5212 w 83820"/>
                <a:gd name="connsiteY16" fmla="*/ 108200 h 108123"/>
                <a:gd name="connsiteX17" fmla="*/ 79113 w 83820"/>
                <a:gd name="connsiteY17" fmla="*/ 108200 h 108123"/>
                <a:gd name="connsiteX18" fmla="*/ 84073 w 83820"/>
                <a:gd name="connsiteY18" fmla="*/ 105224 h 108123"/>
                <a:gd name="connsiteX19" fmla="*/ 79113 w 83820"/>
                <a:gd name="connsiteY19" fmla="*/ 102124 h 108123"/>
                <a:gd name="connsiteX20" fmla="*/ 5212 w 83820"/>
                <a:gd name="connsiteY20" fmla="*/ 102124 h 1081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83820" h="108123">
                  <a:moveTo>
                    <a:pt x="43899" y="40499"/>
                  </a:moveTo>
                  <a:cubicBezTo>
                    <a:pt x="24679" y="44342"/>
                    <a:pt x="12032" y="51410"/>
                    <a:pt x="5088" y="62694"/>
                  </a:cubicBezTo>
                  <a:cubicBezTo>
                    <a:pt x="1244" y="68893"/>
                    <a:pt x="252" y="76209"/>
                    <a:pt x="252" y="77821"/>
                  </a:cubicBezTo>
                  <a:cubicBezTo>
                    <a:pt x="252" y="79805"/>
                    <a:pt x="1864" y="80921"/>
                    <a:pt x="3228" y="80921"/>
                  </a:cubicBezTo>
                  <a:cubicBezTo>
                    <a:pt x="5832" y="80921"/>
                    <a:pt x="6204" y="78937"/>
                    <a:pt x="6452" y="76581"/>
                  </a:cubicBezTo>
                  <a:cubicBezTo>
                    <a:pt x="10668" y="49302"/>
                    <a:pt x="45883" y="43846"/>
                    <a:pt x="80477" y="43598"/>
                  </a:cubicBezTo>
                  <a:cubicBezTo>
                    <a:pt x="82337" y="43598"/>
                    <a:pt x="84073" y="42731"/>
                    <a:pt x="84073" y="40623"/>
                  </a:cubicBezTo>
                  <a:cubicBezTo>
                    <a:pt x="84073" y="37523"/>
                    <a:pt x="81221" y="37523"/>
                    <a:pt x="79485" y="37523"/>
                  </a:cubicBezTo>
                  <a:cubicBezTo>
                    <a:pt x="60638" y="37399"/>
                    <a:pt x="46379" y="35663"/>
                    <a:pt x="33483" y="31695"/>
                  </a:cubicBezTo>
                  <a:cubicBezTo>
                    <a:pt x="9304" y="24007"/>
                    <a:pt x="7196" y="8756"/>
                    <a:pt x="6328" y="3052"/>
                  </a:cubicBezTo>
                  <a:cubicBezTo>
                    <a:pt x="5956" y="448"/>
                    <a:pt x="4096" y="76"/>
                    <a:pt x="3228" y="76"/>
                  </a:cubicBezTo>
                  <a:cubicBezTo>
                    <a:pt x="1864" y="76"/>
                    <a:pt x="252" y="1192"/>
                    <a:pt x="252" y="3176"/>
                  </a:cubicBezTo>
                  <a:cubicBezTo>
                    <a:pt x="252" y="3920"/>
                    <a:pt x="624" y="10368"/>
                    <a:pt x="4592" y="17683"/>
                  </a:cubicBezTo>
                  <a:cubicBezTo>
                    <a:pt x="12900" y="32687"/>
                    <a:pt x="32491" y="38639"/>
                    <a:pt x="43899" y="40499"/>
                  </a:cubicBezTo>
                  <a:close/>
                  <a:moveTo>
                    <a:pt x="5212" y="102124"/>
                  </a:moveTo>
                  <a:cubicBezTo>
                    <a:pt x="3228" y="102124"/>
                    <a:pt x="252" y="102124"/>
                    <a:pt x="252" y="105100"/>
                  </a:cubicBezTo>
                  <a:cubicBezTo>
                    <a:pt x="252" y="108200"/>
                    <a:pt x="3104" y="108200"/>
                    <a:pt x="5212" y="108200"/>
                  </a:cubicBezTo>
                  <a:lnTo>
                    <a:pt x="79113" y="108200"/>
                  </a:lnTo>
                  <a:cubicBezTo>
                    <a:pt x="81097" y="108200"/>
                    <a:pt x="84073" y="108200"/>
                    <a:pt x="84073" y="105224"/>
                  </a:cubicBezTo>
                  <a:cubicBezTo>
                    <a:pt x="84073" y="102124"/>
                    <a:pt x="81221" y="102124"/>
                    <a:pt x="79113" y="102124"/>
                  </a:cubicBezTo>
                  <a:lnTo>
                    <a:pt x="5212" y="102124"/>
                  </a:lnTo>
                  <a:close/>
                </a:path>
              </a:pathLst>
            </a:custGeom>
            <a:solidFill>
              <a:srgbClr val="000000"/>
            </a:solidFill>
            <a:ln w="25361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 sz="1600"/>
            </a:p>
          </p:txBody>
        </p:sp>
        <p:sp>
          <p:nvSpPr>
            <p:cNvPr id="132" name="任意形状 131">
              <a:extLst>
                <a:ext uri="{FF2B5EF4-FFF2-40B4-BE49-F238E27FC236}">
                  <a16:creationId xmlns:a16="http://schemas.microsoft.com/office/drawing/2014/main" id="{39BFA0A9-1148-4319-4FFE-7F612BE7BACB}"/>
                </a:ext>
              </a:extLst>
            </p:cNvPr>
            <p:cNvSpPr/>
            <p:nvPr>
              <p:custDataLst>
                <p:tags r:id="rId320"/>
              </p:custDataLst>
            </p:nvPr>
          </p:nvSpPr>
          <p:spPr>
            <a:xfrm>
              <a:off x="12130302" y="2872884"/>
              <a:ext cx="103447" cy="60491"/>
            </a:xfrm>
            <a:custGeom>
              <a:avLst/>
              <a:gdLst>
                <a:gd name="connsiteX0" fmla="*/ 92458 w 103447"/>
                <a:gd name="connsiteY0" fmla="*/ 7606 h 60491"/>
                <a:gd name="connsiteX1" fmla="*/ 100075 w 103447"/>
                <a:gd name="connsiteY1" fmla="*/ 4063 h 60491"/>
                <a:gd name="connsiteX2" fmla="*/ 102909 w 103447"/>
                <a:gd name="connsiteY2" fmla="*/ 3797 h 60491"/>
                <a:gd name="connsiteX3" fmla="*/ 103706 w 103447"/>
                <a:gd name="connsiteY3" fmla="*/ 1583 h 60491"/>
                <a:gd name="connsiteX4" fmla="*/ 100872 w 103447"/>
                <a:gd name="connsiteY4" fmla="*/ 77 h 60491"/>
                <a:gd name="connsiteX5" fmla="*/ 87498 w 103447"/>
                <a:gd name="connsiteY5" fmla="*/ 77 h 60491"/>
                <a:gd name="connsiteX6" fmla="*/ 83247 w 103447"/>
                <a:gd name="connsiteY6" fmla="*/ 1849 h 60491"/>
                <a:gd name="connsiteX7" fmla="*/ 46491 w 103447"/>
                <a:gd name="connsiteY7" fmla="*/ 52509 h 60491"/>
                <a:gd name="connsiteX8" fmla="*/ 35154 w 103447"/>
                <a:gd name="connsiteY8" fmla="*/ 2469 h 60491"/>
                <a:gd name="connsiteX9" fmla="*/ 31700 w 103447"/>
                <a:gd name="connsiteY9" fmla="*/ 77 h 60491"/>
                <a:gd name="connsiteX10" fmla="*/ 17529 w 103447"/>
                <a:gd name="connsiteY10" fmla="*/ 77 h 60491"/>
                <a:gd name="connsiteX11" fmla="*/ 14430 w 103447"/>
                <a:gd name="connsiteY11" fmla="*/ 2557 h 60491"/>
                <a:gd name="connsiteX12" fmla="*/ 17707 w 103447"/>
                <a:gd name="connsiteY12" fmla="*/ 4063 h 60491"/>
                <a:gd name="connsiteX13" fmla="*/ 23375 w 103447"/>
                <a:gd name="connsiteY13" fmla="*/ 4594 h 60491"/>
                <a:gd name="connsiteX14" fmla="*/ 23109 w 103447"/>
                <a:gd name="connsiteY14" fmla="*/ 6808 h 60491"/>
                <a:gd name="connsiteX15" fmla="*/ 12127 w 103447"/>
                <a:gd name="connsiteY15" fmla="*/ 50649 h 60491"/>
                <a:gd name="connsiteX16" fmla="*/ 2473 w 103447"/>
                <a:gd name="connsiteY16" fmla="*/ 56584 h 60491"/>
                <a:gd name="connsiteX17" fmla="*/ 259 w 103447"/>
                <a:gd name="connsiteY17" fmla="*/ 59063 h 60491"/>
                <a:gd name="connsiteX18" fmla="*/ 1764 w 103447"/>
                <a:gd name="connsiteY18" fmla="*/ 60569 h 60491"/>
                <a:gd name="connsiteX19" fmla="*/ 6813 w 103447"/>
                <a:gd name="connsiteY19" fmla="*/ 60303 h 60491"/>
                <a:gd name="connsiteX20" fmla="*/ 11861 w 103447"/>
                <a:gd name="connsiteY20" fmla="*/ 60215 h 60491"/>
                <a:gd name="connsiteX21" fmla="*/ 17087 w 103447"/>
                <a:gd name="connsiteY21" fmla="*/ 60303 h 60491"/>
                <a:gd name="connsiteX22" fmla="*/ 22135 w 103447"/>
                <a:gd name="connsiteY22" fmla="*/ 60569 h 60491"/>
                <a:gd name="connsiteX23" fmla="*/ 24261 w 103447"/>
                <a:gd name="connsiteY23" fmla="*/ 58089 h 60491"/>
                <a:gd name="connsiteX24" fmla="*/ 21958 w 103447"/>
                <a:gd name="connsiteY24" fmla="*/ 56584 h 60491"/>
                <a:gd name="connsiteX25" fmla="*/ 15847 w 103447"/>
                <a:gd name="connsiteY25" fmla="*/ 53218 h 60491"/>
                <a:gd name="connsiteX26" fmla="*/ 16201 w 103447"/>
                <a:gd name="connsiteY26" fmla="*/ 51181 h 60491"/>
                <a:gd name="connsiteX27" fmla="*/ 27803 w 103447"/>
                <a:gd name="connsiteY27" fmla="*/ 4594 h 60491"/>
                <a:gd name="connsiteX28" fmla="*/ 27892 w 103447"/>
                <a:gd name="connsiteY28" fmla="*/ 4594 h 60491"/>
                <a:gd name="connsiteX29" fmla="*/ 40026 w 103447"/>
                <a:gd name="connsiteY29" fmla="*/ 58001 h 60491"/>
                <a:gd name="connsiteX30" fmla="*/ 42328 w 103447"/>
                <a:gd name="connsiteY30" fmla="*/ 60569 h 60491"/>
                <a:gd name="connsiteX31" fmla="*/ 45517 w 103447"/>
                <a:gd name="connsiteY31" fmla="*/ 58532 h 60491"/>
                <a:gd name="connsiteX32" fmla="*/ 85107 w 103447"/>
                <a:gd name="connsiteY32" fmla="*/ 3886 h 60491"/>
                <a:gd name="connsiteX33" fmla="*/ 85195 w 103447"/>
                <a:gd name="connsiteY33" fmla="*/ 3974 h 60491"/>
                <a:gd name="connsiteX34" fmla="*/ 72884 w 103447"/>
                <a:gd name="connsiteY34" fmla="*/ 53218 h 60491"/>
                <a:gd name="connsiteX35" fmla="*/ 65267 w 103447"/>
                <a:gd name="connsiteY35" fmla="*/ 56584 h 60491"/>
                <a:gd name="connsiteX36" fmla="*/ 61636 w 103447"/>
                <a:gd name="connsiteY36" fmla="*/ 59063 h 60491"/>
                <a:gd name="connsiteX37" fmla="*/ 63230 w 103447"/>
                <a:gd name="connsiteY37" fmla="*/ 60569 h 60491"/>
                <a:gd name="connsiteX38" fmla="*/ 69164 w 103447"/>
                <a:gd name="connsiteY38" fmla="*/ 60303 h 60491"/>
                <a:gd name="connsiteX39" fmla="*/ 75187 w 103447"/>
                <a:gd name="connsiteY39" fmla="*/ 60215 h 60491"/>
                <a:gd name="connsiteX40" fmla="*/ 81298 w 103447"/>
                <a:gd name="connsiteY40" fmla="*/ 60303 h 60491"/>
                <a:gd name="connsiteX41" fmla="*/ 87409 w 103447"/>
                <a:gd name="connsiteY41" fmla="*/ 60569 h 60491"/>
                <a:gd name="connsiteX42" fmla="*/ 89624 w 103447"/>
                <a:gd name="connsiteY42" fmla="*/ 58089 h 60491"/>
                <a:gd name="connsiteX43" fmla="*/ 86701 w 103447"/>
                <a:gd name="connsiteY43" fmla="*/ 56584 h 60491"/>
                <a:gd name="connsiteX44" fmla="*/ 82892 w 103447"/>
                <a:gd name="connsiteY44" fmla="*/ 56406 h 60491"/>
                <a:gd name="connsiteX45" fmla="*/ 80590 w 103447"/>
                <a:gd name="connsiteY45" fmla="*/ 55432 h 60491"/>
                <a:gd name="connsiteX46" fmla="*/ 80855 w 103447"/>
                <a:gd name="connsiteY46" fmla="*/ 54192 h 60491"/>
                <a:gd name="connsiteX47" fmla="*/ 92458 w 103447"/>
                <a:gd name="connsiteY47" fmla="*/ 7606 h 604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103447" h="60491">
                  <a:moveTo>
                    <a:pt x="92458" y="7606"/>
                  </a:moveTo>
                  <a:cubicBezTo>
                    <a:pt x="93166" y="4771"/>
                    <a:pt x="93343" y="4063"/>
                    <a:pt x="100075" y="4063"/>
                  </a:cubicBezTo>
                  <a:cubicBezTo>
                    <a:pt x="102377" y="4063"/>
                    <a:pt x="102555" y="4063"/>
                    <a:pt x="102909" y="3797"/>
                  </a:cubicBezTo>
                  <a:cubicBezTo>
                    <a:pt x="103440" y="3266"/>
                    <a:pt x="103706" y="2203"/>
                    <a:pt x="103706" y="1583"/>
                  </a:cubicBezTo>
                  <a:cubicBezTo>
                    <a:pt x="103706" y="77"/>
                    <a:pt x="102377" y="77"/>
                    <a:pt x="100872" y="77"/>
                  </a:cubicBezTo>
                  <a:lnTo>
                    <a:pt x="87498" y="77"/>
                  </a:lnTo>
                  <a:cubicBezTo>
                    <a:pt x="85550" y="77"/>
                    <a:pt x="84575" y="77"/>
                    <a:pt x="83247" y="1849"/>
                  </a:cubicBezTo>
                  <a:lnTo>
                    <a:pt x="46491" y="52509"/>
                  </a:lnTo>
                  <a:lnTo>
                    <a:pt x="35154" y="2469"/>
                  </a:lnTo>
                  <a:cubicBezTo>
                    <a:pt x="34623" y="166"/>
                    <a:pt x="34092" y="77"/>
                    <a:pt x="31700" y="77"/>
                  </a:cubicBezTo>
                  <a:lnTo>
                    <a:pt x="17529" y="77"/>
                  </a:lnTo>
                  <a:cubicBezTo>
                    <a:pt x="15758" y="77"/>
                    <a:pt x="14430" y="77"/>
                    <a:pt x="14430" y="2557"/>
                  </a:cubicBezTo>
                  <a:cubicBezTo>
                    <a:pt x="14430" y="4063"/>
                    <a:pt x="15492" y="4063"/>
                    <a:pt x="17707" y="4063"/>
                  </a:cubicBezTo>
                  <a:cubicBezTo>
                    <a:pt x="18592" y="4063"/>
                    <a:pt x="21515" y="4063"/>
                    <a:pt x="23375" y="4594"/>
                  </a:cubicBezTo>
                  <a:cubicBezTo>
                    <a:pt x="23375" y="5657"/>
                    <a:pt x="23375" y="5834"/>
                    <a:pt x="23109" y="6808"/>
                  </a:cubicBezTo>
                  <a:lnTo>
                    <a:pt x="12127" y="50649"/>
                  </a:lnTo>
                  <a:cubicBezTo>
                    <a:pt x="11507" y="53041"/>
                    <a:pt x="10710" y="56406"/>
                    <a:pt x="2473" y="56584"/>
                  </a:cubicBezTo>
                  <a:cubicBezTo>
                    <a:pt x="1764" y="56584"/>
                    <a:pt x="259" y="56672"/>
                    <a:pt x="259" y="59063"/>
                  </a:cubicBezTo>
                  <a:cubicBezTo>
                    <a:pt x="259" y="59861"/>
                    <a:pt x="967" y="60569"/>
                    <a:pt x="1764" y="60569"/>
                  </a:cubicBezTo>
                  <a:cubicBezTo>
                    <a:pt x="3359" y="60569"/>
                    <a:pt x="5218" y="60303"/>
                    <a:pt x="6813" y="60303"/>
                  </a:cubicBezTo>
                  <a:cubicBezTo>
                    <a:pt x="8495" y="60303"/>
                    <a:pt x="10178" y="60215"/>
                    <a:pt x="11861" y="60215"/>
                  </a:cubicBezTo>
                  <a:cubicBezTo>
                    <a:pt x="13632" y="60215"/>
                    <a:pt x="15315" y="60303"/>
                    <a:pt x="17087" y="60303"/>
                  </a:cubicBezTo>
                  <a:cubicBezTo>
                    <a:pt x="18681" y="60303"/>
                    <a:pt x="20541" y="60569"/>
                    <a:pt x="22135" y="60569"/>
                  </a:cubicBezTo>
                  <a:cubicBezTo>
                    <a:pt x="23286" y="60569"/>
                    <a:pt x="24261" y="59949"/>
                    <a:pt x="24261" y="58089"/>
                  </a:cubicBezTo>
                  <a:cubicBezTo>
                    <a:pt x="24261" y="56584"/>
                    <a:pt x="22932" y="56584"/>
                    <a:pt x="21958" y="56584"/>
                  </a:cubicBezTo>
                  <a:cubicBezTo>
                    <a:pt x="17529" y="56495"/>
                    <a:pt x="15847" y="55344"/>
                    <a:pt x="15847" y="53218"/>
                  </a:cubicBezTo>
                  <a:cubicBezTo>
                    <a:pt x="15847" y="52598"/>
                    <a:pt x="16024" y="52067"/>
                    <a:pt x="16201" y="51181"/>
                  </a:cubicBezTo>
                  <a:lnTo>
                    <a:pt x="27803" y="4594"/>
                  </a:lnTo>
                  <a:lnTo>
                    <a:pt x="27892" y="4594"/>
                  </a:lnTo>
                  <a:lnTo>
                    <a:pt x="40026" y="58001"/>
                  </a:lnTo>
                  <a:cubicBezTo>
                    <a:pt x="40380" y="59506"/>
                    <a:pt x="40646" y="60569"/>
                    <a:pt x="42328" y="60569"/>
                  </a:cubicBezTo>
                  <a:cubicBezTo>
                    <a:pt x="43214" y="60569"/>
                    <a:pt x="44277" y="60215"/>
                    <a:pt x="45517" y="58532"/>
                  </a:cubicBezTo>
                  <a:lnTo>
                    <a:pt x="85107" y="3886"/>
                  </a:lnTo>
                  <a:lnTo>
                    <a:pt x="85195" y="3974"/>
                  </a:lnTo>
                  <a:lnTo>
                    <a:pt x="72884" y="53218"/>
                  </a:lnTo>
                  <a:cubicBezTo>
                    <a:pt x="72176" y="55875"/>
                    <a:pt x="71999" y="56584"/>
                    <a:pt x="65267" y="56584"/>
                  </a:cubicBezTo>
                  <a:cubicBezTo>
                    <a:pt x="63053" y="56584"/>
                    <a:pt x="61636" y="56584"/>
                    <a:pt x="61636" y="59063"/>
                  </a:cubicBezTo>
                  <a:cubicBezTo>
                    <a:pt x="61636" y="59772"/>
                    <a:pt x="62256" y="60569"/>
                    <a:pt x="63230" y="60569"/>
                  </a:cubicBezTo>
                  <a:cubicBezTo>
                    <a:pt x="65090" y="60569"/>
                    <a:pt x="67216" y="60303"/>
                    <a:pt x="69164" y="60303"/>
                  </a:cubicBezTo>
                  <a:cubicBezTo>
                    <a:pt x="71113" y="60303"/>
                    <a:pt x="73150" y="60215"/>
                    <a:pt x="75187" y="60215"/>
                  </a:cubicBezTo>
                  <a:cubicBezTo>
                    <a:pt x="77224" y="60215"/>
                    <a:pt x="79261" y="60303"/>
                    <a:pt x="81298" y="60303"/>
                  </a:cubicBezTo>
                  <a:cubicBezTo>
                    <a:pt x="83247" y="60303"/>
                    <a:pt x="85461" y="60569"/>
                    <a:pt x="87409" y="60569"/>
                  </a:cubicBezTo>
                  <a:cubicBezTo>
                    <a:pt x="87941" y="60569"/>
                    <a:pt x="89624" y="60569"/>
                    <a:pt x="89624" y="58089"/>
                  </a:cubicBezTo>
                  <a:cubicBezTo>
                    <a:pt x="89624" y="56584"/>
                    <a:pt x="88384" y="56584"/>
                    <a:pt x="86701" y="56584"/>
                  </a:cubicBezTo>
                  <a:cubicBezTo>
                    <a:pt x="86524" y="56584"/>
                    <a:pt x="84398" y="56584"/>
                    <a:pt x="82892" y="56406"/>
                  </a:cubicBezTo>
                  <a:cubicBezTo>
                    <a:pt x="80678" y="56229"/>
                    <a:pt x="80590" y="56141"/>
                    <a:pt x="80590" y="55432"/>
                  </a:cubicBezTo>
                  <a:cubicBezTo>
                    <a:pt x="80590" y="55255"/>
                    <a:pt x="80590" y="55078"/>
                    <a:pt x="80855" y="54192"/>
                  </a:cubicBezTo>
                  <a:lnTo>
                    <a:pt x="92458" y="7606"/>
                  </a:lnTo>
                  <a:close/>
                </a:path>
              </a:pathLst>
            </a:custGeom>
            <a:solidFill>
              <a:srgbClr val="000000"/>
            </a:solidFill>
            <a:ln w="25361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 sz="1600"/>
            </a:p>
          </p:txBody>
        </p:sp>
        <p:sp>
          <p:nvSpPr>
            <p:cNvPr id="133" name="任意形状 132">
              <a:extLst>
                <a:ext uri="{FF2B5EF4-FFF2-40B4-BE49-F238E27FC236}">
                  <a16:creationId xmlns:a16="http://schemas.microsoft.com/office/drawing/2014/main" id="{C918AA9D-CE0A-85F2-3A8A-16DFB71693C5}"/>
                </a:ext>
              </a:extLst>
            </p:cNvPr>
            <p:cNvSpPr/>
            <p:nvPr>
              <p:custDataLst>
                <p:tags r:id="rId321"/>
              </p:custDataLst>
            </p:nvPr>
          </p:nvSpPr>
          <p:spPr>
            <a:xfrm>
              <a:off x="12242698" y="2901934"/>
              <a:ext cx="43929" cy="63414"/>
            </a:xfrm>
            <a:custGeom>
              <a:avLst/>
              <a:gdLst>
                <a:gd name="connsiteX0" fmla="*/ 44195 w 43929"/>
                <a:gd name="connsiteY0" fmla="*/ 20538 h 63414"/>
                <a:gd name="connsiteX1" fmla="*/ 29758 w 43929"/>
                <a:gd name="connsiteY1" fmla="*/ 79 h 63414"/>
                <a:gd name="connsiteX2" fmla="*/ 265 w 43929"/>
                <a:gd name="connsiteY2" fmla="*/ 43034 h 63414"/>
                <a:gd name="connsiteX3" fmla="*/ 14613 w 43929"/>
                <a:gd name="connsiteY3" fmla="*/ 63494 h 63414"/>
                <a:gd name="connsiteX4" fmla="*/ 44195 w 43929"/>
                <a:gd name="connsiteY4" fmla="*/ 20538 h 63414"/>
                <a:gd name="connsiteX5" fmla="*/ 10893 w 43929"/>
                <a:gd name="connsiteY5" fmla="*/ 29749 h 63414"/>
                <a:gd name="connsiteX6" fmla="*/ 29670 w 43929"/>
                <a:gd name="connsiteY6" fmla="*/ 3090 h 63414"/>
                <a:gd name="connsiteX7" fmla="*/ 36666 w 43929"/>
                <a:gd name="connsiteY7" fmla="*/ 15667 h 63414"/>
                <a:gd name="connsiteX8" fmla="*/ 34541 w 43929"/>
                <a:gd name="connsiteY8" fmla="*/ 29749 h 63414"/>
                <a:gd name="connsiteX9" fmla="*/ 10893 w 43929"/>
                <a:gd name="connsiteY9" fmla="*/ 29749 h 63414"/>
                <a:gd name="connsiteX10" fmla="*/ 33478 w 43929"/>
                <a:gd name="connsiteY10" fmla="*/ 33823 h 63414"/>
                <a:gd name="connsiteX11" fmla="*/ 14790 w 43929"/>
                <a:gd name="connsiteY11" fmla="*/ 60482 h 63414"/>
                <a:gd name="connsiteX12" fmla="*/ 7705 w 43929"/>
                <a:gd name="connsiteY12" fmla="*/ 47994 h 63414"/>
                <a:gd name="connsiteX13" fmla="*/ 9830 w 43929"/>
                <a:gd name="connsiteY13" fmla="*/ 33823 h 63414"/>
                <a:gd name="connsiteX14" fmla="*/ 33478 w 43929"/>
                <a:gd name="connsiteY14" fmla="*/ 33823 h 634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43929" h="63414">
                  <a:moveTo>
                    <a:pt x="44195" y="20538"/>
                  </a:moveTo>
                  <a:cubicBezTo>
                    <a:pt x="44195" y="9821"/>
                    <a:pt x="39323" y="79"/>
                    <a:pt x="29758" y="79"/>
                  </a:cubicBezTo>
                  <a:cubicBezTo>
                    <a:pt x="15587" y="79"/>
                    <a:pt x="265" y="22310"/>
                    <a:pt x="265" y="43034"/>
                  </a:cubicBezTo>
                  <a:cubicBezTo>
                    <a:pt x="265" y="55080"/>
                    <a:pt x="5933" y="63494"/>
                    <a:pt x="14613" y="63494"/>
                  </a:cubicBezTo>
                  <a:cubicBezTo>
                    <a:pt x="29138" y="63494"/>
                    <a:pt x="44195" y="40643"/>
                    <a:pt x="44195" y="20538"/>
                  </a:cubicBezTo>
                  <a:close/>
                  <a:moveTo>
                    <a:pt x="10893" y="29749"/>
                  </a:moveTo>
                  <a:cubicBezTo>
                    <a:pt x="16562" y="7696"/>
                    <a:pt x="25507" y="3090"/>
                    <a:pt x="29670" y="3090"/>
                  </a:cubicBezTo>
                  <a:cubicBezTo>
                    <a:pt x="34629" y="3090"/>
                    <a:pt x="36666" y="8670"/>
                    <a:pt x="36666" y="15667"/>
                  </a:cubicBezTo>
                  <a:cubicBezTo>
                    <a:pt x="36666" y="18324"/>
                    <a:pt x="36489" y="21867"/>
                    <a:pt x="34541" y="29749"/>
                  </a:cubicBezTo>
                  <a:lnTo>
                    <a:pt x="10893" y="29749"/>
                  </a:lnTo>
                  <a:close/>
                  <a:moveTo>
                    <a:pt x="33478" y="33823"/>
                  </a:moveTo>
                  <a:cubicBezTo>
                    <a:pt x="28164" y="55080"/>
                    <a:pt x="19219" y="60482"/>
                    <a:pt x="14790" y="60482"/>
                  </a:cubicBezTo>
                  <a:cubicBezTo>
                    <a:pt x="8148" y="60482"/>
                    <a:pt x="7705" y="50651"/>
                    <a:pt x="7705" y="47994"/>
                  </a:cubicBezTo>
                  <a:cubicBezTo>
                    <a:pt x="7705" y="44540"/>
                    <a:pt x="8325" y="40377"/>
                    <a:pt x="9830" y="33823"/>
                  </a:cubicBezTo>
                  <a:lnTo>
                    <a:pt x="33478" y="33823"/>
                  </a:lnTo>
                  <a:close/>
                </a:path>
              </a:pathLst>
            </a:custGeom>
            <a:solidFill>
              <a:srgbClr val="000000"/>
            </a:solidFill>
            <a:ln w="25361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 sz="1600"/>
            </a:p>
          </p:txBody>
        </p:sp>
        <p:sp>
          <p:nvSpPr>
            <p:cNvPr id="134" name="任意形状 133">
              <a:extLst>
                <a:ext uri="{FF2B5EF4-FFF2-40B4-BE49-F238E27FC236}">
                  <a16:creationId xmlns:a16="http://schemas.microsoft.com/office/drawing/2014/main" id="{C212C826-4BC6-88FA-3F94-934A2CFD682D}"/>
                </a:ext>
              </a:extLst>
            </p:cNvPr>
            <p:cNvSpPr/>
            <p:nvPr>
              <p:custDataLst>
                <p:tags r:id="rId322"/>
              </p:custDataLst>
            </p:nvPr>
          </p:nvSpPr>
          <p:spPr>
            <a:xfrm>
              <a:off x="12319913" y="2922571"/>
              <a:ext cx="12045" cy="27987"/>
            </a:xfrm>
            <a:custGeom>
              <a:avLst/>
              <a:gdLst>
                <a:gd name="connsiteX0" fmla="*/ 9303 w 12045"/>
                <a:gd name="connsiteY0" fmla="*/ 9643 h 27987"/>
                <a:gd name="connsiteX1" fmla="*/ 2306 w 12045"/>
                <a:gd name="connsiteY1" fmla="*/ 24965 h 27987"/>
                <a:gd name="connsiteX2" fmla="*/ 1243 w 12045"/>
                <a:gd name="connsiteY2" fmla="*/ 26470 h 27987"/>
                <a:gd name="connsiteX3" fmla="*/ 2838 w 12045"/>
                <a:gd name="connsiteY3" fmla="*/ 28065 h 27987"/>
                <a:gd name="connsiteX4" fmla="*/ 12314 w 12045"/>
                <a:gd name="connsiteY4" fmla="*/ 10085 h 27987"/>
                <a:gd name="connsiteX5" fmla="*/ 5672 w 12045"/>
                <a:gd name="connsiteY5" fmla="*/ 77 h 27987"/>
                <a:gd name="connsiteX6" fmla="*/ 269 w 12045"/>
                <a:gd name="connsiteY6" fmla="*/ 5480 h 27987"/>
                <a:gd name="connsiteX7" fmla="*/ 5672 w 12045"/>
                <a:gd name="connsiteY7" fmla="*/ 10882 h 27987"/>
                <a:gd name="connsiteX8" fmla="*/ 9303 w 12045"/>
                <a:gd name="connsiteY8" fmla="*/ 9643 h 279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2045" h="27987">
                  <a:moveTo>
                    <a:pt x="9303" y="9643"/>
                  </a:moveTo>
                  <a:cubicBezTo>
                    <a:pt x="9303" y="18145"/>
                    <a:pt x="4697" y="23016"/>
                    <a:pt x="2306" y="24965"/>
                  </a:cubicBezTo>
                  <a:cubicBezTo>
                    <a:pt x="1420" y="25673"/>
                    <a:pt x="1243" y="25850"/>
                    <a:pt x="1243" y="26470"/>
                  </a:cubicBezTo>
                  <a:cubicBezTo>
                    <a:pt x="1243" y="27002"/>
                    <a:pt x="2040" y="28065"/>
                    <a:pt x="2838" y="28065"/>
                  </a:cubicBezTo>
                  <a:cubicBezTo>
                    <a:pt x="3989" y="28065"/>
                    <a:pt x="12314" y="21156"/>
                    <a:pt x="12314" y="10085"/>
                  </a:cubicBezTo>
                  <a:cubicBezTo>
                    <a:pt x="12314" y="4063"/>
                    <a:pt x="9657" y="77"/>
                    <a:pt x="5672" y="77"/>
                  </a:cubicBezTo>
                  <a:cubicBezTo>
                    <a:pt x="2306" y="77"/>
                    <a:pt x="269" y="2734"/>
                    <a:pt x="269" y="5480"/>
                  </a:cubicBezTo>
                  <a:cubicBezTo>
                    <a:pt x="269" y="8314"/>
                    <a:pt x="2306" y="10882"/>
                    <a:pt x="5672" y="10882"/>
                  </a:cubicBezTo>
                  <a:cubicBezTo>
                    <a:pt x="7000" y="10882"/>
                    <a:pt x="8329" y="10528"/>
                    <a:pt x="9303" y="9643"/>
                  </a:cubicBezTo>
                  <a:close/>
                </a:path>
              </a:pathLst>
            </a:custGeom>
            <a:solidFill>
              <a:srgbClr val="000000"/>
            </a:solidFill>
            <a:ln w="25361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 sz="1600"/>
            </a:p>
          </p:txBody>
        </p:sp>
        <p:sp>
          <p:nvSpPr>
            <p:cNvPr id="135" name="任意形状 134">
              <a:extLst>
                <a:ext uri="{FF2B5EF4-FFF2-40B4-BE49-F238E27FC236}">
                  <a16:creationId xmlns:a16="http://schemas.microsoft.com/office/drawing/2014/main" id="{1461086F-863E-BF8E-AC40-4F469A6110F8}"/>
                </a:ext>
              </a:extLst>
            </p:cNvPr>
            <p:cNvSpPr/>
            <p:nvPr>
              <p:custDataLst>
                <p:tags r:id="rId323"/>
              </p:custDataLst>
            </p:nvPr>
          </p:nvSpPr>
          <p:spPr>
            <a:xfrm>
              <a:off x="12355015" y="2894229"/>
              <a:ext cx="44018" cy="56329"/>
            </a:xfrm>
            <a:custGeom>
              <a:avLst/>
              <a:gdLst>
                <a:gd name="connsiteX0" fmla="*/ 43935 w 44018"/>
                <a:gd name="connsiteY0" fmla="*/ 3443 h 56329"/>
                <a:gd name="connsiteX1" fmla="*/ 44290 w 44018"/>
                <a:gd name="connsiteY1" fmla="*/ 1583 h 56329"/>
                <a:gd name="connsiteX2" fmla="*/ 42873 w 44018"/>
                <a:gd name="connsiteY2" fmla="*/ 77 h 56329"/>
                <a:gd name="connsiteX3" fmla="*/ 36053 w 44018"/>
                <a:gd name="connsiteY3" fmla="*/ 6011 h 56329"/>
                <a:gd name="connsiteX4" fmla="*/ 25070 w 44018"/>
                <a:gd name="connsiteY4" fmla="*/ 77 h 56329"/>
                <a:gd name="connsiteX5" fmla="*/ 271 w 44018"/>
                <a:gd name="connsiteY5" fmla="*/ 24788 h 56329"/>
                <a:gd name="connsiteX6" fmla="*/ 15682 w 44018"/>
                <a:gd name="connsiteY6" fmla="*/ 40198 h 56329"/>
                <a:gd name="connsiteX7" fmla="*/ 28170 w 44018"/>
                <a:gd name="connsiteY7" fmla="*/ 35327 h 56329"/>
                <a:gd name="connsiteX8" fmla="*/ 24450 w 44018"/>
                <a:gd name="connsiteY8" fmla="*/ 50384 h 56329"/>
                <a:gd name="connsiteX9" fmla="*/ 18073 w 44018"/>
                <a:gd name="connsiteY9" fmla="*/ 52421 h 56329"/>
                <a:gd name="connsiteX10" fmla="*/ 15062 w 44018"/>
                <a:gd name="connsiteY10" fmla="*/ 54901 h 56329"/>
                <a:gd name="connsiteX11" fmla="*/ 16568 w 44018"/>
                <a:gd name="connsiteY11" fmla="*/ 56406 h 56329"/>
                <a:gd name="connsiteX12" fmla="*/ 21616 w 44018"/>
                <a:gd name="connsiteY12" fmla="*/ 56141 h 56329"/>
                <a:gd name="connsiteX13" fmla="*/ 26842 w 44018"/>
                <a:gd name="connsiteY13" fmla="*/ 56052 h 56329"/>
                <a:gd name="connsiteX14" fmla="*/ 32067 w 44018"/>
                <a:gd name="connsiteY14" fmla="*/ 56141 h 56329"/>
                <a:gd name="connsiteX15" fmla="*/ 37381 w 44018"/>
                <a:gd name="connsiteY15" fmla="*/ 56406 h 56329"/>
                <a:gd name="connsiteX16" fmla="*/ 39595 w 44018"/>
                <a:gd name="connsiteY16" fmla="*/ 53926 h 56329"/>
                <a:gd name="connsiteX17" fmla="*/ 36850 w 44018"/>
                <a:gd name="connsiteY17" fmla="*/ 52421 h 56329"/>
                <a:gd name="connsiteX18" fmla="*/ 31979 w 44018"/>
                <a:gd name="connsiteY18" fmla="*/ 51358 h 56329"/>
                <a:gd name="connsiteX19" fmla="*/ 32421 w 44018"/>
                <a:gd name="connsiteY19" fmla="*/ 49498 h 56329"/>
                <a:gd name="connsiteX20" fmla="*/ 43935 w 44018"/>
                <a:gd name="connsiteY20" fmla="*/ 3443 h 56329"/>
                <a:gd name="connsiteX21" fmla="*/ 30119 w 44018"/>
                <a:gd name="connsiteY21" fmla="*/ 27533 h 56329"/>
                <a:gd name="connsiteX22" fmla="*/ 28170 w 44018"/>
                <a:gd name="connsiteY22" fmla="*/ 30810 h 56329"/>
                <a:gd name="connsiteX23" fmla="*/ 16036 w 44018"/>
                <a:gd name="connsiteY23" fmla="*/ 37187 h 56329"/>
                <a:gd name="connsiteX24" fmla="*/ 8242 w 44018"/>
                <a:gd name="connsiteY24" fmla="*/ 28153 h 56329"/>
                <a:gd name="connsiteX25" fmla="*/ 12937 w 44018"/>
                <a:gd name="connsiteY25" fmla="*/ 11060 h 56329"/>
                <a:gd name="connsiteX26" fmla="*/ 25070 w 44018"/>
                <a:gd name="connsiteY26" fmla="*/ 3089 h 56329"/>
                <a:gd name="connsiteX27" fmla="*/ 34281 w 44018"/>
                <a:gd name="connsiteY27" fmla="*/ 10971 h 56329"/>
                <a:gd name="connsiteX28" fmla="*/ 34016 w 44018"/>
                <a:gd name="connsiteY28" fmla="*/ 12300 h 56329"/>
                <a:gd name="connsiteX29" fmla="*/ 30119 w 44018"/>
                <a:gd name="connsiteY29" fmla="*/ 27533 h 563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44018" h="56329">
                  <a:moveTo>
                    <a:pt x="43935" y="3443"/>
                  </a:moveTo>
                  <a:cubicBezTo>
                    <a:pt x="44290" y="2203"/>
                    <a:pt x="44290" y="2026"/>
                    <a:pt x="44290" y="1583"/>
                  </a:cubicBezTo>
                  <a:cubicBezTo>
                    <a:pt x="44290" y="343"/>
                    <a:pt x="43138" y="77"/>
                    <a:pt x="42873" y="77"/>
                  </a:cubicBezTo>
                  <a:cubicBezTo>
                    <a:pt x="41633" y="77"/>
                    <a:pt x="37470" y="3797"/>
                    <a:pt x="36053" y="6011"/>
                  </a:cubicBezTo>
                  <a:cubicBezTo>
                    <a:pt x="34547" y="3531"/>
                    <a:pt x="31093" y="77"/>
                    <a:pt x="25070" y="77"/>
                  </a:cubicBezTo>
                  <a:cubicBezTo>
                    <a:pt x="12759" y="77"/>
                    <a:pt x="271" y="12122"/>
                    <a:pt x="271" y="24788"/>
                  </a:cubicBezTo>
                  <a:cubicBezTo>
                    <a:pt x="271" y="33910"/>
                    <a:pt x="7003" y="40198"/>
                    <a:pt x="15682" y="40198"/>
                  </a:cubicBezTo>
                  <a:cubicBezTo>
                    <a:pt x="21085" y="40198"/>
                    <a:pt x="25602" y="37453"/>
                    <a:pt x="28170" y="35327"/>
                  </a:cubicBezTo>
                  <a:cubicBezTo>
                    <a:pt x="26665" y="41881"/>
                    <a:pt x="24539" y="50029"/>
                    <a:pt x="24450" y="50384"/>
                  </a:cubicBezTo>
                  <a:cubicBezTo>
                    <a:pt x="23919" y="51801"/>
                    <a:pt x="23653" y="52332"/>
                    <a:pt x="18073" y="52421"/>
                  </a:cubicBezTo>
                  <a:cubicBezTo>
                    <a:pt x="16391" y="52421"/>
                    <a:pt x="15062" y="52421"/>
                    <a:pt x="15062" y="54901"/>
                  </a:cubicBezTo>
                  <a:cubicBezTo>
                    <a:pt x="15062" y="55255"/>
                    <a:pt x="15328" y="56406"/>
                    <a:pt x="16568" y="56406"/>
                  </a:cubicBezTo>
                  <a:cubicBezTo>
                    <a:pt x="18162" y="56406"/>
                    <a:pt x="20022" y="56141"/>
                    <a:pt x="21616" y="56141"/>
                  </a:cubicBezTo>
                  <a:cubicBezTo>
                    <a:pt x="23388" y="56141"/>
                    <a:pt x="25070" y="56052"/>
                    <a:pt x="26842" y="56052"/>
                  </a:cubicBezTo>
                  <a:cubicBezTo>
                    <a:pt x="28613" y="56052"/>
                    <a:pt x="30384" y="56141"/>
                    <a:pt x="32067" y="56141"/>
                  </a:cubicBezTo>
                  <a:cubicBezTo>
                    <a:pt x="33750" y="56141"/>
                    <a:pt x="35699" y="56406"/>
                    <a:pt x="37381" y="56406"/>
                  </a:cubicBezTo>
                  <a:cubicBezTo>
                    <a:pt x="38533" y="56406"/>
                    <a:pt x="39595" y="55786"/>
                    <a:pt x="39595" y="53926"/>
                  </a:cubicBezTo>
                  <a:cubicBezTo>
                    <a:pt x="39595" y="52421"/>
                    <a:pt x="38090" y="52421"/>
                    <a:pt x="36850" y="52421"/>
                  </a:cubicBezTo>
                  <a:cubicBezTo>
                    <a:pt x="33927" y="52421"/>
                    <a:pt x="31979" y="52421"/>
                    <a:pt x="31979" y="51358"/>
                  </a:cubicBezTo>
                  <a:cubicBezTo>
                    <a:pt x="31979" y="51181"/>
                    <a:pt x="32067" y="50915"/>
                    <a:pt x="32421" y="49498"/>
                  </a:cubicBezTo>
                  <a:lnTo>
                    <a:pt x="43935" y="3443"/>
                  </a:lnTo>
                  <a:close/>
                  <a:moveTo>
                    <a:pt x="30119" y="27533"/>
                  </a:moveTo>
                  <a:cubicBezTo>
                    <a:pt x="29764" y="29039"/>
                    <a:pt x="29676" y="29127"/>
                    <a:pt x="28170" y="30810"/>
                  </a:cubicBezTo>
                  <a:cubicBezTo>
                    <a:pt x="24273" y="35150"/>
                    <a:pt x="19579" y="37187"/>
                    <a:pt x="16036" y="37187"/>
                  </a:cubicBezTo>
                  <a:cubicBezTo>
                    <a:pt x="13025" y="37187"/>
                    <a:pt x="8242" y="35593"/>
                    <a:pt x="8242" y="28153"/>
                  </a:cubicBezTo>
                  <a:cubicBezTo>
                    <a:pt x="8242" y="24433"/>
                    <a:pt x="10014" y="16108"/>
                    <a:pt x="12937" y="11060"/>
                  </a:cubicBezTo>
                  <a:cubicBezTo>
                    <a:pt x="15682" y="6454"/>
                    <a:pt x="20553" y="3089"/>
                    <a:pt x="25070" y="3089"/>
                  </a:cubicBezTo>
                  <a:cubicBezTo>
                    <a:pt x="32421" y="3089"/>
                    <a:pt x="34281" y="10263"/>
                    <a:pt x="34281" y="10971"/>
                  </a:cubicBezTo>
                  <a:cubicBezTo>
                    <a:pt x="34281" y="11414"/>
                    <a:pt x="34104" y="11945"/>
                    <a:pt x="34016" y="12300"/>
                  </a:cubicBezTo>
                  <a:lnTo>
                    <a:pt x="30119" y="27533"/>
                  </a:lnTo>
                  <a:close/>
                </a:path>
              </a:pathLst>
            </a:custGeom>
            <a:solidFill>
              <a:srgbClr val="000000"/>
            </a:solidFill>
            <a:ln w="25361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 sz="1600"/>
            </a:p>
          </p:txBody>
        </p:sp>
        <p:sp>
          <p:nvSpPr>
            <p:cNvPr id="136" name="任意形状 135">
              <a:extLst>
                <a:ext uri="{FF2B5EF4-FFF2-40B4-BE49-F238E27FC236}">
                  <a16:creationId xmlns:a16="http://schemas.microsoft.com/office/drawing/2014/main" id="{0C97A80F-5FC6-369D-D364-8ED507B44F31}"/>
                </a:ext>
              </a:extLst>
            </p:cNvPr>
            <p:cNvSpPr/>
            <p:nvPr>
              <p:custDataLst>
                <p:tags r:id="rId324"/>
              </p:custDataLst>
            </p:nvPr>
          </p:nvSpPr>
          <p:spPr>
            <a:xfrm>
              <a:off x="12442413" y="2756142"/>
              <a:ext cx="41095" cy="177135"/>
            </a:xfrm>
            <a:custGeom>
              <a:avLst/>
              <a:gdLst>
                <a:gd name="connsiteX0" fmla="*/ 41371 w 41095"/>
                <a:gd name="connsiteY0" fmla="*/ 175439 h 177135"/>
                <a:gd name="connsiteX1" fmla="*/ 38360 w 41095"/>
                <a:gd name="connsiteY1" fmla="*/ 171542 h 177135"/>
                <a:gd name="connsiteX2" fmla="*/ 10550 w 41095"/>
                <a:gd name="connsiteY2" fmla="*/ 88643 h 177135"/>
                <a:gd name="connsiteX3" fmla="*/ 39069 w 41095"/>
                <a:gd name="connsiteY3" fmla="*/ 4857 h 177135"/>
                <a:gd name="connsiteX4" fmla="*/ 41371 w 41095"/>
                <a:gd name="connsiteY4" fmla="*/ 1846 h 177135"/>
                <a:gd name="connsiteX5" fmla="*/ 39600 w 41095"/>
                <a:gd name="connsiteY5" fmla="*/ 75 h 177135"/>
                <a:gd name="connsiteX6" fmla="*/ 11435 w 41095"/>
                <a:gd name="connsiteY6" fmla="*/ 34616 h 177135"/>
                <a:gd name="connsiteX7" fmla="*/ 276 w 41095"/>
                <a:gd name="connsiteY7" fmla="*/ 88643 h 177135"/>
                <a:gd name="connsiteX8" fmla="*/ 11967 w 41095"/>
                <a:gd name="connsiteY8" fmla="*/ 143909 h 177135"/>
                <a:gd name="connsiteX9" fmla="*/ 39600 w 41095"/>
                <a:gd name="connsiteY9" fmla="*/ 177210 h 177135"/>
                <a:gd name="connsiteX10" fmla="*/ 41371 w 41095"/>
                <a:gd name="connsiteY10" fmla="*/ 175439 h 1771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41095" h="177135">
                  <a:moveTo>
                    <a:pt x="41371" y="175439"/>
                  </a:moveTo>
                  <a:cubicBezTo>
                    <a:pt x="41371" y="174908"/>
                    <a:pt x="41371" y="174553"/>
                    <a:pt x="38360" y="171542"/>
                  </a:cubicBezTo>
                  <a:cubicBezTo>
                    <a:pt x="16218" y="149223"/>
                    <a:pt x="10550" y="115744"/>
                    <a:pt x="10550" y="88643"/>
                  </a:cubicBezTo>
                  <a:cubicBezTo>
                    <a:pt x="10550" y="57821"/>
                    <a:pt x="17281" y="26999"/>
                    <a:pt x="39069" y="4857"/>
                  </a:cubicBezTo>
                  <a:cubicBezTo>
                    <a:pt x="41371" y="2732"/>
                    <a:pt x="41371" y="2377"/>
                    <a:pt x="41371" y="1846"/>
                  </a:cubicBezTo>
                  <a:cubicBezTo>
                    <a:pt x="41371" y="606"/>
                    <a:pt x="40663" y="75"/>
                    <a:pt x="39600" y="75"/>
                  </a:cubicBezTo>
                  <a:cubicBezTo>
                    <a:pt x="37829" y="75"/>
                    <a:pt x="21886" y="12120"/>
                    <a:pt x="11435" y="34616"/>
                  </a:cubicBezTo>
                  <a:cubicBezTo>
                    <a:pt x="2401" y="54101"/>
                    <a:pt x="276" y="73763"/>
                    <a:pt x="276" y="88643"/>
                  </a:cubicBezTo>
                  <a:cubicBezTo>
                    <a:pt x="276" y="102459"/>
                    <a:pt x="2224" y="123893"/>
                    <a:pt x="11967" y="143909"/>
                  </a:cubicBezTo>
                  <a:cubicBezTo>
                    <a:pt x="22595" y="165697"/>
                    <a:pt x="37829" y="177210"/>
                    <a:pt x="39600" y="177210"/>
                  </a:cubicBezTo>
                  <a:cubicBezTo>
                    <a:pt x="40663" y="177210"/>
                    <a:pt x="41371" y="176679"/>
                    <a:pt x="41371" y="175439"/>
                  </a:cubicBezTo>
                  <a:close/>
                </a:path>
              </a:pathLst>
            </a:custGeom>
            <a:solidFill>
              <a:srgbClr val="000000"/>
            </a:solidFill>
            <a:ln w="25361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 sz="1600"/>
            </a:p>
          </p:txBody>
        </p:sp>
        <p:sp>
          <p:nvSpPr>
            <p:cNvPr id="137" name="任意形状 136">
              <a:extLst>
                <a:ext uri="{FF2B5EF4-FFF2-40B4-BE49-F238E27FC236}">
                  <a16:creationId xmlns:a16="http://schemas.microsoft.com/office/drawing/2014/main" id="{378824CD-A6D5-9B27-D175-2A59AC6F0BAE}"/>
                </a:ext>
              </a:extLst>
            </p:cNvPr>
            <p:cNvSpPr/>
            <p:nvPr>
              <p:custDataLst>
                <p:tags r:id="rId325"/>
              </p:custDataLst>
            </p:nvPr>
          </p:nvSpPr>
          <p:spPr>
            <a:xfrm>
              <a:off x="12501911" y="2810700"/>
              <a:ext cx="68020" cy="80242"/>
            </a:xfrm>
            <a:custGeom>
              <a:avLst/>
              <a:gdLst>
                <a:gd name="connsiteX0" fmla="*/ 25256 w 68020"/>
                <a:gd name="connsiteY0" fmla="*/ 37450 h 80242"/>
                <a:gd name="connsiteX1" fmla="*/ 52358 w 68020"/>
                <a:gd name="connsiteY1" fmla="*/ 33376 h 80242"/>
                <a:gd name="connsiteX2" fmla="*/ 65643 w 68020"/>
                <a:gd name="connsiteY2" fmla="*/ 15131 h 80242"/>
                <a:gd name="connsiteX3" fmla="*/ 46689 w 68020"/>
                <a:gd name="connsiteY3" fmla="*/ 75 h 80242"/>
                <a:gd name="connsiteX4" fmla="*/ 280 w 68020"/>
                <a:gd name="connsiteY4" fmla="*/ 48256 h 80242"/>
                <a:gd name="connsiteX5" fmla="*/ 28090 w 68020"/>
                <a:gd name="connsiteY5" fmla="*/ 80317 h 80242"/>
                <a:gd name="connsiteX6" fmla="*/ 68300 w 68020"/>
                <a:gd name="connsiteY6" fmla="*/ 59415 h 80242"/>
                <a:gd name="connsiteX7" fmla="*/ 66174 w 68020"/>
                <a:gd name="connsiteY7" fmla="*/ 57112 h 80242"/>
                <a:gd name="connsiteX8" fmla="*/ 63871 w 68020"/>
                <a:gd name="connsiteY8" fmla="*/ 58884 h 80242"/>
                <a:gd name="connsiteX9" fmla="*/ 28444 w 68020"/>
                <a:gd name="connsiteY9" fmla="*/ 76420 h 80242"/>
                <a:gd name="connsiteX10" fmla="*/ 13033 w 68020"/>
                <a:gd name="connsiteY10" fmla="*/ 55872 h 80242"/>
                <a:gd name="connsiteX11" fmla="*/ 15868 w 68020"/>
                <a:gd name="connsiteY11" fmla="*/ 37450 h 80242"/>
                <a:gd name="connsiteX12" fmla="*/ 25256 w 68020"/>
                <a:gd name="connsiteY12" fmla="*/ 37450 h 80242"/>
                <a:gd name="connsiteX13" fmla="*/ 16930 w 68020"/>
                <a:gd name="connsiteY13" fmla="*/ 33553 h 80242"/>
                <a:gd name="connsiteX14" fmla="*/ 46689 w 68020"/>
                <a:gd name="connsiteY14" fmla="*/ 3972 h 80242"/>
                <a:gd name="connsiteX15" fmla="*/ 59797 w 68020"/>
                <a:gd name="connsiteY15" fmla="*/ 15131 h 80242"/>
                <a:gd name="connsiteX16" fmla="*/ 24193 w 68020"/>
                <a:gd name="connsiteY16" fmla="*/ 33553 h 80242"/>
                <a:gd name="connsiteX17" fmla="*/ 16930 w 68020"/>
                <a:gd name="connsiteY17" fmla="*/ 33553 h 802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68020" h="80242">
                  <a:moveTo>
                    <a:pt x="25256" y="37450"/>
                  </a:moveTo>
                  <a:cubicBezTo>
                    <a:pt x="30393" y="37450"/>
                    <a:pt x="43501" y="37096"/>
                    <a:pt x="52358" y="33376"/>
                  </a:cubicBezTo>
                  <a:cubicBezTo>
                    <a:pt x="64757" y="28062"/>
                    <a:pt x="65643" y="17611"/>
                    <a:pt x="65643" y="15131"/>
                  </a:cubicBezTo>
                  <a:cubicBezTo>
                    <a:pt x="65643" y="7337"/>
                    <a:pt x="58912" y="75"/>
                    <a:pt x="46689" y="75"/>
                  </a:cubicBezTo>
                  <a:cubicBezTo>
                    <a:pt x="27027" y="75"/>
                    <a:pt x="280" y="17257"/>
                    <a:pt x="280" y="48256"/>
                  </a:cubicBezTo>
                  <a:cubicBezTo>
                    <a:pt x="280" y="66323"/>
                    <a:pt x="10731" y="80317"/>
                    <a:pt x="28090" y="80317"/>
                  </a:cubicBezTo>
                  <a:cubicBezTo>
                    <a:pt x="53420" y="80317"/>
                    <a:pt x="68300" y="61541"/>
                    <a:pt x="68300" y="59415"/>
                  </a:cubicBezTo>
                  <a:cubicBezTo>
                    <a:pt x="68300" y="58352"/>
                    <a:pt x="67237" y="57112"/>
                    <a:pt x="66174" y="57112"/>
                  </a:cubicBezTo>
                  <a:cubicBezTo>
                    <a:pt x="65289" y="57112"/>
                    <a:pt x="64934" y="57467"/>
                    <a:pt x="63871" y="58884"/>
                  </a:cubicBezTo>
                  <a:cubicBezTo>
                    <a:pt x="49878" y="76420"/>
                    <a:pt x="30570" y="76420"/>
                    <a:pt x="28444" y="76420"/>
                  </a:cubicBezTo>
                  <a:cubicBezTo>
                    <a:pt x="14628" y="76420"/>
                    <a:pt x="13033" y="61541"/>
                    <a:pt x="13033" y="55872"/>
                  </a:cubicBezTo>
                  <a:cubicBezTo>
                    <a:pt x="13033" y="53747"/>
                    <a:pt x="13211" y="48256"/>
                    <a:pt x="15868" y="37450"/>
                  </a:cubicBezTo>
                  <a:lnTo>
                    <a:pt x="25256" y="37450"/>
                  </a:lnTo>
                  <a:close/>
                  <a:moveTo>
                    <a:pt x="16930" y="33553"/>
                  </a:moveTo>
                  <a:cubicBezTo>
                    <a:pt x="23839" y="6629"/>
                    <a:pt x="42084" y="3972"/>
                    <a:pt x="46689" y="3972"/>
                  </a:cubicBezTo>
                  <a:cubicBezTo>
                    <a:pt x="55015" y="3972"/>
                    <a:pt x="59797" y="9109"/>
                    <a:pt x="59797" y="15131"/>
                  </a:cubicBezTo>
                  <a:cubicBezTo>
                    <a:pt x="59797" y="33553"/>
                    <a:pt x="31456" y="33553"/>
                    <a:pt x="24193" y="33553"/>
                  </a:cubicBezTo>
                  <a:lnTo>
                    <a:pt x="16930" y="33553"/>
                  </a:lnTo>
                  <a:close/>
                </a:path>
              </a:pathLst>
            </a:custGeom>
            <a:solidFill>
              <a:srgbClr val="000000"/>
            </a:solidFill>
            <a:ln w="25361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 sz="1600"/>
            </a:p>
          </p:txBody>
        </p:sp>
        <p:sp>
          <p:nvSpPr>
            <p:cNvPr id="138" name="任意形状 137">
              <a:extLst>
                <a:ext uri="{FF2B5EF4-FFF2-40B4-BE49-F238E27FC236}">
                  <a16:creationId xmlns:a16="http://schemas.microsoft.com/office/drawing/2014/main" id="{C5C78C47-D262-6382-EB51-08D555FD1DA1}"/>
                </a:ext>
              </a:extLst>
            </p:cNvPr>
            <p:cNvSpPr/>
            <p:nvPr>
              <p:custDataLst>
                <p:tags r:id="rId326"/>
              </p:custDataLst>
            </p:nvPr>
          </p:nvSpPr>
          <p:spPr>
            <a:xfrm>
              <a:off x="12586339" y="2756142"/>
              <a:ext cx="41095" cy="177135"/>
            </a:xfrm>
            <a:custGeom>
              <a:avLst/>
              <a:gdLst>
                <a:gd name="connsiteX0" fmla="*/ 41380 w 41095"/>
                <a:gd name="connsiteY0" fmla="*/ 88643 h 177135"/>
                <a:gd name="connsiteX1" fmla="*/ 29689 w 41095"/>
                <a:gd name="connsiteY1" fmla="*/ 33376 h 177135"/>
                <a:gd name="connsiteX2" fmla="*/ 2056 w 41095"/>
                <a:gd name="connsiteY2" fmla="*/ 75 h 177135"/>
                <a:gd name="connsiteX3" fmla="*/ 284 w 41095"/>
                <a:gd name="connsiteY3" fmla="*/ 1846 h 177135"/>
                <a:gd name="connsiteX4" fmla="*/ 3650 w 41095"/>
                <a:gd name="connsiteY4" fmla="*/ 5920 h 177135"/>
                <a:gd name="connsiteX5" fmla="*/ 31106 w 41095"/>
                <a:gd name="connsiteY5" fmla="*/ 88643 h 177135"/>
                <a:gd name="connsiteX6" fmla="*/ 2587 w 41095"/>
                <a:gd name="connsiteY6" fmla="*/ 172428 h 177135"/>
                <a:gd name="connsiteX7" fmla="*/ 284 w 41095"/>
                <a:gd name="connsiteY7" fmla="*/ 175439 h 177135"/>
                <a:gd name="connsiteX8" fmla="*/ 2056 w 41095"/>
                <a:gd name="connsiteY8" fmla="*/ 177210 h 177135"/>
                <a:gd name="connsiteX9" fmla="*/ 30220 w 41095"/>
                <a:gd name="connsiteY9" fmla="*/ 142669 h 177135"/>
                <a:gd name="connsiteX10" fmla="*/ 41380 w 41095"/>
                <a:gd name="connsiteY10" fmla="*/ 88643 h 1771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41095" h="177135">
                  <a:moveTo>
                    <a:pt x="41380" y="88643"/>
                  </a:moveTo>
                  <a:cubicBezTo>
                    <a:pt x="41380" y="74826"/>
                    <a:pt x="39431" y="53393"/>
                    <a:pt x="29689" y="33376"/>
                  </a:cubicBezTo>
                  <a:cubicBezTo>
                    <a:pt x="19061" y="11589"/>
                    <a:pt x="3827" y="75"/>
                    <a:pt x="2056" y="75"/>
                  </a:cubicBezTo>
                  <a:cubicBezTo>
                    <a:pt x="993" y="75"/>
                    <a:pt x="284" y="783"/>
                    <a:pt x="284" y="1846"/>
                  </a:cubicBezTo>
                  <a:cubicBezTo>
                    <a:pt x="284" y="2377"/>
                    <a:pt x="284" y="2732"/>
                    <a:pt x="3650" y="5920"/>
                  </a:cubicBezTo>
                  <a:cubicBezTo>
                    <a:pt x="21009" y="23457"/>
                    <a:pt x="31106" y="51621"/>
                    <a:pt x="31106" y="88643"/>
                  </a:cubicBezTo>
                  <a:cubicBezTo>
                    <a:pt x="31106" y="118933"/>
                    <a:pt x="24552" y="150109"/>
                    <a:pt x="2587" y="172428"/>
                  </a:cubicBezTo>
                  <a:cubicBezTo>
                    <a:pt x="284" y="174553"/>
                    <a:pt x="284" y="174908"/>
                    <a:pt x="284" y="175439"/>
                  </a:cubicBezTo>
                  <a:cubicBezTo>
                    <a:pt x="284" y="176502"/>
                    <a:pt x="993" y="177210"/>
                    <a:pt x="2056" y="177210"/>
                  </a:cubicBezTo>
                  <a:cubicBezTo>
                    <a:pt x="3827" y="177210"/>
                    <a:pt x="19769" y="165165"/>
                    <a:pt x="30220" y="142669"/>
                  </a:cubicBezTo>
                  <a:cubicBezTo>
                    <a:pt x="39254" y="123184"/>
                    <a:pt x="41380" y="103522"/>
                    <a:pt x="41380" y="88643"/>
                  </a:cubicBezTo>
                  <a:close/>
                </a:path>
              </a:pathLst>
            </a:custGeom>
            <a:solidFill>
              <a:srgbClr val="000000"/>
            </a:solidFill>
            <a:ln w="25361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 sz="1600"/>
            </a:p>
          </p:txBody>
        </p:sp>
        <p:sp>
          <p:nvSpPr>
            <p:cNvPr id="139" name="任意形状 138">
              <a:extLst>
                <a:ext uri="{FF2B5EF4-FFF2-40B4-BE49-F238E27FC236}">
                  <a16:creationId xmlns:a16="http://schemas.microsoft.com/office/drawing/2014/main" id="{5478E07E-6A59-1044-5A65-85A8C9B9FBC8}"/>
                </a:ext>
              </a:extLst>
            </p:cNvPr>
            <p:cNvSpPr/>
            <p:nvPr>
              <p:custDataLst>
                <p:tags r:id="rId327"/>
              </p:custDataLst>
            </p:nvPr>
          </p:nvSpPr>
          <p:spPr>
            <a:xfrm>
              <a:off x="12709034" y="2776335"/>
              <a:ext cx="108229" cy="136925"/>
            </a:xfrm>
            <a:custGeom>
              <a:avLst/>
              <a:gdLst>
                <a:gd name="connsiteX0" fmla="*/ 105155 w 108229"/>
                <a:gd name="connsiteY0" fmla="*/ 7514 h 136925"/>
                <a:gd name="connsiteX1" fmla="*/ 108521 w 108229"/>
                <a:gd name="connsiteY1" fmla="*/ 3617 h 136925"/>
                <a:gd name="connsiteX2" fmla="*/ 104978 w 108229"/>
                <a:gd name="connsiteY2" fmla="*/ 75 h 136925"/>
                <a:gd name="connsiteX3" fmla="*/ 101790 w 108229"/>
                <a:gd name="connsiteY3" fmla="*/ 1138 h 136925"/>
                <a:gd name="connsiteX4" fmla="*/ 3834 w 108229"/>
                <a:gd name="connsiteY4" fmla="*/ 47370 h 136925"/>
                <a:gd name="connsiteX5" fmla="*/ 291 w 108229"/>
                <a:gd name="connsiteY5" fmla="*/ 51444 h 136925"/>
                <a:gd name="connsiteX6" fmla="*/ 3834 w 108229"/>
                <a:gd name="connsiteY6" fmla="*/ 55341 h 136925"/>
                <a:gd name="connsiteX7" fmla="*/ 101790 w 108229"/>
                <a:gd name="connsiteY7" fmla="*/ 101396 h 136925"/>
                <a:gd name="connsiteX8" fmla="*/ 104978 w 108229"/>
                <a:gd name="connsiteY8" fmla="*/ 102636 h 136925"/>
                <a:gd name="connsiteX9" fmla="*/ 108521 w 108229"/>
                <a:gd name="connsiteY9" fmla="*/ 99094 h 136925"/>
                <a:gd name="connsiteX10" fmla="*/ 104801 w 108229"/>
                <a:gd name="connsiteY10" fmla="*/ 95019 h 136925"/>
                <a:gd name="connsiteX11" fmla="*/ 12159 w 108229"/>
                <a:gd name="connsiteY11" fmla="*/ 51444 h 136925"/>
                <a:gd name="connsiteX12" fmla="*/ 105155 w 108229"/>
                <a:gd name="connsiteY12" fmla="*/ 7514 h 136925"/>
                <a:gd name="connsiteX13" fmla="*/ 102321 w 108229"/>
                <a:gd name="connsiteY13" fmla="*/ 137001 h 136925"/>
                <a:gd name="connsiteX14" fmla="*/ 108521 w 108229"/>
                <a:gd name="connsiteY14" fmla="*/ 133458 h 136925"/>
                <a:gd name="connsiteX15" fmla="*/ 102144 w 108229"/>
                <a:gd name="connsiteY15" fmla="*/ 129915 h 136925"/>
                <a:gd name="connsiteX16" fmla="*/ 6668 w 108229"/>
                <a:gd name="connsiteY16" fmla="*/ 129915 h 136925"/>
                <a:gd name="connsiteX17" fmla="*/ 291 w 108229"/>
                <a:gd name="connsiteY17" fmla="*/ 133458 h 136925"/>
                <a:gd name="connsiteX18" fmla="*/ 6491 w 108229"/>
                <a:gd name="connsiteY18" fmla="*/ 137001 h 136925"/>
                <a:gd name="connsiteX19" fmla="*/ 102321 w 108229"/>
                <a:gd name="connsiteY19" fmla="*/ 137001 h 1369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08229" h="136925">
                  <a:moveTo>
                    <a:pt x="105155" y="7514"/>
                  </a:moveTo>
                  <a:cubicBezTo>
                    <a:pt x="107104" y="6629"/>
                    <a:pt x="108521" y="5743"/>
                    <a:pt x="108521" y="3617"/>
                  </a:cubicBezTo>
                  <a:cubicBezTo>
                    <a:pt x="108521" y="1669"/>
                    <a:pt x="107104" y="75"/>
                    <a:pt x="104978" y="75"/>
                  </a:cubicBezTo>
                  <a:cubicBezTo>
                    <a:pt x="104093" y="75"/>
                    <a:pt x="102498" y="783"/>
                    <a:pt x="101790" y="1138"/>
                  </a:cubicBezTo>
                  <a:lnTo>
                    <a:pt x="3834" y="47370"/>
                  </a:lnTo>
                  <a:cubicBezTo>
                    <a:pt x="822" y="48787"/>
                    <a:pt x="291" y="50027"/>
                    <a:pt x="291" y="51444"/>
                  </a:cubicBezTo>
                  <a:cubicBezTo>
                    <a:pt x="291" y="53038"/>
                    <a:pt x="1354" y="54278"/>
                    <a:pt x="3834" y="55341"/>
                  </a:cubicBezTo>
                  <a:lnTo>
                    <a:pt x="101790" y="101396"/>
                  </a:lnTo>
                  <a:cubicBezTo>
                    <a:pt x="104093" y="102636"/>
                    <a:pt x="104447" y="102636"/>
                    <a:pt x="104978" y="102636"/>
                  </a:cubicBezTo>
                  <a:cubicBezTo>
                    <a:pt x="106927" y="102636"/>
                    <a:pt x="108521" y="101042"/>
                    <a:pt x="108521" y="99094"/>
                  </a:cubicBezTo>
                  <a:cubicBezTo>
                    <a:pt x="108521" y="97499"/>
                    <a:pt x="107812" y="96437"/>
                    <a:pt x="104801" y="95019"/>
                  </a:cubicBezTo>
                  <a:lnTo>
                    <a:pt x="12159" y="51444"/>
                  </a:lnTo>
                  <a:lnTo>
                    <a:pt x="105155" y="7514"/>
                  </a:lnTo>
                  <a:close/>
                  <a:moveTo>
                    <a:pt x="102321" y="137001"/>
                  </a:moveTo>
                  <a:cubicBezTo>
                    <a:pt x="105332" y="137001"/>
                    <a:pt x="108521" y="137001"/>
                    <a:pt x="108521" y="133458"/>
                  </a:cubicBezTo>
                  <a:cubicBezTo>
                    <a:pt x="108521" y="129915"/>
                    <a:pt x="104801" y="129915"/>
                    <a:pt x="102144" y="129915"/>
                  </a:cubicBezTo>
                  <a:lnTo>
                    <a:pt x="6668" y="129915"/>
                  </a:lnTo>
                  <a:cubicBezTo>
                    <a:pt x="4011" y="129915"/>
                    <a:pt x="291" y="129915"/>
                    <a:pt x="291" y="133458"/>
                  </a:cubicBezTo>
                  <a:cubicBezTo>
                    <a:pt x="291" y="137001"/>
                    <a:pt x="3479" y="137001"/>
                    <a:pt x="6491" y="137001"/>
                  </a:cubicBezTo>
                  <a:lnTo>
                    <a:pt x="102321" y="137001"/>
                  </a:lnTo>
                  <a:close/>
                </a:path>
              </a:pathLst>
            </a:custGeom>
            <a:solidFill>
              <a:srgbClr val="000000"/>
            </a:solidFill>
            <a:ln w="25361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 sz="1600"/>
            </a:p>
          </p:txBody>
        </p:sp>
        <p:sp>
          <p:nvSpPr>
            <p:cNvPr id="140" name="任意形状 139">
              <a:extLst>
                <a:ext uri="{FF2B5EF4-FFF2-40B4-BE49-F238E27FC236}">
                  <a16:creationId xmlns:a16="http://schemas.microsoft.com/office/drawing/2014/main" id="{AC5FE463-C36D-8E5A-95EA-5C3E8A40228C}"/>
                </a:ext>
              </a:extLst>
            </p:cNvPr>
            <p:cNvSpPr/>
            <p:nvPr>
              <p:custDataLst>
                <p:tags r:id="rId328"/>
              </p:custDataLst>
            </p:nvPr>
          </p:nvSpPr>
          <p:spPr>
            <a:xfrm>
              <a:off x="12888039" y="2768010"/>
              <a:ext cx="150742" cy="120983"/>
            </a:xfrm>
            <a:custGeom>
              <a:avLst/>
              <a:gdLst>
                <a:gd name="connsiteX0" fmla="*/ 83732 w 150742"/>
                <a:gd name="connsiteY0" fmla="*/ 49496 h 120983"/>
                <a:gd name="connsiteX1" fmla="*/ 82847 w 150742"/>
                <a:gd name="connsiteY1" fmla="*/ 47016 h 120983"/>
                <a:gd name="connsiteX2" fmla="*/ 87984 w 150742"/>
                <a:gd name="connsiteY2" fmla="*/ 42942 h 120983"/>
                <a:gd name="connsiteX3" fmla="*/ 118982 w 150742"/>
                <a:gd name="connsiteY3" fmla="*/ 19028 h 120983"/>
                <a:gd name="connsiteX4" fmla="*/ 147856 w 150742"/>
                <a:gd name="connsiteY4" fmla="*/ 5566 h 120983"/>
                <a:gd name="connsiteX5" fmla="*/ 151044 w 150742"/>
                <a:gd name="connsiteY5" fmla="*/ 2023 h 120983"/>
                <a:gd name="connsiteX6" fmla="*/ 149096 w 150742"/>
                <a:gd name="connsiteY6" fmla="*/ 75 h 120983"/>
                <a:gd name="connsiteX7" fmla="*/ 136519 w 150742"/>
                <a:gd name="connsiteY7" fmla="*/ 606 h 120983"/>
                <a:gd name="connsiteX8" fmla="*/ 116857 w 150742"/>
                <a:gd name="connsiteY8" fmla="*/ 75 h 120983"/>
                <a:gd name="connsiteX9" fmla="*/ 113491 w 150742"/>
                <a:gd name="connsiteY9" fmla="*/ 3617 h 120983"/>
                <a:gd name="connsiteX10" fmla="*/ 115617 w 150742"/>
                <a:gd name="connsiteY10" fmla="*/ 5566 h 120983"/>
                <a:gd name="connsiteX11" fmla="*/ 121108 w 150742"/>
                <a:gd name="connsiteY11" fmla="*/ 9286 h 120983"/>
                <a:gd name="connsiteX12" fmla="*/ 114731 w 150742"/>
                <a:gd name="connsiteY12" fmla="*/ 17434 h 120983"/>
                <a:gd name="connsiteX13" fmla="*/ 45648 w 150742"/>
                <a:gd name="connsiteY13" fmla="*/ 70575 h 120983"/>
                <a:gd name="connsiteX14" fmla="*/ 59819 w 150742"/>
                <a:gd name="connsiteY14" fmla="*/ 13714 h 120983"/>
                <a:gd name="connsiteX15" fmla="*/ 74699 w 150742"/>
                <a:gd name="connsiteY15" fmla="*/ 5566 h 120983"/>
                <a:gd name="connsiteX16" fmla="*/ 80721 w 150742"/>
                <a:gd name="connsiteY16" fmla="*/ 2023 h 120983"/>
                <a:gd name="connsiteX17" fmla="*/ 78241 w 150742"/>
                <a:gd name="connsiteY17" fmla="*/ 75 h 120983"/>
                <a:gd name="connsiteX18" fmla="*/ 55568 w 150742"/>
                <a:gd name="connsiteY18" fmla="*/ 606 h 120983"/>
                <a:gd name="connsiteX19" fmla="*/ 32717 w 150742"/>
                <a:gd name="connsiteY19" fmla="*/ 75 h 120983"/>
                <a:gd name="connsiteX20" fmla="*/ 29175 w 150742"/>
                <a:gd name="connsiteY20" fmla="*/ 3440 h 120983"/>
                <a:gd name="connsiteX21" fmla="*/ 34312 w 150742"/>
                <a:gd name="connsiteY21" fmla="*/ 5566 h 120983"/>
                <a:gd name="connsiteX22" fmla="*/ 41928 w 150742"/>
                <a:gd name="connsiteY22" fmla="*/ 5920 h 120983"/>
                <a:gd name="connsiteX23" fmla="*/ 45825 w 150742"/>
                <a:gd name="connsiteY23" fmla="*/ 8754 h 120983"/>
                <a:gd name="connsiteX24" fmla="*/ 45117 w 150742"/>
                <a:gd name="connsiteY24" fmla="*/ 12120 h 120983"/>
                <a:gd name="connsiteX25" fmla="*/ 21381 w 150742"/>
                <a:gd name="connsiteY25" fmla="*/ 107242 h 120983"/>
                <a:gd name="connsiteX26" fmla="*/ 5261 w 150742"/>
                <a:gd name="connsiteY26" fmla="*/ 115567 h 120983"/>
                <a:gd name="connsiteX27" fmla="*/ 301 w 150742"/>
                <a:gd name="connsiteY27" fmla="*/ 118933 h 120983"/>
                <a:gd name="connsiteX28" fmla="*/ 2959 w 150742"/>
                <a:gd name="connsiteY28" fmla="*/ 121058 h 120983"/>
                <a:gd name="connsiteX29" fmla="*/ 25455 w 150742"/>
                <a:gd name="connsiteY29" fmla="*/ 120527 h 120983"/>
                <a:gd name="connsiteX30" fmla="*/ 36791 w 150742"/>
                <a:gd name="connsiteY30" fmla="*/ 120704 h 120983"/>
                <a:gd name="connsiteX31" fmla="*/ 48305 w 150742"/>
                <a:gd name="connsiteY31" fmla="*/ 121058 h 120983"/>
                <a:gd name="connsiteX32" fmla="*/ 51848 w 150742"/>
                <a:gd name="connsiteY32" fmla="*/ 117516 h 120983"/>
                <a:gd name="connsiteX33" fmla="*/ 46888 w 150742"/>
                <a:gd name="connsiteY33" fmla="*/ 115567 h 120983"/>
                <a:gd name="connsiteX34" fmla="*/ 35374 w 150742"/>
                <a:gd name="connsiteY34" fmla="*/ 112379 h 120983"/>
                <a:gd name="connsiteX35" fmla="*/ 36969 w 150742"/>
                <a:gd name="connsiteY35" fmla="*/ 104585 h 120983"/>
                <a:gd name="connsiteX36" fmla="*/ 44054 w 150742"/>
                <a:gd name="connsiteY36" fmla="*/ 76774 h 120983"/>
                <a:gd name="connsiteX37" fmla="*/ 70447 w 150742"/>
                <a:gd name="connsiteY37" fmla="*/ 56227 h 120983"/>
                <a:gd name="connsiteX38" fmla="*/ 90995 w 150742"/>
                <a:gd name="connsiteY38" fmla="*/ 103876 h 120983"/>
                <a:gd name="connsiteX39" fmla="*/ 93121 w 150742"/>
                <a:gd name="connsiteY39" fmla="*/ 110076 h 120983"/>
                <a:gd name="connsiteX40" fmla="*/ 83910 w 150742"/>
                <a:gd name="connsiteY40" fmla="*/ 115567 h 120983"/>
                <a:gd name="connsiteX41" fmla="*/ 80013 w 150742"/>
                <a:gd name="connsiteY41" fmla="*/ 119110 h 120983"/>
                <a:gd name="connsiteX42" fmla="*/ 82492 w 150742"/>
                <a:gd name="connsiteY42" fmla="*/ 121058 h 120983"/>
                <a:gd name="connsiteX43" fmla="*/ 104103 w 150742"/>
                <a:gd name="connsiteY43" fmla="*/ 120527 h 120983"/>
                <a:gd name="connsiteX44" fmla="*/ 121462 w 150742"/>
                <a:gd name="connsiteY44" fmla="*/ 121058 h 120983"/>
                <a:gd name="connsiteX45" fmla="*/ 124651 w 150742"/>
                <a:gd name="connsiteY45" fmla="*/ 117516 h 120983"/>
                <a:gd name="connsiteX46" fmla="*/ 121108 w 150742"/>
                <a:gd name="connsiteY46" fmla="*/ 115567 h 120983"/>
                <a:gd name="connsiteX47" fmla="*/ 108886 w 150742"/>
                <a:gd name="connsiteY47" fmla="*/ 107596 h 120983"/>
                <a:gd name="connsiteX48" fmla="*/ 83732 w 150742"/>
                <a:gd name="connsiteY48" fmla="*/ 49496 h 1209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</a:cxnLst>
              <a:rect l="l" t="t" r="r" b="b"/>
              <a:pathLst>
                <a:path w="150742" h="120983">
                  <a:moveTo>
                    <a:pt x="83732" y="49496"/>
                  </a:moveTo>
                  <a:cubicBezTo>
                    <a:pt x="83555" y="48964"/>
                    <a:pt x="82847" y="47547"/>
                    <a:pt x="82847" y="47016"/>
                  </a:cubicBezTo>
                  <a:cubicBezTo>
                    <a:pt x="82847" y="46839"/>
                    <a:pt x="86035" y="44359"/>
                    <a:pt x="87984" y="42942"/>
                  </a:cubicBezTo>
                  <a:lnTo>
                    <a:pt x="118982" y="19028"/>
                  </a:lnTo>
                  <a:cubicBezTo>
                    <a:pt x="135633" y="6806"/>
                    <a:pt x="142541" y="6097"/>
                    <a:pt x="147856" y="5566"/>
                  </a:cubicBezTo>
                  <a:cubicBezTo>
                    <a:pt x="149273" y="5389"/>
                    <a:pt x="151044" y="5212"/>
                    <a:pt x="151044" y="2023"/>
                  </a:cubicBezTo>
                  <a:cubicBezTo>
                    <a:pt x="151044" y="1315"/>
                    <a:pt x="150513" y="75"/>
                    <a:pt x="149096" y="75"/>
                  </a:cubicBezTo>
                  <a:cubicBezTo>
                    <a:pt x="145199" y="75"/>
                    <a:pt x="140770" y="606"/>
                    <a:pt x="136519" y="606"/>
                  </a:cubicBezTo>
                  <a:cubicBezTo>
                    <a:pt x="130142" y="606"/>
                    <a:pt x="123234" y="75"/>
                    <a:pt x="116857" y="75"/>
                  </a:cubicBezTo>
                  <a:cubicBezTo>
                    <a:pt x="115617" y="75"/>
                    <a:pt x="113491" y="75"/>
                    <a:pt x="113491" y="3617"/>
                  </a:cubicBezTo>
                  <a:cubicBezTo>
                    <a:pt x="113491" y="4857"/>
                    <a:pt x="114377" y="5389"/>
                    <a:pt x="115617" y="5566"/>
                  </a:cubicBezTo>
                  <a:cubicBezTo>
                    <a:pt x="119514" y="5920"/>
                    <a:pt x="121108" y="6806"/>
                    <a:pt x="121108" y="9286"/>
                  </a:cubicBezTo>
                  <a:cubicBezTo>
                    <a:pt x="121108" y="12474"/>
                    <a:pt x="115794" y="16548"/>
                    <a:pt x="114731" y="17434"/>
                  </a:cubicBezTo>
                  <a:lnTo>
                    <a:pt x="45648" y="70575"/>
                  </a:lnTo>
                  <a:lnTo>
                    <a:pt x="59819" y="13714"/>
                  </a:lnTo>
                  <a:cubicBezTo>
                    <a:pt x="61413" y="7337"/>
                    <a:pt x="61768" y="5566"/>
                    <a:pt x="74699" y="5566"/>
                  </a:cubicBezTo>
                  <a:cubicBezTo>
                    <a:pt x="79127" y="5566"/>
                    <a:pt x="80721" y="5566"/>
                    <a:pt x="80721" y="2023"/>
                  </a:cubicBezTo>
                  <a:cubicBezTo>
                    <a:pt x="80721" y="429"/>
                    <a:pt x="79304" y="75"/>
                    <a:pt x="78241" y="75"/>
                  </a:cubicBezTo>
                  <a:cubicBezTo>
                    <a:pt x="73281" y="75"/>
                    <a:pt x="60528" y="606"/>
                    <a:pt x="55568" y="606"/>
                  </a:cubicBezTo>
                  <a:cubicBezTo>
                    <a:pt x="50431" y="606"/>
                    <a:pt x="37854" y="75"/>
                    <a:pt x="32717" y="75"/>
                  </a:cubicBezTo>
                  <a:cubicBezTo>
                    <a:pt x="31477" y="75"/>
                    <a:pt x="29175" y="75"/>
                    <a:pt x="29175" y="3440"/>
                  </a:cubicBezTo>
                  <a:cubicBezTo>
                    <a:pt x="29175" y="5566"/>
                    <a:pt x="30769" y="5566"/>
                    <a:pt x="34312" y="5566"/>
                  </a:cubicBezTo>
                  <a:cubicBezTo>
                    <a:pt x="36614" y="5566"/>
                    <a:pt x="39803" y="5743"/>
                    <a:pt x="41928" y="5920"/>
                  </a:cubicBezTo>
                  <a:cubicBezTo>
                    <a:pt x="44763" y="6274"/>
                    <a:pt x="45825" y="6806"/>
                    <a:pt x="45825" y="8754"/>
                  </a:cubicBezTo>
                  <a:cubicBezTo>
                    <a:pt x="45825" y="9463"/>
                    <a:pt x="45648" y="9994"/>
                    <a:pt x="45117" y="12120"/>
                  </a:cubicBezTo>
                  <a:lnTo>
                    <a:pt x="21381" y="107242"/>
                  </a:lnTo>
                  <a:cubicBezTo>
                    <a:pt x="19609" y="114150"/>
                    <a:pt x="19255" y="115567"/>
                    <a:pt x="5261" y="115567"/>
                  </a:cubicBezTo>
                  <a:cubicBezTo>
                    <a:pt x="2250" y="115567"/>
                    <a:pt x="301" y="115567"/>
                    <a:pt x="301" y="118933"/>
                  </a:cubicBezTo>
                  <a:cubicBezTo>
                    <a:pt x="301" y="121058"/>
                    <a:pt x="2427" y="121058"/>
                    <a:pt x="2959" y="121058"/>
                  </a:cubicBezTo>
                  <a:cubicBezTo>
                    <a:pt x="7918" y="121058"/>
                    <a:pt x="20495" y="120527"/>
                    <a:pt x="25455" y="120527"/>
                  </a:cubicBezTo>
                  <a:cubicBezTo>
                    <a:pt x="29175" y="120527"/>
                    <a:pt x="33072" y="120704"/>
                    <a:pt x="36791" y="120704"/>
                  </a:cubicBezTo>
                  <a:cubicBezTo>
                    <a:pt x="40688" y="120704"/>
                    <a:pt x="44585" y="121058"/>
                    <a:pt x="48305" y="121058"/>
                  </a:cubicBezTo>
                  <a:cubicBezTo>
                    <a:pt x="49545" y="121058"/>
                    <a:pt x="51848" y="121058"/>
                    <a:pt x="51848" y="117516"/>
                  </a:cubicBezTo>
                  <a:cubicBezTo>
                    <a:pt x="51848" y="115567"/>
                    <a:pt x="50254" y="115567"/>
                    <a:pt x="46888" y="115567"/>
                  </a:cubicBezTo>
                  <a:cubicBezTo>
                    <a:pt x="40334" y="115567"/>
                    <a:pt x="35374" y="115567"/>
                    <a:pt x="35374" y="112379"/>
                  </a:cubicBezTo>
                  <a:cubicBezTo>
                    <a:pt x="35374" y="111139"/>
                    <a:pt x="36437" y="107242"/>
                    <a:pt x="36969" y="104585"/>
                  </a:cubicBezTo>
                  <a:cubicBezTo>
                    <a:pt x="39448" y="95374"/>
                    <a:pt x="41751" y="85986"/>
                    <a:pt x="44054" y="76774"/>
                  </a:cubicBezTo>
                  <a:lnTo>
                    <a:pt x="70447" y="56227"/>
                  </a:lnTo>
                  <a:lnTo>
                    <a:pt x="90995" y="103876"/>
                  </a:lnTo>
                  <a:cubicBezTo>
                    <a:pt x="93121" y="108659"/>
                    <a:pt x="93121" y="109013"/>
                    <a:pt x="93121" y="110076"/>
                  </a:cubicBezTo>
                  <a:cubicBezTo>
                    <a:pt x="93121" y="115390"/>
                    <a:pt x="85504" y="115567"/>
                    <a:pt x="83910" y="115567"/>
                  </a:cubicBezTo>
                  <a:cubicBezTo>
                    <a:pt x="81961" y="115567"/>
                    <a:pt x="80013" y="115567"/>
                    <a:pt x="80013" y="119110"/>
                  </a:cubicBezTo>
                  <a:cubicBezTo>
                    <a:pt x="80013" y="121058"/>
                    <a:pt x="82138" y="121058"/>
                    <a:pt x="82492" y="121058"/>
                  </a:cubicBezTo>
                  <a:cubicBezTo>
                    <a:pt x="89578" y="121058"/>
                    <a:pt x="97018" y="120527"/>
                    <a:pt x="104103" y="120527"/>
                  </a:cubicBezTo>
                  <a:cubicBezTo>
                    <a:pt x="108000" y="120527"/>
                    <a:pt x="117565" y="121058"/>
                    <a:pt x="121462" y="121058"/>
                  </a:cubicBezTo>
                  <a:cubicBezTo>
                    <a:pt x="122348" y="121058"/>
                    <a:pt x="124651" y="121058"/>
                    <a:pt x="124651" y="117516"/>
                  </a:cubicBezTo>
                  <a:cubicBezTo>
                    <a:pt x="124651" y="115567"/>
                    <a:pt x="122702" y="115567"/>
                    <a:pt x="121108" y="115567"/>
                  </a:cubicBezTo>
                  <a:cubicBezTo>
                    <a:pt x="113846" y="115390"/>
                    <a:pt x="111543" y="113796"/>
                    <a:pt x="108886" y="107596"/>
                  </a:cubicBezTo>
                  <a:lnTo>
                    <a:pt x="83732" y="49496"/>
                  </a:lnTo>
                  <a:close/>
                </a:path>
              </a:pathLst>
            </a:custGeom>
            <a:solidFill>
              <a:srgbClr val="000000"/>
            </a:solidFill>
            <a:ln w="25361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 sz="1600"/>
            </a:p>
          </p:txBody>
        </p:sp>
        <p:sp>
          <p:nvSpPr>
            <p:cNvPr id="141" name="任意形状 140">
              <a:extLst>
                <a:ext uri="{FF2B5EF4-FFF2-40B4-BE49-F238E27FC236}">
                  <a16:creationId xmlns:a16="http://schemas.microsoft.com/office/drawing/2014/main" id="{22192BB4-11D7-F76E-C533-A18B0F408EBD}"/>
                </a:ext>
              </a:extLst>
            </p:cNvPr>
            <p:cNvSpPr/>
            <p:nvPr>
              <p:custDataLst>
                <p:tags r:id="rId329"/>
              </p:custDataLst>
            </p:nvPr>
          </p:nvSpPr>
          <p:spPr>
            <a:xfrm>
              <a:off x="13047609" y="2685286"/>
              <a:ext cx="40209" cy="318667"/>
            </a:xfrm>
            <a:custGeom>
              <a:avLst/>
              <a:gdLst>
                <a:gd name="connsiteX0" fmla="*/ 32195 w 40209"/>
                <a:gd name="connsiteY0" fmla="*/ 310406 h 318667"/>
                <a:gd name="connsiteX1" fmla="*/ 311 w 40209"/>
                <a:gd name="connsiteY1" fmla="*/ 310406 h 318667"/>
                <a:gd name="connsiteX2" fmla="*/ 311 w 40209"/>
                <a:gd name="connsiteY2" fmla="*/ 318731 h 318667"/>
                <a:gd name="connsiteX3" fmla="*/ 40520 w 40209"/>
                <a:gd name="connsiteY3" fmla="*/ 318731 h 318667"/>
                <a:gd name="connsiteX4" fmla="*/ 40520 w 40209"/>
                <a:gd name="connsiteY4" fmla="*/ 64 h 318667"/>
                <a:gd name="connsiteX5" fmla="*/ 311 w 40209"/>
                <a:gd name="connsiteY5" fmla="*/ 64 h 318667"/>
                <a:gd name="connsiteX6" fmla="*/ 311 w 40209"/>
                <a:gd name="connsiteY6" fmla="*/ 8389 h 318667"/>
                <a:gd name="connsiteX7" fmla="*/ 32195 w 40209"/>
                <a:gd name="connsiteY7" fmla="*/ 8389 h 318667"/>
                <a:gd name="connsiteX8" fmla="*/ 32195 w 40209"/>
                <a:gd name="connsiteY8" fmla="*/ 310406 h 3186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0209" h="318667">
                  <a:moveTo>
                    <a:pt x="32195" y="310406"/>
                  </a:moveTo>
                  <a:lnTo>
                    <a:pt x="311" y="310406"/>
                  </a:lnTo>
                  <a:lnTo>
                    <a:pt x="311" y="318731"/>
                  </a:lnTo>
                  <a:lnTo>
                    <a:pt x="40520" y="318731"/>
                  </a:lnTo>
                  <a:lnTo>
                    <a:pt x="40520" y="64"/>
                  </a:lnTo>
                  <a:lnTo>
                    <a:pt x="311" y="64"/>
                  </a:lnTo>
                  <a:lnTo>
                    <a:pt x="311" y="8389"/>
                  </a:lnTo>
                  <a:lnTo>
                    <a:pt x="32195" y="8389"/>
                  </a:lnTo>
                  <a:lnTo>
                    <a:pt x="32195" y="310406"/>
                  </a:lnTo>
                  <a:close/>
                </a:path>
              </a:pathLst>
            </a:custGeom>
            <a:solidFill>
              <a:srgbClr val="000000"/>
            </a:solidFill>
            <a:ln w="25361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 sz="1600"/>
            </a:p>
          </p:txBody>
        </p:sp>
      </p:grpSp>
      <p:sp>
        <p:nvSpPr>
          <p:cNvPr id="107" name="文本框 106">
            <a:extLst>
              <a:ext uri="{FF2B5EF4-FFF2-40B4-BE49-F238E27FC236}">
                <a16:creationId xmlns:a16="http://schemas.microsoft.com/office/drawing/2014/main" id="{EE381B97-9938-8F5C-D4AE-D04140C2DDD4}"/>
              </a:ext>
            </a:extLst>
          </p:cNvPr>
          <p:cNvSpPr txBox="1"/>
          <p:nvPr/>
        </p:nvSpPr>
        <p:spPr>
          <a:xfrm>
            <a:off x="6438859" y="872592"/>
            <a:ext cx="56204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/>
              <a:t>Top-K hit / miss decision for one query-answer pair</a:t>
            </a:r>
            <a:endParaRPr kumimoji="1" lang="zh-CN" altLang="en-US" b="1" dirty="0"/>
          </a:p>
        </p:txBody>
      </p:sp>
      <p:cxnSp>
        <p:nvCxnSpPr>
          <p:cNvPr id="109" name="直线连接符 108">
            <a:extLst>
              <a:ext uri="{FF2B5EF4-FFF2-40B4-BE49-F238E27FC236}">
                <a16:creationId xmlns:a16="http://schemas.microsoft.com/office/drawing/2014/main" id="{27A04BE5-CCC1-DD18-F5BA-9F2D770A7750}"/>
              </a:ext>
            </a:extLst>
          </p:cNvPr>
          <p:cNvCxnSpPr/>
          <p:nvPr/>
        </p:nvCxnSpPr>
        <p:spPr>
          <a:xfrm>
            <a:off x="6293667" y="991402"/>
            <a:ext cx="0" cy="5534769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" name="文本框 173">
            <a:extLst>
              <a:ext uri="{FF2B5EF4-FFF2-40B4-BE49-F238E27FC236}">
                <a16:creationId xmlns:a16="http://schemas.microsoft.com/office/drawing/2014/main" id="{788F3B8A-C6DE-5D34-DBA3-B4A3393AAD29}"/>
              </a:ext>
            </a:extLst>
          </p:cNvPr>
          <p:cNvSpPr txBox="1"/>
          <p:nvPr/>
        </p:nvSpPr>
        <p:spPr>
          <a:xfrm>
            <a:off x="6438859" y="1698453"/>
            <a:ext cx="29225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/>
              <a:t>Query-level disagreement</a:t>
            </a:r>
            <a:endParaRPr kumimoji="1" lang="zh-CN" altLang="en-US" b="1" dirty="0"/>
          </a:p>
        </p:txBody>
      </p:sp>
      <p:grpSp>
        <p:nvGrpSpPr>
          <p:cNvPr id="216" name="组合 215">
            <a:extLst>
              <a:ext uri="{FF2B5EF4-FFF2-40B4-BE49-F238E27FC236}">
                <a16:creationId xmlns:a16="http://schemas.microsoft.com/office/drawing/2014/main" id="{27F5D22C-2D35-4DC9-761B-37BBE8FE10A0}"/>
              </a:ext>
            </a:extLst>
          </p:cNvPr>
          <p:cNvGrpSpPr>
            <a:grpSpLocks noChangeAspect="1"/>
          </p:cNvGrpSpPr>
          <p:nvPr>
            <p:custDataLst>
              <p:tags r:id="rId2"/>
            </p:custDataLst>
          </p:nvPr>
        </p:nvGrpSpPr>
        <p:grpSpPr>
          <a:xfrm>
            <a:off x="7478268" y="2230720"/>
            <a:ext cx="3541630" cy="160094"/>
            <a:chOff x="4916661" y="3616099"/>
            <a:chExt cx="3541630" cy="160094"/>
          </a:xfrm>
        </p:grpSpPr>
        <p:sp>
          <p:nvSpPr>
            <p:cNvPr id="178" name="任意形状 177">
              <a:extLst>
                <a:ext uri="{FF2B5EF4-FFF2-40B4-BE49-F238E27FC236}">
                  <a16:creationId xmlns:a16="http://schemas.microsoft.com/office/drawing/2014/main" id="{9E2D1D8B-C6EC-C658-3833-31B78FA654AA}"/>
                </a:ext>
              </a:extLst>
            </p:cNvPr>
            <p:cNvSpPr/>
            <p:nvPr>
              <p:custDataLst>
                <p:tags r:id="rId263"/>
              </p:custDataLst>
            </p:nvPr>
          </p:nvSpPr>
          <p:spPr>
            <a:xfrm>
              <a:off x="4916661" y="3621519"/>
              <a:ext cx="130726" cy="114146"/>
            </a:xfrm>
            <a:custGeom>
              <a:avLst/>
              <a:gdLst>
                <a:gd name="connsiteX0" fmla="*/ 70102 w 130726"/>
                <a:gd name="connsiteY0" fmla="*/ 2944 h 114146"/>
                <a:gd name="connsiteX1" fmla="*/ 65496 w 130726"/>
                <a:gd name="connsiteY1" fmla="*/ 75 h 114146"/>
                <a:gd name="connsiteX2" fmla="*/ 60891 w 130726"/>
                <a:gd name="connsiteY2" fmla="*/ 2944 h 114146"/>
                <a:gd name="connsiteX3" fmla="*/ 1019 w 130726"/>
                <a:gd name="connsiteY3" fmla="*/ 111033 h 114146"/>
                <a:gd name="connsiteX4" fmla="*/ 133 w 130726"/>
                <a:gd name="connsiteY4" fmla="*/ 112946 h 114146"/>
                <a:gd name="connsiteX5" fmla="*/ 4030 w 130726"/>
                <a:gd name="connsiteY5" fmla="*/ 114221 h 114146"/>
                <a:gd name="connsiteX6" fmla="*/ 126962 w 130726"/>
                <a:gd name="connsiteY6" fmla="*/ 114221 h 114146"/>
                <a:gd name="connsiteX7" fmla="*/ 130859 w 130726"/>
                <a:gd name="connsiteY7" fmla="*/ 112946 h 114146"/>
                <a:gd name="connsiteX8" fmla="*/ 129974 w 130726"/>
                <a:gd name="connsiteY8" fmla="*/ 111033 h 114146"/>
                <a:gd name="connsiteX9" fmla="*/ 70102 w 130726"/>
                <a:gd name="connsiteY9" fmla="*/ 2944 h 114146"/>
                <a:gd name="connsiteX10" fmla="*/ 59828 w 130726"/>
                <a:gd name="connsiteY10" fmla="*/ 16017 h 114146"/>
                <a:gd name="connsiteX11" fmla="*/ 107477 w 130726"/>
                <a:gd name="connsiteY11" fmla="*/ 102105 h 114146"/>
                <a:gd name="connsiteX12" fmla="*/ 12001 w 130726"/>
                <a:gd name="connsiteY12" fmla="*/ 102105 h 114146"/>
                <a:gd name="connsiteX13" fmla="*/ 59828 w 130726"/>
                <a:gd name="connsiteY13" fmla="*/ 16017 h 1141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30726" h="114146">
                  <a:moveTo>
                    <a:pt x="70102" y="2944"/>
                  </a:moveTo>
                  <a:cubicBezTo>
                    <a:pt x="68862" y="872"/>
                    <a:pt x="68508" y="75"/>
                    <a:pt x="65496" y="75"/>
                  </a:cubicBezTo>
                  <a:cubicBezTo>
                    <a:pt x="62485" y="75"/>
                    <a:pt x="62131" y="872"/>
                    <a:pt x="60891" y="2944"/>
                  </a:cubicBezTo>
                  <a:lnTo>
                    <a:pt x="1019" y="111033"/>
                  </a:lnTo>
                  <a:cubicBezTo>
                    <a:pt x="133" y="112467"/>
                    <a:pt x="133" y="112786"/>
                    <a:pt x="133" y="112946"/>
                  </a:cubicBezTo>
                  <a:cubicBezTo>
                    <a:pt x="133" y="114221"/>
                    <a:pt x="1196" y="114221"/>
                    <a:pt x="4030" y="114221"/>
                  </a:cubicBezTo>
                  <a:lnTo>
                    <a:pt x="126962" y="114221"/>
                  </a:lnTo>
                  <a:cubicBezTo>
                    <a:pt x="129797" y="114221"/>
                    <a:pt x="130859" y="114221"/>
                    <a:pt x="130859" y="112946"/>
                  </a:cubicBezTo>
                  <a:cubicBezTo>
                    <a:pt x="130859" y="112786"/>
                    <a:pt x="130859" y="112467"/>
                    <a:pt x="129974" y="111033"/>
                  </a:cubicBezTo>
                  <a:lnTo>
                    <a:pt x="70102" y="2944"/>
                  </a:lnTo>
                  <a:close/>
                  <a:moveTo>
                    <a:pt x="59828" y="16017"/>
                  </a:moveTo>
                  <a:lnTo>
                    <a:pt x="107477" y="102105"/>
                  </a:lnTo>
                  <a:lnTo>
                    <a:pt x="12001" y="102105"/>
                  </a:lnTo>
                  <a:lnTo>
                    <a:pt x="59828" y="16017"/>
                  </a:lnTo>
                  <a:close/>
                </a:path>
              </a:pathLst>
            </a:custGeom>
            <a:solidFill>
              <a:srgbClr val="000000"/>
            </a:solidFill>
            <a:ln w="1777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79" name="任意形状 178">
              <a:extLst>
                <a:ext uri="{FF2B5EF4-FFF2-40B4-BE49-F238E27FC236}">
                  <a16:creationId xmlns:a16="http://schemas.microsoft.com/office/drawing/2014/main" id="{FA3BFED5-B774-3A7C-DF52-793AB35BC3EF}"/>
                </a:ext>
              </a:extLst>
            </p:cNvPr>
            <p:cNvSpPr/>
            <p:nvPr>
              <p:custDataLst>
                <p:tags r:id="rId264"/>
              </p:custDataLst>
            </p:nvPr>
          </p:nvSpPr>
          <p:spPr>
            <a:xfrm>
              <a:off x="5073486" y="3616099"/>
              <a:ext cx="41095" cy="159422"/>
            </a:xfrm>
            <a:custGeom>
              <a:avLst/>
              <a:gdLst>
                <a:gd name="connsiteX0" fmla="*/ 41237 w 41095"/>
                <a:gd name="connsiteY0" fmla="*/ 157903 h 159422"/>
                <a:gd name="connsiteX1" fmla="*/ 38226 w 41095"/>
                <a:gd name="connsiteY1" fmla="*/ 154395 h 159422"/>
                <a:gd name="connsiteX2" fmla="*/ 10415 w 41095"/>
                <a:gd name="connsiteY2" fmla="*/ 79786 h 159422"/>
                <a:gd name="connsiteX3" fmla="*/ 38934 w 41095"/>
                <a:gd name="connsiteY3" fmla="*/ 4379 h 159422"/>
                <a:gd name="connsiteX4" fmla="*/ 41237 w 41095"/>
                <a:gd name="connsiteY4" fmla="*/ 1669 h 159422"/>
                <a:gd name="connsiteX5" fmla="*/ 39466 w 41095"/>
                <a:gd name="connsiteY5" fmla="*/ 75 h 159422"/>
                <a:gd name="connsiteX6" fmla="*/ 11301 w 41095"/>
                <a:gd name="connsiteY6" fmla="*/ 31162 h 159422"/>
                <a:gd name="connsiteX7" fmla="*/ 142 w 41095"/>
                <a:gd name="connsiteY7" fmla="*/ 79786 h 159422"/>
                <a:gd name="connsiteX8" fmla="*/ 11832 w 41095"/>
                <a:gd name="connsiteY8" fmla="*/ 129526 h 159422"/>
                <a:gd name="connsiteX9" fmla="*/ 39466 w 41095"/>
                <a:gd name="connsiteY9" fmla="*/ 159497 h 159422"/>
                <a:gd name="connsiteX10" fmla="*/ 41237 w 41095"/>
                <a:gd name="connsiteY10" fmla="*/ 157903 h 1594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41095" h="159422">
                  <a:moveTo>
                    <a:pt x="41237" y="157903"/>
                  </a:moveTo>
                  <a:cubicBezTo>
                    <a:pt x="41237" y="157424"/>
                    <a:pt x="41237" y="157106"/>
                    <a:pt x="38226" y="154395"/>
                  </a:cubicBezTo>
                  <a:cubicBezTo>
                    <a:pt x="16084" y="134308"/>
                    <a:pt x="10415" y="104177"/>
                    <a:pt x="10415" y="79786"/>
                  </a:cubicBezTo>
                  <a:cubicBezTo>
                    <a:pt x="10415" y="52046"/>
                    <a:pt x="17147" y="24307"/>
                    <a:pt x="38934" y="4379"/>
                  </a:cubicBezTo>
                  <a:cubicBezTo>
                    <a:pt x="41237" y="2466"/>
                    <a:pt x="41237" y="2147"/>
                    <a:pt x="41237" y="1669"/>
                  </a:cubicBezTo>
                  <a:cubicBezTo>
                    <a:pt x="41237" y="553"/>
                    <a:pt x="40528" y="75"/>
                    <a:pt x="39466" y="75"/>
                  </a:cubicBezTo>
                  <a:cubicBezTo>
                    <a:pt x="37694" y="75"/>
                    <a:pt x="21752" y="10915"/>
                    <a:pt x="11301" y="31162"/>
                  </a:cubicBezTo>
                  <a:cubicBezTo>
                    <a:pt x="2267" y="48698"/>
                    <a:pt x="142" y="66394"/>
                    <a:pt x="142" y="79786"/>
                  </a:cubicBezTo>
                  <a:cubicBezTo>
                    <a:pt x="142" y="92221"/>
                    <a:pt x="2090" y="111511"/>
                    <a:pt x="11832" y="129526"/>
                  </a:cubicBezTo>
                  <a:cubicBezTo>
                    <a:pt x="22461" y="149134"/>
                    <a:pt x="37694" y="159497"/>
                    <a:pt x="39466" y="159497"/>
                  </a:cubicBezTo>
                  <a:cubicBezTo>
                    <a:pt x="40528" y="159497"/>
                    <a:pt x="41237" y="159019"/>
                    <a:pt x="41237" y="157903"/>
                  </a:cubicBezTo>
                  <a:close/>
                </a:path>
              </a:pathLst>
            </a:custGeom>
            <a:solidFill>
              <a:srgbClr val="000000"/>
            </a:solidFill>
            <a:ln w="1777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80" name="任意形状 179">
              <a:extLst>
                <a:ext uri="{FF2B5EF4-FFF2-40B4-BE49-F238E27FC236}">
                  <a16:creationId xmlns:a16="http://schemas.microsoft.com/office/drawing/2014/main" id="{60C4C4C8-BE53-5CA7-67C6-32CA36E7BDC1}"/>
                </a:ext>
              </a:extLst>
            </p:cNvPr>
            <p:cNvSpPr/>
            <p:nvPr>
              <p:custDataLst>
                <p:tags r:id="rId265"/>
              </p:custDataLst>
            </p:nvPr>
          </p:nvSpPr>
          <p:spPr>
            <a:xfrm>
              <a:off x="5132276" y="3626780"/>
              <a:ext cx="177490" cy="108885"/>
            </a:xfrm>
            <a:custGeom>
              <a:avLst/>
              <a:gdLst>
                <a:gd name="connsiteX0" fmla="*/ 156733 w 177490"/>
                <a:gd name="connsiteY0" fmla="*/ 12350 h 108885"/>
                <a:gd name="connsiteX1" fmla="*/ 171967 w 177490"/>
                <a:gd name="connsiteY1" fmla="*/ 5017 h 108885"/>
                <a:gd name="connsiteX2" fmla="*/ 177635 w 177490"/>
                <a:gd name="connsiteY2" fmla="*/ 1828 h 108885"/>
                <a:gd name="connsiteX3" fmla="*/ 172853 w 177490"/>
                <a:gd name="connsiteY3" fmla="*/ 75 h 108885"/>
                <a:gd name="connsiteX4" fmla="*/ 149471 w 177490"/>
                <a:gd name="connsiteY4" fmla="*/ 75 h 108885"/>
                <a:gd name="connsiteX5" fmla="*/ 142563 w 177490"/>
                <a:gd name="connsiteY5" fmla="*/ 3104 h 108885"/>
                <a:gd name="connsiteX6" fmla="*/ 77908 w 177490"/>
                <a:gd name="connsiteY6" fmla="*/ 93974 h 108885"/>
                <a:gd name="connsiteX7" fmla="*/ 64091 w 177490"/>
                <a:gd name="connsiteY7" fmla="*/ 3741 h 108885"/>
                <a:gd name="connsiteX8" fmla="*/ 58600 w 177490"/>
                <a:gd name="connsiteY8" fmla="*/ 75 h 108885"/>
                <a:gd name="connsiteX9" fmla="*/ 34333 w 177490"/>
                <a:gd name="connsiteY9" fmla="*/ 75 h 108885"/>
                <a:gd name="connsiteX10" fmla="*/ 29018 w 177490"/>
                <a:gd name="connsiteY10" fmla="*/ 3104 h 108885"/>
                <a:gd name="connsiteX11" fmla="*/ 34155 w 177490"/>
                <a:gd name="connsiteY11" fmla="*/ 5017 h 108885"/>
                <a:gd name="connsiteX12" fmla="*/ 41772 w 177490"/>
                <a:gd name="connsiteY12" fmla="*/ 5336 h 108885"/>
                <a:gd name="connsiteX13" fmla="*/ 45669 w 177490"/>
                <a:gd name="connsiteY13" fmla="*/ 7886 h 108885"/>
                <a:gd name="connsiteX14" fmla="*/ 44961 w 177490"/>
                <a:gd name="connsiteY14" fmla="*/ 10915 h 108885"/>
                <a:gd name="connsiteX15" fmla="*/ 22464 w 177490"/>
                <a:gd name="connsiteY15" fmla="*/ 92061 h 108885"/>
                <a:gd name="connsiteX16" fmla="*/ 3334 w 177490"/>
                <a:gd name="connsiteY16" fmla="*/ 104018 h 108885"/>
                <a:gd name="connsiteX17" fmla="*/ 145 w 177490"/>
                <a:gd name="connsiteY17" fmla="*/ 107047 h 108885"/>
                <a:gd name="connsiteX18" fmla="*/ 2625 w 177490"/>
                <a:gd name="connsiteY18" fmla="*/ 108960 h 108885"/>
                <a:gd name="connsiteX19" fmla="*/ 20339 w 177490"/>
                <a:gd name="connsiteY19" fmla="*/ 108482 h 108885"/>
                <a:gd name="connsiteX20" fmla="*/ 38584 w 177490"/>
                <a:gd name="connsiteY20" fmla="*/ 108960 h 108885"/>
                <a:gd name="connsiteX21" fmla="*/ 41772 w 177490"/>
                <a:gd name="connsiteY21" fmla="*/ 105772 h 108885"/>
                <a:gd name="connsiteX22" fmla="*/ 38584 w 177490"/>
                <a:gd name="connsiteY22" fmla="*/ 104018 h 108885"/>
                <a:gd name="connsiteX23" fmla="*/ 26539 w 177490"/>
                <a:gd name="connsiteY23" fmla="*/ 97003 h 108885"/>
                <a:gd name="connsiteX24" fmla="*/ 27247 w 177490"/>
                <a:gd name="connsiteY24" fmla="*/ 93337 h 108885"/>
                <a:gd name="connsiteX25" fmla="*/ 51338 w 177490"/>
                <a:gd name="connsiteY25" fmla="*/ 6452 h 108885"/>
                <a:gd name="connsiteX26" fmla="*/ 51515 w 177490"/>
                <a:gd name="connsiteY26" fmla="*/ 6452 h 108885"/>
                <a:gd name="connsiteX27" fmla="*/ 66748 w 177490"/>
                <a:gd name="connsiteY27" fmla="*/ 105293 h 108885"/>
                <a:gd name="connsiteX28" fmla="*/ 69405 w 177490"/>
                <a:gd name="connsiteY28" fmla="*/ 108960 h 108885"/>
                <a:gd name="connsiteX29" fmla="*/ 73302 w 177490"/>
                <a:gd name="connsiteY29" fmla="*/ 106090 h 108885"/>
                <a:gd name="connsiteX30" fmla="*/ 144865 w 177490"/>
                <a:gd name="connsiteY30" fmla="*/ 5176 h 108885"/>
                <a:gd name="connsiteX31" fmla="*/ 145042 w 177490"/>
                <a:gd name="connsiteY31" fmla="*/ 5176 h 108885"/>
                <a:gd name="connsiteX32" fmla="*/ 119712 w 177490"/>
                <a:gd name="connsiteY32" fmla="*/ 96525 h 108885"/>
                <a:gd name="connsiteX33" fmla="*/ 103593 w 177490"/>
                <a:gd name="connsiteY33" fmla="*/ 104018 h 108885"/>
                <a:gd name="connsiteX34" fmla="*/ 98633 w 177490"/>
                <a:gd name="connsiteY34" fmla="*/ 107047 h 108885"/>
                <a:gd name="connsiteX35" fmla="*/ 101290 w 177490"/>
                <a:gd name="connsiteY35" fmla="*/ 108960 h 108885"/>
                <a:gd name="connsiteX36" fmla="*/ 123255 w 177490"/>
                <a:gd name="connsiteY36" fmla="*/ 108482 h 108885"/>
                <a:gd name="connsiteX37" fmla="*/ 145397 w 177490"/>
                <a:gd name="connsiteY37" fmla="*/ 108960 h 108885"/>
                <a:gd name="connsiteX38" fmla="*/ 148762 w 177490"/>
                <a:gd name="connsiteY38" fmla="*/ 105772 h 108885"/>
                <a:gd name="connsiteX39" fmla="*/ 143802 w 177490"/>
                <a:gd name="connsiteY39" fmla="*/ 104018 h 108885"/>
                <a:gd name="connsiteX40" fmla="*/ 132289 w 177490"/>
                <a:gd name="connsiteY40" fmla="*/ 101148 h 108885"/>
                <a:gd name="connsiteX41" fmla="*/ 133174 w 177490"/>
                <a:gd name="connsiteY41" fmla="*/ 97322 h 108885"/>
                <a:gd name="connsiteX42" fmla="*/ 156733 w 177490"/>
                <a:gd name="connsiteY42" fmla="*/ 12350 h 1088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</a:cxnLst>
              <a:rect l="l" t="t" r="r" b="b"/>
              <a:pathLst>
                <a:path w="177490" h="108885">
                  <a:moveTo>
                    <a:pt x="156733" y="12350"/>
                  </a:moveTo>
                  <a:cubicBezTo>
                    <a:pt x="158328" y="6611"/>
                    <a:pt x="158682" y="5017"/>
                    <a:pt x="171967" y="5017"/>
                  </a:cubicBezTo>
                  <a:cubicBezTo>
                    <a:pt x="176041" y="5017"/>
                    <a:pt x="177635" y="5017"/>
                    <a:pt x="177635" y="1828"/>
                  </a:cubicBezTo>
                  <a:cubicBezTo>
                    <a:pt x="177635" y="75"/>
                    <a:pt x="175864" y="75"/>
                    <a:pt x="172853" y="75"/>
                  </a:cubicBezTo>
                  <a:lnTo>
                    <a:pt x="149471" y="75"/>
                  </a:lnTo>
                  <a:cubicBezTo>
                    <a:pt x="144865" y="75"/>
                    <a:pt x="144688" y="75"/>
                    <a:pt x="142563" y="3104"/>
                  </a:cubicBezTo>
                  <a:lnTo>
                    <a:pt x="77908" y="93974"/>
                  </a:lnTo>
                  <a:lnTo>
                    <a:pt x="64091" y="3741"/>
                  </a:lnTo>
                  <a:cubicBezTo>
                    <a:pt x="63560" y="75"/>
                    <a:pt x="63206" y="75"/>
                    <a:pt x="58600" y="75"/>
                  </a:cubicBezTo>
                  <a:lnTo>
                    <a:pt x="34333" y="75"/>
                  </a:lnTo>
                  <a:cubicBezTo>
                    <a:pt x="30967" y="75"/>
                    <a:pt x="29018" y="75"/>
                    <a:pt x="29018" y="3104"/>
                  </a:cubicBezTo>
                  <a:cubicBezTo>
                    <a:pt x="29018" y="5017"/>
                    <a:pt x="30613" y="5017"/>
                    <a:pt x="34155" y="5017"/>
                  </a:cubicBezTo>
                  <a:cubicBezTo>
                    <a:pt x="36458" y="5017"/>
                    <a:pt x="39647" y="5176"/>
                    <a:pt x="41772" y="5336"/>
                  </a:cubicBezTo>
                  <a:cubicBezTo>
                    <a:pt x="44606" y="5654"/>
                    <a:pt x="45669" y="6133"/>
                    <a:pt x="45669" y="7886"/>
                  </a:cubicBezTo>
                  <a:cubicBezTo>
                    <a:pt x="45669" y="8524"/>
                    <a:pt x="45492" y="9002"/>
                    <a:pt x="44961" y="10915"/>
                  </a:cubicBezTo>
                  <a:lnTo>
                    <a:pt x="22464" y="92061"/>
                  </a:lnTo>
                  <a:cubicBezTo>
                    <a:pt x="20693" y="98438"/>
                    <a:pt x="17682" y="103540"/>
                    <a:pt x="3334" y="104018"/>
                  </a:cubicBezTo>
                  <a:cubicBezTo>
                    <a:pt x="2448" y="104018"/>
                    <a:pt x="145" y="104177"/>
                    <a:pt x="145" y="107047"/>
                  </a:cubicBezTo>
                  <a:cubicBezTo>
                    <a:pt x="145" y="108482"/>
                    <a:pt x="1208" y="108960"/>
                    <a:pt x="2625" y="108960"/>
                  </a:cubicBezTo>
                  <a:cubicBezTo>
                    <a:pt x="8294" y="108960"/>
                    <a:pt x="14493" y="108482"/>
                    <a:pt x="20339" y="108482"/>
                  </a:cubicBezTo>
                  <a:cubicBezTo>
                    <a:pt x="26361" y="108482"/>
                    <a:pt x="32738" y="108960"/>
                    <a:pt x="38584" y="108960"/>
                  </a:cubicBezTo>
                  <a:cubicBezTo>
                    <a:pt x="39470" y="108960"/>
                    <a:pt x="41772" y="108960"/>
                    <a:pt x="41772" y="105772"/>
                  </a:cubicBezTo>
                  <a:cubicBezTo>
                    <a:pt x="41772" y="104018"/>
                    <a:pt x="39824" y="104018"/>
                    <a:pt x="38584" y="104018"/>
                  </a:cubicBezTo>
                  <a:cubicBezTo>
                    <a:pt x="28487" y="103859"/>
                    <a:pt x="26539" y="100670"/>
                    <a:pt x="26539" y="97003"/>
                  </a:cubicBezTo>
                  <a:cubicBezTo>
                    <a:pt x="26539" y="95887"/>
                    <a:pt x="26716" y="95090"/>
                    <a:pt x="27247" y="93337"/>
                  </a:cubicBezTo>
                  <a:lnTo>
                    <a:pt x="51338" y="6452"/>
                  </a:lnTo>
                  <a:lnTo>
                    <a:pt x="51515" y="6452"/>
                  </a:lnTo>
                  <a:lnTo>
                    <a:pt x="66748" y="105293"/>
                  </a:lnTo>
                  <a:cubicBezTo>
                    <a:pt x="67103" y="107206"/>
                    <a:pt x="67280" y="108960"/>
                    <a:pt x="69405" y="108960"/>
                  </a:cubicBezTo>
                  <a:cubicBezTo>
                    <a:pt x="71354" y="108960"/>
                    <a:pt x="72417" y="107206"/>
                    <a:pt x="73302" y="106090"/>
                  </a:cubicBezTo>
                  <a:lnTo>
                    <a:pt x="144865" y="5176"/>
                  </a:lnTo>
                  <a:lnTo>
                    <a:pt x="145042" y="5176"/>
                  </a:lnTo>
                  <a:lnTo>
                    <a:pt x="119712" y="96525"/>
                  </a:lnTo>
                  <a:cubicBezTo>
                    <a:pt x="117941" y="102743"/>
                    <a:pt x="117586" y="104018"/>
                    <a:pt x="103593" y="104018"/>
                  </a:cubicBezTo>
                  <a:cubicBezTo>
                    <a:pt x="100581" y="104018"/>
                    <a:pt x="98633" y="104018"/>
                    <a:pt x="98633" y="107047"/>
                  </a:cubicBezTo>
                  <a:cubicBezTo>
                    <a:pt x="98633" y="108960"/>
                    <a:pt x="100758" y="108960"/>
                    <a:pt x="101290" y="108960"/>
                  </a:cubicBezTo>
                  <a:cubicBezTo>
                    <a:pt x="106250" y="108960"/>
                    <a:pt x="118295" y="108482"/>
                    <a:pt x="123255" y="108482"/>
                  </a:cubicBezTo>
                  <a:cubicBezTo>
                    <a:pt x="130517" y="108482"/>
                    <a:pt x="138134" y="108960"/>
                    <a:pt x="145397" y="108960"/>
                  </a:cubicBezTo>
                  <a:cubicBezTo>
                    <a:pt x="146460" y="108960"/>
                    <a:pt x="148762" y="108960"/>
                    <a:pt x="148762" y="105772"/>
                  </a:cubicBezTo>
                  <a:cubicBezTo>
                    <a:pt x="148762" y="104018"/>
                    <a:pt x="147168" y="104018"/>
                    <a:pt x="143802" y="104018"/>
                  </a:cubicBezTo>
                  <a:cubicBezTo>
                    <a:pt x="137248" y="104018"/>
                    <a:pt x="132289" y="104018"/>
                    <a:pt x="132289" y="101148"/>
                  </a:cubicBezTo>
                  <a:cubicBezTo>
                    <a:pt x="132289" y="100511"/>
                    <a:pt x="132289" y="100192"/>
                    <a:pt x="133174" y="97322"/>
                  </a:cubicBezTo>
                  <a:lnTo>
                    <a:pt x="156733" y="12350"/>
                  </a:lnTo>
                  <a:close/>
                </a:path>
              </a:pathLst>
            </a:custGeom>
            <a:solidFill>
              <a:srgbClr val="000000"/>
            </a:solidFill>
            <a:ln w="1777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81" name="任意形状 180">
              <a:extLst>
                <a:ext uri="{FF2B5EF4-FFF2-40B4-BE49-F238E27FC236}">
                  <a16:creationId xmlns:a16="http://schemas.microsoft.com/office/drawing/2014/main" id="{CBCB0E73-32C8-ED1B-CA5A-C3A317C3564D}"/>
                </a:ext>
              </a:extLst>
            </p:cNvPr>
            <p:cNvSpPr/>
            <p:nvPr>
              <p:custDataLst>
                <p:tags r:id="rId266"/>
              </p:custDataLst>
            </p:nvPr>
          </p:nvSpPr>
          <p:spPr>
            <a:xfrm>
              <a:off x="5304494" y="3681016"/>
              <a:ext cx="55549" cy="79679"/>
            </a:xfrm>
            <a:custGeom>
              <a:avLst/>
              <a:gdLst>
                <a:gd name="connsiteX0" fmla="*/ 55705 w 55549"/>
                <a:gd name="connsiteY0" fmla="*/ 24292 h 79679"/>
                <a:gd name="connsiteX1" fmla="*/ 38594 w 55549"/>
                <a:gd name="connsiteY1" fmla="*/ 76 h 79679"/>
                <a:gd name="connsiteX2" fmla="*/ 155 w 55549"/>
                <a:gd name="connsiteY2" fmla="*/ 55539 h 79679"/>
                <a:gd name="connsiteX3" fmla="*/ 17266 w 55549"/>
                <a:gd name="connsiteY3" fmla="*/ 79755 h 79679"/>
                <a:gd name="connsiteX4" fmla="*/ 55705 w 55549"/>
                <a:gd name="connsiteY4" fmla="*/ 24292 h 79679"/>
                <a:gd name="connsiteX5" fmla="*/ 14166 w 55549"/>
                <a:gd name="connsiteY5" fmla="*/ 37907 h 79679"/>
                <a:gd name="connsiteX6" fmla="*/ 38470 w 55549"/>
                <a:gd name="connsiteY6" fmla="*/ 3201 h 79679"/>
                <a:gd name="connsiteX7" fmla="*/ 46405 w 55549"/>
                <a:gd name="connsiteY7" fmla="*/ 17708 h 79679"/>
                <a:gd name="connsiteX8" fmla="*/ 42809 w 55549"/>
                <a:gd name="connsiteY8" fmla="*/ 37907 h 79679"/>
                <a:gd name="connsiteX9" fmla="*/ 14166 w 55549"/>
                <a:gd name="connsiteY9" fmla="*/ 37907 h 79679"/>
                <a:gd name="connsiteX10" fmla="*/ 41693 w 55549"/>
                <a:gd name="connsiteY10" fmla="*/ 41925 h 79679"/>
                <a:gd name="connsiteX11" fmla="*/ 31650 w 55549"/>
                <a:gd name="connsiteY11" fmla="*/ 65583 h 79679"/>
                <a:gd name="connsiteX12" fmla="*/ 17390 w 55549"/>
                <a:gd name="connsiteY12" fmla="*/ 76631 h 79679"/>
                <a:gd name="connsiteX13" fmla="*/ 9455 w 55549"/>
                <a:gd name="connsiteY13" fmla="*/ 62123 h 79679"/>
                <a:gd name="connsiteX14" fmla="*/ 13051 w 55549"/>
                <a:gd name="connsiteY14" fmla="*/ 41925 h 79679"/>
                <a:gd name="connsiteX15" fmla="*/ 41693 w 55549"/>
                <a:gd name="connsiteY15" fmla="*/ 41925 h 796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55549" h="79679">
                  <a:moveTo>
                    <a:pt x="55705" y="24292"/>
                  </a:moveTo>
                  <a:cubicBezTo>
                    <a:pt x="55705" y="12575"/>
                    <a:pt x="50745" y="76"/>
                    <a:pt x="38594" y="76"/>
                  </a:cubicBezTo>
                  <a:cubicBezTo>
                    <a:pt x="19994" y="76"/>
                    <a:pt x="155" y="29984"/>
                    <a:pt x="155" y="55539"/>
                  </a:cubicBezTo>
                  <a:cubicBezTo>
                    <a:pt x="155" y="68819"/>
                    <a:pt x="5859" y="79755"/>
                    <a:pt x="17266" y="79755"/>
                  </a:cubicBezTo>
                  <a:cubicBezTo>
                    <a:pt x="36114" y="79755"/>
                    <a:pt x="55705" y="49290"/>
                    <a:pt x="55705" y="24292"/>
                  </a:cubicBezTo>
                  <a:close/>
                  <a:moveTo>
                    <a:pt x="14166" y="37907"/>
                  </a:moveTo>
                  <a:cubicBezTo>
                    <a:pt x="20490" y="13802"/>
                    <a:pt x="31154" y="3201"/>
                    <a:pt x="38470" y="3201"/>
                  </a:cubicBezTo>
                  <a:cubicBezTo>
                    <a:pt x="46405" y="3201"/>
                    <a:pt x="46405" y="15588"/>
                    <a:pt x="46405" y="17708"/>
                  </a:cubicBezTo>
                  <a:cubicBezTo>
                    <a:pt x="46405" y="22061"/>
                    <a:pt x="45413" y="28533"/>
                    <a:pt x="42809" y="37907"/>
                  </a:cubicBezTo>
                  <a:lnTo>
                    <a:pt x="14166" y="37907"/>
                  </a:lnTo>
                  <a:close/>
                  <a:moveTo>
                    <a:pt x="41693" y="41925"/>
                  </a:moveTo>
                  <a:cubicBezTo>
                    <a:pt x="38222" y="54088"/>
                    <a:pt x="35370" y="60115"/>
                    <a:pt x="31650" y="65583"/>
                  </a:cubicBezTo>
                  <a:cubicBezTo>
                    <a:pt x="27806" y="71386"/>
                    <a:pt x="22846" y="76631"/>
                    <a:pt x="17390" y="76631"/>
                  </a:cubicBezTo>
                  <a:cubicBezTo>
                    <a:pt x="10571" y="76631"/>
                    <a:pt x="9455" y="68149"/>
                    <a:pt x="9455" y="62123"/>
                  </a:cubicBezTo>
                  <a:cubicBezTo>
                    <a:pt x="9455" y="54758"/>
                    <a:pt x="11811" y="46054"/>
                    <a:pt x="13051" y="41925"/>
                  </a:cubicBezTo>
                  <a:lnTo>
                    <a:pt x="41693" y="41925"/>
                  </a:lnTo>
                  <a:close/>
                </a:path>
              </a:pathLst>
            </a:custGeom>
            <a:solidFill>
              <a:srgbClr val="000000"/>
            </a:solidFill>
            <a:ln w="1777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82" name="任意形状 181">
              <a:extLst>
                <a:ext uri="{FF2B5EF4-FFF2-40B4-BE49-F238E27FC236}">
                  <a16:creationId xmlns:a16="http://schemas.microsoft.com/office/drawing/2014/main" id="{EA4640D9-1F4C-52EF-B73B-B67880A27F87}"/>
                </a:ext>
              </a:extLst>
            </p:cNvPr>
            <p:cNvSpPr/>
            <p:nvPr>
              <p:custDataLst>
                <p:tags r:id="rId267"/>
              </p:custDataLst>
            </p:nvPr>
          </p:nvSpPr>
          <p:spPr>
            <a:xfrm>
              <a:off x="5392057" y="3718767"/>
              <a:ext cx="20724" cy="47667"/>
            </a:xfrm>
            <a:custGeom>
              <a:avLst/>
              <a:gdLst>
                <a:gd name="connsiteX0" fmla="*/ 20884 w 20724"/>
                <a:gd name="connsiteY0" fmla="*/ 16814 h 47667"/>
                <a:gd name="connsiteX1" fmla="*/ 9548 w 20724"/>
                <a:gd name="connsiteY1" fmla="*/ 75 h 47667"/>
                <a:gd name="connsiteX2" fmla="*/ 160 w 20724"/>
                <a:gd name="connsiteY2" fmla="*/ 8524 h 47667"/>
                <a:gd name="connsiteX3" fmla="*/ 9548 w 20724"/>
                <a:gd name="connsiteY3" fmla="*/ 16973 h 47667"/>
                <a:gd name="connsiteX4" fmla="*/ 15747 w 20724"/>
                <a:gd name="connsiteY4" fmla="*/ 14901 h 47667"/>
                <a:gd name="connsiteX5" fmla="*/ 16633 w 20724"/>
                <a:gd name="connsiteY5" fmla="*/ 14423 h 47667"/>
                <a:gd name="connsiteX6" fmla="*/ 16987 w 20724"/>
                <a:gd name="connsiteY6" fmla="*/ 16814 h 47667"/>
                <a:gd name="connsiteX7" fmla="*/ 4942 w 20724"/>
                <a:gd name="connsiteY7" fmla="*/ 43438 h 47667"/>
                <a:gd name="connsiteX8" fmla="*/ 2994 w 20724"/>
                <a:gd name="connsiteY8" fmla="*/ 45988 h 47667"/>
                <a:gd name="connsiteX9" fmla="*/ 4765 w 20724"/>
                <a:gd name="connsiteY9" fmla="*/ 47742 h 47667"/>
                <a:gd name="connsiteX10" fmla="*/ 20884 w 20724"/>
                <a:gd name="connsiteY10" fmla="*/ 16814 h 476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0724" h="47667">
                  <a:moveTo>
                    <a:pt x="20884" y="16814"/>
                  </a:moveTo>
                  <a:cubicBezTo>
                    <a:pt x="20884" y="6292"/>
                    <a:pt x="16456" y="75"/>
                    <a:pt x="9548" y="75"/>
                  </a:cubicBezTo>
                  <a:cubicBezTo>
                    <a:pt x="3702" y="75"/>
                    <a:pt x="160" y="4060"/>
                    <a:pt x="160" y="8524"/>
                  </a:cubicBezTo>
                  <a:cubicBezTo>
                    <a:pt x="160" y="12828"/>
                    <a:pt x="3702" y="16973"/>
                    <a:pt x="9548" y="16973"/>
                  </a:cubicBezTo>
                  <a:cubicBezTo>
                    <a:pt x="11673" y="16973"/>
                    <a:pt x="13976" y="16336"/>
                    <a:pt x="15747" y="14901"/>
                  </a:cubicBezTo>
                  <a:cubicBezTo>
                    <a:pt x="16279" y="14582"/>
                    <a:pt x="16456" y="14423"/>
                    <a:pt x="16633" y="14423"/>
                  </a:cubicBezTo>
                  <a:cubicBezTo>
                    <a:pt x="16810" y="14423"/>
                    <a:pt x="16987" y="14582"/>
                    <a:pt x="16987" y="16814"/>
                  </a:cubicBezTo>
                  <a:cubicBezTo>
                    <a:pt x="16987" y="28611"/>
                    <a:pt x="10788" y="38177"/>
                    <a:pt x="4942" y="43438"/>
                  </a:cubicBezTo>
                  <a:cubicBezTo>
                    <a:pt x="2994" y="45191"/>
                    <a:pt x="2994" y="45510"/>
                    <a:pt x="2994" y="45988"/>
                  </a:cubicBezTo>
                  <a:cubicBezTo>
                    <a:pt x="2994" y="47104"/>
                    <a:pt x="3879" y="47742"/>
                    <a:pt x="4765" y="47742"/>
                  </a:cubicBezTo>
                  <a:cubicBezTo>
                    <a:pt x="6714" y="47742"/>
                    <a:pt x="20884" y="35466"/>
                    <a:pt x="20884" y="16814"/>
                  </a:cubicBezTo>
                  <a:close/>
                </a:path>
              </a:pathLst>
            </a:custGeom>
            <a:solidFill>
              <a:srgbClr val="000000"/>
            </a:solidFill>
            <a:ln w="1777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83" name="任意形状 182">
              <a:extLst>
                <a:ext uri="{FF2B5EF4-FFF2-40B4-BE49-F238E27FC236}">
                  <a16:creationId xmlns:a16="http://schemas.microsoft.com/office/drawing/2014/main" id="{D9425E8D-4880-8FB6-A8C7-22E42726E4E4}"/>
                </a:ext>
              </a:extLst>
            </p:cNvPr>
            <p:cNvSpPr/>
            <p:nvPr>
              <p:custDataLst>
                <p:tags r:id="rId268"/>
              </p:custDataLst>
            </p:nvPr>
          </p:nvSpPr>
          <p:spPr>
            <a:xfrm>
              <a:off x="5460333" y="3666955"/>
              <a:ext cx="85733" cy="70624"/>
            </a:xfrm>
            <a:custGeom>
              <a:avLst/>
              <a:gdLst>
                <a:gd name="connsiteX0" fmla="*/ 47459 w 85733"/>
                <a:gd name="connsiteY0" fmla="*/ 9321 h 70624"/>
                <a:gd name="connsiteX1" fmla="*/ 77218 w 85733"/>
                <a:gd name="connsiteY1" fmla="*/ 9321 h 70624"/>
                <a:gd name="connsiteX2" fmla="*/ 85898 w 85733"/>
                <a:gd name="connsiteY2" fmla="*/ 3901 h 70624"/>
                <a:gd name="connsiteX3" fmla="*/ 78812 w 85733"/>
                <a:gd name="connsiteY3" fmla="*/ 75 h 70624"/>
                <a:gd name="connsiteX4" fmla="*/ 29214 w 85733"/>
                <a:gd name="connsiteY4" fmla="*/ 75 h 70624"/>
                <a:gd name="connsiteX5" fmla="*/ 10969 w 85733"/>
                <a:gd name="connsiteY5" fmla="*/ 7568 h 70624"/>
                <a:gd name="connsiteX6" fmla="*/ 164 w 85733"/>
                <a:gd name="connsiteY6" fmla="*/ 21916 h 70624"/>
                <a:gd name="connsiteX7" fmla="*/ 2290 w 85733"/>
                <a:gd name="connsiteY7" fmla="*/ 23510 h 70624"/>
                <a:gd name="connsiteX8" fmla="*/ 5124 w 85733"/>
                <a:gd name="connsiteY8" fmla="*/ 21597 h 70624"/>
                <a:gd name="connsiteX9" fmla="*/ 27620 w 85733"/>
                <a:gd name="connsiteY9" fmla="*/ 9321 h 70624"/>
                <a:gd name="connsiteX10" fmla="*/ 42322 w 85733"/>
                <a:gd name="connsiteY10" fmla="*/ 9321 h 70624"/>
                <a:gd name="connsiteX11" fmla="*/ 24963 w 85733"/>
                <a:gd name="connsiteY11" fmla="*/ 60496 h 70624"/>
                <a:gd name="connsiteX12" fmla="*/ 23192 w 85733"/>
                <a:gd name="connsiteY12" fmla="*/ 66394 h 70624"/>
                <a:gd name="connsiteX13" fmla="*/ 28329 w 85733"/>
                <a:gd name="connsiteY13" fmla="*/ 70699 h 70624"/>
                <a:gd name="connsiteX14" fmla="*/ 35591 w 85733"/>
                <a:gd name="connsiteY14" fmla="*/ 63844 h 70624"/>
                <a:gd name="connsiteX15" fmla="*/ 47459 w 85733"/>
                <a:gd name="connsiteY15" fmla="*/ 9321 h 706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85733" h="70624">
                  <a:moveTo>
                    <a:pt x="47459" y="9321"/>
                  </a:moveTo>
                  <a:lnTo>
                    <a:pt x="77218" y="9321"/>
                  </a:lnTo>
                  <a:cubicBezTo>
                    <a:pt x="79521" y="9321"/>
                    <a:pt x="85898" y="9321"/>
                    <a:pt x="85898" y="3901"/>
                  </a:cubicBezTo>
                  <a:cubicBezTo>
                    <a:pt x="85898" y="75"/>
                    <a:pt x="82178" y="75"/>
                    <a:pt x="78812" y="75"/>
                  </a:cubicBezTo>
                  <a:lnTo>
                    <a:pt x="29214" y="75"/>
                  </a:lnTo>
                  <a:cubicBezTo>
                    <a:pt x="25672" y="75"/>
                    <a:pt x="18763" y="75"/>
                    <a:pt x="10969" y="7568"/>
                  </a:cubicBezTo>
                  <a:cubicBezTo>
                    <a:pt x="5124" y="13307"/>
                    <a:pt x="164" y="20959"/>
                    <a:pt x="164" y="21916"/>
                  </a:cubicBezTo>
                  <a:cubicBezTo>
                    <a:pt x="164" y="22075"/>
                    <a:pt x="164" y="23510"/>
                    <a:pt x="2290" y="23510"/>
                  </a:cubicBezTo>
                  <a:cubicBezTo>
                    <a:pt x="3707" y="23510"/>
                    <a:pt x="4061" y="22872"/>
                    <a:pt x="5124" y="21597"/>
                  </a:cubicBezTo>
                  <a:cubicBezTo>
                    <a:pt x="13803" y="9321"/>
                    <a:pt x="23900" y="9321"/>
                    <a:pt x="27620" y="9321"/>
                  </a:cubicBezTo>
                  <a:lnTo>
                    <a:pt x="42322" y="9321"/>
                  </a:lnTo>
                  <a:lnTo>
                    <a:pt x="24963" y="60496"/>
                  </a:lnTo>
                  <a:cubicBezTo>
                    <a:pt x="24254" y="62409"/>
                    <a:pt x="23192" y="65757"/>
                    <a:pt x="23192" y="66394"/>
                  </a:cubicBezTo>
                  <a:cubicBezTo>
                    <a:pt x="23192" y="68148"/>
                    <a:pt x="24432" y="70699"/>
                    <a:pt x="28329" y="70699"/>
                  </a:cubicBezTo>
                  <a:cubicBezTo>
                    <a:pt x="34174" y="70699"/>
                    <a:pt x="35060" y="66235"/>
                    <a:pt x="35591" y="63844"/>
                  </a:cubicBezTo>
                  <a:lnTo>
                    <a:pt x="47459" y="9321"/>
                  </a:lnTo>
                  <a:close/>
                </a:path>
              </a:pathLst>
            </a:custGeom>
            <a:solidFill>
              <a:srgbClr val="000000"/>
            </a:solidFill>
            <a:ln w="1777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84" name="任意形状 183">
              <a:extLst>
                <a:ext uri="{FF2B5EF4-FFF2-40B4-BE49-F238E27FC236}">
                  <a16:creationId xmlns:a16="http://schemas.microsoft.com/office/drawing/2014/main" id="{8AA2D4A8-7BDC-FC77-DB9D-C5687EE5ACC0}"/>
                </a:ext>
              </a:extLst>
            </p:cNvPr>
            <p:cNvSpPr/>
            <p:nvPr>
              <p:custDataLst>
                <p:tags r:id="rId269"/>
              </p:custDataLst>
            </p:nvPr>
          </p:nvSpPr>
          <p:spPr>
            <a:xfrm>
              <a:off x="5563133" y="3616099"/>
              <a:ext cx="41095" cy="159422"/>
            </a:xfrm>
            <a:custGeom>
              <a:avLst/>
              <a:gdLst>
                <a:gd name="connsiteX0" fmla="*/ 41265 w 41095"/>
                <a:gd name="connsiteY0" fmla="*/ 79786 h 159422"/>
                <a:gd name="connsiteX1" fmla="*/ 29574 w 41095"/>
                <a:gd name="connsiteY1" fmla="*/ 30046 h 159422"/>
                <a:gd name="connsiteX2" fmla="*/ 1941 w 41095"/>
                <a:gd name="connsiteY2" fmla="*/ 75 h 159422"/>
                <a:gd name="connsiteX3" fmla="*/ 169 w 41095"/>
                <a:gd name="connsiteY3" fmla="*/ 1669 h 159422"/>
                <a:gd name="connsiteX4" fmla="*/ 3535 w 41095"/>
                <a:gd name="connsiteY4" fmla="*/ 5336 h 159422"/>
                <a:gd name="connsiteX5" fmla="*/ 30991 w 41095"/>
                <a:gd name="connsiteY5" fmla="*/ 79786 h 159422"/>
                <a:gd name="connsiteX6" fmla="*/ 2472 w 41095"/>
                <a:gd name="connsiteY6" fmla="*/ 155192 h 159422"/>
                <a:gd name="connsiteX7" fmla="*/ 169 w 41095"/>
                <a:gd name="connsiteY7" fmla="*/ 157903 h 159422"/>
                <a:gd name="connsiteX8" fmla="*/ 1941 w 41095"/>
                <a:gd name="connsiteY8" fmla="*/ 159497 h 159422"/>
                <a:gd name="connsiteX9" fmla="*/ 30105 w 41095"/>
                <a:gd name="connsiteY9" fmla="*/ 128410 h 159422"/>
                <a:gd name="connsiteX10" fmla="*/ 41265 w 41095"/>
                <a:gd name="connsiteY10" fmla="*/ 79786 h 1594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41095" h="159422">
                  <a:moveTo>
                    <a:pt x="41265" y="79786"/>
                  </a:moveTo>
                  <a:cubicBezTo>
                    <a:pt x="41265" y="67351"/>
                    <a:pt x="39316" y="48061"/>
                    <a:pt x="29574" y="30046"/>
                  </a:cubicBezTo>
                  <a:cubicBezTo>
                    <a:pt x="18946" y="10437"/>
                    <a:pt x="3712" y="75"/>
                    <a:pt x="1941" y="75"/>
                  </a:cubicBezTo>
                  <a:cubicBezTo>
                    <a:pt x="878" y="75"/>
                    <a:pt x="169" y="712"/>
                    <a:pt x="169" y="1669"/>
                  </a:cubicBezTo>
                  <a:cubicBezTo>
                    <a:pt x="169" y="2147"/>
                    <a:pt x="169" y="2466"/>
                    <a:pt x="3535" y="5336"/>
                  </a:cubicBezTo>
                  <a:cubicBezTo>
                    <a:pt x="20894" y="21118"/>
                    <a:pt x="30991" y="46467"/>
                    <a:pt x="30991" y="79786"/>
                  </a:cubicBezTo>
                  <a:cubicBezTo>
                    <a:pt x="30991" y="107047"/>
                    <a:pt x="24437" y="135105"/>
                    <a:pt x="2472" y="155192"/>
                  </a:cubicBezTo>
                  <a:cubicBezTo>
                    <a:pt x="169" y="157106"/>
                    <a:pt x="169" y="157424"/>
                    <a:pt x="169" y="157903"/>
                  </a:cubicBezTo>
                  <a:cubicBezTo>
                    <a:pt x="169" y="158859"/>
                    <a:pt x="878" y="159497"/>
                    <a:pt x="1941" y="159497"/>
                  </a:cubicBezTo>
                  <a:cubicBezTo>
                    <a:pt x="3712" y="159497"/>
                    <a:pt x="19654" y="148656"/>
                    <a:pt x="30105" y="128410"/>
                  </a:cubicBezTo>
                  <a:cubicBezTo>
                    <a:pt x="39139" y="110873"/>
                    <a:pt x="41265" y="93177"/>
                    <a:pt x="41265" y="79786"/>
                  </a:cubicBezTo>
                  <a:close/>
                </a:path>
              </a:pathLst>
            </a:custGeom>
            <a:solidFill>
              <a:srgbClr val="000000"/>
            </a:solidFill>
            <a:ln w="1777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85" name="任意形状 184">
              <a:extLst>
                <a:ext uri="{FF2B5EF4-FFF2-40B4-BE49-F238E27FC236}">
                  <a16:creationId xmlns:a16="http://schemas.microsoft.com/office/drawing/2014/main" id="{6A1276F3-D7F0-6A95-6A8E-E25567DF0F81}"/>
                </a:ext>
              </a:extLst>
            </p:cNvPr>
            <p:cNvSpPr/>
            <p:nvPr>
              <p:custDataLst>
                <p:tags r:id="rId270"/>
              </p:custDataLst>
            </p:nvPr>
          </p:nvSpPr>
          <p:spPr>
            <a:xfrm>
              <a:off x="5681046" y="3677158"/>
              <a:ext cx="117795" cy="37304"/>
            </a:xfrm>
            <a:custGeom>
              <a:avLst/>
              <a:gdLst>
                <a:gd name="connsiteX0" fmla="*/ 111949 w 117795"/>
                <a:gd name="connsiteY0" fmla="*/ 6452 h 37304"/>
                <a:gd name="connsiteX1" fmla="*/ 117971 w 117795"/>
                <a:gd name="connsiteY1" fmla="*/ 3263 h 37304"/>
                <a:gd name="connsiteX2" fmla="*/ 112126 w 117795"/>
                <a:gd name="connsiteY2" fmla="*/ 75 h 37304"/>
                <a:gd name="connsiteX3" fmla="*/ 6022 w 117795"/>
                <a:gd name="connsiteY3" fmla="*/ 75 h 37304"/>
                <a:gd name="connsiteX4" fmla="*/ 176 w 117795"/>
                <a:gd name="connsiteY4" fmla="*/ 3263 h 37304"/>
                <a:gd name="connsiteX5" fmla="*/ 6199 w 117795"/>
                <a:gd name="connsiteY5" fmla="*/ 6452 h 37304"/>
                <a:gd name="connsiteX6" fmla="*/ 111949 w 117795"/>
                <a:gd name="connsiteY6" fmla="*/ 6452 h 37304"/>
                <a:gd name="connsiteX7" fmla="*/ 112126 w 117795"/>
                <a:gd name="connsiteY7" fmla="*/ 37380 h 37304"/>
                <a:gd name="connsiteX8" fmla="*/ 117971 w 117795"/>
                <a:gd name="connsiteY8" fmla="*/ 34191 h 37304"/>
                <a:gd name="connsiteX9" fmla="*/ 111949 w 117795"/>
                <a:gd name="connsiteY9" fmla="*/ 31003 h 37304"/>
                <a:gd name="connsiteX10" fmla="*/ 6199 w 117795"/>
                <a:gd name="connsiteY10" fmla="*/ 31003 h 37304"/>
                <a:gd name="connsiteX11" fmla="*/ 176 w 117795"/>
                <a:gd name="connsiteY11" fmla="*/ 34191 h 37304"/>
                <a:gd name="connsiteX12" fmla="*/ 6022 w 117795"/>
                <a:gd name="connsiteY12" fmla="*/ 37380 h 37304"/>
                <a:gd name="connsiteX13" fmla="*/ 112126 w 117795"/>
                <a:gd name="connsiteY13" fmla="*/ 37380 h 373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17795" h="37304">
                  <a:moveTo>
                    <a:pt x="111949" y="6452"/>
                  </a:moveTo>
                  <a:cubicBezTo>
                    <a:pt x="114606" y="6452"/>
                    <a:pt x="117971" y="6452"/>
                    <a:pt x="117971" y="3263"/>
                  </a:cubicBezTo>
                  <a:cubicBezTo>
                    <a:pt x="117971" y="75"/>
                    <a:pt x="114606" y="75"/>
                    <a:pt x="112126" y="75"/>
                  </a:cubicBezTo>
                  <a:lnTo>
                    <a:pt x="6022" y="75"/>
                  </a:lnTo>
                  <a:cubicBezTo>
                    <a:pt x="3542" y="75"/>
                    <a:pt x="176" y="75"/>
                    <a:pt x="176" y="3263"/>
                  </a:cubicBezTo>
                  <a:cubicBezTo>
                    <a:pt x="176" y="6452"/>
                    <a:pt x="3542" y="6452"/>
                    <a:pt x="6199" y="6452"/>
                  </a:cubicBezTo>
                  <a:lnTo>
                    <a:pt x="111949" y="6452"/>
                  </a:lnTo>
                  <a:close/>
                  <a:moveTo>
                    <a:pt x="112126" y="37380"/>
                  </a:moveTo>
                  <a:cubicBezTo>
                    <a:pt x="114606" y="37380"/>
                    <a:pt x="117971" y="37380"/>
                    <a:pt x="117971" y="34191"/>
                  </a:cubicBezTo>
                  <a:cubicBezTo>
                    <a:pt x="117971" y="31003"/>
                    <a:pt x="114606" y="31003"/>
                    <a:pt x="111949" y="31003"/>
                  </a:cubicBezTo>
                  <a:lnTo>
                    <a:pt x="6199" y="31003"/>
                  </a:lnTo>
                  <a:cubicBezTo>
                    <a:pt x="3542" y="31003"/>
                    <a:pt x="176" y="31003"/>
                    <a:pt x="176" y="34191"/>
                  </a:cubicBezTo>
                  <a:cubicBezTo>
                    <a:pt x="176" y="37380"/>
                    <a:pt x="3542" y="37380"/>
                    <a:pt x="6022" y="37380"/>
                  </a:cubicBezTo>
                  <a:lnTo>
                    <a:pt x="112126" y="37380"/>
                  </a:lnTo>
                  <a:close/>
                </a:path>
              </a:pathLst>
            </a:custGeom>
            <a:solidFill>
              <a:srgbClr val="000000"/>
            </a:solidFill>
            <a:ln w="1777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86" name="任意形状 185">
              <a:extLst>
                <a:ext uri="{FF2B5EF4-FFF2-40B4-BE49-F238E27FC236}">
                  <a16:creationId xmlns:a16="http://schemas.microsoft.com/office/drawing/2014/main" id="{DCB24FE4-AA3D-8361-359A-958C93688BB1}"/>
                </a:ext>
              </a:extLst>
            </p:cNvPr>
            <p:cNvSpPr/>
            <p:nvPr>
              <p:custDataLst>
                <p:tags r:id="rId271"/>
              </p:custDataLst>
            </p:nvPr>
          </p:nvSpPr>
          <p:spPr>
            <a:xfrm>
              <a:off x="5873158" y="3631244"/>
              <a:ext cx="72448" cy="104421"/>
            </a:xfrm>
            <a:custGeom>
              <a:avLst/>
              <a:gdLst>
                <a:gd name="connsiteX0" fmla="*/ 47836 w 72448"/>
                <a:gd name="connsiteY0" fmla="*/ 5176 h 104421"/>
                <a:gd name="connsiteX1" fmla="*/ 43231 w 72448"/>
                <a:gd name="connsiteY1" fmla="*/ 75 h 104421"/>
                <a:gd name="connsiteX2" fmla="*/ 39334 w 72448"/>
                <a:gd name="connsiteY2" fmla="*/ 1191 h 104421"/>
                <a:gd name="connsiteX3" fmla="*/ 3729 w 72448"/>
                <a:gd name="connsiteY3" fmla="*/ 10278 h 104421"/>
                <a:gd name="connsiteX4" fmla="*/ 187 w 72448"/>
                <a:gd name="connsiteY4" fmla="*/ 10278 h 104421"/>
                <a:gd name="connsiteX5" fmla="*/ 187 w 72448"/>
                <a:gd name="connsiteY5" fmla="*/ 17771 h 104421"/>
                <a:gd name="connsiteX6" fmla="*/ 3729 w 72448"/>
                <a:gd name="connsiteY6" fmla="*/ 17771 h 104421"/>
                <a:gd name="connsiteX7" fmla="*/ 26757 w 72448"/>
                <a:gd name="connsiteY7" fmla="*/ 14582 h 104421"/>
                <a:gd name="connsiteX8" fmla="*/ 26757 w 72448"/>
                <a:gd name="connsiteY8" fmla="*/ 97003 h 104421"/>
                <a:gd name="connsiteX9" fmla="*/ 2135 w 72448"/>
                <a:gd name="connsiteY9" fmla="*/ 97003 h 104421"/>
                <a:gd name="connsiteX10" fmla="*/ 2135 w 72448"/>
                <a:gd name="connsiteY10" fmla="*/ 104496 h 104421"/>
                <a:gd name="connsiteX11" fmla="*/ 37385 w 72448"/>
                <a:gd name="connsiteY11" fmla="*/ 104018 h 104421"/>
                <a:gd name="connsiteX12" fmla="*/ 72635 w 72448"/>
                <a:gd name="connsiteY12" fmla="*/ 104496 h 104421"/>
                <a:gd name="connsiteX13" fmla="*/ 72635 w 72448"/>
                <a:gd name="connsiteY13" fmla="*/ 97003 h 104421"/>
                <a:gd name="connsiteX14" fmla="*/ 47836 w 72448"/>
                <a:gd name="connsiteY14" fmla="*/ 97003 h 104421"/>
                <a:gd name="connsiteX15" fmla="*/ 47836 w 72448"/>
                <a:gd name="connsiteY15" fmla="*/ 5176 h 1044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72448" h="104421">
                  <a:moveTo>
                    <a:pt x="47836" y="5176"/>
                  </a:moveTo>
                  <a:cubicBezTo>
                    <a:pt x="47836" y="1669"/>
                    <a:pt x="47836" y="75"/>
                    <a:pt x="43231" y="75"/>
                  </a:cubicBezTo>
                  <a:cubicBezTo>
                    <a:pt x="41282" y="75"/>
                    <a:pt x="40928" y="75"/>
                    <a:pt x="39334" y="1191"/>
                  </a:cubicBezTo>
                  <a:cubicBezTo>
                    <a:pt x="25694" y="10278"/>
                    <a:pt x="7449" y="10278"/>
                    <a:pt x="3729" y="10278"/>
                  </a:cubicBezTo>
                  <a:lnTo>
                    <a:pt x="187" y="10278"/>
                  </a:lnTo>
                  <a:lnTo>
                    <a:pt x="187" y="17771"/>
                  </a:lnTo>
                  <a:lnTo>
                    <a:pt x="3729" y="17771"/>
                  </a:lnTo>
                  <a:cubicBezTo>
                    <a:pt x="6564" y="17771"/>
                    <a:pt x="16306" y="17611"/>
                    <a:pt x="26757" y="14582"/>
                  </a:cubicBezTo>
                  <a:lnTo>
                    <a:pt x="26757" y="97003"/>
                  </a:lnTo>
                  <a:lnTo>
                    <a:pt x="2135" y="97003"/>
                  </a:lnTo>
                  <a:lnTo>
                    <a:pt x="2135" y="104496"/>
                  </a:lnTo>
                  <a:cubicBezTo>
                    <a:pt x="9929" y="104018"/>
                    <a:pt x="28705" y="104018"/>
                    <a:pt x="37385" y="104018"/>
                  </a:cubicBezTo>
                  <a:cubicBezTo>
                    <a:pt x="46065" y="104018"/>
                    <a:pt x="64841" y="104018"/>
                    <a:pt x="72635" y="104496"/>
                  </a:cubicBezTo>
                  <a:lnTo>
                    <a:pt x="72635" y="97003"/>
                  </a:lnTo>
                  <a:lnTo>
                    <a:pt x="47836" y="97003"/>
                  </a:lnTo>
                  <a:lnTo>
                    <a:pt x="47836" y="5176"/>
                  </a:lnTo>
                  <a:close/>
                </a:path>
              </a:pathLst>
            </a:custGeom>
            <a:solidFill>
              <a:srgbClr val="000000"/>
            </a:solidFill>
            <a:ln w="1777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87" name="任意形状 186">
              <a:extLst>
                <a:ext uri="{FF2B5EF4-FFF2-40B4-BE49-F238E27FC236}">
                  <a16:creationId xmlns:a16="http://schemas.microsoft.com/office/drawing/2014/main" id="{39ECC107-2517-AD48-CB05-375DA8674331}"/>
                </a:ext>
              </a:extLst>
            </p:cNvPr>
            <p:cNvSpPr/>
            <p:nvPr>
              <p:custDataLst>
                <p:tags r:id="rId272"/>
              </p:custDataLst>
            </p:nvPr>
          </p:nvSpPr>
          <p:spPr>
            <a:xfrm>
              <a:off x="5980856" y="3616099"/>
              <a:ext cx="24267" cy="159422"/>
            </a:xfrm>
            <a:custGeom>
              <a:avLst/>
              <a:gdLst>
                <a:gd name="connsiteX0" fmla="*/ 24460 w 24267"/>
                <a:gd name="connsiteY0" fmla="*/ 159497 h 159422"/>
                <a:gd name="connsiteX1" fmla="*/ 24460 w 24267"/>
                <a:gd name="connsiteY1" fmla="*/ 153120 h 159422"/>
                <a:gd name="connsiteX2" fmla="*/ 7278 w 24267"/>
                <a:gd name="connsiteY2" fmla="*/ 153120 h 159422"/>
                <a:gd name="connsiteX3" fmla="*/ 7278 w 24267"/>
                <a:gd name="connsiteY3" fmla="*/ 6452 h 159422"/>
                <a:gd name="connsiteX4" fmla="*/ 24460 w 24267"/>
                <a:gd name="connsiteY4" fmla="*/ 6452 h 159422"/>
                <a:gd name="connsiteX5" fmla="*/ 24460 w 24267"/>
                <a:gd name="connsiteY5" fmla="*/ 75 h 159422"/>
                <a:gd name="connsiteX6" fmla="*/ 192 w 24267"/>
                <a:gd name="connsiteY6" fmla="*/ 75 h 159422"/>
                <a:gd name="connsiteX7" fmla="*/ 192 w 24267"/>
                <a:gd name="connsiteY7" fmla="*/ 159497 h 159422"/>
                <a:gd name="connsiteX8" fmla="*/ 24460 w 24267"/>
                <a:gd name="connsiteY8" fmla="*/ 159497 h 1594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4267" h="159422">
                  <a:moveTo>
                    <a:pt x="24460" y="159497"/>
                  </a:moveTo>
                  <a:lnTo>
                    <a:pt x="24460" y="153120"/>
                  </a:lnTo>
                  <a:lnTo>
                    <a:pt x="7278" y="153120"/>
                  </a:lnTo>
                  <a:lnTo>
                    <a:pt x="7278" y="6452"/>
                  </a:lnTo>
                  <a:lnTo>
                    <a:pt x="24460" y="6452"/>
                  </a:lnTo>
                  <a:lnTo>
                    <a:pt x="24460" y="75"/>
                  </a:lnTo>
                  <a:lnTo>
                    <a:pt x="192" y="75"/>
                  </a:lnTo>
                  <a:lnTo>
                    <a:pt x="192" y="159497"/>
                  </a:lnTo>
                  <a:lnTo>
                    <a:pt x="24460" y="159497"/>
                  </a:lnTo>
                  <a:close/>
                </a:path>
              </a:pathLst>
            </a:custGeom>
            <a:solidFill>
              <a:srgbClr val="000000"/>
            </a:solidFill>
            <a:ln w="1777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88" name="任意形状 187">
              <a:extLst>
                <a:ext uri="{FF2B5EF4-FFF2-40B4-BE49-F238E27FC236}">
                  <a16:creationId xmlns:a16="http://schemas.microsoft.com/office/drawing/2014/main" id="{29912959-63E0-090F-9475-8039448679CD}"/>
                </a:ext>
              </a:extLst>
            </p:cNvPr>
            <p:cNvSpPr/>
            <p:nvPr>
              <p:custDataLst>
                <p:tags r:id="rId273"/>
              </p:custDataLst>
            </p:nvPr>
          </p:nvSpPr>
          <p:spPr>
            <a:xfrm>
              <a:off x="6013410" y="3627737"/>
              <a:ext cx="120452" cy="107928"/>
            </a:xfrm>
            <a:custGeom>
              <a:avLst/>
              <a:gdLst>
                <a:gd name="connsiteX0" fmla="*/ 71581 w 120452"/>
                <a:gd name="connsiteY0" fmla="*/ 11234 h 107928"/>
                <a:gd name="connsiteX1" fmla="*/ 75655 w 120452"/>
                <a:gd name="connsiteY1" fmla="*/ 5336 h 107928"/>
                <a:gd name="connsiteX2" fmla="*/ 86814 w 120452"/>
                <a:gd name="connsiteY2" fmla="*/ 5017 h 107928"/>
                <a:gd name="connsiteX3" fmla="*/ 112676 w 120452"/>
                <a:gd name="connsiteY3" fmla="*/ 18089 h 107928"/>
                <a:gd name="connsiteX4" fmla="*/ 111259 w 120452"/>
                <a:gd name="connsiteY4" fmla="*/ 30843 h 107928"/>
                <a:gd name="connsiteX5" fmla="*/ 110728 w 120452"/>
                <a:gd name="connsiteY5" fmla="*/ 33872 h 107928"/>
                <a:gd name="connsiteX6" fmla="*/ 112853 w 120452"/>
                <a:gd name="connsiteY6" fmla="*/ 35945 h 107928"/>
                <a:gd name="connsiteX7" fmla="*/ 115510 w 120452"/>
                <a:gd name="connsiteY7" fmla="*/ 32278 h 107928"/>
                <a:gd name="connsiteX8" fmla="*/ 120293 w 120452"/>
                <a:gd name="connsiteY8" fmla="*/ 4539 h 107928"/>
                <a:gd name="connsiteX9" fmla="*/ 120647 w 120452"/>
                <a:gd name="connsiteY9" fmla="*/ 1828 h 107928"/>
                <a:gd name="connsiteX10" fmla="*/ 115865 w 120452"/>
                <a:gd name="connsiteY10" fmla="*/ 75 h 107928"/>
                <a:gd name="connsiteX11" fmla="*/ 17554 w 120452"/>
                <a:gd name="connsiteY11" fmla="*/ 75 h 107928"/>
                <a:gd name="connsiteX12" fmla="*/ 11886 w 120452"/>
                <a:gd name="connsiteY12" fmla="*/ 3263 h 107928"/>
                <a:gd name="connsiteX13" fmla="*/ 1258 w 120452"/>
                <a:gd name="connsiteY13" fmla="*/ 31321 h 107928"/>
                <a:gd name="connsiteX14" fmla="*/ 195 w 120452"/>
                <a:gd name="connsiteY14" fmla="*/ 34191 h 107928"/>
                <a:gd name="connsiteX15" fmla="*/ 2321 w 120452"/>
                <a:gd name="connsiteY15" fmla="*/ 35945 h 107928"/>
                <a:gd name="connsiteX16" fmla="*/ 5332 w 120452"/>
                <a:gd name="connsiteY16" fmla="*/ 32597 h 107928"/>
                <a:gd name="connsiteX17" fmla="*/ 45719 w 120452"/>
                <a:gd name="connsiteY17" fmla="*/ 5017 h 107928"/>
                <a:gd name="connsiteX18" fmla="*/ 52627 w 120452"/>
                <a:gd name="connsiteY18" fmla="*/ 5017 h 107928"/>
                <a:gd name="connsiteX19" fmla="*/ 57587 w 120452"/>
                <a:gd name="connsiteY19" fmla="*/ 6930 h 107928"/>
                <a:gd name="connsiteX20" fmla="*/ 56879 w 120452"/>
                <a:gd name="connsiteY20" fmla="*/ 10278 h 107928"/>
                <a:gd name="connsiteX21" fmla="*/ 33142 w 120452"/>
                <a:gd name="connsiteY21" fmla="*/ 95409 h 107928"/>
                <a:gd name="connsiteX22" fmla="*/ 12063 w 120452"/>
                <a:gd name="connsiteY22" fmla="*/ 103061 h 107928"/>
                <a:gd name="connsiteX23" fmla="*/ 4624 w 120452"/>
                <a:gd name="connsiteY23" fmla="*/ 106090 h 107928"/>
                <a:gd name="connsiteX24" fmla="*/ 7635 w 120452"/>
                <a:gd name="connsiteY24" fmla="*/ 108004 h 107928"/>
                <a:gd name="connsiteX25" fmla="*/ 22160 w 120452"/>
                <a:gd name="connsiteY25" fmla="*/ 107685 h 107928"/>
                <a:gd name="connsiteX26" fmla="*/ 37216 w 120452"/>
                <a:gd name="connsiteY26" fmla="*/ 107525 h 107928"/>
                <a:gd name="connsiteX27" fmla="*/ 51919 w 120452"/>
                <a:gd name="connsiteY27" fmla="*/ 107685 h 107928"/>
                <a:gd name="connsiteX28" fmla="*/ 67330 w 120452"/>
                <a:gd name="connsiteY28" fmla="*/ 108004 h 107928"/>
                <a:gd name="connsiteX29" fmla="*/ 71227 w 120452"/>
                <a:gd name="connsiteY29" fmla="*/ 104815 h 107928"/>
                <a:gd name="connsiteX30" fmla="*/ 65204 w 120452"/>
                <a:gd name="connsiteY30" fmla="*/ 103061 h 107928"/>
                <a:gd name="connsiteX31" fmla="*/ 53867 w 120452"/>
                <a:gd name="connsiteY31" fmla="*/ 102743 h 107928"/>
                <a:gd name="connsiteX32" fmla="*/ 47313 w 120452"/>
                <a:gd name="connsiteY32" fmla="*/ 99235 h 107928"/>
                <a:gd name="connsiteX33" fmla="*/ 48022 w 120452"/>
                <a:gd name="connsiteY33" fmla="*/ 95887 h 107928"/>
                <a:gd name="connsiteX34" fmla="*/ 71581 w 120452"/>
                <a:gd name="connsiteY34" fmla="*/ 11234 h 1079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120452" h="107928">
                  <a:moveTo>
                    <a:pt x="71581" y="11234"/>
                  </a:moveTo>
                  <a:cubicBezTo>
                    <a:pt x="72821" y="6770"/>
                    <a:pt x="73529" y="5814"/>
                    <a:pt x="75655" y="5336"/>
                  </a:cubicBezTo>
                  <a:cubicBezTo>
                    <a:pt x="77249" y="5017"/>
                    <a:pt x="83095" y="5017"/>
                    <a:pt x="86814" y="5017"/>
                  </a:cubicBezTo>
                  <a:cubicBezTo>
                    <a:pt x="104705" y="5017"/>
                    <a:pt x="112676" y="5654"/>
                    <a:pt x="112676" y="18089"/>
                  </a:cubicBezTo>
                  <a:cubicBezTo>
                    <a:pt x="112676" y="20481"/>
                    <a:pt x="111968" y="26698"/>
                    <a:pt x="111259" y="30843"/>
                  </a:cubicBezTo>
                  <a:cubicBezTo>
                    <a:pt x="111082" y="31481"/>
                    <a:pt x="110728" y="33394"/>
                    <a:pt x="110728" y="33872"/>
                  </a:cubicBezTo>
                  <a:cubicBezTo>
                    <a:pt x="110728" y="34829"/>
                    <a:pt x="111259" y="35945"/>
                    <a:pt x="112853" y="35945"/>
                  </a:cubicBezTo>
                  <a:cubicBezTo>
                    <a:pt x="114802" y="35945"/>
                    <a:pt x="115156" y="34669"/>
                    <a:pt x="115510" y="32278"/>
                  </a:cubicBezTo>
                  <a:lnTo>
                    <a:pt x="120293" y="4539"/>
                  </a:lnTo>
                  <a:cubicBezTo>
                    <a:pt x="120470" y="3901"/>
                    <a:pt x="120647" y="2307"/>
                    <a:pt x="120647" y="1828"/>
                  </a:cubicBezTo>
                  <a:cubicBezTo>
                    <a:pt x="120647" y="75"/>
                    <a:pt x="118876" y="75"/>
                    <a:pt x="115865" y="75"/>
                  </a:cubicBezTo>
                  <a:lnTo>
                    <a:pt x="17554" y="75"/>
                  </a:lnTo>
                  <a:cubicBezTo>
                    <a:pt x="13303" y="75"/>
                    <a:pt x="13126" y="234"/>
                    <a:pt x="11886" y="3263"/>
                  </a:cubicBezTo>
                  <a:lnTo>
                    <a:pt x="1258" y="31321"/>
                  </a:lnTo>
                  <a:cubicBezTo>
                    <a:pt x="1081" y="31640"/>
                    <a:pt x="195" y="33872"/>
                    <a:pt x="195" y="34191"/>
                  </a:cubicBezTo>
                  <a:cubicBezTo>
                    <a:pt x="195" y="35148"/>
                    <a:pt x="1081" y="35945"/>
                    <a:pt x="2321" y="35945"/>
                  </a:cubicBezTo>
                  <a:cubicBezTo>
                    <a:pt x="4092" y="35945"/>
                    <a:pt x="4269" y="35148"/>
                    <a:pt x="5332" y="32597"/>
                  </a:cubicBezTo>
                  <a:cubicBezTo>
                    <a:pt x="14897" y="7886"/>
                    <a:pt x="19503" y="5017"/>
                    <a:pt x="45719" y="5017"/>
                  </a:cubicBezTo>
                  <a:lnTo>
                    <a:pt x="52627" y="5017"/>
                  </a:lnTo>
                  <a:cubicBezTo>
                    <a:pt x="57587" y="5017"/>
                    <a:pt x="57587" y="5654"/>
                    <a:pt x="57587" y="6930"/>
                  </a:cubicBezTo>
                  <a:cubicBezTo>
                    <a:pt x="57587" y="7886"/>
                    <a:pt x="57056" y="9799"/>
                    <a:pt x="56879" y="10278"/>
                  </a:cubicBezTo>
                  <a:lnTo>
                    <a:pt x="33142" y="95409"/>
                  </a:lnTo>
                  <a:cubicBezTo>
                    <a:pt x="31548" y="101308"/>
                    <a:pt x="31017" y="103061"/>
                    <a:pt x="12063" y="103061"/>
                  </a:cubicBezTo>
                  <a:cubicBezTo>
                    <a:pt x="5686" y="103061"/>
                    <a:pt x="4624" y="103061"/>
                    <a:pt x="4624" y="106090"/>
                  </a:cubicBezTo>
                  <a:cubicBezTo>
                    <a:pt x="4624" y="108004"/>
                    <a:pt x="6572" y="108004"/>
                    <a:pt x="7635" y="108004"/>
                  </a:cubicBezTo>
                  <a:cubicBezTo>
                    <a:pt x="12417" y="108004"/>
                    <a:pt x="17377" y="107685"/>
                    <a:pt x="22160" y="107685"/>
                  </a:cubicBezTo>
                  <a:cubicBezTo>
                    <a:pt x="27120" y="107685"/>
                    <a:pt x="32257" y="107525"/>
                    <a:pt x="37216" y="107525"/>
                  </a:cubicBezTo>
                  <a:cubicBezTo>
                    <a:pt x="42176" y="107525"/>
                    <a:pt x="47136" y="107685"/>
                    <a:pt x="51919" y="107685"/>
                  </a:cubicBezTo>
                  <a:cubicBezTo>
                    <a:pt x="57056" y="107685"/>
                    <a:pt x="62370" y="108004"/>
                    <a:pt x="67330" y="108004"/>
                  </a:cubicBezTo>
                  <a:cubicBezTo>
                    <a:pt x="69101" y="108004"/>
                    <a:pt x="71227" y="108004"/>
                    <a:pt x="71227" y="104815"/>
                  </a:cubicBezTo>
                  <a:cubicBezTo>
                    <a:pt x="71227" y="103061"/>
                    <a:pt x="69809" y="103061"/>
                    <a:pt x="65204" y="103061"/>
                  </a:cubicBezTo>
                  <a:cubicBezTo>
                    <a:pt x="60776" y="103061"/>
                    <a:pt x="58473" y="103061"/>
                    <a:pt x="53867" y="102743"/>
                  </a:cubicBezTo>
                  <a:cubicBezTo>
                    <a:pt x="48730" y="102264"/>
                    <a:pt x="47313" y="101786"/>
                    <a:pt x="47313" y="99235"/>
                  </a:cubicBezTo>
                  <a:cubicBezTo>
                    <a:pt x="47313" y="99076"/>
                    <a:pt x="47313" y="98279"/>
                    <a:pt x="48022" y="95887"/>
                  </a:cubicBezTo>
                  <a:lnTo>
                    <a:pt x="71581" y="11234"/>
                  </a:lnTo>
                  <a:close/>
                </a:path>
              </a:pathLst>
            </a:custGeom>
            <a:solidFill>
              <a:srgbClr val="000000"/>
            </a:solidFill>
            <a:ln w="1777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89" name="任意形状 188">
              <a:extLst>
                <a:ext uri="{FF2B5EF4-FFF2-40B4-BE49-F238E27FC236}">
                  <a16:creationId xmlns:a16="http://schemas.microsoft.com/office/drawing/2014/main" id="{59F6F50A-ED77-ECB5-8F47-8786F89B7C64}"/>
                </a:ext>
              </a:extLst>
            </p:cNvPr>
            <p:cNvSpPr/>
            <p:nvPr>
              <p:custDataLst>
                <p:tags r:id="rId274"/>
              </p:custDataLst>
            </p:nvPr>
          </p:nvSpPr>
          <p:spPr>
            <a:xfrm>
              <a:off x="6121229" y="3683359"/>
              <a:ext cx="112835" cy="76219"/>
            </a:xfrm>
            <a:custGeom>
              <a:avLst/>
              <a:gdLst>
                <a:gd name="connsiteX0" fmla="*/ 62570 w 112835"/>
                <a:gd name="connsiteY0" fmla="*/ 31435 h 76219"/>
                <a:gd name="connsiteX1" fmla="*/ 61826 w 112835"/>
                <a:gd name="connsiteY1" fmla="*/ 30095 h 76219"/>
                <a:gd name="connsiteX2" fmla="*/ 64802 w 112835"/>
                <a:gd name="connsiteY2" fmla="*/ 27975 h 76219"/>
                <a:gd name="connsiteX3" fmla="*/ 77326 w 112835"/>
                <a:gd name="connsiteY3" fmla="*/ 20052 h 76219"/>
                <a:gd name="connsiteX4" fmla="*/ 110185 w 112835"/>
                <a:gd name="connsiteY4" fmla="*/ 4094 h 76219"/>
                <a:gd name="connsiteX5" fmla="*/ 113036 w 112835"/>
                <a:gd name="connsiteY5" fmla="*/ 1639 h 76219"/>
                <a:gd name="connsiteX6" fmla="*/ 111424 w 112835"/>
                <a:gd name="connsiteY6" fmla="*/ 188 h 76219"/>
                <a:gd name="connsiteX7" fmla="*/ 102869 w 112835"/>
                <a:gd name="connsiteY7" fmla="*/ 523 h 76219"/>
                <a:gd name="connsiteX8" fmla="*/ 87865 w 112835"/>
                <a:gd name="connsiteY8" fmla="*/ 76 h 76219"/>
                <a:gd name="connsiteX9" fmla="*/ 85262 w 112835"/>
                <a:gd name="connsiteY9" fmla="*/ 2531 h 76219"/>
                <a:gd name="connsiteX10" fmla="*/ 87121 w 112835"/>
                <a:gd name="connsiteY10" fmla="*/ 4094 h 76219"/>
                <a:gd name="connsiteX11" fmla="*/ 90221 w 112835"/>
                <a:gd name="connsiteY11" fmla="*/ 5656 h 76219"/>
                <a:gd name="connsiteX12" fmla="*/ 84766 w 112835"/>
                <a:gd name="connsiteY12" fmla="*/ 11124 h 76219"/>
                <a:gd name="connsiteX13" fmla="*/ 33060 w 112835"/>
                <a:gd name="connsiteY13" fmla="*/ 43933 h 76219"/>
                <a:gd name="connsiteX14" fmla="*/ 42855 w 112835"/>
                <a:gd name="connsiteY14" fmla="*/ 8781 h 76219"/>
                <a:gd name="connsiteX15" fmla="*/ 53767 w 112835"/>
                <a:gd name="connsiteY15" fmla="*/ 4094 h 76219"/>
                <a:gd name="connsiteX16" fmla="*/ 57487 w 112835"/>
                <a:gd name="connsiteY16" fmla="*/ 1750 h 76219"/>
                <a:gd name="connsiteX17" fmla="*/ 55503 w 112835"/>
                <a:gd name="connsiteY17" fmla="*/ 76 h 76219"/>
                <a:gd name="connsiteX18" fmla="*/ 39259 w 112835"/>
                <a:gd name="connsiteY18" fmla="*/ 523 h 76219"/>
                <a:gd name="connsiteX19" fmla="*/ 30704 w 112835"/>
                <a:gd name="connsiteY19" fmla="*/ 411 h 76219"/>
                <a:gd name="connsiteX20" fmla="*/ 22892 w 112835"/>
                <a:gd name="connsiteY20" fmla="*/ 76 h 76219"/>
                <a:gd name="connsiteX21" fmla="*/ 20288 w 112835"/>
                <a:gd name="connsiteY21" fmla="*/ 2531 h 76219"/>
                <a:gd name="connsiteX22" fmla="*/ 24380 w 112835"/>
                <a:gd name="connsiteY22" fmla="*/ 4094 h 76219"/>
                <a:gd name="connsiteX23" fmla="*/ 29092 w 112835"/>
                <a:gd name="connsiteY23" fmla="*/ 4317 h 76219"/>
                <a:gd name="connsiteX24" fmla="*/ 31820 w 112835"/>
                <a:gd name="connsiteY24" fmla="*/ 5879 h 76219"/>
                <a:gd name="connsiteX25" fmla="*/ 31324 w 112835"/>
                <a:gd name="connsiteY25" fmla="*/ 8334 h 76219"/>
                <a:gd name="connsiteX26" fmla="*/ 14832 w 112835"/>
                <a:gd name="connsiteY26" fmla="*/ 67592 h 76219"/>
                <a:gd name="connsiteX27" fmla="*/ 3921 w 112835"/>
                <a:gd name="connsiteY27" fmla="*/ 72279 h 76219"/>
                <a:gd name="connsiteX28" fmla="*/ 201 w 112835"/>
                <a:gd name="connsiteY28" fmla="*/ 74734 h 76219"/>
                <a:gd name="connsiteX29" fmla="*/ 2185 w 112835"/>
                <a:gd name="connsiteY29" fmla="*/ 76296 h 76219"/>
                <a:gd name="connsiteX30" fmla="*/ 18304 w 112835"/>
                <a:gd name="connsiteY30" fmla="*/ 75850 h 76219"/>
                <a:gd name="connsiteX31" fmla="*/ 26860 w 112835"/>
                <a:gd name="connsiteY31" fmla="*/ 75961 h 76219"/>
                <a:gd name="connsiteX32" fmla="*/ 34796 w 112835"/>
                <a:gd name="connsiteY32" fmla="*/ 76296 h 76219"/>
                <a:gd name="connsiteX33" fmla="*/ 37399 w 112835"/>
                <a:gd name="connsiteY33" fmla="*/ 73841 h 76219"/>
                <a:gd name="connsiteX34" fmla="*/ 33432 w 112835"/>
                <a:gd name="connsiteY34" fmla="*/ 72279 h 76219"/>
                <a:gd name="connsiteX35" fmla="*/ 28720 w 112835"/>
                <a:gd name="connsiteY35" fmla="*/ 72055 h 76219"/>
                <a:gd name="connsiteX36" fmla="*/ 25868 w 112835"/>
                <a:gd name="connsiteY36" fmla="*/ 70381 h 76219"/>
                <a:gd name="connsiteX37" fmla="*/ 31696 w 112835"/>
                <a:gd name="connsiteY37" fmla="*/ 48955 h 76219"/>
                <a:gd name="connsiteX38" fmla="*/ 52279 w 112835"/>
                <a:gd name="connsiteY38" fmla="*/ 35898 h 76219"/>
                <a:gd name="connsiteX39" fmla="*/ 70258 w 112835"/>
                <a:gd name="connsiteY39" fmla="*/ 67257 h 76219"/>
                <a:gd name="connsiteX40" fmla="*/ 71126 w 112835"/>
                <a:gd name="connsiteY40" fmla="*/ 69377 h 76219"/>
                <a:gd name="connsiteX41" fmla="*/ 65422 w 112835"/>
                <a:gd name="connsiteY41" fmla="*/ 72279 h 76219"/>
                <a:gd name="connsiteX42" fmla="*/ 62198 w 112835"/>
                <a:gd name="connsiteY42" fmla="*/ 74734 h 76219"/>
                <a:gd name="connsiteX43" fmla="*/ 64306 w 112835"/>
                <a:gd name="connsiteY43" fmla="*/ 76296 h 76219"/>
                <a:gd name="connsiteX44" fmla="*/ 80178 w 112835"/>
                <a:gd name="connsiteY44" fmla="*/ 75850 h 76219"/>
                <a:gd name="connsiteX45" fmla="*/ 92329 w 112835"/>
                <a:gd name="connsiteY45" fmla="*/ 76296 h 76219"/>
                <a:gd name="connsiteX46" fmla="*/ 94809 w 112835"/>
                <a:gd name="connsiteY46" fmla="*/ 73952 h 76219"/>
                <a:gd name="connsiteX47" fmla="*/ 91957 w 112835"/>
                <a:gd name="connsiteY47" fmla="*/ 72279 h 76219"/>
                <a:gd name="connsiteX48" fmla="*/ 83774 w 112835"/>
                <a:gd name="connsiteY48" fmla="*/ 68596 h 76219"/>
                <a:gd name="connsiteX49" fmla="*/ 62570 w 112835"/>
                <a:gd name="connsiteY49" fmla="*/ 31435 h 762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</a:cxnLst>
              <a:rect l="l" t="t" r="r" b="b"/>
              <a:pathLst>
                <a:path w="112835" h="76219">
                  <a:moveTo>
                    <a:pt x="62570" y="31435"/>
                  </a:moveTo>
                  <a:cubicBezTo>
                    <a:pt x="62074" y="30542"/>
                    <a:pt x="61826" y="30207"/>
                    <a:pt x="61826" y="30095"/>
                  </a:cubicBezTo>
                  <a:cubicBezTo>
                    <a:pt x="61826" y="29872"/>
                    <a:pt x="61950" y="29761"/>
                    <a:pt x="64802" y="27975"/>
                  </a:cubicBezTo>
                  <a:lnTo>
                    <a:pt x="77326" y="20052"/>
                  </a:lnTo>
                  <a:cubicBezTo>
                    <a:pt x="93693" y="9673"/>
                    <a:pt x="101381" y="4763"/>
                    <a:pt x="110185" y="4094"/>
                  </a:cubicBezTo>
                  <a:cubicBezTo>
                    <a:pt x="111548" y="3982"/>
                    <a:pt x="113036" y="3870"/>
                    <a:pt x="113036" y="1639"/>
                  </a:cubicBezTo>
                  <a:cubicBezTo>
                    <a:pt x="113036" y="746"/>
                    <a:pt x="112168" y="188"/>
                    <a:pt x="111424" y="188"/>
                  </a:cubicBezTo>
                  <a:cubicBezTo>
                    <a:pt x="108821" y="188"/>
                    <a:pt x="105597" y="523"/>
                    <a:pt x="102869" y="523"/>
                  </a:cubicBezTo>
                  <a:cubicBezTo>
                    <a:pt x="99521" y="523"/>
                    <a:pt x="91213" y="76"/>
                    <a:pt x="87865" y="76"/>
                  </a:cubicBezTo>
                  <a:cubicBezTo>
                    <a:pt x="87121" y="76"/>
                    <a:pt x="85262" y="76"/>
                    <a:pt x="85262" y="2531"/>
                  </a:cubicBezTo>
                  <a:cubicBezTo>
                    <a:pt x="85262" y="2643"/>
                    <a:pt x="85262" y="3982"/>
                    <a:pt x="87121" y="4094"/>
                  </a:cubicBezTo>
                  <a:cubicBezTo>
                    <a:pt x="88609" y="4205"/>
                    <a:pt x="90221" y="4428"/>
                    <a:pt x="90221" y="5656"/>
                  </a:cubicBezTo>
                  <a:cubicBezTo>
                    <a:pt x="90221" y="7665"/>
                    <a:pt x="86377" y="10120"/>
                    <a:pt x="84766" y="11124"/>
                  </a:cubicBezTo>
                  <a:lnTo>
                    <a:pt x="33060" y="43933"/>
                  </a:lnTo>
                  <a:lnTo>
                    <a:pt x="42855" y="8781"/>
                  </a:lnTo>
                  <a:cubicBezTo>
                    <a:pt x="43971" y="4986"/>
                    <a:pt x="44095" y="4094"/>
                    <a:pt x="53767" y="4094"/>
                  </a:cubicBezTo>
                  <a:cubicBezTo>
                    <a:pt x="55751" y="4094"/>
                    <a:pt x="57487" y="4094"/>
                    <a:pt x="57487" y="1750"/>
                  </a:cubicBezTo>
                  <a:cubicBezTo>
                    <a:pt x="57487" y="746"/>
                    <a:pt x="56743" y="76"/>
                    <a:pt x="55503" y="76"/>
                  </a:cubicBezTo>
                  <a:cubicBezTo>
                    <a:pt x="51907" y="76"/>
                    <a:pt x="42855" y="523"/>
                    <a:pt x="39259" y="523"/>
                  </a:cubicBezTo>
                  <a:cubicBezTo>
                    <a:pt x="37151" y="523"/>
                    <a:pt x="32812" y="523"/>
                    <a:pt x="30704" y="411"/>
                  </a:cubicBezTo>
                  <a:cubicBezTo>
                    <a:pt x="28224" y="299"/>
                    <a:pt x="25248" y="76"/>
                    <a:pt x="22892" y="76"/>
                  </a:cubicBezTo>
                  <a:cubicBezTo>
                    <a:pt x="22148" y="76"/>
                    <a:pt x="20288" y="76"/>
                    <a:pt x="20288" y="2531"/>
                  </a:cubicBezTo>
                  <a:cubicBezTo>
                    <a:pt x="20288" y="4094"/>
                    <a:pt x="21652" y="4094"/>
                    <a:pt x="24380" y="4094"/>
                  </a:cubicBezTo>
                  <a:cubicBezTo>
                    <a:pt x="26364" y="4094"/>
                    <a:pt x="26860" y="4094"/>
                    <a:pt x="29092" y="4317"/>
                  </a:cubicBezTo>
                  <a:cubicBezTo>
                    <a:pt x="31572" y="4540"/>
                    <a:pt x="31820" y="4763"/>
                    <a:pt x="31820" y="5879"/>
                  </a:cubicBezTo>
                  <a:cubicBezTo>
                    <a:pt x="31820" y="6102"/>
                    <a:pt x="31820" y="6660"/>
                    <a:pt x="31324" y="8334"/>
                  </a:cubicBezTo>
                  <a:lnTo>
                    <a:pt x="14832" y="67592"/>
                  </a:lnTo>
                  <a:cubicBezTo>
                    <a:pt x="13840" y="71386"/>
                    <a:pt x="13592" y="72279"/>
                    <a:pt x="3921" y="72279"/>
                  </a:cubicBezTo>
                  <a:cubicBezTo>
                    <a:pt x="1689" y="72279"/>
                    <a:pt x="201" y="72279"/>
                    <a:pt x="201" y="74734"/>
                  </a:cubicBezTo>
                  <a:cubicBezTo>
                    <a:pt x="201" y="74845"/>
                    <a:pt x="201" y="76296"/>
                    <a:pt x="2185" y="76296"/>
                  </a:cubicBezTo>
                  <a:cubicBezTo>
                    <a:pt x="5781" y="76296"/>
                    <a:pt x="14708" y="75850"/>
                    <a:pt x="18304" y="75850"/>
                  </a:cubicBezTo>
                  <a:cubicBezTo>
                    <a:pt x="20412" y="75850"/>
                    <a:pt x="24752" y="75850"/>
                    <a:pt x="26860" y="75961"/>
                  </a:cubicBezTo>
                  <a:cubicBezTo>
                    <a:pt x="29340" y="76073"/>
                    <a:pt x="32440" y="76296"/>
                    <a:pt x="34796" y="76296"/>
                  </a:cubicBezTo>
                  <a:cubicBezTo>
                    <a:pt x="35540" y="76296"/>
                    <a:pt x="37399" y="76296"/>
                    <a:pt x="37399" y="73841"/>
                  </a:cubicBezTo>
                  <a:cubicBezTo>
                    <a:pt x="37399" y="72279"/>
                    <a:pt x="35912" y="72279"/>
                    <a:pt x="33432" y="72279"/>
                  </a:cubicBezTo>
                  <a:cubicBezTo>
                    <a:pt x="33308" y="72279"/>
                    <a:pt x="30952" y="72279"/>
                    <a:pt x="28720" y="72055"/>
                  </a:cubicBezTo>
                  <a:cubicBezTo>
                    <a:pt x="25868" y="71832"/>
                    <a:pt x="25868" y="71497"/>
                    <a:pt x="25868" y="70381"/>
                  </a:cubicBezTo>
                  <a:cubicBezTo>
                    <a:pt x="25868" y="69489"/>
                    <a:pt x="27108" y="65360"/>
                    <a:pt x="31696" y="48955"/>
                  </a:cubicBezTo>
                  <a:lnTo>
                    <a:pt x="52279" y="35898"/>
                  </a:lnTo>
                  <a:lnTo>
                    <a:pt x="70258" y="67257"/>
                  </a:lnTo>
                  <a:cubicBezTo>
                    <a:pt x="71126" y="68707"/>
                    <a:pt x="71126" y="68819"/>
                    <a:pt x="71126" y="69377"/>
                  </a:cubicBezTo>
                  <a:cubicBezTo>
                    <a:pt x="71126" y="71944"/>
                    <a:pt x="67654" y="72279"/>
                    <a:pt x="65422" y="72279"/>
                  </a:cubicBezTo>
                  <a:cubicBezTo>
                    <a:pt x="63934" y="72279"/>
                    <a:pt x="62198" y="72279"/>
                    <a:pt x="62198" y="74734"/>
                  </a:cubicBezTo>
                  <a:cubicBezTo>
                    <a:pt x="62198" y="74845"/>
                    <a:pt x="62322" y="76296"/>
                    <a:pt x="64306" y="76296"/>
                  </a:cubicBezTo>
                  <a:cubicBezTo>
                    <a:pt x="67778" y="76296"/>
                    <a:pt x="76706" y="75850"/>
                    <a:pt x="80178" y="75850"/>
                  </a:cubicBezTo>
                  <a:cubicBezTo>
                    <a:pt x="83898" y="75850"/>
                    <a:pt x="88857" y="76296"/>
                    <a:pt x="92329" y="76296"/>
                  </a:cubicBezTo>
                  <a:cubicBezTo>
                    <a:pt x="93941" y="76296"/>
                    <a:pt x="94809" y="75515"/>
                    <a:pt x="94809" y="73952"/>
                  </a:cubicBezTo>
                  <a:cubicBezTo>
                    <a:pt x="94809" y="72279"/>
                    <a:pt x="93197" y="72279"/>
                    <a:pt x="91957" y="72279"/>
                  </a:cubicBezTo>
                  <a:cubicBezTo>
                    <a:pt x="89725" y="72279"/>
                    <a:pt x="85882" y="72167"/>
                    <a:pt x="83774" y="68596"/>
                  </a:cubicBezTo>
                  <a:lnTo>
                    <a:pt x="62570" y="31435"/>
                  </a:lnTo>
                  <a:close/>
                </a:path>
              </a:pathLst>
            </a:custGeom>
            <a:solidFill>
              <a:srgbClr val="000000"/>
            </a:solidFill>
            <a:ln w="1777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90" name="任意形状 189">
              <a:extLst>
                <a:ext uri="{FF2B5EF4-FFF2-40B4-BE49-F238E27FC236}">
                  <a16:creationId xmlns:a16="http://schemas.microsoft.com/office/drawing/2014/main" id="{768A8BDD-F609-81C9-0ACF-CF84CAB76D84}"/>
                </a:ext>
              </a:extLst>
            </p:cNvPr>
            <p:cNvSpPr/>
            <p:nvPr>
              <p:custDataLst>
                <p:tags r:id="rId275"/>
              </p:custDataLst>
            </p:nvPr>
          </p:nvSpPr>
          <p:spPr>
            <a:xfrm>
              <a:off x="6266777" y="3616099"/>
              <a:ext cx="41095" cy="159422"/>
            </a:xfrm>
            <a:custGeom>
              <a:avLst/>
              <a:gdLst>
                <a:gd name="connsiteX0" fmla="*/ 41304 w 41095"/>
                <a:gd name="connsiteY0" fmla="*/ 157903 h 159422"/>
                <a:gd name="connsiteX1" fmla="*/ 38293 w 41095"/>
                <a:gd name="connsiteY1" fmla="*/ 154395 h 159422"/>
                <a:gd name="connsiteX2" fmla="*/ 10482 w 41095"/>
                <a:gd name="connsiteY2" fmla="*/ 79786 h 159422"/>
                <a:gd name="connsiteX3" fmla="*/ 39001 w 41095"/>
                <a:gd name="connsiteY3" fmla="*/ 4379 h 159422"/>
                <a:gd name="connsiteX4" fmla="*/ 41304 w 41095"/>
                <a:gd name="connsiteY4" fmla="*/ 1669 h 159422"/>
                <a:gd name="connsiteX5" fmla="*/ 39533 w 41095"/>
                <a:gd name="connsiteY5" fmla="*/ 75 h 159422"/>
                <a:gd name="connsiteX6" fmla="*/ 11368 w 41095"/>
                <a:gd name="connsiteY6" fmla="*/ 31162 h 159422"/>
                <a:gd name="connsiteX7" fmla="*/ 209 w 41095"/>
                <a:gd name="connsiteY7" fmla="*/ 79786 h 159422"/>
                <a:gd name="connsiteX8" fmla="*/ 11900 w 41095"/>
                <a:gd name="connsiteY8" fmla="*/ 129526 h 159422"/>
                <a:gd name="connsiteX9" fmla="*/ 39533 w 41095"/>
                <a:gd name="connsiteY9" fmla="*/ 159497 h 159422"/>
                <a:gd name="connsiteX10" fmla="*/ 41304 w 41095"/>
                <a:gd name="connsiteY10" fmla="*/ 157903 h 1594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41095" h="159422">
                  <a:moveTo>
                    <a:pt x="41304" y="157903"/>
                  </a:moveTo>
                  <a:cubicBezTo>
                    <a:pt x="41304" y="157424"/>
                    <a:pt x="41304" y="157106"/>
                    <a:pt x="38293" y="154395"/>
                  </a:cubicBezTo>
                  <a:cubicBezTo>
                    <a:pt x="16151" y="134308"/>
                    <a:pt x="10482" y="104177"/>
                    <a:pt x="10482" y="79786"/>
                  </a:cubicBezTo>
                  <a:cubicBezTo>
                    <a:pt x="10482" y="52046"/>
                    <a:pt x="17214" y="24307"/>
                    <a:pt x="39001" y="4379"/>
                  </a:cubicBezTo>
                  <a:cubicBezTo>
                    <a:pt x="41304" y="2466"/>
                    <a:pt x="41304" y="2147"/>
                    <a:pt x="41304" y="1669"/>
                  </a:cubicBezTo>
                  <a:cubicBezTo>
                    <a:pt x="41304" y="553"/>
                    <a:pt x="40596" y="75"/>
                    <a:pt x="39533" y="75"/>
                  </a:cubicBezTo>
                  <a:cubicBezTo>
                    <a:pt x="37761" y="75"/>
                    <a:pt x="21819" y="10915"/>
                    <a:pt x="11368" y="31162"/>
                  </a:cubicBezTo>
                  <a:cubicBezTo>
                    <a:pt x="2334" y="48698"/>
                    <a:pt x="209" y="66394"/>
                    <a:pt x="209" y="79786"/>
                  </a:cubicBezTo>
                  <a:cubicBezTo>
                    <a:pt x="209" y="92221"/>
                    <a:pt x="2157" y="111511"/>
                    <a:pt x="11900" y="129526"/>
                  </a:cubicBezTo>
                  <a:cubicBezTo>
                    <a:pt x="22528" y="149134"/>
                    <a:pt x="37761" y="159497"/>
                    <a:pt x="39533" y="159497"/>
                  </a:cubicBezTo>
                  <a:cubicBezTo>
                    <a:pt x="40596" y="159497"/>
                    <a:pt x="41304" y="159019"/>
                    <a:pt x="41304" y="157903"/>
                  </a:cubicBezTo>
                  <a:close/>
                </a:path>
              </a:pathLst>
            </a:custGeom>
            <a:solidFill>
              <a:srgbClr val="000000"/>
            </a:solidFill>
            <a:ln w="1777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91" name="任意形状 190">
              <a:extLst>
                <a:ext uri="{FF2B5EF4-FFF2-40B4-BE49-F238E27FC236}">
                  <a16:creationId xmlns:a16="http://schemas.microsoft.com/office/drawing/2014/main" id="{061D8584-BACC-FCFB-06A9-A077D1B75D7E}"/>
                </a:ext>
              </a:extLst>
            </p:cNvPr>
            <p:cNvSpPr/>
            <p:nvPr>
              <p:custDataLst>
                <p:tags r:id="rId276"/>
              </p:custDataLst>
            </p:nvPr>
          </p:nvSpPr>
          <p:spPr>
            <a:xfrm>
              <a:off x="6325566" y="3626780"/>
              <a:ext cx="177490" cy="108885"/>
            </a:xfrm>
            <a:custGeom>
              <a:avLst/>
              <a:gdLst>
                <a:gd name="connsiteX0" fmla="*/ 156800 w 177490"/>
                <a:gd name="connsiteY0" fmla="*/ 12350 h 108885"/>
                <a:gd name="connsiteX1" fmla="*/ 172034 w 177490"/>
                <a:gd name="connsiteY1" fmla="*/ 5017 h 108885"/>
                <a:gd name="connsiteX2" fmla="*/ 177703 w 177490"/>
                <a:gd name="connsiteY2" fmla="*/ 1828 h 108885"/>
                <a:gd name="connsiteX3" fmla="*/ 172920 w 177490"/>
                <a:gd name="connsiteY3" fmla="*/ 75 h 108885"/>
                <a:gd name="connsiteX4" fmla="*/ 149538 w 177490"/>
                <a:gd name="connsiteY4" fmla="*/ 75 h 108885"/>
                <a:gd name="connsiteX5" fmla="*/ 142630 w 177490"/>
                <a:gd name="connsiteY5" fmla="*/ 3104 h 108885"/>
                <a:gd name="connsiteX6" fmla="*/ 77975 w 177490"/>
                <a:gd name="connsiteY6" fmla="*/ 93974 h 108885"/>
                <a:gd name="connsiteX7" fmla="*/ 64158 w 177490"/>
                <a:gd name="connsiteY7" fmla="*/ 3741 h 108885"/>
                <a:gd name="connsiteX8" fmla="*/ 58667 w 177490"/>
                <a:gd name="connsiteY8" fmla="*/ 75 h 108885"/>
                <a:gd name="connsiteX9" fmla="*/ 34400 w 177490"/>
                <a:gd name="connsiteY9" fmla="*/ 75 h 108885"/>
                <a:gd name="connsiteX10" fmla="*/ 29086 w 177490"/>
                <a:gd name="connsiteY10" fmla="*/ 3104 h 108885"/>
                <a:gd name="connsiteX11" fmla="*/ 34223 w 177490"/>
                <a:gd name="connsiteY11" fmla="*/ 5017 h 108885"/>
                <a:gd name="connsiteX12" fmla="*/ 41839 w 177490"/>
                <a:gd name="connsiteY12" fmla="*/ 5336 h 108885"/>
                <a:gd name="connsiteX13" fmla="*/ 45736 w 177490"/>
                <a:gd name="connsiteY13" fmla="*/ 7886 h 108885"/>
                <a:gd name="connsiteX14" fmla="*/ 45028 w 177490"/>
                <a:gd name="connsiteY14" fmla="*/ 10915 h 108885"/>
                <a:gd name="connsiteX15" fmla="*/ 22532 w 177490"/>
                <a:gd name="connsiteY15" fmla="*/ 92061 h 108885"/>
                <a:gd name="connsiteX16" fmla="*/ 3401 w 177490"/>
                <a:gd name="connsiteY16" fmla="*/ 104018 h 108885"/>
                <a:gd name="connsiteX17" fmla="*/ 212 w 177490"/>
                <a:gd name="connsiteY17" fmla="*/ 107047 h 108885"/>
                <a:gd name="connsiteX18" fmla="*/ 2692 w 177490"/>
                <a:gd name="connsiteY18" fmla="*/ 108960 h 108885"/>
                <a:gd name="connsiteX19" fmla="*/ 20406 w 177490"/>
                <a:gd name="connsiteY19" fmla="*/ 108482 h 108885"/>
                <a:gd name="connsiteX20" fmla="*/ 38651 w 177490"/>
                <a:gd name="connsiteY20" fmla="*/ 108960 h 108885"/>
                <a:gd name="connsiteX21" fmla="*/ 41839 w 177490"/>
                <a:gd name="connsiteY21" fmla="*/ 105772 h 108885"/>
                <a:gd name="connsiteX22" fmla="*/ 38651 w 177490"/>
                <a:gd name="connsiteY22" fmla="*/ 104018 h 108885"/>
                <a:gd name="connsiteX23" fmla="*/ 26606 w 177490"/>
                <a:gd name="connsiteY23" fmla="*/ 97003 h 108885"/>
                <a:gd name="connsiteX24" fmla="*/ 27314 w 177490"/>
                <a:gd name="connsiteY24" fmla="*/ 93337 h 108885"/>
                <a:gd name="connsiteX25" fmla="*/ 51405 w 177490"/>
                <a:gd name="connsiteY25" fmla="*/ 6452 h 108885"/>
                <a:gd name="connsiteX26" fmla="*/ 51582 w 177490"/>
                <a:gd name="connsiteY26" fmla="*/ 6452 h 108885"/>
                <a:gd name="connsiteX27" fmla="*/ 66816 w 177490"/>
                <a:gd name="connsiteY27" fmla="*/ 105293 h 108885"/>
                <a:gd name="connsiteX28" fmla="*/ 69473 w 177490"/>
                <a:gd name="connsiteY28" fmla="*/ 108960 h 108885"/>
                <a:gd name="connsiteX29" fmla="*/ 73370 w 177490"/>
                <a:gd name="connsiteY29" fmla="*/ 106090 h 108885"/>
                <a:gd name="connsiteX30" fmla="*/ 144932 w 177490"/>
                <a:gd name="connsiteY30" fmla="*/ 5176 h 108885"/>
                <a:gd name="connsiteX31" fmla="*/ 145110 w 177490"/>
                <a:gd name="connsiteY31" fmla="*/ 5176 h 108885"/>
                <a:gd name="connsiteX32" fmla="*/ 119779 w 177490"/>
                <a:gd name="connsiteY32" fmla="*/ 96525 h 108885"/>
                <a:gd name="connsiteX33" fmla="*/ 103660 w 177490"/>
                <a:gd name="connsiteY33" fmla="*/ 104018 h 108885"/>
                <a:gd name="connsiteX34" fmla="*/ 98700 w 177490"/>
                <a:gd name="connsiteY34" fmla="*/ 107047 h 108885"/>
                <a:gd name="connsiteX35" fmla="*/ 101357 w 177490"/>
                <a:gd name="connsiteY35" fmla="*/ 108960 h 108885"/>
                <a:gd name="connsiteX36" fmla="*/ 123322 w 177490"/>
                <a:gd name="connsiteY36" fmla="*/ 108482 h 108885"/>
                <a:gd name="connsiteX37" fmla="*/ 145464 w 177490"/>
                <a:gd name="connsiteY37" fmla="*/ 108960 h 108885"/>
                <a:gd name="connsiteX38" fmla="*/ 148829 w 177490"/>
                <a:gd name="connsiteY38" fmla="*/ 105772 h 108885"/>
                <a:gd name="connsiteX39" fmla="*/ 143870 w 177490"/>
                <a:gd name="connsiteY39" fmla="*/ 104018 h 108885"/>
                <a:gd name="connsiteX40" fmla="*/ 132356 w 177490"/>
                <a:gd name="connsiteY40" fmla="*/ 101148 h 108885"/>
                <a:gd name="connsiteX41" fmla="*/ 133241 w 177490"/>
                <a:gd name="connsiteY41" fmla="*/ 97322 h 108885"/>
                <a:gd name="connsiteX42" fmla="*/ 156800 w 177490"/>
                <a:gd name="connsiteY42" fmla="*/ 12350 h 1088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</a:cxnLst>
              <a:rect l="l" t="t" r="r" b="b"/>
              <a:pathLst>
                <a:path w="177490" h="108885">
                  <a:moveTo>
                    <a:pt x="156800" y="12350"/>
                  </a:moveTo>
                  <a:cubicBezTo>
                    <a:pt x="158395" y="6611"/>
                    <a:pt x="158749" y="5017"/>
                    <a:pt x="172034" y="5017"/>
                  </a:cubicBezTo>
                  <a:cubicBezTo>
                    <a:pt x="176108" y="5017"/>
                    <a:pt x="177703" y="5017"/>
                    <a:pt x="177703" y="1828"/>
                  </a:cubicBezTo>
                  <a:cubicBezTo>
                    <a:pt x="177703" y="75"/>
                    <a:pt x="175931" y="75"/>
                    <a:pt x="172920" y="75"/>
                  </a:cubicBezTo>
                  <a:lnTo>
                    <a:pt x="149538" y="75"/>
                  </a:lnTo>
                  <a:cubicBezTo>
                    <a:pt x="144932" y="75"/>
                    <a:pt x="144755" y="75"/>
                    <a:pt x="142630" y="3104"/>
                  </a:cubicBezTo>
                  <a:lnTo>
                    <a:pt x="77975" y="93974"/>
                  </a:lnTo>
                  <a:lnTo>
                    <a:pt x="64158" y="3741"/>
                  </a:lnTo>
                  <a:cubicBezTo>
                    <a:pt x="63627" y="75"/>
                    <a:pt x="63273" y="75"/>
                    <a:pt x="58667" y="75"/>
                  </a:cubicBezTo>
                  <a:lnTo>
                    <a:pt x="34400" y="75"/>
                  </a:lnTo>
                  <a:cubicBezTo>
                    <a:pt x="31034" y="75"/>
                    <a:pt x="29086" y="75"/>
                    <a:pt x="29086" y="3104"/>
                  </a:cubicBezTo>
                  <a:cubicBezTo>
                    <a:pt x="29086" y="5017"/>
                    <a:pt x="30680" y="5017"/>
                    <a:pt x="34223" y="5017"/>
                  </a:cubicBezTo>
                  <a:cubicBezTo>
                    <a:pt x="36525" y="5017"/>
                    <a:pt x="39714" y="5176"/>
                    <a:pt x="41839" y="5336"/>
                  </a:cubicBezTo>
                  <a:cubicBezTo>
                    <a:pt x="44674" y="5654"/>
                    <a:pt x="45736" y="6133"/>
                    <a:pt x="45736" y="7886"/>
                  </a:cubicBezTo>
                  <a:cubicBezTo>
                    <a:pt x="45736" y="8524"/>
                    <a:pt x="45559" y="9002"/>
                    <a:pt x="45028" y="10915"/>
                  </a:cubicBezTo>
                  <a:lnTo>
                    <a:pt x="22532" y="92061"/>
                  </a:lnTo>
                  <a:cubicBezTo>
                    <a:pt x="20760" y="98438"/>
                    <a:pt x="17749" y="103540"/>
                    <a:pt x="3401" y="104018"/>
                  </a:cubicBezTo>
                  <a:cubicBezTo>
                    <a:pt x="2515" y="104018"/>
                    <a:pt x="212" y="104177"/>
                    <a:pt x="212" y="107047"/>
                  </a:cubicBezTo>
                  <a:cubicBezTo>
                    <a:pt x="212" y="108482"/>
                    <a:pt x="1275" y="108960"/>
                    <a:pt x="2692" y="108960"/>
                  </a:cubicBezTo>
                  <a:cubicBezTo>
                    <a:pt x="8361" y="108960"/>
                    <a:pt x="14560" y="108482"/>
                    <a:pt x="20406" y="108482"/>
                  </a:cubicBezTo>
                  <a:cubicBezTo>
                    <a:pt x="26429" y="108482"/>
                    <a:pt x="32805" y="108960"/>
                    <a:pt x="38651" y="108960"/>
                  </a:cubicBezTo>
                  <a:cubicBezTo>
                    <a:pt x="39537" y="108960"/>
                    <a:pt x="41839" y="108960"/>
                    <a:pt x="41839" y="105772"/>
                  </a:cubicBezTo>
                  <a:cubicBezTo>
                    <a:pt x="41839" y="104018"/>
                    <a:pt x="39891" y="104018"/>
                    <a:pt x="38651" y="104018"/>
                  </a:cubicBezTo>
                  <a:cubicBezTo>
                    <a:pt x="28554" y="103859"/>
                    <a:pt x="26606" y="100670"/>
                    <a:pt x="26606" y="97003"/>
                  </a:cubicBezTo>
                  <a:cubicBezTo>
                    <a:pt x="26606" y="95887"/>
                    <a:pt x="26783" y="95090"/>
                    <a:pt x="27314" y="93337"/>
                  </a:cubicBezTo>
                  <a:lnTo>
                    <a:pt x="51405" y="6452"/>
                  </a:lnTo>
                  <a:lnTo>
                    <a:pt x="51582" y="6452"/>
                  </a:lnTo>
                  <a:lnTo>
                    <a:pt x="66816" y="105293"/>
                  </a:lnTo>
                  <a:cubicBezTo>
                    <a:pt x="67170" y="107206"/>
                    <a:pt x="67347" y="108960"/>
                    <a:pt x="69473" y="108960"/>
                  </a:cubicBezTo>
                  <a:cubicBezTo>
                    <a:pt x="71421" y="108960"/>
                    <a:pt x="72484" y="107206"/>
                    <a:pt x="73370" y="106090"/>
                  </a:cubicBezTo>
                  <a:lnTo>
                    <a:pt x="144932" y="5176"/>
                  </a:lnTo>
                  <a:lnTo>
                    <a:pt x="145110" y="5176"/>
                  </a:lnTo>
                  <a:lnTo>
                    <a:pt x="119779" y="96525"/>
                  </a:lnTo>
                  <a:cubicBezTo>
                    <a:pt x="118008" y="102743"/>
                    <a:pt x="117653" y="104018"/>
                    <a:pt x="103660" y="104018"/>
                  </a:cubicBezTo>
                  <a:cubicBezTo>
                    <a:pt x="100648" y="104018"/>
                    <a:pt x="98700" y="104018"/>
                    <a:pt x="98700" y="107047"/>
                  </a:cubicBezTo>
                  <a:cubicBezTo>
                    <a:pt x="98700" y="108960"/>
                    <a:pt x="100826" y="108960"/>
                    <a:pt x="101357" y="108960"/>
                  </a:cubicBezTo>
                  <a:cubicBezTo>
                    <a:pt x="106317" y="108960"/>
                    <a:pt x="118362" y="108482"/>
                    <a:pt x="123322" y="108482"/>
                  </a:cubicBezTo>
                  <a:cubicBezTo>
                    <a:pt x="130584" y="108482"/>
                    <a:pt x="138201" y="108960"/>
                    <a:pt x="145464" y="108960"/>
                  </a:cubicBezTo>
                  <a:cubicBezTo>
                    <a:pt x="146527" y="108960"/>
                    <a:pt x="148829" y="108960"/>
                    <a:pt x="148829" y="105772"/>
                  </a:cubicBezTo>
                  <a:cubicBezTo>
                    <a:pt x="148829" y="104018"/>
                    <a:pt x="147235" y="104018"/>
                    <a:pt x="143870" y="104018"/>
                  </a:cubicBezTo>
                  <a:cubicBezTo>
                    <a:pt x="137316" y="104018"/>
                    <a:pt x="132356" y="104018"/>
                    <a:pt x="132356" y="101148"/>
                  </a:cubicBezTo>
                  <a:cubicBezTo>
                    <a:pt x="132356" y="100511"/>
                    <a:pt x="132356" y="100192"/>
                    <a:pt x="133241" y="97322"/>
                  </a:cubicBezTo>
                  <a:lnTo>
                    <a:pt x="156800" y="12350"/>
                  </a:lnTo>
                  <a:close/>
                </a:path>
              </a:pathLst>
            </a:custGeom>
            <a:solidFill>
              <a:srgbClr val="000000"/>
            </a:solidFill>
            <a:ln w="1777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92" name="任意形状 191">
              <a:extLst>
                <a:ext uri="{FF2B5EF4-FFF2-40B4-BE49-F238E27FC236}">
                  <a16:creationId xmlns:a16="http://schemas.microsoft.com/office/drawing/2014/main" id="{C7E198FF-8C02-3D70-EFB1-F9A3145B29D7}"/>
                </a:ext>
              </a:extLst>
            </p:cNvPr>
            <p:cNvSpPr/>
            <p:nvPr>
              <p:custDataLst>
                <p:tags r:id="rId277"/>
              </p:custDataLst>
            </p:nvPr>
          </p:nvSpPr>
          <p:spPr>
            <a:xfrm>
              <a:off x="6497785" y="3681016"/>
              <a:ext cx="55549" cy="79679"/>
            </a:xfrm>
            <a:custGeom>
              <a:avLst/>
              <a:gdLst>
                <a:gd name="connsiteX0" fmla="*/ 55772 w 55549"/>
                <a:gd name="connsiteY0" fmla="*/ 24292 h 79679"/>
                <a:gd name="connsiteX1" fmla="*/ 38661 w 55549"/>
                <a:gd name="connsiteY1" fmla="*/ 76 h 79679"/>
                <a:gd name="connsiteX2" fmla="*/ 222 w 55549"/>
                <a:gd name="connsiteY2" fmla="*/ 55539 h 79679"/>
                <a:gd name="connsiteX3" fmla="*/ 17333 w 55549"/>
                <a:gd name="connsiteY3" fmla="*/ 79755 h 79679"/>
                <a:gd name="connsiteX4" fmla="*/ 55772 w 55549"/>
                <a:gd name="connsiteY4" fmla="*/ 24292 h 79679"/>
                <a:gd name="connsiteX5" fmla="*/ 14234 w 55549"/>
                <a:gd name="connsiteY5" fmla="*/ 37907 h 79679"/>
                <a:gd name="connsiteX6" fmla="*/ 38537 w 55549"/>
                <a:gd name="connsiteY6" fmla="*/ 3201 h 79679"/>
                <a:gd name="connsiteX7" fmla="*/ 46472 w 55549"/>
                <a:gd name="connsiteY7" fmla="*/ 17708 h 79679"/>
                <a:gd name="connsiteX8" fmla="*/ 42876 w 55549"/>
                <a:gd name="connsiteY8" fmla="*/ 37907 h 79679"/>
                <a:gd name="connsiteX9" fmla="*/ 14234 w 55549"/>
                <a:gd name="connsiteY9" fmla="*/ 37907 h 79679"/>
                <a:gd name="connsiteX10" fmla="*/ 41761 w 55549"/>
                <a:gd name="connsiteY10" fmla="*/ 41925 h 79679"/>
                <a:gd name="connsiteX11" fmla="*/ 31717 w 55549"/>
                <a:gd name="connsiteY11" fmla="*/ 65583 h 79679"/>
                <a:gd name="connsiteX12" fmla="*/ 17457 w 55549"/>
                <a:gd name="connsiteY12" fmla="*/ 76631 h 79679"/>
                <a:gd name="connsiteX13" fmla="*/ 9522 w 55549"/>
                <a:gd name="connsiteY13" fmla="*/ 62123 h 79679"/>
                <a:gd name="connsiteX14" fmla="*/ 13118 w 55549"/>
                <a:gd name="connsiteY14" fmla="*/ 41925 h 79679"/>
                <a:gd name="connsiteX15" fmla="*/ 41761 w 55549"/>
                <a:gd name="connsiteY15" fmla="*/ 41925 h 796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55549" h="79679">
                  <a:moveTo>
                    <a:pt x="55772" y="24292"/>
                  </a:moveTo>
                  <a:cubicBezTo>
                    <a:pt x="55772" y="12575"/>
                    <a:pt x="50812" y="76"/>
                    <a:pt x="38661" y="76"/>
                  </a:cubicBezTo>
                  <a:cubicBezTo>
                    <a:pt x="20061" y="76"/>
                    <a:pt x="222" y="29984"/>
                    <a:pt x="222" y="55539"/>
                  </a:cubicBezTo>
                  <a:cubicBezTo>
                    <a:pt x="222" y="68819"/>
                    <a:pt x="5926" y="79755"/>
                    <a:pt x="17333" y="79755"/>
                  </a:cubicBezTo>
                  <a:cubicBezTo>
                    <a:pt x="36181" y="79755"/>
                    <a:pt x="55772" y="49290"/>
                    <a:pt x="55772" y="24292"/>
                  </a:cubicBezTo>
                  <a:close/>
                  <a:moveTo>
                    <a:pt x="14234" y="37907"/>
                  </a:moveTo>
                  <a:cubicBezTo>
                    <a:pt x="20557" y="13802"/>
                    <a:pt x="31221" y="3201"/>
                    <a:pt x="38537" y="3201"/>
                  </a:cubicBezTo>
                  <a:cubicBezTo>
                    <a:pt x="46472" y="3201"/>
                    <a:pt x="46472" y="15588"/>
                    <a:pt x="46472" y="17708"/>
                  </a:cubicBezTo>
                  <a:cubicBezTo>
                    <a:pt x="46472" y="22061"/>
                    <a:pt x="45480" y="28533"/>
                    <a:pt x="42876" y="37907"/>
                  </a:cubicBezTo>
                  <a:lnTo>
                    <a:pt x="14234" y="37907"/>
                  </a:lnTo>
                  <a:close/>
                  <a:moveTo>
                    <a:pt x="41761" y="41925"/>
                  </a:moveTo>
                  <a:cubicBezTo>
                    <a:pt x="38289" y="54088"/>
                    <a:pt x="35437" y="60115"/>
                    <a:pt x="31717" y="65583"/>
                  </a:cubicBezTo>
                  <a:cubicBezTo>
                    <a:pt x="27873" y="71386"/>
                    <a:pt x="22913" y="76631"/>
                    <a:pt x="17457" y="76631"/>
                  </a:cubicBezTo>
                  <a:cubicBezTo>
                    <a:pt x="10638" y="76631"/>
                    <a:pt x="9522" y="68149"/>
                    <a:pt x="9522" y="62123"/>
                  </a:cubicBezTo>
                  <a:cubicBezTo>
                    <a:pt x="9522" y="54758"/>
                    <a:pt x="11878" y="46054"/>
                    <a:pt x="13118" y="41925"/>
                  </a:cubicBezTo>
                  <a:lnTo>
                    <a:pt x="41761" y="41925"/>
                  </a:lnTo>
                  <a:close/>
                </a:path>
              </a:pathLst>
            </a:custGeom>
            <a:solidFill>
              <a:srgbClr val="000000"/>
            </a:solidFill>
            <a:ln w="1777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93" name="任意形状 192">
              <a:extLst>
                <a:ext uri="{FF2B5EF4-FFF2-40B4-BE49-F238E27FC236}">
                  <a16:creationId xmlns:a16="http://schemas.microsoft.com/office/drawing/2014/main" id="{897CFCAA-C1A8-BB7F-D7E2-C93A5639536F}"/>
                </a:ext>
              </a:extLst>
            </p:cNvPr>
            <p:cNvSpPr/>
            <p:nvPr>
              <p:custDataLst>
                <p:tags r:id="rId278"/>
              </p:custDataLst>
            </p:nvPr>
          </p:nvSpPr>
          <p:spPr>
            <a:xfrm>
              <a:off x="6585348" y="3718767"/>
              <a:ext cx="20724" cy="47667"/>
            </a:xfrm>
            <a:custGeom>
              <a:avLst/>
              <a:gdLst>
                <a:gd name="connsiteX0" fmla="*/ 20952 w 20724"/>
                <a:gd name="connsiteY0" fmla="*/ 16814 h 47667"/>
                <a:gd name="connsiteX1" fmla="*/ 9615 w 20724"/>
                <a:gd name="connsiteY1" fmla="*/ 75 h 47667"/>
                <a:gd name="connsiteX2" fmla="*/ 227 w 20724"/>
                <a:gd name="connsiteY2" fmla="*/ 8524 h 47667"/>
                <a:gd name="connsiteX3" fmla="*/ 9615 w 20724"/>
                <a:gd name="connsiteY3" fmla="*/ 16973 h 47667"/>
                <a:gd name="connsiteX4" fmla="*/ 15815 w 20724"/>
                <a:gd name="connsiteY4" fmla="*/ 14901 h 47667"/>
                <a:gd name="connsiteX5" fmla="*/ 16700 w 20724"/>
                <a:gd name="connsiteY5" fmla="*/ 14423 h 47667"/>
                <a:gd name="connsiteX6" fmla="*/ 17055 w 20724"/>
                <a:gd name="connsiteY6" fmla="*/ 16814 h 47667"/>
                <a:gd name="connsiteX7" fmla="*/ 5009 w 20724"/>
                <a:gd name="connsiteY7" fmla="*/ 43438 h 47667"/>
                <a:gd name="connsiteX8" fmla="*/ 3061 w 20724"/>
                <a:gd name="connsiteY8" fmla="*/ 45988 h 47667"/>
                <a:gd name="connsiteX9" fmla="*/ 4832 w 20724"/>
                <a:gd name="connsiteY9" fmla="*/ 47742 h 47667"/>
                <a:gd name="connsiteX10" fmla="*/ 20952 w 20724"/>
                <a:gd name="connsiteY10" fmla="*/ 16814 h 476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0724" h="47667">
                  <a:moveTo>
                    <a:pt x="20952" y="16814"/>
                  </a:moveTo>
                  <a:cubicBezTo>
                    <a:pt x="20952" y="6292"/>
                    <a:pt x="16523" y="75"/>
                    <a:pt x="9615" y="75"/>
                  </a:cubicBezTo>
                  <a:cubicBezTo>
                    <a:pt x="3769" y="75"/>
                    <a:pt x="227" y="4060"/>
                    <a:pt x="227" y="8524"/>
                  </a:cubicBezTo>
                  <a:cubicBezTo>
                    <a:pt x="227" y="12828"/>
                    <a:pt x="3769" y="16973"/>
                    <a:pt x="9615" y="16973"/>
                  </a:cubicBezTo>
                  <a:cubicBezTo>
                    <a:pt x="11740" y="16973"/>
                    <a:pt x="14043" y="16336"/>
                    <a:pt x="15815" y="14901"/>
                  </a:cubicBezTo>
                  <a:cubicBezTo>
                    <a:pt x="16346" y="14582"/>
                    <a:pt x="16523" y="14423"/>
                    <a:pt x="16700" y="14423"/>
                  </a:cubicBezTo>
                  <a:cubicBezTo>
                    <a:pt x="16877" y="14423"/>
                    <a:pt x="17055" y="14582"/>
                    <a:pt x="17055" y="16814"/>
                  </a:cubicBezTo>
                  <a:cubicBezTo>
                    <a:pt x="17055" y="28611"/>
                    <a:pt x="10855" y="38177"/>
                    <a:pt x="5009" y="43438"/>
                  </a:cubicBezTo>
                  <a:cubicBezTo>
                    <a:pt x="3061" y="45191"/>
                    <a:pt x="3061" y="45510"/>
                    <a:pt x="3061" y="45988"/>
                  </a:cubicBezTo>
                  <a:cubicBezTo>
                    <a:pt x="3061" y="47104"/>
                    <a:pt x="3947" y="47742"/>
                    <a:pt x="4832" y="47742"/>
                  </a:cubicBezTo>
                  <a:cubicBezTo>
                    <a:pt x="6781" y="47742"/>
                    <a:pt x="20952" y="35466"/>
                    <a:pt x="20952" y="16814"/>
                  </a:cubicBezTo>
                  <a:close/>
                </a:path>
              </a:pathLst>
            </a:custGeom>
            <a:solidFill>
              <a:srgbClr val="000000"/>
            </a:solidFill>
            <a:ln w="1777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94" name="任意形状 193">
              <a:extLst>
                <a:ext uri="{FF2B5EF4-FFF2-40B4-BE49-F238E27FC236}">
                  <a16:creationId xmlns:a16="http://schemas.microsoft.com/office/drawing/2014/main" id="{97FE83D9-9512-5866-D1B0-5C99C681751C}"/>
                </a:ext>
              </a:extLst>
            </p:cNvPr>
            <p:cNvSpPr/>
            <p:nvPr>
              <p:custDataLst>
                <p:tags r:id="rId279"/>
              </p:custDataLst>
            </p:nvPr>
          </p:nvSpPr>
          <p:spPr>
            <a:xfrm>
              <a:off x="6652206" y="3637621"/>
              <a:ext cx="55443" cy="99798"/>
            </a:xfrm>
            <a:custGeom>
              <a:avLst/>
              <a:gdLst>
                <a:gd name="connsiteX0" fmla="*/ 27510 w 55443"/>
                <a:gd name="connsiteY0" fmla="*/ 34350 h 99798"/>
                <a:gd name="connsiteX1" fmla="*/ 52840 w 55443"/>
                <a:gd name="connsiteY1" fmla="*/ 34350 h 99798"/>
                <a:gd name="connsiteX2" fmla="*/ 52840 w 55443"/>
                <a:gd name="connsiteY2" fmla="*/ 29408 h 99798"/>
                <a:gd name="connsiteX3" fmla="*/ 27510 w 55443"/>
                <a:gd name="connsiteY3" fmla="*/ 29408 h 99798"/>
                <a:gd name="connsiteX4" fmla="*/ 27510 w 55443"/>
                <a:gd name="connsiteY4" fmla="*/ 75 h 99798"/>
                <a:gd name="connsiteX5" fmla="*/ 23082 w 55443"/>
                <a:gd name="connsiteY5" fmla="*/ 75 h 99798"/>
                <a:gd name="connsiteX6" fmla="*/ 231 w 55443"/>
                <a:gd name="connsiteY6" fmla="*/ 30843 h 99798"/>
                <a:gd name="connsiteX7" fmla="*/ 231 w 55443"/>
                <a:gd name="connsiteY7" fmla="*/ 34350 h 99798"/>
                <a:gd name="connsiteX8" fmla="*/ 15288 w 55443"/>
                <a:gd name="connsiteY8" fmla="*/ 34350 h 99798"/>
                <a:gd name="connsiteX9" fmla="*/ 15288 w 55443"/>
                <a:gd name="connsiteY9" fmla="*/ 78351 h 99798"/>
                <a:gd name="connsiteX10" fmla="*/ 38138 w 55443"/>
                <a:gd name="connsiteY10" fmla="*/ 99873 h 99798"/>
                <a:gd name="connsiteX11" fmla="*/ 55675 w 55443"/>
                <a:gd name="connsiteY11" fmla="*/ 78351 h 99798"/>
                <a:gd name="connsiteX12" fmla="*/ 55675 w 55443"/>
                <a:gd name="connsiteY12" fmla="*/ 69264 h 99798"/>
                <a:gd name="connsiteX13" fmla="*/ 51246 w 55443"/>
                <a:gd name="connsiteY13" fmla="*/ 69264 h 99798"/>
                <a:gd name="connsiteX14" fmla="*/ 51246 w 55443"/>
                <a:gd name="connsiteY14" fmla="*/ 78032 h 99798"/>
                <a:gd name="connsiteX15" fmla="*/ 39378 w 55443"/>
                <a:gd name="connsiteY15" fmla="*/ 95887 h 99798"/>
                <a:gd name="connsiteX16" fmla="*/ 27510 w 55443"/>
                <a:gd name="connsiteY16" fmla="*/ 78670 h 99798"/>
                <a:gd name="connsiteX17" fmla="*/ 27510 w 55443"/>
                <a:gd name="connsiteY17" fmla="*/ 34350 h 997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55443" h="99798">
                  <a:moveTo>
                    <a:pt x="27510" y="34350"/>
                  </a:moveTo>
                  <a:lnTo>
                    <a:pt x="52840" y="34350"/>
                  </a:lnTo>
                  <a:lnTo>
                    <a:pt x="52840" y="29408"/>
                  </a:lnTo>
                  <a:lnTo>
                    <a:pt x="27510" y="29408"/>
                  </a:lnTo>
                  <a:lnTo>
                    <a:pt x="27510" y="75"/>
                  </a:lnTo>
                  <a:lnTo>
                    <a:pt x="23082" y="75"/>
                  </a:lnTo>
                  <a:cubicBezTo>
                    <a:pt x="22904" y="13147"/>
                    <a:pt x="17590" y="30206"/>
                    <a:pt x="231" y="30843"/>
                  </a:cubicBezTo>
                  <a:lnTo>
                    <a:pt x="231" y="34350"/>
                  </a:lnTo>
                  <a:lnTo>
                    <a:pt x="15288" y="34350"/>
                  </a:lnTo>
                  <a:lnTo>
                    <a:pt x="15288" y="78351"/>
                  </a:lnTo>
                  <a:cubicBezTo>
                    <a:pt x="15288" y="97960"/>
                    <a:pt x="31761" y="99873"/>
                    <a:pt x="38138" y="99873"/>
                  </a:cubicBezTo>
                  <a:cubicBezTo>
                    <a:pt x="50715" y="99873"/>
                    <a:pt x="55675" y="88554"/>
                    <a:pt x="55675" y="78351"/>
                  </a:cubicBezTo>
                  <a:lnTo>
                    <a:pt x="55675" y="69264"/>
                  </a:lnTo>
                  <a:lnTo>
                    <a:pt x="51246" y="69264"/>
                  </a:lnTo>
                  <a:lnTo>
                    <a:pt x="51246" y="78032"/>
                  </a:lnTo>
                  <a:cubicBezTo>
                    <a:pt x="51246" y="89829"/>
                    <a:pt x="45932" y="95887"/>
                    <a:pt x="39378" y="95887"/>
                  </a:cubicBezTo>
                  <a:cubicBezTo>
                    <a:pt x="27510" y="95887"/>
                    <a:pt x="27510" y="81380"/>
                    <a:pt x="27510" y="78670"/>
                  </a:cubicBezTo>
                  <a:lnTo>
                    <a:pt x="27510" y="34350"/>
                  </a:lnTo>
                  <a:close/>
                </a:path>
              </a:pathLst>
            </a:custGeom>
            <a:solidFill>
              <a:srgbClr val="000000"/>
            </a:solidFill>
            <a:ln w="1777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95" name="任意形状 194">
              <a:extLst>
                <a:ext uri="{FF2B5EF4-FFF2-40B4-BE49-F238E27FC236}">
                  <a16:creationId xmlns:a16="http://schemas.microsoft.com/office/drawing/2014/main" id="{1D74C4B8-8FC8-4B71-B997-00428C608F63}"/>
                </a:ext>
              </a:extLst>
            </p:cNvPr>
            <p:cNvSpPr/>
            <p:nvPr>
              <p:custDataLst>
                <p:tags r:id="rId280"/>
              </p:custDataLst>
            </p:nvPr>
          </p:nvSpPr>
          <p:spPr>
            <a:xfrm>
              <a:off x="6722687" y="3665201"/>
              <a:ext cx="59517" cy="70464"/>
            </a:xfrm>
            <a:custGeom>
              <a:avLst/>
              <a:gdLst>
                <a:gd name="connsiteX0" fmla="*/ 24857 w 59517"/>
                <a:gd name="connsiteY0" fmla="*/ 17611 h 70464"/>
                <a:gd name="connsiteX1" fmla="*/ 24857 w 59517"/>
                <a:gd name="connsiteY1" fmla="*/ 75 h 70464"/>
                <a:gd name="connsiteX2" fmla="*/ 235 w 59517"/>
                <a:gd name="connsiteY2" fmla="*/ 1828 h 70464"/>
                <a:gd name="connsiteX3" fmla="*/ 235 w 59517"/>
                <a:gd name="connsiteY3" fmla="*/ 6770 h 70464"/>
                <a:gd name="connsiteX4" fmla="*/ 14052 w 59517"/>
                <a:gd name="connsiteY4" fmla="*/ 15698 h 70464"/>
                <a:gd name="connsiteX5" fmla="*/ 14052 w 59517"/>
                <a:gd name="connsiteY5" fmla="*/ 58423 h 70464"/>
                <a:gd name="connsiteX6" fmla="*/ 235 w 59517"/>
                <a:gd name="connsiteY6" fmla="*/ 65597 h 70464"/>
                <a:gd name="connsiteX7" fmla="*/ 235 w 59517"/>
                <a:gd name="connsiteY7" fmla="*/ 70539 h 70464"/>
                <a:gd name="connsiteX8" fmla="*/ 20428 w 59517"/>
                <a:gd name="connsiteY8" fmla="*/ 70061 h 70464"/>
                <a:gd name="connsiteX9" fmla="*/ 42925 w 59517"/>
                <a:gd name="connsiteY9" fmla="*/ 70539 h 70464"/>
                <a:gd name="connsiteX10" fmla="*/ 42925 w 59517"/>
                <a:gd name="connsiteY10" fmla="*/ 65597 h 70464"/>
                <a:gd name="connsiteX11" fmla="*/ 39205 w 59517"/>
                <a:gd name="connsiteY11" fmla="*/ 65597 h 70464"/>
                <a:gd name="connsiteX12" fmla="*/ 25743 w 59517"/>
                <a:gd name="connsiteY12" fmla="*/ 58104 h 70464"/>
                <a:gd name="connsiteX13" fmla="*/ 25743 w 59517"/>
                <a:gd name="connsiteY13" fmla="*/ 33553 h 70464"/>
                <a:gd name="connsiteX14" fmla="*/ 46645 w 59517"/>
                <a:gd name="connsiteY14" fmla="*/ 3582 h 70464"/>
                <a:gd name="connsiteX15" fmla="*/ 48593 w 59517"/>
                <a:gd name="connsiteY15" fmla="*/ 3741 h 70464"/>
                <a:gd name="connsiteX16" fmla="*/ 44519 w 59517"/>
                <a:gd name="connsiteY16" fmla="*/ 9959 h 70464"/>
                <a:gd name="connsiteX17" fmla="*/ 52136 w 59517"/>
                <a:gd name="connsiteY17" fmla="*/ 16814 h 70464"/>
                <a:gd name="connsiteX18" fmla="*/ 59753 w 59517"/>
                <a:gd name="connsiteY18" fmla="*/ 9799 h 70464"/>
                <a:gd name="connsiteX19" fmla="*/ 46645 w 59517"/>
                <a:gd name="connsiteY19" fmla="*/ 75 h 70464"/>
                <a:gd name="connsiteX20" fmla="*/ 24857 w 59517"/>
                <a:gd name="connsiteY20" fmla="*/ 17611 h 704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59517" h="70464">
                  <a:moveTo>
                    <a:pt x="24857" y="17611"/>
                  </a:moveTo>
                  <a:lnTo>
                    <a:pt x="24857" y="75"/>
                  </a:lnTo>
                  <a:lnTo>
                    <a:pt x="235" y="1828"/>
                  </a:lnTo>
                  <a:lnTo>
                    <a:pt x="235" y="6770"/>
                  </a:lnTo>
                  <a:cubicBezTo>
                    <a:pt x="12634" y="6770"/>
                    <a:pt x="14052" y="7886"/>
                    <a:pt x="14052" y="15698"/>
                  </a:cubicBezTo>
                  <a:lnTo>
                    <a:pt x="14052" y="58423"/>
                  </a:lnTo>
                  <a:cubicBezTo>
                    <a:pt x="14052" y="65597"/>
                    <a:pt x="12103" y="65597"/>
                    <a:pt x="235" y="65597"/>
                  </a:cubicBezTo>
                  <a:lnTo>
                    <a:pt x="235" y="70539"/>
                  </a:lnTo>
                  <a:cubicBezTo>
                    <a:pt x="7143" y="70380"/>
                    <a:pt x="15469" y="70061"/>
                    <a:pt x="20428" y="70061"/>
                  </a:cubicBezTo>
                  <a:cubicBezTo>
                    <a:pt x="27514" y="70061"/>
                    <a:pt x="35839" y="70061"/>
                    <a:pt x="42925" y="70539"/>
                  </a:cubicBezTo>
                  <a:lnTo>
                    <a:pt x="42925" y="65597"/>
                  </a:lnTo>
                  <a:lnTo>
                    <a:pt x="39205" y="65597"/>
                  </a:lnTo>
                  <a:cubicBezTo>
                    <a:pt x="26097" y="65597"/>
                    <a:pt x="25743" y="63844"/>
                    <a:pt x="25743" y="58104"/>
                  </a:cubicBezTo>
                  <a:lnTo>
                    <a:pt x="25743" y="33553"/>
                  </a:lnTo>
                  <a:cubicBezTo>
                    <a:pt x="25743" y="17771"/>
                    <a:pt x="33182" y="3582"/>
                    <a:pt x="46645" y="3582"/>
                  </a:cubicBezTo>
                  <a:cubicBezTo>
                    <a:pt x="47884" y="3582"/>
                    <a:pt x="48239" y="3582"/>
                    <a:pt x="48593" y="3741"/>
                  </a:cubicBezTo>
                  <a:cubicBezTo>
                    <a:pt x="48062" y="3901"/>
                    <a:pt x="44519" y="5814"/>
                    <a:pt x="44519" y="9959"/>
                  </a:cubicBezTo>
                  <a:cubicBezTo>
                    <a:pt x="44519" y="14423"/>
                    <a:pt x="48239" y="16814"/>
                    <a:pt x="52136" y="16814"/>
                  </a:cubicBezTo>
                  <a:cubicBezTo>
                    <a:pt x="55324" y="16814"/>
                    <a:pt x="59753" y="14901"/>
                    <a:pt x="59753" y="9799"/>
                  </a:cubicBezTo>
                  <a:cubicBezTo>
                    <a:pt x="59753" y="4698"/>
                    <a:pt x="54261" y="75"/>
                    <a:pt x="46645" y="75"/>
                  </a:cubicBezTo>
                  <a:cubicBezTo>
                    <a:pt x="33714" y="75"/>
                    <a:pt x="27337" y="10756"/>
                    <a:pt x="24857" y="17611"/>
                  </a:cubicBezTo>
                  <a:close/>
                </a:path>
              </a:pathLst>
            </a:custGeom>
            <a:solidFill>
              <a:srgbClr val="000000"/>
            </a:solidFill>
            <a:ln w="1777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96" name="任意形状 195">
              <a:extLst>
                <a:ext uri="{FF2B5EF4-FFF2-40B4-BE49-F238E27FC236}">
                  <a16:creationId xmlns:a16="http://schemas.microsoft.com/office/drawing/2014/main" id="{50230B0E-7EEF-39E9-7D99-0FB6CE950995}"/>
                </a:ext>
              </a:extLst>
            </p:cNvPr>
            <p:cNvSpPr/>
            <p:nvPr>
              <p:custDataLst>
                <p:tags r:id="rId281"/>
              </p:custDataLst>
            </p:nvPr>
          </p:nvSpPr>
          <p:spPr>
            <a:xfrm>
              <a:off x="6804642" y="3616099"/>
              <a:ext cx="41095" cy="159422"/>
            </a:xfrm>
            <a:custGeom>
              <a:avLst/>
              <a:gdLst>
                <a:gd name="connsiteX0" fmla="*/ 41334 w 41095"/>
                <a:gd name="connsiteY0" fmla="*/ 157903 h 159422"/>
                <a:gd name="connsiteX1" fmla="*/ 38323 w 41095"/>
                <a:gd name="connsiteY1" fmla="*/ 154395 h 159422"/>
                <a:gd name="connsiteX2" fmla="*/ 10513 w 41095"/>
                <a:gd name="connsiteY2" fmla="*/ 79786 h 159422"/>
                <a:gd name="connsiteX3" fmla="*/ 39032 w 41095"/>
                <a:gd name="connsiteY3" fmla="*/ 4379 h 159422"/>
                <a:gd name="connsiteX4" fmla="*/ 41334 w 41095"/>
                <a:gd name="connsiteY4" fmla="*/ 1669 h 159422"/>
                <a:gd name="connsiteX5" fmla="*/ 39563 w 41095"/>
                <a:gd name="connsiteY5" fmla="*/ 75 h 159422"/>
                <a:gd name="connsiteX6" fmla="*/ 11398 w 41095"/>
                <a:gd name="connsiteY6" fmla="*/ 31162 h 159422"/>
                <a:gd name="connsiteX7" fmla="*/ 239 w 41095"/>
                <a:gd name="connsiteY7" fmla="*/ 79786 h 159422"/>
                <a:gd name="connsiteX8" fmla="*/ 11930 w 41095"/>
                <a:gd name="connsiteY8" fmla="*/ 129526 h 159422"/>
                <a:gd name="connsiteX9" fmla="*/ 39563 w 41095"/>
                <a:gd name="connsiteY9" fmla="*/ 159497 h 159422"/>
                <a:gd name="connsiteX10" fmla="*/ 41334 w 41095"/>
                <a:gd name="connsiteY10" fmla="*/ 157903 h 1594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41095" h="159422">
                  <a:moveTo>
                    <a:pt x="41334" y="157903"/>
                  </a:moveTo>
                  <a:cubicBezTo>
                    <a:pt x="41334" y="157424"/>
                    <a:pt x="41334" y="157106"/>
                    <a:pt x="38323" y="154395"/>
                  </a:cubicBezTo>
                  <a:cubicBezTo>
                    <a:pt x="16181" y="134308"/>
                    <a:pt x="10513" y="104177"/>
                    <a:pt x="10513" y="79786"/>
                  </a:cubicBezTo>
                  <a:cubicBezTo>
                    <a:pt x="10513" y="52046"/>
                    <a:pt x="17244" y="24307"/>
                    <a:pt x="39032" y="4379"/>
                  </a:cubicBezTo>
                  <a:cubicBezTo>
                    <a:pt x="41334" y="2466"/>
                    <a:pt x="41334" y="2147"/>
                    <a:pt x="41334" y="1669"/>
                  </a:cubicBezTo>
                  <a:cubicBezTo>
                    <a:pt x="41334" y="553"/>
                    <a:pt x="40626" y="75"/>
                    <a:pt x="39563" y="75"/>
                  </a:cubicBezTo>
                  <a:cubicBezTo>
                    <a:pt x="37792" y="75"/>
                    <a:pt x="21849" y="10915"/>
                    <a:pt x="11398" y="31162"/>
                  </a:cubicBezTo>
                  <a:cubicBezTo>
                    <a:pt x="2365" y="48698"/>
                    <a:pt x="239" y="66394"/>
                    <a:pt x="239" y="79786"/>
                  </a:cubicBezTo>
                  <a:cubicBezTo>
                    <a:pt x="239" y="92221"/>
                    <a:pt x="2187" y="111511"/>
                    <a:pt x="11930" y="129526"/>
                  </a:cubicBezTo>
                  <a:cubicBezTo>
                    <a:pt x="22558" y="149134"/>
                    <a:pt x="37792" y="159497"/>
                    <a:pt x="39563" y="159497"/>
                  </a:cubicBezTo>
                  <a:cubicBezTo>
                    <a:pt x="40626" y="159497"/>
                    <a:pt x="41334" y="159019"/>
                    <a:pt x="41334" y="157903"/>
                  </a:cubicBezTo>
                  <a:close/>
                </a:path>
              </a:pathLst>
            </a:custGeom>
            <a:solidFill>
              <a:srgbClr val="000000"/>
            </a:solidFill>
            <a:ln w="1777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97" name="任意形状 196">
              <a:extLst>
                <a:ext uri="{FF2B5EF4-FFF2-40B4-BE49-F238E27FC236}">
                  <a16:creationId xmlns:a16="http://schemas.microsoft.com/office/drawing/2014/main" id="{A59870C6-3FBE-61CB-E055-AE76B797C4C5}"/>
                </a:ext>
              </a:extLst>
            </p:cNvPr>
            <p:cNvSpPr/>
            <p:nvPr>
              <p:custDataLst>
                <p:tags r:id="rId282"/>
              </p:custDataLst>
            </p:nvPr>
          </p:nvSpPr>
          <p:spPr>
            <a:xfrm>
              <a:off x="6860774" y="3666955"/>
              <a:ext cx="85733" cy="70624"/>
            </a:xfrm>
            <a:custGeom>
              <a:avLst/>
              <a:gdLst>
                <a:gd name="connsiteX0" fmla="*/ 47538 w 85733"/>
                <a:gd name="connsiteY0" fmla="*/ 9321 h 70624"/>
                <a:gd name="connsiteX1" fmla="*/ 77297 w 85733"/>
                <a:gd name="connsiteY1" fmla="*/ 9321 h 70624"/>
                <a:gd name="connsiteX2" fmla="*/ 85976 w 85733"/>
                <a:gd name="connsiteY2" fmla="*/ 3901 h 70624"/>
                <a:gd name="connsiteX3" fmla="*/ 78891 w 85733"/>
                <a:gd name="connsiteY3" fmla="*/ 75 h 70624"/>
                <a:gd name="connsiteX4" fmla="*/ 29293 w 85733"/>
                <a:gd name="connsiteY4" fmla="*/ 75 h 70624"/>
                <a:gd name="connsiteX5" fmla="*/ 11048 w 85733"/>
                <a:gd name="connsiteY5" fmla="*/ 7568 h 70624"/>
                <a:gd name="connsiteX6" fmla="*/ 243 w 85733"/>
                <a:gd name="connsiteY6" fmla="*/ 21916 h 70624"/>
                <a:gd name="connsiteX7" fmla="*/ 2368 w 85733"/>
                <a:gd name="connsiteY7" fmla="*/ 23510 h 70624"/>
                <a:gd name="connsiteX8" fmla="*/ 5203 w 85733"/>
                <a:gd name="connsiteY8" fmla="*/ 21597 h 70624"/>
                <a:gd name="connsiteX9" fmla="*/ 27699 w 85733"/>
                <a:gd name="connsiteY9" fmla="*/ 9321 h 70624"/>
                <a:gd name="connsiteX10" fmla="*/ 42401 w 85733"/>
                <a:gd name="connsiteY10" fmla="*/ 9321 h 70624"/>
                <a:gd name="connsiteX11" fmla="*/ 25042 w 85733"/>
                <a:gd name="connsiteY11" fmla="*/ 60496 h 70624"/>
                <a:gd name="connsiteX12" fmla="*/ 23270 w 85733"/>
                <a:gd name="connsiteY12" fmla="*/ 66394 h 70624"/>
                <a:gd name="connsiteX13" fmla="*/ 28407 w 85733"/>
                <a:gd name="connsiteY13" fmla="*/ 70699 h 70624"/>
                <a:gd name="connsiteX14" fmla="*/ 35670 w 85733"/>
                <a:gd name="connsiteY14" fmla="*/ 63844 h 70624"/>
                <a:gd name="connsiteX15" fmla="*/ 47538 w 85733"/>
                <a:gd name="connsiteY15" fmla="*/ 9321 h 706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85733" h="70624">
                  <a:moveTo>
                    <a:pt x="47538" y="9321"/>
                  </a:moveTo>
                  <a:lnTo>
                    <a:pt x="77297" y="9321"/>
                  </a:lnTo>
                  <a:cubicBezTo>
                    <a:pt x="79600" y="9321"/>
                    <a:pt x="85976" y="9321"/>
                    <a:pt x="85976" y="3901"/>
                  </a:cubicBezTo>
                  <a:cubicBezTo>
                    <a:pt x="85976" y="75"/>
                    <a:pt x="82257" y="75"/>
                    <a:pt x="78891" y="75"/>
                  </a:cubicBezTo>
                  <a:lnTo>
                    <a:pt x="29293" y="75"/>
                  </a:lnTo>
                  <a:cubicBezTo>
                    <a:pt x="25750" y="75"/>
                    <a:pt x="18842" y="75"/>
                    <a:pt x="11048" y="7568"/>
                  </a:cubicBezTo>
                  <a:cubicBezTo>
                    <a:pt x="5203" y="13307"/>
                    <a:pt x="243" y="20959"/>
                    <a:pt x="243" y="21916"/>
                  </a:cubicBezTo>
                  <a:cubicBezTo>
                    <a:pt x="243" y="22075"/>
                    <a:pt x="243" y="23510"/>
                    <a:pt x="2368" y="23510"/>
                  </a:cubicBezTo>
                  <a:cubicBezTo>
                    <a:pt x="3785" y="23510"/>
                    <a:pt x="4140" y="22872"/>
                    <a:pt x="5203" y="21597"/>
                  </a:cubicBezTo>
                  <a:cubicBezTo>
                    <a:pt x="13882" y="9321"/>
                    <a:pt x="23979" y="9321"/>
                    <a:pt x="27699" y="9321"/>
                  </a:cubicBezTo>
                  <a:lnTo>
                    <a:pt x="42401" y="9321"/>
                  </a:lnTo>
                  <a:lnTo>
                    <a:pt x="25042" y="60496"/>
                  </a:lnTo>
                  <a:cubicBezTo>
                    <a:pt x="24333" y="62409"/>
                    <a:pt x="23270" y="65757"/>
                    <a:pt x="23270" y="66394"/>
                  </a:cubicBezTo>
                  <a:cubicBezTo>
                    <a:pt x="23270" y="68148"/>
                    <a:pt x="24510" y="70699"/>
                    <a:pt x="28407" y="70699"/>
                  </a:cubicBezTo>
                  <a:cubicBezTo>
                    <a:pt x="34253" y="70699"/>
                    <a:pt x="35138" y="66235"/>
                    <a:pt x="35670" y="63844"/>
                  </a:cubicBezTo>
                  <a:lnTo>
                    <a:pt x="47538" y="9321"/>
                  </a:lnTo>
                  <a:close/>
                </a:path>
              </a:pathLst>
            </a:custGeom>
            <a:solidFill>
              <a:srgbClr val="000000"/>
            </a:solidFill>
            <a:ln w="1777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98" name="任意形状 197">
              <a:extLst>
                <a:ext uri="{FF2B5EF4-FFF2-40B4-BE49-F238E27FC236}">
                  <a16:creationId xmlns:a16="http://schemas.microsoft.com/office/drawing/2014/main" id="{824352D5-ABE4-694E-2B7C-FFE87BDBDBFC}"/>
                </a:ext>
              </a:extLst>
            </p:cNvPr>
            <p:cNvSpPr/>
            <p:nvPr>
              <p:custDataLst>
                <p:tags r:id="rId283"/>
              </p:custDataLst>
            </p:nvPr>
          </p:nvSpPr>
          <p:spPr>
            <a:xfrm>
              <a:off x="6963575" y="3616099"/>
              <a:ext cx="41095" cy="159422"/>
            </a:xfrm>
            <a:custGeom>
              <a:avLst/>
              <a:gdLst>
                <a:gd name="connsiteX0" fmla="*/ 41344 w 41095"/>
                <a:gd name="connsiteY0" fmla="*/ 79786 h 159422"/>
                <a:gd name="connsiteX1" fmla="*/ 29653 w 41095"/>
                <a:gd name="connsiteY1" fmla="*/ 30046 h 159422"/>
                <a:gd name="connsiteX2" fmla="*/ 2020 w 41095"/>
                <a:gd name="connsiteY2" fmla="*/ 75 h 159422"/>
                <a:gd name="connsiteX3" fmla="*/ 248 w 41095"/>
                <a:gd name="connsiteY3" fmla="*/ 1669 h 159422"/>
                <a:gd name="connsiteX4" fmla="*/ 3614 w 41095"/>
                <a:gd name="connsiteY4" fmla="*/ 5336 h 159422"/>
                <a:gd name="connsiteX5" fmla="*/ 31070 w 41095"/>
                <a:gd name="connsiteY5" fmla="*/ 79786 h 159422"/>
                <a:gd name="connsiteX6" fmla="*/ 2551 w 41095"/>
                <a:gd name="connsiteY6" fmla="*/ 155192 h 159422"/>
                <a:gd name="connsiteX7" fmla="*/ 248 w 41095"/>
                <a:gd name="connsiteY7" fmla="*/ 157903 h 159422"/>
                <a:gd name="connsiteX8" fmla="*/ 2020 w 41095"/>
                <a:gd name="connsiteY8" fmla="*/ 159497 h 159422"/>
                <a:gd name="connsiteX9" fmla="*/ 30184 w 41095"/>
                <a:gd name="connsiteY9" fmla="*/ 128410 h 159422"/>
                <a:gd name="connsiteX10" fmla="*/ 41344 w 41095"/>
                <a:gd name="connsiteY10" fmla="*/ 79786 h 1594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41095" h="159422">
                  <a:moveTo>
                    <a:pt x="41344" y="79786"/>
                  </a:moveTo>
                  <a:cubicBezTo>
                    <a:pt x="41344" y="67351"/>
                    <a:pt x="39395" y="48061"/>
                    <a:pt x="29653" y="30046"/>
                  </a:cubicBezTo>
                  <a:cubicBezTo>
                    <a:pt x="19025" y="10437"/>
                    <a:pt x="3791" y="75"/>
                    <a:pt x="2020" y="75"/>
                  </a:cubicBezTo>
                  <a:cubicBezTo>
                    <a:pt x="957" y="75"/>
                    <a:pt x="248" y="712"/>
                    <a:pt x="248" y="1669"/>
                  </a:cubicBezTo>
                  <a:cubicBezTo>
                    <a:pt x="248" y="2147"/>
                    <a:pt x="248" y="2466"/>
                    <a:pt x="3614" y="5336"/>
                  </a:cubicBezTo>
                  <a:cubicBezTo>
                    <a:pt x="20973" y="21118"/>
                    <a:pt x="31070" y="46467"/>
                    <a:pt x="31070" y="79786"/>
                  </a:cubicBezTo>
                  <a:cubicBezTo>
                    <a:pt x="31070" y="107047"/>
                    <a:pt x="24516" y="135105"/>
                    <a:pt x="2551" y="155192"/>
                  </a:cubicBezTo>
                  <a:cubicBezTo>
                    <a:pt x="248" y="157106"/>
                    <a:pt x="248" y="157424"/>
                    <a:pt x="248" y="157903"/>
                  </a:cubicBezTo>
                  <a:cubicBezTo>
                    <a:pt x="248" y="158859"/>
                    <a:pt x="957" y="159497"/>
                    <a:pt x="2020" y="159497"/>
                  </a:cubicBezTo>
                  <a:cubicBezTo>
                    <a:pt x="3791" y="159497"/>
                    <a:pt x="19733" y="148656"/>
                    <a:pt x="30184" y="128410"/>
                  </a:cubicBezTo>
                  <a:cubicBezTo>
                    <a:pt x="39218" y="110873"/>
                    <a:pt x="41344" y="93177"/>
                    <a:pt x="41344" y="79786"/>
                  </a:cubicBezTo>
                  <a:close/>
                </a:path>
              </a:pathLst>
            </a:custGeom>
            <a:solidFill>
              <a:srgbClr val="000000"/>
            </a:solidFill>
            <a:ln w="1777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99" name="任意形状 198">
              <a:extLst>
                <a:ext uri="{FF2B5EF4-FFF2-40B4-BE49-F238E27FC236}">
                  <a16:creationId xmlns:a16="http://schemas.microsoft.com/office/drawing/2014/main" id="{73DDF282-39A1-3EC6-FCBD-8937A8948DF5}"/>
                </a:ext>
              </a:extLst>
            </p:cNvPr>
            <p:cNvSpPr/>
            <p:nvPr>
              <p:custDataLst>
                <p:tags r:id="rId284"/>
              </p:custDataLst>
            </p:nvPr>
          </p:nvSpPr>
          <p:spPr>
            <a:xfrm>
              <a:off x="7032461" y="3616099"/>
              <a:ext cx="41095" cy="159422"/>
            </a:xfrm>
            <a:custGeom>
              <a:avLst/>
              <a:gdLst>
                <a:gd name="connsiteX0" fmla="*/ 41348 w 41095"/>
                <a:gd name="connsiteY0" fmla="*/ 79786 h 159422"/>
                <a:gd name="connsiteX1" fmla="*/ 29657 w 41095"/>
                <a:gd name="connsiteY1" fmla="*/ 30046 h 159422"/>
                <a:gd name="connsiteX2" fmla="*/ 2023 w 41095"/>
                <a:gd name="connsiteY2" fmla="*/ 75 h 159422"/>
                <a:gd name="connsiteX3" fmla="*/ 252 w 41095"/>
                <a:gd name="connsiteY3" fmla="*/ 1669 h 159422"/>
                <a:gd name="connsiteX4" fmla="*/ 3618 w 41095"/>
                <a:gd name="connsiteY4" fmla="*/ 5336 h 159422"/>
                <a:gd name="connsiteX5" fmla="*/ 31074 w 41095"/>
                <a:gd name="connsiteY5" fmla="*/ 79786 h 159422"/>
                <a:gd name="connsiteX6" fmla="*/ 2555 w 41095"/>
                <a:gd name="connsiteY6" fmla="*/ 155192 h 159422"/>
                <a:gd name="connsiteX7" fmla="*/ 252 w 41095"/>
                <a:gd name="connsiteY7" fmla="*/ 157903 h 159422"/>
                <a:gd name="connsiteX8" fmla="*/ 2023 w 41095"/>
                <a:gd name="connsiteY8" fmla="*/ 159497 h 159422"/>
                <a:gd name="connsiteX9" fmla="*/ 30188 w 41095"/>
                <a:gd name="connsiteY9" fmla="*/ 128410 h 159422"/>
                <a:gd name="connsiteX10" fmla="*/ 41348 w 41095"/>
                <a:gd name="connsiteY10" fmla="*/ 79786 h 1594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41095" h="159422">
                  <a:moveTo>
                    <a:pt x="41348" y="79786"/>
                  </a:moveTo>
                  <a:cubicBezTo>
                    <a:pt x="41348" y="67351"/>
                    <a:pt x="39399" y="48061"/>
                    <a:pt x="29657" y="30046"/>
                  </a:cubicBezTo>
                  <a:cubicBezTo>
                    <a:pt x="19028" y="10437"/>
                    <a:pt x="3795" y="75"/>
                    <a:pt x="2023" y="75"/>
                  </a:cubicBezTo>
                  <a:cubicBezTo>
                    <a:pt x="961" y="75"/>
                    <a:pt x="252" y="712"/>
                    <a:pt x="252" y="1669"/>
                  </a:cubicBezTo>
                  <a:cubicBezTo>
                    <a:pt x="252" y="2147"/>
                    <a:pt x="252" y="2466"/>
                    <a:pt x="3618" y="5336"/>
                  </a:cubicBezTo>
                  <a:cubicBezTo>
                    <a:pt x="20977" y="21118"/>
                    <a:pt x="31074" y="46467"/>
                    <a:pt x="31074" y="79786"/>
                  </a:cubicBezTo>
                  <a:cubicBezTo>
                    <a:pt x="31074" y="107047"/>
                    <a:pt x="24520" y="135105"/>
                    <a:pt x="2555" y="155192"/>
                  </a:cubicBezTo>
                  <a:cubicBezTo>
                    <a:pt x="252" y="157106"/>
                    <a:pt x="252" y="157424"/>
                    <a:pt x="252" y="157903"/>
                  </a:cubicBezTo>
                  <a:cubicBezTo>
                    <a:pt x="252" y="158859"/>
                    <a:pt x="961" y="159497"/>
                    <a:pt x="2023" y="159497"/>
                  </a:cubicBezTo>
                  <a:cubicBezTo>
                    <a:pt x="3795" y="159497"/>
                    <a:pt x="19737" y="148656"/>
                    <a:pt x="30188" y="128410"/>
                  </a:cubicBezTo>
                  <a:cubicBezTo>
                    <a:pt x="39222" y="110873"/>
                    <a:pt x="41348" y="93177"/>
                    <a:pt x="41348" y="79786"/>
                  </a:cubicBezTo>
                  <a:close/>
                </a:path>
              </a:pathLst>
            </a:custGeom>
            <a:solidFill>
              <a:srgbClr val="000000"/>
            </a:solidFill>
            <a:ln w="1777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00" name="任意形状 199">
              <a:extLst>
                <a:ext uri="{FF2B5EF4-FFF2-40B4-BE49-F238E27FC236}">
                  <a16:creationId xmlns:a16="http://schemas.microsoft.com/office/drawing/2014/main" id="{27C6E08A-DFD1-DF61-87EB-AA8C68A6A4D1}"/>
                </a:ext>
              </a:extLst>
            </p:cNvPr>
            <p:cNvSpPr/>
            <p:nvPr>
              <p:custDataLst>
                <p:tags r:id="rId285"/>
              </p:custDataLst>
            </p:nvPr>
          </p:nvSpPr>
          <p:spPr>
            <a:xfrm>
              <a:off x="7165076" y="3621519"/>
              <a:ext cx="88390" cy="148581"/>
            </a:xfrm>
            <a:custGeom>
              <a:avLst/>
              <a:gdLst>
                <a:gd name="connsiteX0" fmla="*/ 87232 w 88390"/>
                <a:gd name="connsiteY0" fmla="*/ 6292 h 148581"/>
                <a:gd name="connsiteX1" fmla="*/ 88649 w 88390"/>
                <a:gd name="connsiteY1" fmla="*/ 3263 h 148581"/>
                <a:gd name="connsiteX2" fmla="*/ 85107 w 88390"/>
                <a:gd name="connsiteY2" fmla="*/ 75 h 148581"/>
                <a:gd name="connsiteX3" fmla="*/ 81210 w 88390"/>
                <a:gd name="connsiteY3" fmla="*/ 3263 h 148581"/>
                <a:gd name="connsiteX4" fmla="*/ 1676 w 88390"/>
                <a:gd name="connsiteY4" fmla="*/ 142439 h 148581"/>
                <a:gd name="connsiteX5" fmla="*/ 259 w 88390"/>
                <a:gd name="connsiteY5" fmla="*/ 145468 h 148581"/>
                <a:gd name="connsiteX6" fmla="*/ 3801 w 88390"/>
                <a:gd name="connsiteY6" fmla="*/ 148656 h 148581"/>
                <a:gd name="connsiteX7" fmla="*/ 7698 w 88390"/>
                <a:gd name="connsiteY7" fmla="*/ 145468 h 148581"/>
                <a:gd name="connsiteX8" fmla="*/ 87232 w 88390"/>
                <a:gd name="connsiteY8" fmla="*/ 6292 h 1485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8390" h="148581">
                  <a:moveTo>
                    <a:pt x="87232" y="6292"/>
                  </a:moveTo>
                  <a:cubicBezTo>
                    <a:pt x="88649" y="4060"/>
                    <a:pt x="88649" y="3741"/>
                    <a:pt x="88649" y="3263"/>
                  </a:cubicBezTo>
                  <a:cubicBezTo>
                    <a:pt x="88649" y="2147"/>
                    <a:pt x="87587" y="75"/>
                    <a:pt x="85107" y="75"/>
                  </a:cubicBezTo>
                  <a:cubicBezTo>
                    <a:pt x="82981" y="75"/>
                    <a:pt x="82450" y="1031"/>
                    <a:pt x="81210" y="3263"/>
                  </a:cubicBezTo>
                  <a:lnTo>
                    <a:pt x="1676" y="142439"/>
                  </a:lnTo>
                  <a:cubicBezTo>
                    <a:pt x="259" y="144671"/>
                    <a:pt x="259" y="144989"/>
                    <a:pt x="259" y="145468"/>
                  </a:cubicBezTo>
                  <a:cubicBezTo>
                    <a:pt x="259" y="146743"/>
                    <a:pt x="1499" y="148656"/>
                    <a:pt x="3801" y="148656"/>
                  </a:cubicBezTo>
                  <a:cubicBezTo>
                    <a:pt x="5927" y="148656"/>
                    <a:pt x="6458" y="147700"/>
                    <a:pt x="7698" y="145468"/>
                  </a:cubicBezTo>
                  <a:lnTo>
                    <a:pt x="87232" y="6292"/>
                  </a:lnTo>
                  <a:close/>
                </a:path>
              </a:pathLst>
            </a:custGeom>
            <a:solidFill>
              <a:srgbClr val="000000"/>
            </a:solidFill>
            <a:ln w="1777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01" name="任意形状 200">
              <a:extLst>
                <a:ext uri="{FF2B5EF4-FFF2-40B4-BE49-F238E27FC236}">
                  <a16:creationId xmlns:a16="http://schemas.microsoft.com/office/drawing/2014/main" id="{1A037C84-9D54-42D9-41A2-C6BC39737BE5}"/>
                </a:ext>
              </a:extLst>
            </p:cNvPr>
            <p:cNvSpPr/>
            <p:nvPr>
              <p:custDataLst>
                <p:tags r:id="rId286"/>
              </p:custDataLst>
            </p:nvPr>
          </p:nvSpPr>
          <p:spPr>
            <a:xfrm>
              <a:off x="7150374" y="3677158"/>
              <a:ext cx="117795" cy="37304"/>
            </a:xfrm>
            <a:custGeom>
              <a:avLst/>
              <a:gdLst>
                <a:gd name="connsiteX0" fmla="*/ 112031 w 117795"/>
                <a:gd name="connsiteY0" fmla="*/ 6452 h 37304"/>
                <a:gd name="connsiteX1" fmla="*/ 118054 w 117795"/>
                <a:gd name="connsiteY1" fmla="*/ 3263 h 37304"/>
                <a:gd name="connsiteX2" fmla="*/ 112209 w 117795"/>
                <a:gd name="connsiteY2" fmla="*/ 75 h 37304"/>
                <a:gd name="connsiteX3" fmla="*/ 6104 w 117795"/>
                <a:gd name="connsiteY3" fmla="*/ 75 h 37304"/>
                <a:gd name="connsiteX4" fmla="*/ 259 w 117795"/>
                <a:gd name="connsiteY4" fmla="*/ 3263 h 37304"/>
                <a:gd name="connsiteX5" fmla="*/ 6281 w 117795"/>
                <a:gd name="connsiteY5" fmla="*/ 6452 h 37304"/>
                <a:gd name="connsiteX6" fmla="*/ 112031 w 117795"/>
                <a:gd name="connsiteY6" fmla="*/ 6452 h 37304"/>
                <a:gd name="connsiteX7" fmla="*/ 112209 w 117795"/>
                <a:gd name="connsiteY7" fmla="*/ 37380 h 37304"/>
                <a:gd name="connsiteX8" fmla="*/ 118054 w 117795"/>
                <a:gd name="connsiteY8" fmla="*/ 34191 h 37304"/>
                <a:gd name="connsiteX9" fmla="*/ 112031 w 117795"/>
                <a:gd name="connsiteY9" fmla="*/ 31003 h 37304"/>
                <a:gd name="connsiteX10" fmla="*/ 6281 w 117795"/>
                <a:gd name="connsiteY10" fmla="*/ 31003 h 37304"/>
                <a:gd name="connsiteX11" fmla="*/ 259 w 117795"/>
                <a:gd name="connsiteY11" fmla="*/ 34191 h 37304"/>
                <a:gd name="connsiteX12" fmla="*/ 6104 w 117795"/>
                <a:gd name="connsiteY12" fmla="*/ 37380 h 37304"/>
                <a:gd name="connsiteX13" fmla="*/ 112209 w 117795"/>
                <a:gd name="connsiteY13" fmla="*/ 37380 h 373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17795" h="37304">
                  <a:moveTo>
                    <a:pt x="112031" y="6452"/>
                  </a:moveTo>
                  <a:cubicBezTo>
                    <a:pt x="114688" y="6452"/>
                    <a:pt x="118054" y="6452"/>
                    <a:pt x="118054" y="3263"/>
                  </a:cubicBezTo>
                  <a:cubicBezTo>
                    <a:pt x="118054" y="75"/>
                    <a:pt x="114688" y="75"/>
                    <a:pt x="112209" y="75"/>
                  </a:cubicBezTo>
                  <a:lnTo>
                    <a:pt x="6104" y="75"/>
                  </a:lnTo>
                  <a:cubicBezTo>
                    <a:pt x="3624" y="75"/>
                    <a:pt x="259" y="75"/>
                    <a:pt x="259" y="3263"/>
                  </a:cubicBezTo>
                  <a:cubicBezTo>
                    <a:pt x="259" y="6452"/>
                    <a:pt x="3624" y="6452"/>
                    <a:pt x="6281" y="6452"/>
                  </a:cubicBezTo>
                  <a:lnTo>
                    <a:pt x="112031" y="6452"/>
                  </a:lnTo>
                  <a:close/>
                  <a:moveTo>
                    <a:pt x="112209" y="37380"/>
                  </a:moveTo>
                  <a:cubicBezTo>
                    <a:pt x="114688" y="37380"/>
                    <a:pt x="118054" y="37380"/>
                    <a:pt x="118054" y="34191"/>
                  </a:cubicBezTo>
                  <a:cubicBezTo>
                    <a:pt x="118054" y="31003"/>
                    <a:pt x="114688" y="31003"/>
                    <a:pt x="112031" y="31003"/>
                  </a:cubicBezTo>
                  <a:lnTo>
                    <a:pt x="6281" y="31003"/>
                  </a:lnTo>
                  <a:cubicBezTo>
                    <a:pt x="3624" y="31003"/>
                    <a:pt x="259" y="31003"/>
                    <a:pt x="259" y="34191"/>
                  </a:cubicBezTo>
                  <a:cubicBezTo>
                    <a:pt x="259" y="37380"/>
                    <a:pt x="3624" y="37380"/>
                    <a:pt x="6104" y="37380"/>
                  </a:cubicBezTo>
                  <a:lnTo>
                    <a:pt x="112209" y="37380"/>
                  </a:lnTo>
                  <a:close/>
                </a:path>
              </a:pathLst>
            </a:custGeom>
            <a:solidFill>
              <a:srgbClr val="000000"/>
            </a:solidFill>
            <a:ln w="1777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02" name="任意形状 201">
              <a:extLst>
                <a:ext uri="{FF2B5EF4-FFF2-40B4-BE49-F238E27FC236}">
                  <a16:creationId xmlns:a16="http://schemas.microsoft.com/office/drawing/2014/main" id="{B71901E6-2E73-95AB-41B3-873C8127371C}"/>
                </a:ext>
              </a:extLst>
            </p:cNvPr>
            <p:cNvSpPr/>
            <p:nvPr>
              <p:custDataLst>
                <p:tags r:id="rId287"/>
              </p:custDataLst>
            </p:nvPr>
          </p:nvSpPr>
          <p:spPr>
            <a:xfrm>
              <a:off x="7331681" y="3627737"/>
              <a:ext cx="120452" cy="107928"/>
            </a:xfrm>
            <a:custGeom>
              <a:avLst/>
              <a:gdLst>
                <a:gd name="connsiteX0" fmla="*/ 71655 w 120452"/>
                <a:gd name="connsiteY0" fmla="*/ 11234 h 107928"/>
                <a:gd name="connsiteX1" fmla="*/ 75729 w 120452"/>
                <a:gd name="connsiteY1" fmla="*/ 5336 h 107928"/>
                <a:gd name="connsiteX2" fmla="*/ 86889 w 120452"/>
                <a:gd name="connsiteY2" fmla="*/ 5017 h 107928"/>
                <a:gd name="connsiteX3" fmla="*/ 112750 w 120452"/>
                <a:gd name="connsiteY3" fmla="*/ 18089 h 107928"/>
                <a:gd name="connsiteX4" fmla="*/ 111333 w 120452"/>
                <a:gd name="connsiteY4" fmla="*/ 30843 h 107928"/>
                <a:gd name="connsiteX5" fmla="*/ 110802 w 120452"/>
                <a:gd name="connsiteY5" fmla="*/ 33872 h 107928"/>
                <a:gd name="connsiteX6" fmla="*/ 112928 w 120452"/>
                <a:gd name="connsiteY6" fmla="*/ 35945 h 107928"/>
                <a:gd name="connsiteX7" fmla="*/ 115585 w 120452"/>
                <a:gd name="connsiteY7" fmla="*/ 32278 h 107928"/>
                <a:gd name="connsiteX8" fmla="*/ 120367 w 120452"/>
                <a:gd name="connsiteY8" fmla="*/ 4539 h 107928"/>
                <a:gd name="connsiteX9" fmla="*/ 120722 w 120452"/>
                <a:gd name="connsiteY9" fmla="*/ 1828 h 107928"/>
                <a:gd name="connsiteX10" fmla="*/ 115939 w 120452"/>
                <a:gd name="connsiteY10" fmla="*/ 75 h 107928"/>
                <a:gd name="connsiteX11" fmla="*/ 17629 w 120452"/>
                <a:gd name="connsiteY11" fmla="*/ 75 h 107928"/>
                <a:gd name="connsiteX12" fmla="*/ 11960 w 120452"/>
                <a:gd name="connsiteY12" fmla="*/ 3263 h 107928"/>
                <a:gd name="connsiteX13" fmla="*/ 1332 w 120452"/>
                <a:gd name="connsiteY13" fmla="*/ 31321 h 107928"/>
                <a:gd name="connsiteX14" fmla="*/ 269 w 120452"/>
                <a:gd name="connsiteY14" fmla="*/ 34191 h 107928"/>
                <a:gd name="connsiteX15" fmla="*/ 2395 w 120452"/>
                <a:gd name="connsiteY15" fmla="*/ 35945 h 107928"/>
                <a:gd name="connsiteX16" fmla="*/ 5406 w 120452"/>
                <a:gd name="connsiteY16" fmla="*/ 32597 h 107928"/>
                <a:gd name="connsiteX17" fmla="*/ 45793 w 120452"/>
                <a:gd name="connsiteY17" fmla="*/ 5017 h 107928"/>
                <a:gd name="connsiteX18" fmla="*/ 52701 w 120452"/>
                <a:gd name="connsiteY18" fmla="*/ 5017 h 107928"/>
                <a:gd name="connsiteX19" fmla="*/ 57661 w 120452"/>
                <a:gd name="connsiteY19" fmla="*/ 6930 h 107928"/>
                <a:gd name="connsiteX20" fmla="*/ 56953 w 120452"/>
                <a:gd name="connsiteY20" fmla="*/ 10278 h 107928"/>
                <a:gd name="connsiteX21" fmla="*/ 33217 w 120452"/>
                <a:gd name="connsiteY21" fmla="*/ 95409 h 107928"/>
                <a:gd name="connsiteX22" fmla="*/ 12137 w 120452"/>
                <a:gd name="connsiteY22" fmla="*/ 103061 h 107928"/>
                <a:gd name="connsiteX23" fmla="*/ 4698 w 120452"/>
                <a:gd name="connsiteY23" fmla="*/ 106090 h 107928"/>
                <a:gd name="connsiteX24" fmla="*/ 7709 w 120452"/>
                <a:gd name="connsiteY24" fmla="*/ 108004 h 107928"/>
                <a:gd name="connsiteX25" fmla="*/ 22234 w 120452"/>
                <a:gd name="connsiteY25" fmla="*/ 107685 h 107928"/>
                <a:gd name="connsiteX26" fmla="*/ 37291 w 120452"/>
                <a:gd name="connsiteY26" fmla="*/ 107525 h 107928"/>
                <a:gd name="connsiteX27" fmla="*/ 51993 w 120452"/>
                <a:gd name="connsiteY27" fmla="*/ 107685 h 107928"/>
                <a:gd name="connsiteX28" fmla="*/ 67404 w 120452"/>
                <a:gd name="connsiteY28" fmla="*/ 108004 h 107928"/>
                <a:gd name="connsiteX29" fmla="*/ 71301 w 120452"/>
                <a:gd name="connsiteY29" fmla="*/ 104815 h 107928"/>
                <a:gd name="connsiteX30" fmla="*/ 65278 w 120452"/>
                <a:gd name="connsiteY30" fmla="*/ 103061 h 107928"/>
                <a:gd name="connsiteX31" fmla="*/ 53941 w 120452"/>
                <a:gd name="connsiteY31" fmla="*/ 102743 h 107928"/>
                <a:gd name="connsiteX32" fmla="*/ 47387 w 120452"/>
                <a:gd name="connsiteY32" fmla="*/ 99235 h 107928"/>
                <a:gd name="connsiteX33" fmla="*/ 48096 w 120452"/>
                <a:gd name="connsiteY33" fmla="*/ 95887 h 107928"/>
                <a:gd name="connsiteX34" fmla="*/ 71655 w 120452"/>
                <a:gd name="connsiteY34" fmla="*/ 11234 h 1079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120452" h="107928">
                  <a:moveTo>
                    <a:pt x="71655" y="11234"/>
                  </a:moveTo>
                  <a:cubicBezTo>
                    <a:pt x="72895" y="6770"/>
                    <a:pt x="73603" y="5814"/>
                    <a:pt x="75729" y="5336"/>
                  </a:cubicBezTo>
                  <a:cubicBezTo>
                    <a:pt x="77323" y="5017"/>
                    <a:pt x="83169" y="5017"/>
                    <a:pt x="86889" y="5017"/>
                  </a:cubicBezTo>
                  <a:cubicBezTo>
                    <a:pt x="104779" y="5017"/>
                    <a:pt x="112750" y="5654"/>
                    <a:pt x="112750" y="18089"/>
                  </a:cubicBezTo>
                  <a:cubicBezTo>
                    <a:pt x="112750" y="20481"/>
                    <a:pt x="112042" y="26698"/>
                    <a:pt x="111333" y="30843"/>
                  </a:cubicBezTo>
                  <a:cubicBezTo>
                    <a:pt x="111156" y="31481"/>
                    <a:pt x="110802" y="33394"/>
                    <a:pt x="110802" y="33872"/>
                  </a:cubicBezTo>
                  <a:cubicBezTo>
                    <a:pt x="110802" y="34829"/>
                    <a:pt x="111333" y="35945"/>
                    <a:pt x="112928" y="35945"/>
                  </a:cubicBezTo>
                  <a:cubicBezTo>
                    <a:pt x="114876" y="35945"/>
                    <a:pt x="115230" y="34669"/>
                    <a:pt x="115585" y="32278"/>
                  </a:cubicBezTo>
                  <a:lnTo>
                    <a:pt x="120367" y="4539"/>
                  </a:lnTo>
                  <a:cubicBezTo>
                    <a:pt x="120544" y="3901"/>
                    <a:pt x="120722" y="2307"/>
                    <a:pt x="120722" y="1828"/>
                  </a:cubicBezTo>
                  <a:cubicBezTo>
                    <a:pt x="120722" y="75"/>
                    <a:pt x="118950" y="75"/>
                    <a:pt x="115939" y="75"/>
                  </a:cubicBezTo>
                  <a:lnTo>
                    <a:pt x="17629" y="75"/>
                  </a:lnTo>
                  <a:cubicBezTo>
                    <a:pt x="13377" y="75"/>
                    <a:pt x="13200" y="234"/>
                    <a:pt x="11960" y="3263"/>
                  </a:cubicBezTo>
                  <a:lnTo>
                    <a:pt x="1332" y="31321"/>
                  </a:lnTo>
                  <a:cubicBezTo>
                    <a:pt x="1155" y="31640"/>
                    <a:pt x="269" y="33872"/>
                    <a:pt x="269" y="34191"/>
                  </a:cubicBezTo>
                  <a:cubicBezTo>
                    <a:pt x="269" y="35148"/>
                    <a:pt x="1155" y="35945"/>
                    <a:pt x="2395" y="35945"/>
                  </a:cubicBezTo>
                  <a:cubicBezTo>
                    <a:pt x="4166" y="35945"/>
                    <a:pt x="4343" y="35148"/>
                    <a:pt x="5406" y="32597"/>
                  </a:cubicBezTo>
                  <a:cubicBezTo>
                    <a:pt x="14972" y="7886"/>
                    <a:pt x="19577" y="5017"/>
                    <a:pt x="45793" y="5017"/>
                  </a:cubicBezTo>
                  <a:lnTo>
                    <a:pt x="52701" y="5017"/>
                  </a:lnTo>
                  <a:cubicBezTo>
                    <a:pt x="57661" y="5017"/>
                    <a:pt x="57661" y="5654"/>
                    <a:pt x="57661" y="6930"/>
                  </a:cubicBezTo>
                  <a:cubicBezTo>
                    <a:pt x="57661" y="7886"/>
                    <a:pt x="57130" y="9799"/>
                    <a:pt x="56953" y="10278"/>
                  </a:cubicBezTo>
                  <a:lnTo>
                    <a:pt x="33217" y="95409"/>
                  </a:lnTo>
                  <a:cubicBezTo>
                    <a:pt x="31622" y="101308"/>
                    <a:pt x="31091" y="103061"/>
                    <a:pt x="12137" y="103061"/>
                  </a:cubicBezTo>
                  <a:cubicBezTo>
                    <a:pt x="5760" y="103061"/>
                    <a:pt x="4698" y="103061"/>
                    <a:pt x="4698" y="106090"/>
                  </a:cubicBezTo>
                  <a:cubicBezTo>
                    <a:pt x="4698" y="108004"/>
                    <a:pt x="6646" y="108004"/>
                    <a:pt x="7709" y="108004"/>
                  </a:cubicBezTo>
                  <a:cubicBezTo>
                    <a:pt x="12492" y="108004"/>
                    <a:pt x="17451" y="107685"/>
                    <a:pt x="22234" y="107685"/>
                  </a:cubicBezTo>
                  <a:cubicBezTo>
                    <a:pt x="27194" y="107685"/>
                    <a:pt x="32331" y="107525"/>
                    <a:pt x="37291" y="107525"/>
                  </a:cubicBezTo>
                  <a:cubicBezTo>
                    <a:pt x="42250" y="107525"/>
                    <a:pt x="47210" y="107685"/>
                    <a:pt x="51993" y="107685"/>
                  </a:cubicBezTo>
                  <a:cubicBezTo>
                    <a:pt x="57130" y="107685"/>
                    <a:pt x="62444" y="108004"/>
                    <a:pt x="67404" y="108004"/>
                  </a:cubicBezTo>
                  <a:cubicBezTo>
                    <a:pt x="69175" y="108004"/>
                    <a:pt x="71301" y="108004"/>
                    <a:pt x="71301" y="104815"/>
                  </a:cubicBezTo>
                  <a:cubicBezTo>
                    <a:pt x="71301" y="103061"/>
                    <a:pt x="69884" y="103061"/>
                    <a:pt x="65278" y="103061"/>
                  </a:cubicBezTo>
                  <a:cubicBezTo>
                    <a:pt x="60850" y="103061"/>
                    <a:pt x="58547" y="103061"/>
                    <a:pt x="53941" y="102743"/>
                  </a:cubicBezTo>
                  <a:cubicBezTo>
                    <a:pt x="48804" y="102264"/>
                    <a:pt x="47387" y="101786"/>
                    <a:pt x="47387" y="99235"/>
                  </a:cubicBezTo>
                  <a:cubicBezTo>
                    <a:pt x="47387" y="99076"/>
                    <a:pt x="47387" y="98279"/>
                    <a:pt x="48096" y="95887"/>
                  </a:cubicBezTo>
                  <a:lnTo>
                    <a:pt x="71655" y="11234"/>
                  </a:lnTo>
                  <a:close/>
                </a:path>
              </a:pathLst>
            </a:custGeom>
            <a:solidFill>
              <a:srgbClr val="000000"/>
            </a:solidFill>
            <a:ln w="1777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03" name="任意形状 202">
              <a:extLst>
                <a:ext uri="{FF2B5EF4-FFF2-40B4-BE49-F238E27FC236}">
                  <a16:creationId xmlns:a16="http://schemas.microsoft.com/office/drawing/2014/main" id="{3C89A417-B116-F213-A5E5-CA5D0F46E56A}"/>
                </a:ext>
              </a:extLst>
            </p:cNvPr>
            <p:cNvSpPr/>
            <p:nvPr>
              <p:custDataLst>
                <p:tags r:id="rId288"/>
              </p:custDataLst>
            </p:nvPr>
          </p:nvSpPr>
          <p:spPr>
            <a:xfrm>
              <a:off x="7439500" y="3683359"/>
              <a:ext cx="112835" cy="76219"/>
            </a:xfrm>
            <a:custGeom>
              <a:avLst/>
              <a:gdLst>
                <a:gd name="connsiteX0" fmla="*/ 62645 w 112835"/>
                <a:gd name="connsiteY0" fmla="*/ 31435 h 76219"/>
                <a:gd name="connsiteX1" fmla="*/ 61901 w 112835"/>
                <a:gd name="connsiteY1" fmla="*/ 30095 h 76219"/>
                <a:gd name="connsiteX2" fmla="*/ 64876 w 112835"/>
                <a:gd name="connsiteY2" fmla="*/ 27975 h 76219"/>
                <a:gd name="connsiteX3" fmla="*/ 77400 w 112835"/>
                <a:gd name="connsiteY3" fmla="*/ 20052 h 76219"/>
                <a:gd name="connsiteX4" fmla="*/ 110259 w 112835"/>
                <a:gd name="connsiteY4" fmla="*/ 4094 h 76219"/>
                <a:gd name="connsiteX5" fmla="*/ 113111 w 112835"/>
                <a:gd name="connsiteY5" fmla="*/ 1639 h 76219"/>
                <a:gd name="connsiteX6" fmla="*/ 111499 w 112835"/>
                <a:gd name="connsiteY6" fmla="*/ 188 h 76219"/>
                <a:gd name="connsiteX7" fmla="*/ 102943 w 112835"/>
                <a:gd name="connsiteY7" fmla="*/ 523 h 76219"/>
                <a:gd name="connsiteX8" fmla="*/ 87940 w 112835"/>
                <a:gd name="connsiteY8" fmla="*/ 76 h 76219"/>
                <a:gd name="connsiteX9" fmla="*/ 85336 w 112835"/>
                <a:gd name="connsiteY9" fmla="*/ 2531 h 76219"/>
                <a:gd name="connsiteX10" fmla="*/ 87196 w 112835"/>
                <a:gd name="connsiteY10" fmla="*/ 4094 h 76219"/>
                <a:gd name="connsiteX11" fmla="*/ 90295 w 112835"/>
                <a:gd name="connsiteY11" fmla="*/ 5656 h 76219"/>
                <a:gd name="connsiteX12" fmla="*/ 84840 w 112835"/>
                <a:gd name="connsiteY12" fmla="*/ 11124 h 76219"/>
                <a:gd name="connsiteX13" fmla="*/ 33134 w 112835"/>
                <a:gd name="connsiteY13" fmla="*/ 43933 h 76219"/>
                <a:gd name="connsiteX14" fmla="*/ 42929 w 112835"/>
                <a:gd name="connsiteY14" fmla="*/ 8781 h 76219"/>
                <a:gd name="connsiteX15" fmla="*/ 53841 w 112835"/>
                <a:gd name="connsiteY15" fmla="*/ 4094 h 76219"/>
                <a:gd name="connsiteX16" fmla="*/ 57561 w 112835"/>
                <a:gd name="connsiteY16" fmla="*/ 1750 h 76219"/>
                <a:gd name="connsiteX17" fmla="*/ 55577 w 112835"/>
                <a:gd name="connsiteY17" fmla="*/ 76 h 76219"/>
                <a:gd name="connsiteX18" fmla="*/ 39334 w 112835"/>
                <a:gd name="connsiteY18" fmla="*/ 523 h 76219"/>
                <a:gd name="connsiteX19" fmla="*/ 30778 w 112835"/>
                <a:gd name="connsiteY19" fmla="*/ 411 h 76219"/>
                <a:gd name="connsiteX20" fmla="*/ 22966 w 112835"/>
                <a:gd name="connsiteY20" fmla="*/ 76 h 76219"/>
                <a:gd name="connsiteX21" fmla="*/ 20362 w 112835"/>
                <a:gd name="connsiteY21" fmla="*/ 2531 h 76219"/>
                <a:gd name="connsiteX22" fmla="*/ 24454 w 112835"/>
                <a:gd name="connsiteY22" fmla="*/ 4094 h 76219"/>
                <a:gd name="connsiteX23" fmla="*/ 29166 w 112835"/>
                <a:gd name="connsiteY23" fmla="*/ 4317 h 76219"/>
                <a:gd name="connsiteX24" fmla="*/ 31894 w 112835"/>
                <a:gd name="connsiteY24" fmla="*/ 5879 h 76219"/>
                <a:gd name="connsiteX25" fmla="*/ 31398 w 112835"/>
                <a:gd name="connsiteY25" fmla="*/ 8334 h 76219"/>
                <a:gd name="connsiteX26" fmla="*/ 14906 w 112835"/>
                <a:gd name="connsiteY26" fmla="*/ 67592 h 76219"/>
                <a:gd name="connsiteX27" fmla="*/ 3995 w 112835"/>
                <a:gd name="connsiteY27" fmla="*/ 72279 h 76219"/>
                <a:gd name="connsiteX28" fmla="*/ 275 w 112835"/>
                <a:gd name="connsiteY28" fmla="*/ 74734 h 76219"/>
                <a:gd name="connsiteX29" fmla="*/ 2259 w 112835"/>
                <a:gd name="connsiteY29" fmla="*/ 76296 h 76219"/>
                <a:gd name="connsiteX30" fmla="*/ 18378 w 112835"/>
                <a:gd name="connsiteY30" fmla="*/ 75850 h 76219"/>
                <a:gd name="connsiteX31" fmla="*/ 26934 w 112835"/>
                <a:gd name="connsiteY31" fmla="*/ 75961 h 76219"/>
                <a:gd name="connsiteX32" fmla="*/ 34870 w 112835"/>
                <a:gd name="connsiteY32" fmla="*/ 76296 h 76219"/>
                <a:gd name="connsiteX33" fmla="*/ 37474 w 112835"/>
                <a:gd name="connsiteY33" fmla="*/ 73841 h 76219"/>
                <a:gd name="connsiteX34" fmla="*/ 33506 w 112835"/>
                <a:gd name="connsiteY34" fmla="*/ 72279 h 76219"/>
                <a:gd name="connsiteX35" fmla="*/ 28794 w 112835"/>
                <a:gd name="connsiteY35" fmla="*/ 72055 h 76219"/>
                <a:gd name="connsiteX36" fmla="*/ 25942 w 112835"/>
                <a:gd name="connsiteY36" fmla="*/ 70381 h 76219"/>
                <a:gd name="connsiteX37" fmla="*/ 31770 w 112835"/>
                <a:gd name="connsiteY37" fmla="*/ 48955 h 76219"/>
                <a:gd name="connsiteX38" fmla="*/ 52353 w 112835"/>
                <a:gd name="connsiteY38" fmla="*/ 35898 h 76219"/>
                <a:gd name="connsiteX39" fmla="*/ 70332 w 112835"/>
                <a:gd name="connsiteY39" fmla="*/ 67257 h 76219"/>
                <a:gd name="connsiteX40" fmla="*/ 71200 w 112835"/>
                <a:gd name="connsiteY40" fmla="*/ 69377 h 76219"/>
                <a:gd name="connsiteX41" fmla="*/ 65496 w 112835"/>
                <a:gd name="connsiteY41" fmla="*/ 72279 h 76219"/>
                <a:gd name="connsiteX42" fmla="*/ 62273 w 112835"/>
                <a:gd name="connsiteY42" fmla="*/ 74734 h 76219"/>
                <a:gd name="connsiteX43" fmla="*/ 64381 w 112835"/>
                <a:gd name="connsiteY43" fmla="*/ 76296 h 76219"/>
                <a:gd name="connsiteX44" fmla="*/ 80252 w 112835"/>
                <a:gd name="connsiteY44" fmla="*/ 75850 h 76219"/>
                <a:gd name="connsiteX45" fmla="*/ 92403 w 112835"/>
                <a:gd name="connsiteY45" fmla="*/ 76296 h 76219"/>
                <a:gd name="connsiteX46" fmla="*/ 94883 w 112835"/>
                <a:gd name="connsiteY46" fmla="*/ 73952 h 76219"/>
                <a:gd name="connsiteX47" fmla="*/ 92031 w 112835"/>
                <a:gd name="connsiteY47" fmla="*/ 72279 h 76219"/>
                <a:gd name="connsiteX48" fmla="*/ 83848 w 112835"/>
                <a:gd name="connsiteY48" fmla="*/ 68596 h 76219"/>
                <a:gd name="connsiteX49" fmla="*/ 62645 w 112835"/>
                <a:gd name="connsiteY49" fmla="*/ 31435 h 762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</a:cxnLst>
              <a:rect l="l" t="t" r="r" b="b"/>
              <a:pathLst>
                <a:path w="112835" h="76219">
                  <a:moveTo>
                    <a:pt x="62645" y="31435"/>
                  </a:moveTo>
                  <a:cubicBezTo>
                    <a:pt x="62149" y="30542"/>
                    <a:pt x="61901" y="30207"/>
                    <a:pt x="61901" y="30095"/>
                  </a:cubicBezTo>
                  <a:cubicBezTo>
                    <a:pt x="61901" y="29872"/>
                    <a:pt x="62025" y="29761"/>
                    <a:pt x="64876" y="27975"/>
                  </a:cubicBezTo>
                  <a:lnTo>
                    <a:pt x="77400" y="20052"/>
                  </a:lnTo>
                  <a:cubicBezTo>
                    <a:pt x="93767" y="9673"/>
                    <a:pt x="101455" y="4763"/>
                    <a:pt x="110259" y="4094"/>
                  </a:cubicBezTo>
                  <a:cubicBezTo>
                    <a:pt x="111623" y="3982"/>
                    <a:pt x="113111" y="3870"/>
                    <a:pt x="113111" y="1639"/>
                  </a:cubicBezTo>
                  <a:cubicBezTo>
                    <a:pt x="113111" y="746"/>
                    <a:pt x="112243" y="188"/>
                    <a:pt x="111499" y="188"/>
                  </a:cubicBezTo>
                  <a:cubicBezTo>
                    <a:pt x="108895" y="188"/>
                    <a:pt x="105671" y="523"/>
                    <a:pt x="102943" y="523"/>
                  </a:cubicBezTo>
                  <a:cubicBezTo>
                    <a:pt x="99595" y="523"/>
                    <a:pt x="91287" y="76"/>
                    <a:pt x="87940" y="76"/>
                  </a:cubicBezTo>
                  <a:cubicBezTo>
                    <a:pt x="87196" y="76"/>
                    <a:pt x="85336" y="76"/>
                    <a:pt x="85336" y="2531"/>
                  </a:cubicBezTo>
                  <a:cubicBezTo>
                    <a:pt x="85336" y="2643"/>
                    <a:pt x="85336" y="3982"/>
                    <a:pt x="87196" y="4094"/>
                  </a:cubicBezTo>
                  <a:cubicBezTo>
                    <a:pt x="88684" y="4205"/>
                    <a:pt x="90295" y="4428"/>
                    <a:pt x="90295" y="5656"/>
                  </a:cubicBezTo>
                  <a:cubicBezTo>
                    <a:pt x="90295" y="7665"/>
                    <a:pt x="86452" y="10120"/>
                    <a:pt x="84840" y="11124"/>
                  </a:cubicBezTo>
                  <a:lnTo>
                    <a:pt x="33134" y="43933"/>
                  </a:lnTo>
                  <a:lnTo>
                    <a:pt x="42929" y="8781"/>
                  </a:lnTo>
                  <a:cubicBezTo>
                    <a:pt x="44045" y="4986"/>
                    <a:pt x="44169" y="4094"/>
                    <a:pt x="53841" y="4094"/>
                  </a:cubicBezTo>
                  <a:cubicBezTo>
                    <a:pt x="55825" y="4094"/>
                    <a:pt x="57561" y="4094"/>
                    <a:pt x="57561" y="1750"/>
                  </a:cubicBezTo>
                  <a:cubicBezTo>
                    <a:pt x="57561" y="746"/>
                    <a:pt x="56817" y="76"/>
                    <a:pt x="55577" y="76"/>
                  </a:cubicBezTo>
                  <a:cubicBezTo>
                    <a:pt x="51981" y="76"/>
                    <a:pt x="42929" y="523"/>
                    <a:pt x="39334" y="523"/>
                  </a:cubicBezTo>
                  <a:cubicBezTo>
                    <a:pt x="37226" y="523"/>
                    <a:pt x="32886" y="523"/>
                    <a:pt x="30778" y="411"/>
                  </a:cubicBezTo>
                  <a:cubicBezTo>
                    <a:pt x="28298" y="299"/>
                    <a:pt x="25322" y="76"/>
                    <a:pt x="22966" y="76"/>
                  </a:cubicBezTo>
                  <a:cubicBezTo>
                    <a:pt x="22222" y="76"/>
                    <a:pt x="20362" y="76"/>
                    <a:pt x="20362" y="2531"/>
                  </a:cubicBezTo>
                  <a:cubicBezTo>
                    <a:pt x="20362" y="4094"/>
                    <a:pt x="21726" y="4094"/>
                    <a:pt x="24454" y="4094"/>
                  </a:cubicBezTo>
                  <a:cubicBezTo>
                    <a:pt x="26438" y="4094"/>
                    <a:pt x="26934" y="4094"/>
                    <a:pt x="29166" y="4317"/>
                  </a:cubicBezTo>
                  <a:cubicBezTo>
                    <a:pt x="31646" y="4540"/>
                    <a:pt x="31894" y="4763"/>
                    <a:pt x="31894" y="5879"/>
                  </a:cubicBezTo>
                  <a:cubicBezTo>
                    <a:pt x="31894" y="6102"/>
                    <a:pt x="31894" y="6660"/>
                    <a:pt x="31398" y="8334"/>
                  </a:cubicBezTo>
                  <a:lnTo>
                    <a:pt x="14906" y="67592"/>
                  </a:lnTo>
                  <a:cubicBezTo>
                    <a:pt x="13915" y="71386"/>
                    <a:pt x="13667" y="72279"/>
                    <a:pt x="3995" y="72279"/>
                  </a:cubicBezTo>
                  <a:cubicBezTo>
                    <a:pt x="1763" y="72279"/>
                    <a:pt x="275" y="72279"/>
                    <a:pt x="275" y="74734"/>
                  </a:cubicBezTo>
                  <a:cubicBezTo>
                    <a:pt x="275" y="74845"/>
                    <a:pt x="275" y="76296"/>
                    <a:pt x="2259" y="76296"/>
                  </a:cubicBezTo>
                  <a:cubicBezTo>
                    <a:pt x="5855" y="76296"/>
                    <a:pt x="14782" y="75850"/>
                    <a:pt x="18378" y="75850"/>
                  </a:cubicBezTo>
                  <a:cubicBezTo>
                    <a:pt x="20486" y="75850"/>
                    <a:pt x="24826" y="75850"/>
                    <a:pt x="26934" y="75961"/>
                  </a:cubicBezTo>
                  <a:cubicBezTo>
                    <a:pt x="29414" y="76073"/>
                    <a:pt x="32514" y="76296"/>
                    <a:pt x="34870" y="76296"/>
                  </a:cubicBezTo>
                  <a:cubicBezTo>
                    <a:pt x="35614" y="76296"/>
                    <a:pt x="37474" y="76296"/>
                    <a:pt x="37474" y="73841"/>
                  </a:cubicBezTo>
                  <a:cubicBezTo>
                    <a:pt x="37474" y="72279"/>
                    <a:pt x="35986" y="72279"/>
                    <a:pt x="33506" y="72279"/>
                  </a:cubicBezTo>
                  <a:cubicBezTo>
                    <a:pt x="33382" y="72279"/>
                    <a:pt x="31026" y="72279"/>
                    <a:pt x="28794" y="72055"/>
                  </a:cubicBezTo>
                  <a:cubicBezTo>
                    <a:pt x="25942" y="71832"/>
                    <a:pt x="25942" y="71497"/>
                    <a:pt x="25942" y="70381"/>
                  </a:cubicBezTo>
                  <a:cubicBezTo>
                    <a:pt x="25942" y="69489"/>
                    <a:pt x="27182" y="65360"/>
                    <a:pt x="31770" y="48955"/>
                  </a:cubicBezTo>
                  <a:lnTo>
                    <a:pt x="52353" y="35898"/>
                  </a:lnTo>
                  <a:lnTo>
                    <a:pt x="70332" y="67257"/>
                  </a:lnTo>
                  <a:cubicBezTo>
                    <a:pt x="71200" y="68707"/>
                    <a:pt x="71200" y="68819"/>
                    <a:pt x="71200" y="69377"/>
                  </a:cubicBezTo>
                  <a:cubicBezTo>
                    <a:pt x="71200" y="71944"/>
                    <a:pt x="67728" y="72279"/>
                    <a:pt x="65496" y="72279"/>
                  </a:cubicBezTo>
                  <a:cubicBezTo>
                    <a:pt x="64009" y="72279"/>
                    <a:pt x="62273" y="72279"/>
                    <a:pt x="62273" y="74734"/>
                  </a:cubicBezTo>
                  <a:cubicBezTo>
                    <a:pt x="62273" y="74845"/>
                    <a:pt x="62397" y="76296"/>
                    <a:pt x="64381" y="76296"/>
                  </a:cubicBezTo>
                  <a:cubicBezTo>
                    <a:pt x="67852" y="76296"/>
                    <a:pt x="76780" y="75850"/>
                    <a:pt x="80252" y="75850"/>
                  </a:cubicBezTo>
                  <a:cubicBezTo>
                    <a:pt x="83972" y="75850"/>
                    <a:pt x="88932" y="76296"/>
                    <a:pt x="92403" y="76296"/>
                  </a:cubicBezTo>
                  <a:cubicBezTo>
                    <a:pt x="94015" y="76296"/>
                    <a:pt x="94883" y="75515"/>
                    <a:pt x="94883" y="73952"/>
                  </a:cubicBezTo>
                  <a:cubicBezTo>
                    <a:pt x="94883" y="72279"/>
                    <a:pt x="93271" y="72279"/>
                    <a:pt x="92031" y="72279"/>
                  </a:cubicBezTo>
                  <a:cubicBezTo>
                    <a:pt x="89799" y="72279"/>
                    <a:pt x="85956" y="72167"/>
                    <a:pt x="83848" y="68596"/>
                  </a:cubicBezTo>
                  <a:lnTo>
                    <a:pt x="62645" y="31435"/>
                  </a:lnTo>
                  <a:close/>
                </a:path>
              </a:pathLst>
            </a:custGeom>
            <a:solidFill>
              <a:srgbClr val="000000"/>
            </a:solidFill>
            <a:ln w="1777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04" name="任意形状 203">
              <a:extLst>
                <a:ext uri="{FF2B5EF4-FFF2-40B4-BE49-F238E27FC236}">
                  <a16:creationId xmlns:a16="http://schemas.microsoft.com/office/drawing/2014/main" id="{F180CFBC-504D-A87A-0C28-6626FDAF6110}"/>
                </a:ext>
              </a:extLst>
            </p:cNvPr>
            <p:cNvSpPr/>
            <p:nvPr>
              <p:custDataLst>
                <p:tags r:id="rId289"/>
              </p:custDataLst>
            </p:nvPr>
          </p:nvSpPr>
          <p:spPr>
            <a:xfrm>
              <a:off x="7585048" y="3616099"/>
              <a:ext cx="41095" cy="159422"/>
            </a:xfrm>
            <a:custGeom>
              <a:avLst/>
              <a:gdLst>
                <a:gd name="connsiteX0" fmla="*/ 41378 w 41095"/>
                <a:gd name="connsiteY0" fmla="*/ 157903 h 159422"/>
                <a:gd name="connsiteX1" fmla="*/ 38367 w 41095"/>
                <a:gd name="connsiteY1" fmla="*/ 154395 h 159422"/>
                <a:gd name="connsiteX2" fmla="*/ 10557 w 41095"/>
                <a:gd name="connsiteY2" fmla="*/ 79786 h 159422"/>
                <a:gd name="connsiteX3" fmla="*/ 39076 w 41095"/>
                <a:gd name="connsiteY3" fmla="*/ 4379 h 159422"/>
                <a:gd name="connsiteX4" fmla="*/ 41378 w 41095"/>
                <a:gd name="connsiteY4" fmla="*/ 1669 h 159422"/>
                <a:gd name="connsiteX5" fmla="*/ 39607 w 41095"/>
                <a:gd name="connsiteY5" fmla="*/ 75 h 159422"/>
                <a:gd name="connsiteX6" fmla="*/ 11442 w 41095"/>
                <a:gd name="connsiteY6" fmla="*/ 31162 h 159422"/>
                <a:gd name="connsiteX7" fmla="*/ 283 w 41095"/>
                <a:gd name="connsiteY7" fmla="*/ 79786 h 159422"/>
                <a:gd name="connsiteX8" fmla="*/ 11974 w 41095"/>
                <a:gd name="connsiteY8" fmla="*/ 129526 h 159422"/>
                <a:gd name="connsiteX9" fmla="*/ 39607 w 41095"/>
                <a:gd name="connsiteY9" fmla="*/ 159497 h 159422"/>
                <a:gd name="connsiteX10" fmla="*/ 41378 w 41095"/>
                <a:gd name="connsiteY10" fmla="*/ 157903 h 1594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41095" h="159422">
                  <a:moveTo>
                    <a:pt x="41378" y="157903"/>
                  </a:moveTo>
                  <a:cubicBezTo>
                    <a:pt x="41378" y="157424"/>
                    <a:pt x="41378" y="157106"/>
                    <a:pt x="38367" y="154395"/>
                  </a:cubicBezTo>
                  <a:cubicBezTo>
                    <a:pt x="16225" y="134308"/>
                    <a:pt x="10557" y="104177"/>
                    <a:pt x="10557" y="79786"/>
                  </a:cubicBezTo>
                  <a:cubicBezTo>
                    <a:pt x="10557" y="52046"/>
                    <a:pt x="17288" y="24307"/>
                    <a:pt x="39076" y="4379"/>
                  </a:cubicBezTo>
                  <a:cubicBezTo>
                    <a:pt x="41378" y="2466"/>
                    <a:pt x="41378" y="2147"/>
                    <a:pt x="41378" y="1669"/>
                  </a:cubicBezTo>
                  <a:cubicBezTo>
                    <a:pt x="41378" y="553"/>
                    <a:pt x="40670" y="75"/>
                    <a:pt x="39607" y="75"/>
                  </a:cubicBezTo>
                  <a:cubicBezTo>
                    <a:pt x="37836" y="75"/>
                    <a:pt x="21893" y="10915"/>
                    <a:pt x="11442" y="31162"/>
                  </a:cubicBezTo>
                  <a:cubicBezTo>
                    <a:pt x="2408" y="48698"/>
                    <a:pt x="283" y="66394"/>
                    <a:pt x="283" y="79786"/>
                  </a:cubicBezTo>
                  <a:cubicBezTo>
                    <a:pt x="283" y="92221"/>
                    <a:pt x="2231" y="111511"/>
                    <a:pt x="11974" y="129526"/>
                  </a:cubicBezTo>
                  <a:cubicBezTo>
                    <a:pt x="22602" y="149134"/>
                    <a:pt x="37836" y="159497"/>
                    <a:pt x="39607" y="159497"/>
                  </a:cubicBezTo>
                  <a:cubicBezTo>
                    <a:pt x="40670" y="159497"/>
                    <a:pt x="41378" y="159019"/>
                    <a:pt x="41378" y="157903"/>
                  </a:cubicBezTo>
                  <a:close/>
                </a:path>
              </a:pathLst>
            </a:custGeom>
            <a:solidFill>
              <a:srgbClr val="000000"/>
            </a:solidFill>
            <a:ln w="1777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05" name="任意形状 204">
              <a:extLst>
                <a:ext uri="{FF2B5EF4-FFF2-40B4-BE49-F238E27FC236}">
                  <a16:creationId xmlns:a16="http://schemas.microsoft.com/office/drawing/2014/main" id="{DC3063A9-F7FC-FFA2-7C1D-411785BF66C9}"/>
                </a:ext>
              </a:extLst>
            </p:cNvPr>
            <p:cNvSpPr/>
            <p:nvPr>
              <p:custDataLst>
                <p:tags r:id="rId290"/>
              </p:custDataLst>
            </p:nvPr>
          </p:nvSpPr>
          <p:spPr>
            <a:xfrm>
              <a:off x="7643837" y="3626780"/>
              <a:ext cx="177490" cy="108885"/>
            </a:xfrm>
            <a:custGeom>
              <a:avLst/>
              <a:gdLst>
                <a:gd name="connsiteX0" fmla="*/ 156875 w 177490"/>
                <a:gd name="connsiteY0" fmla="*/ 12350 h 108885"/>
                <a:gd name="connsiteX1" fmla="*/ 172108 w 177490"/>
                <a:gd name="connsiteY1" fmla="*/ 5017 h 108885"/>
                <a:gd name="connsiteX2" fmla="*/ 177777 w 177490"/>
                <a:gd name="connsiteY2" fmla="*/ 1828 h 108885"/>
                <a:gd name="connsiteX3" fmla="*/ 172994 w 177490"/>
                <a:gd name="connsiteY3" fmla="*/ 75 h 108885"/>
                <a:gd name="connsiteX4" fmla="*/ 149612 w 177490"/>
                <a:gd name="connsiteY4" fmla="*/ 75 h 108885"/>
                <a:gd name="connsiteX5" fmla="*/ 142704 w 177490"/>
                <a:gd name="connsiteY5" fmla="*/ 3104 h 108885"/>
                <a:gd name="connsiteX6" fmla="*/ 78049 w 177490"/>
                <a:gd name="connsiteY6" fmla="*/ 93974 h 108885"/>
                <a:gd name="connsiteX7" fmla="*/ 64233 w 177490"/>
                <a:gd name="connsiteY7" fmla="*/ 3741 h 108885"/>
                <a:gd name="connsiteX8" fmla="*/ 58741 w 177490"/>
                <a:gd name="connsiteY8" fmla="*/ 75 h 108885"/>
                <a:gd name="connsiteX9" fmla="*/ 34474 w 177490"/>
                <a:gd name="connsiteY9" fmla="*/ 75 h 108885"/>
                <a:gd name="connsiteX10" fmla="*/ 29160 w 177490"/>
                <a:gd name="connsiteY10" fmla="*/ 3104 h 108885"/>
                <a:gd name="connsiteX11" fmla="*/ 34297 w 177490"/>
                <a:gd name="connsiteY11" fmla="*/ 5017 h 108885"/>
                <a:gd name="connsiteX12" fmla="*/ 41914 w 177490"/>
                <a:gd name="connsiteY12" fmla="*/ 5336 h 108885"/>
                <a:gd name="connsiteX13" fmla="*/ 45811 w 177490"/>
                <a:gd name="connsiteY13" fmla="*/ 7886 h 108885"/>
                <a:gd name="connsiteX14" fmla="*/ 45102 w 177490"/>
                <a:gd name="connsiteY14" fmla="*/ 10915 h 108885"/>
                <a:gd name="connsiteX15" fmla="*/ 22606 w 177490"/>
                <a:gd name="connsiteY15" fmla="*/ 92061 h 108885"/>
                <a:gd name="connsiteX16" fmla="*/ 3475 w 177490"/>
                <a:gd name="connsiteY16" fmla="*/ 104018 h 108885"/>
                <a:gd name="connsiteX17" fmla="*/ 287 w 177490"/>
                <a:gd name="connsiteY17" fmla="*/ 107047 h 108885"/>
                <a:gd name="connsiteX18" fmla="*/ 2767 w 177490"/>
                <a:gd name="connsiteY18" fmla="*/ 108960 h 108885"/>
                <a:gd name="connsiteX19" fmla="*/ 20480 w 177490"/>
                <a:gd name="connsiteY19" fmla="*/ 108482 h 108885"/>
                <a:gd name="connsiteX20" fmla="*/ 38725 w 177490"/>
                <a:gd name="connsiteY20" fmla="*/ 108960 h 108885"/>
                <a:gd name="connsiteX21" fmla="*/ 41914 w 177490"/>
                <a:gd name="connsiteY21" fmla="*/ 105772 h 108885"/>
                <a:gd name="connsiteX22" fmla="*/ 38725 w 177490"/>
                <a:gd name="connsiteY22" fmla="*/ 104018 h 108885"/>
                <a:gd name="connsiteX23" fmla="*/ 26680 w 177490"/>
                <a:gd name="connsiteY23" fmla="*/ 97003 h 108885"/>
                <a:gd name="connsiteX24" fmla="*/ 27388 w 177490"/>
                <a:gd name="connsiteY24" fmla="*/ 93337 h 108885"/>
                <a:gd name="connsiteX25" fmla="*/ 51479 w 177490"/>
                <a:gd name="connsiteY25" fmla="*/ 6452 h 108885"/>
                <a:gd name="connsiteX26" fmla="*/ 51656 w 177490"/>
                <a:gd name="connsiteY26" fmla="*/ 6452 h 108885"/>
                <a:gd name="connsiteX27" fmla="*/ 66890 w 177490"/>
                <a:gd name="connsiteY27" fmla="*/ 105293 h 108885"/>
                <a:gd name="connsiteX28" fmla="*/ 69547 w 177490"/>
                <a:gd name="connsiteY28" fmla="*/ 108960 h 108885"/>
                <a:gd name="connsiteX29" fmla="*/ 73444 w 177490"/>
                <a:gd name="connsiteY29" fmla="*/ 106090 h 108885"/>
                <a:gd name="connsiteX30" fmla="*/ 145007 w 177490"/>
                <a:gd name="connsiteY30" fmla="*/ 5176 h 108885"/>
                <a:gd name="connsiteX31" fmla="*/ 145184 w 177490"/>
                <a:gd name="connsiteY31" fmla="*/ 5176 h 108885"/>
                <a:gd name="connsiteX32" fmla="*/ 119853 w 177490"/>
                <a:gd name="connsiteY32" fmla="*/ 96525 h 108885"/>
                <a:gd name="connsiteX33" fmla="*/ 103734 w 177490"/>
                <a:gd name="connsiteY33" fmla="*/ 104018 h 108885"/>
                <a:gd name="connsiteX34" fmla="*/ 98774 w 177490"/>
                <a:gd name="connsiteY34" fmla="*/ 107047 h 108885"/>
                <a:gd name="connsiteX35" fmla="*/ 101431 w 177490"/>
                <a:gd name="connsiteY35" fmla="*/ 108960 h 108885"/>
                <a:gd name="connsiteX36" fmla="*/ 123396 w 177490"/>
                <a:gd name="connsiteY36" fmla="*/ 108482 h 108885"/>
                <a:gd name="connsiteX37" fmla="*/ 145538 w 177490"/>
                <a:gd name="connsiteY37" fmla="*/ 108960 h 108885"/>
                <a:gd name="connsiteX38" fmla="*/ 148904 w 177490"/>
                <a:gd name="connsiteY38" fmla="*/ 105772 h 108885"/>
                <a:gd name="connsiteX39" fmla="*/ 143944 w 177490"/>
                <a:gd name="connsiteY39" fmla="*/ 104018 h 108885"/>
                <a:gd name="connsiteX40" fmla="*/ 132430 w 177490"/>
                <a:gd name="connsiteY40" fmla="*/ 101148 h 108885"/>
                <a:gd name="connsiteX41" fmla="*/ 133316 w 177490"/>
                <a:gd name="connsiteY41" fmla="*/ 97322 h 108885"/>
                <a:gd name="connsiteX42" fmla="*/ 156875 w 177490"/>
                <a:gd name="connsiteY42" fmla="*/ 12350 h 1088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</a:cxnLst>
              <a:rect l="l" t="t" r="r" b="b"/>
              <a:pathLst>
                <a:path w="177490" h="108885">
                  <a:moveTo>
                    <a:pt x="156875" y="12350"/>
                  </a:moveTo>
                  <a:cubicBezTo>
                    <a:pt x="158469" y="6611"/>
                    <a:pt x="158823" y="5017"/>
                    <a:pt x="172108" y="5017"/>
                  </a:cubicBezTo>
                  <a:cubicBezTo>
                    <a:pt x="176182" y="5017"/>
                    <a:pt x="177777" y="5017"/>
                    <a:pt x="177777" y="1828"/>
                  </a:cubicBezTo>
                  <a:cubicBezTo>
                    <a:pt x="177777" y="75"/>
                    <a:pt x="176005" y="75"/>
                    <a:pt x="172994" y="75"/>
                  </a:cubicBezTo>
                  <a:lnTo>
                    <a:pt x="149612" y="75"/>
                  </a:lnTo>
                  <a:cubicBezTo>
                    <a:pt x="145007" y="75"/>
                    <a:pt x="144829" y="75"/>
                    <a:pt x="142704" y="3104"/>
                  </a:cubicBezTo>
                  <a:lnTo>
                    <a:pt x="78049" y="93974"/>
                  </a:lnTo>
                  <a:lnTo>
                    <a:pt x="64233" y="3741"/>
                  </a:lnTo>
                  <a:cubicBezTo>
                    <a:pt x="63701" y="75"/>
                    <a:pt x="63347" y="75"/>
                    <a:pt x="58741" y="75"/>
                  </a:cubicBezTo>
                  <a:lnTo>
                    <a:pt x="34474" y="75"/>
                  </a:lnTo>
                  <a:cubicBezTo>
                    <a:pt x="31108" y="75"/>
                    <a:pt x="29160" y="75"/>
                    <a:pt x="29160" y="3104"/>
                  </a:cubicBezTo>
                  <a:cubicBezTo>
                    <a:pt x="29160" y="5017"/>
                    <a:pt x="30754" y="5017"/>
                    <a:pt x="34297" y="5017"/>
                  </a:cubicBezTo>
                  <a:cubicBezTo>
                    <a:pt x="36599" y="5017"/>
                    <a:pt x="39788" y="5176"/>
                    <a:pt x="41914" y="5336"/>
                  </a:cubicBezTo>
                  <a:cubicBezTo>
                    <a:pt x="44748" y="5654"/>
                    <a:pt x="45811" y="6133"/>
                    <a:pt x="45811" y="7886"/>
                  </a:cubicBezTo>
                  <a:cubicBezTo>
                    <a:pt x="45811" y="8524"/>
                    <a:pt x="45633" y="9002"/>
                    <a:pt x="45102" y="10915"/>
                  </a:cubicBezTo>
                  <a:lnTo>
                    <a:pt x="22606" y="92061"/>
                  </a:lnTo>
                  <a:cubicBezTo>
                    <a:pt x="20834" y="98438"/>
                    <a:pt x="17823" y="103540"/>
                    <a:pt x="3475" y="104018"/>
                  </a:cubicBezTo>
                  <a:cubicBezTo>
                    <a:pt x="2589" y="104018"/>
                    <a:pt x="287" y="104177"/>
                    <a:pt x="287" y="107047"/>
                  </a:cubicBezTo>
                  <a:cubicBezTo>
                    <a:pt x="287" y="108482"/>
                    <a:pt x="1349" y="108960"/>
                    <a:pt x="2767" y="108960"/>
                  </a:cubicBezTo>
                  <a:cubicBezTo>
                    <a:pt x="8435" y="108960"/>
                    <a:pt x="14635" y="108482"/>
                    <a:pt x="20480" y="108482"/>
                  </a:cubicBezTo>
                  <a:cubicBezTo>
                    <a:pt x="26503" y="108482"/>
                    <a:pt x="32880" y="108960"/>
                    <a:pt x="38725" y="108960"/>
                  </a:cubicBezTo>
                  <a:cubicBezTo>
                    <a:pt x="39611" y="108960"/>
                    <a:pt x="41914" y="108960"/>
                    <a:pt x="41914" y="105772"/>
                  </a:cubicBezTo>
                  <a:cubicBezTo>
                    <a:pt x="41914" y="104018"/>
                    <a:pt x="39965" y="104018"/>
                    <a:pt x="38725" y="104018"/>
                  </a:cubicBezTo>
                  <a:cubicBezTo>
                    <a:pt x="28628" y="103859"/>
                    <a:pt x="26680" y="100670"/>
                    <a:pt x="26680" y="97003"/>
                  </a:cubicBezTo>
                  <a:cubicBezTo>
                    <a:pt x="26680" y="95887"/>
                    <a:pt x="26857" y="95090"/>
                    <a:pt x="27388" y="93337"/>
                  </a:cubicBezTo>
                  <a:lnTo>
                    <a:pt x="51479" y="6452"/>
                  </a:lnTo>
                  <a:lnTo>
                    <a:pt x="51656" y="6452"/>
                  </a:lnTo>
                  <a:lnTo>
                    <a:pt x="66890" y="105293"/>
                  </a:lnTo>
                  <a:cubicBezTo>
                    <a:pt x="67244" y="107206"/>
                    <a:pt x="67421" y="108960"/>
                    <a:pt x="69547" y="108960"/>
                  </a:cubicBezTo>
                  <a:cubicBezTo>
                    <a:pt x="71495" y="108960"/>
                    <a:pt x="72558" y="107206"/>
                    <a:pt x="73444" y="106090"/>
                  </a:cubicBezTo>
                  <a:lnTo>
                    <a:pt x="145007" y="5176"/>
                  </a:lnTo>
                  <a:lnTo>
                    <a:pt x="145184" y="5176"/>
                  </a:lnTo>
                  <a:lnTo>
                    <a:pt x="119853" y="96525"/>
                  </a:lnTo>
                  <a:cubicBezTo>
                    <a:pt x="118082" y="102743"/>
                    <a:pt x="117728" y="104018"/>
                    <a:pt x="103734" y="104018"/>
                  </a:cubicBezTo>
                  <a:cubicBezTo>
                    <a:pt x="100723" y="104018"/>
                    <a:pt x="98774" y="104018"/>
                    <a:pt x="98774" y="107047"/>
                  </a:cubicBezTo>
                  <a:cubicBezTo>
                    <a:pt x="98774" y="108960"/>
                    <a:pt x="100900" y="108960"/>
                    <a:pt x="101431" y="108960"/>
                  </a:cubicBezTo>
                  <a:cubicBezTo>
                    <a:pt x="106391" y="108960"/>
                    <a:pt x="118436" y="108482"/>
                    <a:pt x="123396" y="108482"/>
                  </a:cubicBezTo>
                  <a:cubicBezTo>
                    <a:pt x="130659" y="108482"/>
                    <a:pt x="138275" y="108960"/>
                    <a:pt x="145538" y="108960"/>
                  </a:cubicBezTo>
                  <a:cubicBezTo>
                    <a:pt x="146601" y="108960"/>
                    <a:pt x="148904" y="108960"/>
                    <a:pt x="148904" y="105772"/>
                  </a:cubicBezTo>
                  <a:cubicBezTo>
                    <a:pt x="148904" y="104018"/>
                    <a:pt x="147309" y="104018"/>
                    <a:pt x="143944" y="104018"/>
                  </a:cubicBezTo>
                  <a:cubicBezTo>
                    <a:pt x="137390" y="104018"/>
                    <a:pt x="132430" y="104018"/>
                    <a:pt x="132430" y="101148"/>
                  </a:cubicBezTo>
                  <a:cubicBezTo>
                    <a:pt x="132430" y="100511"/>
                    <a:pt x="132430" y="100192"/>
                    <a:pt x="133316" y="97322"/>
                  </a:cubicBezTo>
                  <a:lnTo>
                    <a:pt x="156875" y="12350"/>
                  </a:lnTo>
                  <a:close/>
                </a:path>
              </a:pathLst>
            </a:custGeom>
            <a:solidFill>
              <a:srgbClr val="000000"/>
            </a:solidFill>
            <a:ln w="1777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06" name="任意形状 205">
              <a:extLst>
                <a:ext uri="{FF2B5EF4-FFF2-40B4-BE49-F238E27FC236}">
                  <a16:creationId xmlns:a16="http://schemas.microsoft.com/office/drawing/2014/main" id="{39581DDF-FA57-A106-7254-BE6ADB3F28E7}"/>
                </a:ext>
              </a:extLst>
            </p:cNvPr>
            <p:cNvSpPr/>
            <p:nvPr>
              <p:custDataLst>
                <p:tags r:id="rId291"/>
              </p:custDataLst>
            </p:nvPr>
          </p:nvSpPr>
          <p:spPr>
            <a:xfrm>
              <a:off x="7838592" y="3617950"/>
              <a:ext cx="50341" cy="48097"/>
            </a:xfrm>
            <a:custGeom>
              <a:avLst/>
              <a:gdLst>
                <a:gd name="connsiteX0" fmla="*/ 29312 w 50341"/>
                <a:gd name="connsiteY0" fmla="*/ 24175 h 48097"/>
                <a:gd name="connsiteX1" fmla="*/ 47168 w 50341"/>
                <a:gd name="connsiteY1" fmla="*/ 17256 h 48097"/>
                <a:gd name="connsiteX2" fmla="*/ 50639 w 50341"/>
                <a:gd name="connsiteY2" fmla="*/ 13797 h 48097"/>
                <a:gd name="connsiteX3" fmla="*/ 46796 w 50341"/>
                <a:gd name="connsiteY3" fmla="*/ 10226 h 48097"/>
                <a:gd name="connsiteX4" fmla="*/ 44192 w 50341"/>
                <a:gd name="connsiteY4" fmla="*/ 11230 h 48097"/>
                <a:gd name="connsiteX5" fmla="*/ 27328 w 50341"/>
                <a:gd name="connsiteY5" fmla="*/ 21385 h 48097"/>
                <a:gd name="connsiteX6" fmla="*/ 29188 w 50341"/>
                <a:gd name="connsiteY6" fmla="*/ 4869 h 48097"/>
                <a:gd name="connsiteX7" fmla="*/ 25468 w 50341"/>
                <a:gd name="connsiteY7" fmla="*/ 71 h 48097"/>
                <a:gd name="connsiteX8" fmla="*/ 21625 w 50341"/>
                <a:gd name="connsiteY8" fmla="*/ 3418 h 48097"/>
                <a:gd name="connsiteX9" fmla="*/ 22245 w 50341"/>
                <a:gd name="connsiteY9" fmla="*/ 8887 h 48097"/>
                <a:gd name="connsiteX10" fmla="*/ 23608 w 50341"/>
                <a:gd name="connsiteY10" fmla="*/ 21385 h 48097"/>
                <a:gd name="connsiteX11" fmla="*/ 6869 w 50341"/>
                <a:gd name="connsiteY11" fmla="*/ 11230 h 48097"/>
                <a:gd name="connsiteX12" fmla="*/ 4141 w 50341"/>
                <a:gd name="connsiteY12" fmla="*/ 10226 h 48097"/>
                <a:gd name="connsiteX13" fmla="*/ 297 w 50341"/>
                <a:gd name="connsiteY13" fmla="*/ 13797 h 48097"/>
                <a:gd name="connsiteX14" fmla="*/ 2901 w 50341"/>
                <a:gd name="connsiteY14" fmla="*/ 17033 h 48097"/>
                <a:gd name="connsiteX15" fmla="*/ 21625 w 50341"/>
                <a:gd name="connsiteY15" fmla="*/ 24064 h 48097"/>
                <a:gd name="connsiteX16" fmla="*/ 3769 w 50341"/>
                <a:gd name="connsiteY16" fmla="*/ 30983 h 48097"/>
                <a:gd name="connsiteX17" fmla="*/ 297 w 50341"/>
                <a:gd name="connsiteY17" fmla="*/ 34442 h 48097"/>
                <a:gd name="connsiteX18" fmla="*/ 4141 w 50341"/>
                <a:gd name="connsiteY18" fmla="*/ 38013 h 48097"/>
                <a:gd name="connsiteX19" fmla="*/ 6745 w 50341"/>
                <a:gd name="connsiteY19" fmla="*/ 37009 h 48097"/>
                <a:gd name="connsiteX20" fmla="*/ 23608 w 50341"/>
                <a:gd name="connsiteY20" fmla="*/ 26854 h 48097"/>
                <a:gd name="connsiteX21" fmla="*/ 21625 w 50341"/>
                <a:gd name="connsiteY21" fmla="*/ 44820 h 48097"/>
                <a:gd name="connsiteX22" fmla="*/ 25468 w 50341"/>
                <a:gd name="connsiteY22" fmla="*/ 48168 h 48097"/>
                <a:gd name="connsiteX23" fmla="*/ 29312 w 50341"/>
                <a:gd name="connsiteY23" fmla="*/ 44820 h 48097"/>
                <a:gd name="connsiteX24" fmla="*/ 28692 w 50341"/>
                <a:gd name="connsiteY24" fmla="*/ 39352 h 48097"/>
                <a:gd name="connsiteX25" fmla="*/ 27328 w 50341"/>
                <a:gd name="connsiteY25" fmla="*/ 26854 h 48097"/>
                <a:gd name="connsiteX26" fmla="*/ 42208 w 50341"/>
                <a:gd name="connsiteY26" fmla="*/ 35781 h 48097"/>
                <a:gd name="connsiteX27" fmla="*/ 46796 w 50341"/>
                <a:gd name="connsiteY27" fmla="*/ 38013 h 48097"/>
                <a:gd name="connsiteX28" fmla="*/ 50639 w 50341"/>
                <a:gd name="connsiteY28" fmla="*/ 34442 h 48097"/>
                <a:gd name="connsiteX29" fmla="*/ 48035 w 50341"/>
                <a:gd name="connsiteY29" fmla="*/ 31206 h 48097"/>
                <a:gd name="connsiteX30" fmla="*/ 29312 w 50341"/>
                <a:gd name="connsiteY30" fmla="*/ 24175 h 48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50341" h="48097">
                  <a:moveTo>
                    <a:pt x="29312" y="24175"/>
                  </a:moveTo>
                  <a:cubicBezTo>
                    <a:pt x="39480" y="20158"/>
                    <a:pt x="44068" y="18595"/>
                    <a:pt x="47168" y="17256"/>
                  </a:cubicBezTo>
                  <a:cubicBezTo>
                    <a:pt x="49523" y="16364"/>
                    <a:pt x="50639" y="15917"/>
                    <a:pt x="50639" y="13797"/>
                  </a:cubicBezTo>
                  <a:cubicBezTo>
                    <a:pt x="50639" y="11900"/>
                    <a:pt x="49027" y="10226"/>
                    <a:pt x="46796" y="10226"/>
                  </a:cubicBezTo>
                  <a:cubicBezTo>
                    <a:pt x="45928" y="10226"/>
                    <a:pt x="45680" y="10226"/>
                    <a:pt x="44192" y="11230"/>
                  </a:cubicBezTo>
                  <a:lnTo>
                    <a:pt x="27328" y="21385"/>
                  </a:lnTo>
                  <a:lnTo>
                    <a:pt x="29188" y="4869"/>
                  </a:lnTo>
                  <a:cubicBezTo>
                    <a:pt x="29436" y="2860"/>
                    <a:pt x="29188" y="71"/>
                    <a:pt x="25468" y="71"/>
                  </a:cubicBezTo>
                  <a:cubicBezTo>
                    <a:pt x="23980" y="71"/>
                    <a:pt x="21625" y="963"/>
                    <a:pt x="21625" y="3418"/>
                  </a:cubicBezTo>
                  <a:cubicBezTo>
                    <a:pt x="21625" y="4423"/>
                    <a:pt x="22121" y="7771"/>
                    <a:pt x="22245" y="8887"/>
                  </a:cubicBezTo>
                  <a:cubicBezTo>
                    <a:pt x="22493" y="10784"/>
                    <a:pt x="23360" y="18819"/>
                    <a:pt x="23608" y="21385"/>
                  </a:cubicBezTo>
                  <a:lnTo>
                    <a:pt x="6869" y="11230"/>
                  </a:lnTo>
                  <a:cubicBezTo>
                    <a:pt x="5629" y="10561"/>
                    <a:pt x="5257" y="10226"/>
                    <a:pt x="4141" y="10226"/>
                  </a:cubicBezTo>
                  <a:cubicBezTo>
                    <a:pt x="1909" y="10226"/>
                    <a:pt x="297" y="11900"/>
                    <a:pt x="297" y="13797"/>
                  </a:cubicBezTo>
                  <a:cubicBezTo>
                    <a:pt x="297" y="16029"/>
                    <a:pt x="1785" y="16587"/>
                    <a:pt x="2901" y="17033"/>
                  </a:cubicBezTo>
                  <a:lnTo>
                    <a:pt x="21625" y="24064"/>
                  </a:lnTo>
                  <a:cubicBezTo>
                    <a:pt x="11457" y="28081"/>
                    <a:pt x="6869" y="29643"/>
                    <a:pt x="3769" y="30983"/>
                  </a:cubicBezTo>
                  <a:cubicBezTo>
                    <a:pt x="1413" y="31875"/>
                    <a:pt x="297" y="32322"/>
                    <a:pt x="297" y="34442"/>
                  </a:cubicBezTo>
                  <a:cubicBezTo>
                    <a:pt x="297" y="36339"/>
                    <a:pt x="1909" y="38013"/>
                    <a:pt x="4141" y="38013"/>
                  </a:cubicBezTo>
                  <a:cubicBezTo>
                    <a:pt x="5009" y="38013"/>
                    <a:pt x="5257" y="38013"/>
                    <a:pt x="6745" y="37009"/>
                  </a:cubicBezTo>
                  <a:lnTo>
                    <a:pt x="23608" y="26854"/>
                  </a:lnTo>
                  <a:lnTo>
                    <a:pt x="21625" y="44820"/>
                  </a:lnTo>
                  <a:cubicBezTo>
                    <a:pt x="21625" y="47276"/>
                    <a:pt x="23980" y="48168"/>
                    <a:pt x="25468" y="48168"/>
                  </a:cubicBezTo>
                  <a:cubicBezTo>
                    <a:pt x="26956" y="48168"/>
                    <a:pt x="29312" y="47276"/>
                    <a:pt x="29312" y="44820"/>
                  </a:cubicBezTo>
                  <a:cubicBezTo>
                    <a:pt x="29312" y="43816"/>
                    <a:pt x="28816" y="40468"/>
                    <a:pt x="28692" y="39352"/>
                  </a:cubicBezTo>
                  <a:cubicBezTo>
                    <a:pt x="28444" y="37455"/>
                    <a:pt x="27576" y="29420"/>
                    <a:pt x="27328" y="26854"/>
                  </a:cubicBezTo>
                  <a:lnTo>
                    <a:pt x="42208" y="35781"/>
                  </a:lnTo>
                  <a:cubicBezTo>
                    <a:pt x="45432" y="38013"/>
                    <a:pt x="45680" y="38013"/>
                    <a:pt x="46796" y="38013"/>
                  </a:cubicBezTo>
                  <a:cubicBezTo>
                    <a:pt x="49027" y="38013"/>
                    <a:pt x="50639" y="36339"/>
                    <a:pt x="50639" y="34442"/>
                  </a:cubicBezTo>
                  <a:cubicBezTo>
                    <a:pt x="50639" y="32210"/>
                    <a:pt x="49151" y="31652"/>
                    <a:pt x="48035" y="31206"/>
                  </a:cubicBezTo>
                  <a:lnTo>
                    <a:pt x="29312" y="24175"/>
                  </a:lnTo>
                  <a:close/>
                </a:path>
              </a:pathLst>
            </a:custGeom>
            <a:solidFill>
              <a:srgbClr val="000000"/>
            </a:solidFill>
            <a:ln w="1777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07" name="任意形状 206">
              <a:extLst>
                <a:ext uri="{FF2B5EF4-FFF2-40B4-BE49-F238E27FC236}">
                  <a16:creationId xmlns:a16="http://schemas.microsoft.com/office/drawing/2014/main" id="{10F97A95-1D29-C78D-911E-4ED9A729B5D3}"/>
                </a:ext>
              </a:extLst>
            </p:cNvPr>
            <p:cNvSpPr/>
            <p:nvPr>
              <p:custDataLst>
                <p:tags r:id="rId292"/>
              </p:custDataLst>
            </p:nvPr>
          </p:nvSpPr>
          <p:spPr>
            <a:xfrm>
              <a:off x="7816056" y="3696514"/>
              <a:ext cx="55549" cy="79679"/>
            </a:xfrm>
            <a:custGeom>
              <a:avLst/>
              <a:gdLst>
                <a:gd name="connsiteX0" fmla="*/ 55846 w 55549"/>
                <a:gd name="connsiteY0" fmla="*/ 24293 h 79679"/>
                <a:gd name="connsiteX1" fmla="*/ 38735 w 55549"/>
                <a:gd name="connsiteY1" fmla="*/ 77 h 79679"/>
                <a:gd name="connsiteX2" fmla="*/ 296 w 55549"/>
                <a:gd name="connsiteY2" fmla="*/ 55540 h 79679"/>
                <a:gd name="connsiteX3" fmla="*/ 17408 w 55549"/>
                <a:gd name="connsiteY3" fmla="*/ 79756 h 79679"/>
                <a:gd name="connsiteX4" fmla="*/ 55846 w 55549"/>
                <a:gd name="connsiteY4" fmla="*/ 24293 h 79679"/>
                <a:gd name="connsiteX5" fmla="*/ 14308 w 55549"/>
                <a:gd name="connsiteY5" fmla="*/ 37908 h 79679"/>
                <a:gd name="connsiteX6" fmla="*/ 38611 w 55549"/>
                <a:gd name="connsiteY6" fmla="*/ 3202 h 79679"/>
                <a:gd name="connsiteX7" fmla="*/ 46546 w 55549"/>
                <a:gd name="connsiteY7" fmla="*/ 17709 h 79679"/>
                <a:gd name="connsiteX8" fmla="*/ 42951 w 55549"/>
                <a:gd name="connsiteY8" fmla="*/ 37908 h 79679"/>
                <a:gd name="connsiteX9" fmla="*/ 14308 w 55549"/>
                <a:gd name="connsiteY9" fmla="*/ 37908 h 79679"/>
                <a:gd name="connsiteX10" fmla="*/ 41835 w 55549"/>
                <a:gd name="connsiteY10" fmla="*/ 41926 h 79679"/>
                <a:gd name="connsiteX11" fmla="*/ 31791 w 55549"/>
                <a:gd name="connsiteY11" fmla="*/ 65584 h 79679"/>
                <a:gd name="connsiteX12" fmla="*/ 17532 w 55549"/>
                <a:gd name="connsiteY12" fmla="*/ 76632 h 79679"/>
                <a:gd name="connsiteX13" fmla="*/ 9596 w 55549"/>
                <a:gd name="connsiteY13" fmla="*/ 62124 h 79679"/>
                <a:gd name="connsiteX14" fmla="*/ 13192 w 55549"/>
                <a:gd name="connsiteY14" fmla="*/ 41926 h 79679"/>
                <a:gd name="connsiteX15" fmla="*/ 41835 w 55549"/>
                <a:gd name="connsiteY15" fmla="*/ 41926 h 796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55549" h="79679">
                  <a:moveTo>
                    <a:pt x="55846" y="24293"/>
                  </a:moveTo>
                  <a:cubicBezTo>
                    <a:pt x="55846" y="12576"/>
                    <a:pt x="50886" y="77"/>
                    <a:pt x="38735" y="77"/>
                  </a:cubicBezTo>
                  <a:cubicBezTo>
                    <a:pt x="20136" y="77"/>
                    <a:pt x="296" y="29985"/>
                    <a:pt x="296" y="55540"/>
                  </a:cubicBezTo>
                  <a:cubicBezTo>
                    <a:pt x="296" y="68820"/>
                    <a:pt x="6000" y="79756"/>
                    <a:pt x="17408" y="79756"/>
                  </a:cubicBezTo>
                  <a:cubicBezTo>
                    <a:pt x="36255" y="79756"/>
                    <a:pt x="55846" y="49291"/>
                    <a:pt x="55846" y="24293"/>
                  </a:cubicBezTo>
                  <a:close/>
                  <a:moveTo>
                    <a:pt x="14308" y="37908"/>
                  </a:moveTo>
                  <a:cubicBezTo>
                    <a:pt x="20632" y="13803"/>
                    <a:pt x="31295" y="3202"/>
                    <a:pt x="38611" y="3202"/>
                  </a:cubicBezTo>
                  <a:cubicBezTo>
                    <a:pt x="46546" y="3202"/>
                    <a:pt x="46546" y="15589"/>
                    <a:pt x="46546" y="17709"/>
                  </a:cubicBezTo>
                  <a:cubicBezTo>
                    <a:pt x="46546" y="22061"/>
                    <a:pt x="45554" y="28534"/>
                    <a:pt x="42951" y="37908"/>
                  </a:cubicBezTo>
                  <a:lnTo>
                    <a:pt x="14308" y="37908"/>
                  </a:lnTo>
                  <a:close/>
                  <a:moveTo>
                    <a:pt x="41835" y="41926"/>
                  </a:moveTo>
                  <a:cubicBezTo>
                    <a:pt x="38363" y="54089"/>
                    <a:pt x="35511" y="60116"/>
                    <a:pt x="31791" y="65584"/>
                  </a:cubicBezTo>
                  <a:cubicBezTo>
                    <a:pt x="27947" y="71387"/>
                    <a:pt x="22987" y="76632"/>
                    <a:pt x="17532" y="76632"/>
                  </a:cubicBezTo>
                  <a:cubicBezTo>
                    <a:pt x="10712" y="76632"/>
                    <a:pt x="9596" y="68150"/>
                    <a:pt x="9596" y="62124"/>
                  </a:cubicBezTo>
                  <a:cubicBezTo>
                    <a:pt x="9596" y="54759"/>
                    <a:pt x="11952" y="46055"/>
                    <a:pt x="13192" y="41926"/>
                  </a:cubicBezTo>
                  <a:lnTo>
                    <a:pt x="41835" y="41926"/>
                  </a:lnTo>
                  <a:close/>
                </a:path>
              </a:pathLst>
            </a:custGeom>
            <a:solidFill>
              <a:srgbClr val="000000"/>
            </a:solidFill>
            <a:ln w="1777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08" name="任意形状 207">
              <a:extLst>
                <a:ext uri="{FF2B5EF4-FFF2-40B4-BE49-F238E27FC236}">
                  <a16:creationId xmlns:a16="http://schemas.microsoft.com/office/drawing/2014/main" id="{A454A30D-E5E5-A2AC-6995-5CCBB1B0352E}"/>
                </a:ext>
              </a:extLst>
            </p:cNvPr>
            <p:cNvSpPr/>
            <p:nvPr>
              <p:custDataLst>
                <p:tags r:id="rId293"/>
              </p:custDataLst>
            </p:nvPr>
          </p:nvSpPr>
          <p:spPr>
            <a:xfrm>
              <a:off x="7924224" y="3718767"/>
              <a:ext cx="20724" cy="47667"/>
            </a:xfrm>
            <a:custGeom>
              <a:avLst/>
              <a:gdLst>
                <a:gd name="connsiteX0" fmla="*/ 21027 w 20724"/>
                <a:gd name="connsiteY0" fmla="*/ 16814 h 47667"/>
                <a:gd name="connsiteX1" fmla="*/ 9690 w 20724"/>
                <a:gd name="connsiteY1" fmla="*/ 75 h 47667"/>
                <a:gd name="connsiteX2" fmla="*/ 302 w 20724"/>
                <a:gd name="connsiteY2" fmla="*/ 8524 h 47667"/>
                <a:gd name="connsiteX3" fmla="*/ 9690 w 20724"/>
                <a:gd name="connsiteY3" fmla="*/ 16973 h 47667"/>
                <a:gd name="connsiteX4" fmla="*/ 15890 w 20724"/>
                <a:gd name="connsiteY4" fmla="*/ 14901 h 47667"/>
                <a:gd name="connsiteX5" fmla="*/ 16776 w 20724"/>
                <a:gd name="connsiteY5" fmla="*/ 14423 h 47667"/>
                <a:gd name="connsiteX6" fmla="*/ 17130 w 20724"/>
                <a:gd name="connsiteY6" fmla="*/ 16814 h 47667"/>
                <a:gd name="connsiteX7" fmla="*/ 5085 w 20724"/>
                <a:gd name="connsiteY7" fmla="*/ 43438 h 47667"/>
                <a:gd name="connsiteX8" fmla="*/ 3136 w 20724"/>
                <a:gd name="connsiteY8" fmla="*/ 45988 h 47667"/>
                <a:gd name="connsiteX9" fmla="*/ 4908 w 20724"/>
                <a:gd name="connsiteY9" fmla="*/ 47742 h 47667"/>
                <a:gd name="connsiteX10" fmla="*/ 21027 w 20724"/>
                <a:gd name="connsiteY10" fmla="*/ 16814 h 476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0724" h="47667">
                  <a:moveTo>
                    <a:pt x="21027" y="16814"/>
                  </a:moveTo>
                  <a:cubicBezTo>
                    <a:pt x="21027" y="6292"/>
                    <a:pt x="16598" y="75"/>
                    <a:pt x="9690" y="75"/>
                  </a:cubicBezTo>
                  <a:cubicBezTo>
                    <a:pt x="3845" y="75"/>
                    <a:pt x="302" y="4060"/>
                    <a:pt x="302" y="8524"/>
                  </a:cubicBezTo>
                  <a:cubicBezTo>
                    <a:pt x="302" y="12828"/>
                    <a:pt x="3845" y="16973"/>
                    <a:pt x="9690" y="16973"/>
                  </a:cubicBezTo>
                  <a:cubicBezTo>
                    <a:pt x="11816" y="16973"/>
                    <a:pt x="14119" y="16336"/>
                    <a:pt x="15890" y="14901"/>
                  </a:cubicBezTo>
                  <a:cubicBezTo>
                    <a:pt x="16421" y="14582"/>
                    <a:pt x="16598" y="14423"/>
                    <a:pt x="16776" y="14423"/>
                  </a:cubicBezTo>
                  <a:cubicBezTo>
                    <a:pt x="16953" y="14423"/>
                    <a:pt x="17130" y="14582"/>
                    <a:pt x="17130" y="16814"/>
                  </a:cubicBezTo>
                  <a:cubicBezTo>
                    <a:pt x="17130" y="28611"/>
                    <a:pt x="10930" y="38177"/>
                    <a:pt x="5085" y="43438"/>
                  </a:cubicBezTo>
                  <a:cubicBezTo>
                    <a:pt x="3136" y="45191"/>
                    <a:pt x="3136" y="45510"/>
                    <a:pt x="3136" y="45988"/>
                  </a:cubicBezTo>
                  <a:cubicBezTo>
                    <a:pt x="3136" y="47104"/>
                    <a:pt x="4022" y="47742"/>
                    <a:pt x="4908" y="47742"/>
                  </a:cubicBezTo>
                  <a:cubicBezTo>
                    <a:pt x="6856" y="47742"/>
                    <a:pt x="21027" y="35466"/>
                    <a:pt x="21027" y="16814"/>
                  </a:cubicBezTo>
                  <a:close/>
                </a:path>
              </a:pathLst>
            </a:custGeom>
            <a:solidFill>
              <a:srgbClr val="000000"/>
            </a:solidFill>
            <a:ln w="1777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09" name="任意形状 208">
              <a:extLst>
                <a:ext uri="{FF2B5EF4-FFF2-40B4-BE49-F238E27FC236}">
                  <a16:creationId xmlns:a16="http://schemas.microsoft.com/office/drawing/2014/main" id="{7E443064-4C84-FDE1-0DA5-CC10463DC5AC}"/>
                </a:ext>
              </a:extLst>
            </p:cNvPr>
            <p:cNvSpPr/>
            <p:nvPr>
              <p:custDataLst>
                <p:tags r:id="rId294"/>
              </p:custDataLst>
            </p:nvPr>
          </p:nvSpPr>
          <p:spPr>
            <a:xfrm>
              <a:off x="7991082" y="3637621"/>
              <a:ext cx="55443" cy="99798"/>
            </a:xfrm>
            <a:custGeom>
              <a:avLst/>
              <a:gdLst>
                <a:gd name="connsiteX0" fmla="*/ 27585 w 55443"/>
                <a:gd name="connsiteY0" fmla="*/ 34350 h 99798"/>
                <a:gd name="connsiteX1" fmla="*/ 52916 w 55443"/>
                <a:gd name="connsiteY1" fmla="*/ 34350 h 99798"/>
                <a:gd name="connsiteX2" fmla="*/ 52916 w 55443"/>
                <a:gd name="connsiteY2" fmla="*/ 29408 h 99798"/>
                <a:gd name="connsiteX3" fmla="*/ 27585 w 55443"/>
                <a:gd name="connsiteY3" fmla="*/ 29408 h 99798"/>
                <a:gd name="connsiteX4" fmla="*/ 27585 w 55443"/>
                <a:gd name="connsiteY4" fmla="*/ 75 h 99798"/>
                <a:gd name="connsiteX5" fmla="*/ 23157 w 55443"/>
                <a:gd name="connsiteY5" fmla="*/ 75 h 99798"/>
                <a:gd name="connsiteX6" fmla="*/ 306 w 55443"/>
                <a:gd name="connsiteY6" fmla="*/ 30843 h 99798"/>
                <a:gd name="connsiteX7" fmla="*/ 306 w 55443"/>
                <a:gd name="connsiteY7" fmla="*/ 34350 h 99798"/>
                <a:gd name="connsiteX8" fmla="*/ 15363 w 55443"/>
                <a:gd name="connsiteY8" fmla="*/ 34350 h 99798"/>
                <a:gd name="connsiteX9" fmla="*/ 15363 w 55443"/>
                <a:gd name="connsiteY9" fmla="*/ 78351 h 99798"/>
                <a:gd name="connsiteX10" fmla="*/ 38213 w 55443"/>
                <a:gd name="connsiteY10" fmla="*/ 99873 h 99798"/>
                <a:gd name="connsiteX11" fmla="*/ 55750 w 55443"/>
                <a:gd name="connsiteY11" fmla="*/ 78351 h 99798"/>
                <a:gd name="connsiteX12" fmla="*/ 55750 w 55443"/>
                <a:gd name="connsiteY12" fmla="*/ 69264 h 99798"/>
                <a:gd name="connsiteX13" fmla="*/ 51322 w 55443"/>
                <a:gd name="connsiteY13" fmla="*/ 69264 h 99798"/>
                <a:gd name="connsiteX14" fmla="*/ 51322 w 55443"/>
                <a:gd name="connsiteY14" fmla="*/ 78032 h 99798"/>
                <a:gd name="connsiteX15" fmla="*/ 39453 w 55443"/>
                <a:gd name="connsiteY15" fmla="*/ 95887 h 99798"/>
                <a:gd name="connsiteX16" fmla="*/ 27585 w 55443"/>
                <a:gd name="connsiteY16" fmla="*/ 78670 h 99798"/>
                <a:gd name="connsiteX17" fmla="*/ 27585 w 55443"/>
                <a:gd name="connsiteY17" fmla="*/ 34350 h 997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55443" h="99798">
                  <a:moveTo>
                    <a:pt x="27585" y="34350"/>
                  </a:moveTo>
                  <a:lnTo>
                    <a:pt x="52916" y="34350"/>
                  </a:lnTo>
                  <a:lnTo>
                    <a:pt x="52916" y="29408"/>
                  </a:lnTo>
                  <a:lnTo>
                    <a:pt x="27585" y="29408"/>
                  </a:lnTo>
                  <a:lnTo>
                    <a:pt x="27585" y="75"/>
                  </a:lnTo>
                  <a:lnTo>
                    <a:pt x="23157" y="75"/>
                  </a:lnTo>
                  <a:cubicBezTo>
                    <a:pt x="22980" y="13147"/>
                    <a:pt x="17666" y="30206"/>
                    <a:pt x="306" y="30843"/>
                  </a:cubicBezTo>
                  <a:lnTo>
                    <a:pt x="306" y="34350"/>
                  </a:lnTo>
                  <a:lnTo>
                    <a:pt x="15363" y="34350"/>
                  </a:lnTo>
                  <a:lnTo>
                    <a:pt x="15363" y="78351"/>
                  </a:lnTo>
                  <a:cubicBezTo>
                    <a:pt x="15363" y="97960"/>
                    <a:pt x="31837" y="99873"/>
                    <a:pt x="38213" y="99873"/>
                  </a:cubicBezTo>
                  <a:cubicBezTo>
                    <a:pt x="50790" y="99873"/>
                    <a:pt x="55750" y="88554"/>
                    <a:pt x="55750" y="78351"/>
                  </a:cubicBezTo>
                  <a:lnTo>
                    <a:pt x="55750" y="69264"/>
                  </a:lnTo>
                  <a:lnTo>
                    <a:pt x="51322" y="69264"/>
                  </a:lnTo>
                  <a:lnTo>
                    <a:pt x="51322" y="78032"/>
                  </a:lnTo>
                  <a:cubicBezTo>
                    <a:pt x="51322" y="89829"/>
                    <a:pt x="46007" y="95887"/>
                    <a:pt x="39453" y="95887"/>
                  </a:cubicBezTo>
                  <a:cubicBezTo>
                    <a:pt x="27585" y="95887"/>
                    <a:pt x="27585" y="81380"/>
                    <a:pt x="27585" y="78670"/>
                  </a:cubicBezTo>
                  <a:lnTo>
                    <a:pt x="27585" y="34350"/>
                  </a:lnTo>
                  <a:close/>
                </a:path>
              </a:pathLst>
            </a:custGeom>
            <a:solidFill>
              <a:srgbClr val="000000"/>
            </a:solidFill>
            <a:ln w="1777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10" name="任意形状 209">
              <a:extLst>
                <a:ext uri="{FF2B5EF4-FFF2-40B4-BE49-F238E27FC236}">
                  <a16:creationId xmlns:a16="http://schemas.microsoft.com/office/drawing/2014/main" id="{813B8C56-0975-B5EF-1DFF-4EFA80560735}"/>
                </a:ext>
              </a:extLst>
            </p:cNvPr>
            <p:cNvSpPr/>
            <p:nvPr>
              <p:custDataLst>
                <p:tags r:id="rId295"/>
              </p:custDataLst>
            </p:nvPr>
          </p:nvSpPr>
          <p:spPr>
            <a:xfrm>
              <a:off x="8061563" y="3665201"/>
              <a:ext cx="59517" cy="70464"/>
            </a:xfrm>
            <a:custGeom>
              <a:avLst/>
              <a:gdLst>
                <a:gd name="connsiteX0" fmla="*/ 24932 w 59517"/>
                <a:gd name="connsiteY0" fmla="*/ 17611 h 70464"/>
                <a:gd name="connsiteX1" fmla="*/ 24932 w 59517"/>
                <a:gd name="connsiteY1" fmla="*/ 75 h 70464"/>
                <a:gd name="connsiteX2" fmla="*/ 310 w 59517"/>
                <a:gd name="connsiteY2" fmla="*/ 1828 h 70464"/>
                <a:gd name="connsiteX3" fmla="*/ 310 w 59517"/>
                <a:gd name="connsiteY3" fmla="*/ 6770 h 70464"/>
                <a:gd name="connsiteX4" fmla="*/ 14127 w 59517"/>
                <a:gd name="connsiteY4" fmla="*/ 15698 h 70464"/>
                <a:gd name="connsiteX5" fmla="*/ 14127 w 59517"/>
                <a:gd name="connsiteY5" fmla="*/ 58423 h 70464"/>
                <a:gd name="connsiteX6" fmla="*/ 310 w 59517"/>
                <a:gd name="connsiteY6" fmla="*/ 65597 h 70464"/>
                <a:gd name="connsiteX7" fmla="*/ 310 w 59517"/>
                <a:gd name="connsiteY7" fmla="*/ 70539 h 70464"/>
                <a:gd name="connsiteX8" fmla="*/ 20504 w 59517"/>
                <a:gd name="connsiteY8" fmla="*/ 70061 h 70464"/>
                <a:gd name="connsiteX9" fmla="*/ 43000 w 59517"/>
                <a:gd name="connsiteY9" fmla="*/ 70539 h 70464"/>
                <a:gd name="connsiteX10" fmla="*/ 43000 w 59517"/>
                <a:gd name="connsiteY10" fmla="*/ 65597 h 70464"/>
                <a:gd name="connsiteX11" fmla="*/ 39280 w 59517"/>
                <a:gd name="connsiteY11" fmla="*/ 65597 h 70464"/>
                <a:gd name="connsiteX12" fmla="*/ 25818 w 59517"/>
                <a:gd name="connsiteY12" fmla="*/ 58104 h 70464"/>
                <a:gd name="connsiteX13" fmla="*/ 25818 w 59517"/>
                <a:gd name="connsiteY13" fmla="*/ 33553 h 70464"/>
                <a:gd name="connsiteX14" fmla="*/ 46720 w 59517"/>
                <a:gd name="connsiteY14" fmla="*/ 3582 h 70464"/>
                <a:gd name="connsiteX15" fmla="*/ 48668 w 59517"/>
                <a:gd name="connsiteY15" fmla="*/ 3741 h 70464"/>
                <a:gd name="connsiteX16" fmla="*/ 44594 w 59517"/>
                <a:gd name="connsiteY16" fmla="*/ 9959 h 70464"/>
                <a:gd name="connsiteX17" fmla="*/ 52211 w 59517"/>
                <a:gd name="connsiteY17" fmla="*/ 16814 h 70464"/>
                <a:gd name="connsiteX18" fmla="*/ 59828 w 59517"/>
                <a:gd name="connsiteY18" fmla="*/ 9799 h 70464"/>
                <a:gd name="connsiteX19" fmla="*/ 46720 w 59517"/>
                <a:gd name="connsiteY19" fmla="*/ 75 h 70464"/>
                <a:gd name="connsiteX20" fmla="*/ 24932 w 59517"/>
                <a:gd name="connsiteY20" fmla="*/ 17611 h 704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59517" h="70464">
                  <a:moveTo>
                    <a:pt x="24932" y="17611"/>
                  </a:moveTo>
                  <a:lnTo>
                    <a:pt x="24932" y="75"/>
                  </a:lnTo>
                  <a:lnTo>
                    <a:pt x="310" y="1828"/>
                  </a:lnTo>
                  <a:lnTo>
                    <a:pt x="310" y="6770"/>
                  </a:lnTo>
                  <a:cubicBezTo>
                    <a:pt x="12710" y="6770"/>
                    <a:pt x="14127" y="7886"/>
                    <a:pt x="14127" y="15698"/>
                  </a:cubicBezTo>
                  <a:lnTo>
                    <a:pt x="14127" y="58423"/>
                  </a:lnTo>
                  <a:cubicBezTo>
                    <a:pt x="14127" y="65597"/>
                    <a:pt x="12178" y="65597"/>
                    <a:pt x="310" y="65597"/>
                  </a:cubicBezTo>
                  <a:lnTo>
                    <a:pt x="310" y="70539"/>
                  </a:lnTo>
                  <a:cubicBezTo>
                    <a:pt x="7219" y="70380"/>
                    <a:pt x="15544" y="70061"/>
                    <a:pt x="20504" y="70061"/>
                  </a:cubicBezTo>
                  <a:cubicBezTo>
                    <a:pt x="27589" y="70061"/>
                    <a:pt x="35915" y="70061"/>
                    <a:pt x="43000" y="70539"/>
                  </a:cubicBezTo>
                  <a:lnTo>
                    <a:pt x="43000" y="65597"/>
                  </a:lnTo>
                  <a:lnTo>
                    <a:pt x="39280" y="65597"/>
                  </a:lnTo>
                  <a:cubicBezTo>
                    <a:pt x="26172" y="65597"/>
                    <a:pt x="25818" y="63844"/>
                    <a:pt x="25818" y="58104"/>
                  </a:cubicBezTo>
                  <a:lnTo>
                    <a:pt x="25818" y="33553"/>
                  </a:lnTo>
                  <a:cubicBezTo>
                    <a:pt x="25818" y="17771"/>
                    <a:pt x="33258" y="3582"/>
                    <a:pt x="46720" y="3582"/>
                  </a:cubicBezTo>
                  <a:cubicBezTo>
                    <a:pt x="47960" y="3582"/>
                    <a:pt x="48314" y="3582"/>
                    <a:pt x="48668" y="3741"/>
                  </a:cubicBezTo>
                  <a:cubicBezTo>
                    <a:pt x="48137" y="3901"/>
                    <a:pt x="44594" y="5814"/>
                    <a:pt x="44594" y="9959"/>
                  </a:cubicBezTo>
                  <a:cubicBezTo>
                    <a:pt x="44594" y="14423"/>
                    <a:pt x="48314" y="16814"/>
                    <a:pt x="52211" y="16814"/>
                  </a:cubicBezTo>
                  <a:cubicBezTo>
                    <a:pt x="55399" y="16814"/>
                    <a:pt x="59828" y="14901"/>
                    <a:pt x="59828" y="9799"/>
                  </a:cubicBezTo>
                  <a:cubicBezTo>
                    <a:pt x="59828" y="4698"/>
                    <a:pt x="54337" y="75"/>
                    <a:pt x="46720" y="75"/>
                  </a:cubicBezTo>
                  <a:cubicBezTo>
                    <a:pt x="33789" y="75"/>
                    <a:pt x="27412" y="10756"/>
                    <a:pt x="24932" y="17611"/>
                  </a:cubicBezTo>
                  <a:close/>
                </a:path>
              </a:pathLst>
            </a:custGeom>
            <a:solidFill>
              <a:srgbClr val="000000"/>
            </a:solidFill>
            <a:ln w="1777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11" name="任意形状 210">
              <a:extLst>
                <a:ext uri="{FF2B5EF4-FFF2-40B4-BE49-F238E27FC236}">
                  <a16:creationId xmlns:a16="http://schemas.microsoft.com/office/drawing/2014/main" id="{12C33FBD-0375-26BB-DCA0-BA134FE566EE}"/>
                </a:ext>
              </a:extLst>
            </p:cNvPr>
            <p:cNvSpPr/>
            <p:nvPr>
              <p:custDataLst>
                <p:tags r:id="rId296"/>
              </p:custDataLst>
            </p:nvPr>
          </p:nvSpPr>
          <p:spPr>
            <a:xfrm>
              <a:off x="8143517" y="3616099"/>
              <a:ext cx="41095" cy="159422"/>
            </a:xfrm>
            <a:custGeom>
              <a:avLst/>
              <a:gdLst>
                <a:gd name="connsiteX0" fmla="*/ 41410 w 41095"/>
                <a:gd name="connsiteY0" fmla="*/ 157903 h 159422"/>
                <a:gd name="connsiteX1" fmla="*/ 38398 w 41095"/>
                <a:gd name="connsiteY1" fmla="*/ 154395 h 159422"/>
                <a:gd name="connsiteX2" fmla="*/ 10588 w 41095"/>
                <a:gd name="connsiteY2" fmla="*/ 79786 h 159422"/>
                <a:gd name="connsiteX3" fmla="*/ 39107 w 41095"/>
                <a:gd name="connsiteY3" fmla="*/ 4379 h 159422"/>
                <a:gd name="connsiteX4" fmla="*/ 41410 w 41095"/>
                <a:gd name="connsiteY4" fmla="*/ 1669 h 159422"/>
                <a:gd name="connsiteX5" fmla="*/ 39638 w 41095"/>
                <a:gd name="connsiteY5" fmla="*/ 75 h 159422"/>
                <a:gd name="connsiteX6" fmla="*/ 11474 w 41095"/>
                <a:gd name="connsiteY6" fmla="*/ 31162 h 159422"/>
                <a:gd name="connsiteX7" fmla="*/ 314 w 41095"/>
                <a:gd name="connsiteY7" fmla="*/ 79786 h 159422"/>
                <a:gd name="connsiteX8" fmla="*/ 12005 w 41095"/>
                <a:gd name="connsiteY8" fmla="*/ 129526 h 159422"/>
                <a:gd name="connsiteX9" fmla="*/ 39638 w 41095"/>
                <a:gd name="connsiteY9" fmla="*/ 159497 h 159422"/>
                <a:gd name="connsiteX10" fmla="*/ 41410 w 41095"/>
                <a:gd name="connsiteY10" fmla="*/ 157903 h 1594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41095" h="159422">
                  <a:moveTo>
                    <a:pt x="41410" y="157903"/>
                  </a:moveTo>
                  <a:cubicBezTo>
                    <a:pt x="41410" y="157424"/>
                    <a:pt x="41410" y="157106"/>
                    <a:pt x="38398" y="154395"/>
                  </a:cubicBezTo>
                  <a:cubicBezTo>
                    <a:pt x="16256" y="134308"/>
                    <a:pt x="10588" y="104177"/>
                    <a:pt x="10588" y="79786"/>
                  </a:cubicBezTo>
                  <a:cubicBezTo>
                    <a:pt x="10588" y="52046"/>
                    <a:pt x="17319" y="24307"/>
                    <a:pt x="39107" y="4379"/>
                  </a:cubicBezTo>
                  <a:cubicBezTo>
                    <a:pt x="41410" y="2466"/>
                    <a:pt x="41410" y="2147"/>
                    <a:pt x="41410" y="1669"/>
                  </a:cubicBezTo>
                  <a:cubicBezTo>
                    <a:pt x="41410" y="553"/>
                    <a:pt x="40701" y="75"/>
                    <a:pt x="39638" y="75"/>
                  </a:cubicBezTo>
                  <a:cubicBezTo>
                    <a:pt x="37867" y="75"/>
                    <a:pt x="21925" y="10915"/>
                    <a:pt x="11474" y="31162"/>
                  </a:cubicBezTo>
                  <a:cubicBezTo>
                    <a:pt x="2440" y="48698"/>
                    <a:pt x="314" y="66394"/>
                    <a:pt x="314" y="79786"/>
                  </a:cubicBezTo>
                  <a:cubicBezTo>
                    <a:pt x="314" y="92221"/>
                    <a:pt x="2263" y="111511"/>
                    <a:pt x="12005" y="129526"/>
                  </a:cubicBezTo>
                  <a:cubicBezTo>
                    <a:pt x="22633" y="149134"/>
                    <a:pt x="37867" y="159497"/>
                    <a:pt x="39638" y="159497"/>
                  </a:cubicBezTo>
                  <a:cubicBezTo>
                    <a:pt x="40701" y="159497"/>
                    <a:pt x="41410" y="159019"/>
                    <a:pt x="41410" y="157903"/>
                  </a:cubicBezTo>
                  <a:close/>
                </a:path>
              </a:pathLst>
            </a:custGeom>
            <a:solidFill>
              <a:srgbClr val="000000"/>
            </a:solidFill>
            <a:ln w="1777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12" name="任意形状 211">
              <a:extLst>
                <a:ext uri="{FF2B5EF4-FFF2-40B4-BE49-F238E27FC236}">
                  <a16:creationId xmlns:a16="http://schemas.microsoft.com/office/drawing/2014/main" id="{02F40249-D457-9D19-8715-5DAAA1C6FE90}"/>
                </a:ext>
              </a:extLst>
            </p:cNvPr>
            <p:cNvSpPr/>
            <p:nvPr>
              <p:custDataLst>
                <p:tags r:id="rId297"/>
              </p:custDataLst>
            </p:nvPr>
          </p:nvSpPr>
          <p:spPr>
            <a:xfrm>
              <a:off x="8199650" y="3666955"/>
              <a:ext cx="85733" cy="70624"/>
            </a:xfrm>
            <a:custGeom>
              <a:avLst/>
              <a:gdLst>
                <a:gd name="connsiteX0" fmla="*/ 47613 w 85733"/>
                <a:gd name="connsiteY0" fmla="*/ 9321 h 70624"/>
                <a:gd name="connsiteX1" fmla="*/ 77372 w 85733"/>
                <a:gd name="connsiteY1" fmla="*/ 9321 h 70624"/>
                <a:gd name="connsiteX2" fmla="*/ 86052 w 85733"/>
                <a:gd name="connsiteY2" fmla="*/ 3901 h 70624"/>
                <a:gd name="connsiteX3" fmla="*/ 78966 w 85733"/>
                <a:gd name="connsiteY3" fmla="*/ 75 h 70624"/>
                <a:gd name="connsiteX4" fmla="*/ 29368 w 85733"/>
                <a:gd name="connsiteY4" fmla="*/ 75 h 70624"/>
                <a:gd name="connsiteX5" fmla="*/ 11123 w 85733"/>
                <a:gd name="connsiteY5" fmla="*/ 7568 h 70624"/>
                <a:gd name="connsiteX6" fmla="*/ 318 w 85733"/>
                <a:gd name="connsiteY6" fmla="*/ 21916 h 70624"/>
                <a:gd name="connsiteX7" fmla="*/ 2444 w 85733"/>
                <a:gd name="connsiteY7" fmla="*/ 23510 h 70624"/>
                <a:gd name="connsiteX8" fmla="*/ 5278 w 85733"/>
                <a:gd name="connsiteY8" fmla="*/ 21597 h 70624"/>
                <a:gd name="connsiteX9" fmla="*/ 27774 w 85733"/>
                <a:gd name="connsiteY9" fmla="*/ 9321 h 70624"/>
                <a:gd name="connsiteX10" fmla="*/ 42476 w 85733"/>
                <a:gd name="connsiteY10" fmla="*/ 9321 h 70624"/>
                <a:gd name="connsiteX11" fmla="*/ 25117 w 85733"/>
                <a:gd name="connsiteY11" fmla="*/ 60496 h 70624"/>
                <a:gd name="connsiteX12" fmla="*/ 23346 w 85733"/>
                <a:gd name="connsiteY12" fmla="*/ 66394 h 70624"/>
                <a:gd name="connsiteX13" fmla="*/ 28483 w 85733"/>
                <a:gd name="connsiteY13" fmla="*/ 70699 h 70624"/>
                <a:gd name="connsiteX14" fmla="*/ 35745 w 85733"/>
                <a:gd name="connsiteY14" fmla="*/ 63844 h 70624"/>
                <a:gd name="connsiteX15" fmla="*/ 47613 w 85733"/>
                <a:gd name="connsiteY15" fmla="*/ 9321 h 706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85733" h="70624">
                  <a:moveTo>
                    <a:pt x="47613" y="9321"/>
                  </a:moveTo>
                  <a:lnTo>
                    <a:pt x="77372" y="9321"/>
                  </a:lnTo>
                  <a:cubicBezTo>
                    <a:pt x="79675" y="9321"/>
                    <a:pt x="86052" y="9321"/>
                    <a:pt x="86052" y="3901"/>
                  </a:cubicBezTo>
                  <a:cubicBezTo>
                    <a:pt x="86052" y="75"/>
                    <a:pt x="82332" y="75"/>
                    <a:pt x="78966" y="75"/>
                  </a:cubicBezTo>
                  <a:lnTo>
                    <a:pt x="29368" y="75"/>
                  </a:lnTo>
                  <a:cubicBezTo>
                    <a:pt x="25826" y="75"/>
                    <a:pt x="18917" y="75"/>
                    <a:pt x="11123" y="7568"/>
                  </a:cubicBezTo>
                  <a:cubicBezTo>
                    <a:pt x="5278" y="13307"/>
                    <a:pt x="318" y="20959"/>
                    <a:pt x="318" y="21916"/>
                  </a:cubicBezTo>
                  <a:cubicBezTo>
                    <a:pt x="318" y="22075"/>
                    <a:pt x="318" y="23510"/>
                    <a:pt x="2444" y="23510"/>
                  </a:cubicBezTo>
                  <a:cubicBezTo>
                    <a:pt x="3861" y="23510"/>
                    <a:pt x="4215" y="22872"/>
                    <a:pt x="5278" y="21597"/>
                  </a:cubicBezTo>
                  <a:cubicBezTo>
                    <a:pt x="13958" y="9321"/>
                    <a:pt x="24054" y="9321"/>
                    <a:pt x="27774" y="9321"/>
                  </a:cubicBezTo>
                  <a:lnTo>
                    <a:pt x="42476" y="9321"/>
                  </a:lnTo>
                  <a:lnTo>
                    <a:pt x="25117" y="60496"/>
                  </a:lnTo>
                  <a:cubicBezTo>
                    <a:pt x="24409" y="62409"/>
                    <a:pt x="23346" y="65757"/>
                    <a:pt x="23346" y="66394"/>
                  </a:cubicBezTo>
                  <a:cubicBezTo>
                    <a:pt x="23346" y="68148"/>
                    <a:pt x="24586" y="70699"/>
                    <a:pt x="28483" y="70699"/>
                  </a:cubicBezTo>
                  <a:cubicBezTo>
                    <a:pt x="34328" y="70699"/>
                    <a:pt x="35214" y="66235"/>
                    <a:pt x="35745" y="63844"/>
                  </a:cubicBezTo>
                  <a:lnTo>
                    <a:pt x="47613" y="9321"/>
                  </a:lnTo>
                  <a:close/>
                </a:path>
              </a:pathLst>
            </a:custGeom>
            <a:solidFill>
              <a:srgbClr val="000000"/>
            </a:solidFill>
            <a:ln w="1777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13" name="任意形状 212">
              <a:extLst>
                <a:ext uri="{FF2B5EF4-FFF2-40B4-BE49-F238E27FC236}">
                  <a16:creationId xmlns:a16="http://schemas.microsoft.com/office/drawing/2014/main" id="{C74306C2-8307-309D-A5FD-F02987854492}"/>
                </a:ext>
              </a:extLst>
            </p:cNvPr>
            <p:cNvSpPr/>
            <p:nvPr>
              <p:custDataLst>
                <p:tags r:id="rId298"/>
              </p:custDataLst>
            </p:nvPr>
          </p:nvSpPr>
          <p:spPr>
            <a:xfrm>
              <a:off x="8302451" y="3616099"/>
              <a:ext cx="41095" cy="159422"/>
            </a:xfrm>
            <a:custGeom>
              <a:avLst/>
              <a:gdLst>
                <a:gd name="connsiteX0" fmla="*/ 41419 w 41095"/>
                <a:gd name="connsiteY0" fmla="*/ 79786 h 159422"/>
                <a:gd name="connsiteX1" fmla="*/ 29728 w 41095"/>
                <a:gd name="connsiteY1" fmla="*/ 30046 h 159422"/>
                <a:gd name="connsiteX2" fmla="*/ 2095 w 41095"/>
                <a:gd name="connsiteY2" fmla="*/ 75 h 159422"/>
                <a:gd name="connsiteX3" fmla="*/ 324 w 41095"/>
                <a:gd name="connsiteY3" fmla="*/ 1669 h 159422"/>
                <a:gd name="connsiteX4" fmla="*/ 3689 w 41095"/>
                <a:gd name="connsiteY4" fmla="*/ 5336 h 159422"/>
                <a:gd name="connsiteX5" fmla="*/ 31145 w 41095"/>
                <a:gd name="connsiteY5" fmla="*/ 79786 h 159422"/>
                <a:gd name="connsiteX6" fmla="*/ 2626 w 41095"/>
                <a:gd name="connsiteY6" fmla="*/ 155192 h 159422"/>
                <a:gd name="connsiteX7" fmla="*/ 324 w 41095"/>
                <a:gd name="connsiteY7" fmla="*/ 157903 h 159422"/>
                <a:gd name="connsiteX8" fmla="*/ 2095 w 41095"/>
                <a:gd name="connsiteY8" fmla="*/ 159497 h 159422"/>
                <a:gd name="connsiteX9" fmla="*/ 30259 w 41095"/>
                <a:gd name="connsiteY9" fmla="*/ 128410 h 159422"/>
                <a:gd name="connsiteX10" fmla="*/ 41419 w 41095"/>
                <a:gd name="connsiteY10" fmla="*/ 79786 h 1594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41095" h="159422">
                  <a:moveTo>
                    <a:pt x="41419" y="79786"/>
                  </a:moveTo>
                  <a:cubicBezTo>
                    <a:pt x="41419" y="67351"/>
                    <a:pt x="39471" y="48061"/>
                    <a:pt x="29728" y="30046"/>
                  </a:cubicBezTo>
                  <a:cubicBezTo>
                    <a:pt x="19100" y="10437"/>
                    <a:pt x="3866" y="75"/>
                    <a:pt x="2095" y="75"/>
                  </a:cubicBezTo>
                  <a:cubicBezTo>
                    <a:pt x="1032" y="75"/>
                    <a:pt x="324" y="712"/>
                    <a:pt x="324" y="1669"/>
                  </a:cubicBezTo>
                  <a:cubicBezTo>
                    <a:pt x="324" y="2147"/>
                    <a:pt x="324" y="2466"/>
                    <a:pt x="3689" y="5336"/>
                  </a:cubicBezTo>
                  <a:cubicBezTo>
                    <a:pt x="21048" y="21118"/>
                    <a:pt x="31145" y="46467"/>
                    <a:pt x="31145" y="79786"/>
                  </a:cubicBezTo>
                  <a:cubicBezTo>
                    <a:pt x="31145" y="107047"/>
                    <a:pt x="24591" y="135105"/>
                    <a:pt x="2626" y="155192"/>
                  </a:cubicBezTo>
                  <a:cubicBezTo>
                    <a:pt x="324" y="157106"/>
                    <a:pt x="324" y="157424"/>
                    <a:pt x="324" y="157903"/>
                  </a:cubicBezTo>
                  <a:cubicBezTo>
                    <a:pt x="324" y="158859"/>
                    <a:pt x="1032" y="159497"/>
                    <a:pt x="2095" y="159497"/>
                  </a:cubicBezTo>
                  <a:cubicBezTo>
                    <a:pt x="3866" y="159497"/>
                    <a:pt x="19808" y="148656"/>
                    <a:pt x="30259" y="128410"/>
                  </a:cubicBezTo>
                  <a:cubicBezTo>
                    <a:pt x="39293" y="110873"/>
                    <a:pt x="41419" y="93177"/>
                    <a:pt x="41419" y="79786"/>
                  </a:cubicBezTo>
                  <a:close/>
                </a:path>
              </a:pathLst>
            </a:custGeom>
            <a:solidFill>
              <a:srgbClr val="000000"/>
            </a:solidFill>
            <a:ln w="1777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14" name="任意形状 213">
              <a:extLst>
                <a:ext uri="{FF2B5EF4-FFF2-40B4-BE49-F238E27FC236}">
                  <a16:creationId xmlns:a16="http://schemas.microsoft.com/office/drawing/2014/main" id="{BAF6A235-11E8-DB96-ADA9-298A1A221ACC}"/>
                </a:ext>
              </a:extLst>
            </p:cNvPr>
            <p:cNvSpPr/>
            <p:nvPr>
              <p:custDataLst>
                <p:tags r:id="rId299"/>
              </p:custDataLst>
            </p:nvPr>
          </p:nvSpPr>
          <p:spPr>
            <a:xfrm>
              <a:off x="8371337" y="3616099"/>
              <a:ext cx="41095" cy="159422"/>
            </a:xfrm>
            <a:custGeom>
              <a:avLst/>
              <a:gdLst>
                <a:gd name="connsiteX0" fmla="*/ 41423 w 41095"/>
                <a:gd name="connsiteY0" fmla="*/ 79786 h 159422"/>
                <a:gd name="connsiteX1" fmla="*/ 29732 w 41095"/>
                <a:gd name="connsiteY1" fmla="*/ 30046 h 159422"/>
                <a:gd name="connsiteX2" fmla="*/ 2099 w 41095"/>
                <a:gd name="connsiteY2" fmla="*/ 75 h 159422"/>
                <a:gd name="connsiteX3" fmla="*/ 327 w 41095"/>
                <a:gd name="connsiteY3" fmla="*/ 1669 h 159422"/>
                <a:gd name="connsiteX4" fmla="*/ 3693 w 41095"/>
                <a:gd name="connsiteY4" fmla="*/ 5336 h 159422"/>
                <a:gd name="connsiteX5" fmla="*/ 31149 w 41095"/>
                <a:gd name="connsiteY5" fmla="*/ 79786 h 159422"/>
                <a:gd name="connsiteX6" fmla="*/ 2630 w 41095"/>
                <a:gd name="connsiteY6" fmla="*/ 155192 h 159422"/>
                <a:gd name="connsiteX7" fmla="*/ 327 w 41095"/>
                <a:gd name="connsiteY7" fmla="*/ 157903 h 159422"/>
                <a:gd name="connsiteX8" fmla="*/ 2099 w 41095"/>
                <a:gd name="connsiteY8" fmla="*/ 159497 h 159422"/>
                <a:gd name="connsiteX9" fmla="*/ 30263 w 41095"/>
                <a:gd name="connsiteY9" fmla="*/ 128410 h 159422"/>
                <a:gd name="connsiteX10" fmla="*/ 41423 w 41095"/>
                <a:gd name="connsiteY10" fmla="*/ 79786 h 1594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41095" h="159422">
                  <a:moveTo>
                    <a:pt x="41423" y="79786"/>
                  </a:moveTo>
                  <a:cubicBezTo>
                    <a:pt x="41423" y="67351"/>
                    <a:pt x="39474" y="48061"/>
                    <a:pt x="29732" y="30046"/>
                  </a:cubicBezTo>
                  <a:cubicBezTo>
                    <a:pt x="19104" y="10437"/>
                    <a:pt x="3870" y="75"/>
                    <a:pt x="2099" y="75"/>
                  </a:cubicBezTo>
                  <a:cubicBezTo>
                    <a:pt x="1036" y="75"/>
                    <a:pt x="327" y="712"/>
                    <a:pt x="327" y="1669"/>
                  </a:cubicBezTo>
                  <a:cubicBezTo>
                    <a:pt x="327" y="2147"/>
                    <a:pt x="327" y="2466"/>
                    <a:pt x="3693" y="5336"/>
                  </a:cubicBezTo>
                  <a:cubicBezTo>
                    <a:pt x="21052" y="21118"/>
                    <a:pt x="31149" y="46467"/>
                    <a:pt x="31149" y="79786"/>
                  </a:cubicBezTo>
                  <a:cubicBezTo>
                    <a:pt x="31149" y="107047"/>
                    <a:pt x="24595" y="135105"/>
                    <a:pt x="2630" y="155192"/>
                  </a:cubicBezTo>
                  <a:cubicBezTo>
                    <a:pt x="327" y="157106"/>
                    <a:pt x="327" y="157424"/>
                    <a:pt x="327" y="157903"/>
                  </a:cubicBezTo>
                  <a:cubicBezTo>
                    <a:pt x="327" y="158859"/>
                    <a:pt x="1036" y="159497"/>
                    <a:pt x="2099" y="159497"/>
                  </a:cubicBezTo>
                  <a:cubicBezTo>
                    <a:pt x="3870" y="159497"/>
                    <a:pt x="19812" y="148656"/>
                    <a:pt x="30263" y="128410"/>
                  </a:cubicBezTo>
                  <a:cubicBezTo>
                    <a:pt x="39297" y="110873"/>
                    <a:pt x="41423" y="93177"/>
                    <a:pt x="41423" y="79786"/>
                  </a:cubicBezTo>
                  <a:close/>
                </a:path>
              </a:pathLst>
            </a:custGeom>
            <a:solidFill>
              <a:srgbClr val="000000"/>
            </a:solidFill>
            <a:ln w="1777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15" name="任意形状 214">
              <a:extLst>
                <a:ext uri="{FF2B5EF4-FFF2-40B4-BE49-F238E27FC236}">
                  <a16:creationId xmlns:a16="http://schemas.microsoft.com/office/drawing/2014/main" id="{FB17560F-9280-DCE8-2516-D2E41CD7E089}"/>
                </a:ext>
              </a:extLst>
            </p:cNvPr>
            <p:cNvSpPr/>
            <p:nvPr>
              <p:custDataLst>
                <p:tags r:id="rId300"/>
              </p:custDataLst>
            </p:nvPr>
          </p:nvSpPr>
          <p:spPr>
            <a:xfrm>
              <a:off x="8434024" y="3616099"/>
              <a:ext cx="24267" cy="159422"/>
            </a:xfrm>
            <a:custGeom>
              <a:avLst/>
              <a:gdLst>
                <a:gd name="connsiteX0" fmla="*/ 24599 w 24267"/>
                <a:gd name="connsiteY0" fmla="*/ 75 h 159422"/>
                <a:gd name="connsiteX1" fmla="*/ 331 w 24267"/>
                <a:gd name="connsiteY1" fmla="*/ 75 h 159422"/>
                <a:gd name="connsiteX2" fmla="*/ 331 w 24267"/>
                <a:gd name="connsiteY2" fmla="*/ 6452 h 159422"/>
                <a:gd name="connsiteX3" fmla="*/ 17513 w 24267"/>
                <a:gd name="connsiteY3" fmla="*/ 6452 h 159422"/>
                <a:gd name="connsiteX4" fmla="*/ 17513 w 24267"/>
                <a:gd name="connsiteY4" fmla="*/ 153120 h 159422"/>
                <a:gd name="connsiteX5" fmla="*/ 331 w 24267"/>
                <a:gd name="connsiteY5" fmla="*/ 153120 h 159422"/>
                <a:gd name="connsiteX6" fmla="*/ 331 w 24267"/>
                <a:gd name="connsiteY6" fmla="*/ 159497 h 159422"/>
                <a:gd name="connsiteX7" fmla="*/ 24599 w 24267"/>
                <a:gd name="connsiteY7" fmla="*/ 159497 h 159422"/>
                <a:gd name="connsiteX8" fmla="*/ 24599 w 24267"/>
                <a:gd name="connsiteY8" fmla="*/ 75 h 1594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4267" h="159422">
                  <a:moveTo>
                    <a:pt x="24599" y="75"/>
                  </a:moveTo>
                  <a:lnTo>
                    <a:pt x="331" y="75"/>
                  </a:lnTo>
                  <a:lnTo>
                    <a:pt x="331" y="6452"/>
                  </a:lnTo>
                  <a:lnTo>
                    <a:pt x="17513" y="6452"/>
                  </a:lnTo>
                  <a:lnTo>
                    <a:pt x="17513" y="153120"/>
                  </a:lnTo>
                  <a:lnTo>
                    <a:pt x="331" y="153120"/>
                  </a:lnTo>
                  <a:lnTo>
                    <a:pt x="331" y="159497"/>
                  </a:lnTo>
                  <a:lnTo>
                    <a:pt x="24599" y="159497"/>
                  </a:lnTo>
                  <a:lnTo>
                    <a:pt x="24599" y="75"/>
                  </a:lnTo>
                  <a:close/>
                </a:path>
              </a:pathLst>
            </a:custGeom>
            <a:solidFill>
              <a:srgbClr val="000000"/>
            </a:solidFill>
            <a:ln w="1777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</p:grpSp>
      <p:sp>
        <p:nvSpPr>
          <p:cNvPr id="218" name="文本框 217">
            <a:extLst>
              <a:ext uri="{FF2B5EF4-FFF2-40B4-BE49-F238E27FC236}">
                <a16:creationId xmlns:a16="http://schemas.microsoft.com/office/drawing/2014/main" id="{63DAAA58-9180-09DF-1B99-857F2F1D1B5B}"/>
              </a:ext>
            </a:extLst>
          </p:cNvPr>
          <p:cNvSpPr txBox="1"/>
          <p:nvPr/>
        </p:nvSpPr>
        <p:spPr>
          <a:xfrm>
            <a:off x="6438859" y="2570584"/>
            <a:ext cx="12811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/>
              <a:t>Ambiguity</a:t>
            </a:r>
          </a:p>
        </p:txBody>
      </p:sp>
      <p:grpSp>
        <p:nvGrpSpPr>
          <p:cNvPr id="261" name="组合 260">
            <a:extLst>
              <a:ext uri="{FF2B5EF4-FFF2-40B4-BE49-F238E27FC236}">
                <a16:creationId xmlns:a16="http://schemas.microsoft.com/office/drawing/2014/main" id="{EAAF5392-D1DF-2144-06CA-A4ABEFC0547A}"/>
              </a:ext>
            </a:extLst>
          </p:cNvPr>
          <p:cNvGrpSpPr>
            <a:grpSpLocks noChangeAspect="1"/>
          </p:cNvGrpSpPr>
          <p:nvPr>
            <p:custDataLst>
              <p:tags r:id="rId3"/>
            </p:custDataLst>
          </p:nvPr>
        </p:nvGrpSpPr>
        <p:grpSpPr>
          <a:xfrm>
            <a:off x="7773641" y="2926431"/>
            <a:ext cx="2950884" cy="441257"/>
            <a:chOff x="5213175" y="3626394"/>
            <a:chExt cx="2950884" cy="441257"/>
          </a:xfrm>
        </p:grpSpPr>
        <p:sp>
          <p:nvSpPr>
            <p:cNvPr id="224" name="任意形状 223">
              <a:extLst>
                <a:ext uri="{FF2B5EF4-FFF2-40B4-BE49-F238E27FC236}">
                  <a16:creationId xmlns:a16="http://schemas.microsoft.com/office/drawing/2014/main" id="{67078752-052F-61BB-01F7-EDB5422FA768}"/>
                </a:ext>
              </a:extLst>
            </p:cNvPr>
            <p:cNvSpPr/>
            <p:nvPr>
              <p:custDataLst>
                <p:tags r:id="rId226"/>
              </p:custDataLst>
            </p:nvPr>
          </p:nvSpPr>
          <p:spPr>
            <a:xfrm>
              <a:off x="5213175" y="3779771"/>
              <a:ext cx="99373" cy="77156"/>
            </a:xfrm>
            <a:custGeom>
              <a:avLst/>
              <a:gdLst>
                <a:gd name="connsiteX0" fmla="*/ 77381 w 99373"/>
                <a:gd name="connsiteY0" fmla="*/ 35163 h 77156"/>
                <a:gd name="connsiteX1" fmla="*/ 47799 w 99373"/>
                <a:gd name="connsiteY1" fmla="*/ 77 h 77156"/>
                <a:gd name="connsiteX2" fmla="*/ 150 w 99373"/>
                <a:gd name="connsiteY2" fmla="*/ 48449 h 77156"/>
                <a:gd name="connsiteX3" fmla="*/ 28846 w 99373"/>
                <a:gd name="connsiteY3" fmla="*/ 77233 h 77156"/>
                <a:gd name="connsiteX4" fmla="*/ 66222 w 99373"/>
                <a:gd name="connsiteY4" fmla="*/ 62926 h 77156"/>
                <a:gd name="connsiteX5" fmla="*/ 82341 w 99373"/>
                <a:gd name="connsiteY5" fmla="*/ 77233 h 77156"/>
                <a:gd name="connsiteX6" fmla="*/ 97220 w 99373"/>
                <a:gd name="connsiteY6" fmla="*/ 65140 h 77156"/>
                <a:gd name="connsiteX7" fmla="*/ 95095 w 99373"/>
                <a:gd name="connsiteY7" fmla="*/ 63437 h 77156"/>
                <a:gd name="connsiteX8" fmla="*/ 92792 w 99373"/>
                <a:gd name="connsiteY8" fmla="*/ 65140 h 77156"/>
                <a:gd name="connsiteX9" fmla="*/ 82872 w 99373"/>
                <a:gd name="connsiteY9" fmla="*/ 73486 h 77156"/>
                <a:gd name="connsiteX10" fmla="*/ 77381 w 99373"/>
                <a:gd name="connsiteY10" fmla="*/ 56113 h 77156"/>
                <a:gd name="connsiteX11" fmla="*/ 79152 w 99373"/>
                <a:gd name="connsiteY11" fmla="*/ 50152 h 77156"/>
                <a:gd name="connsiteX12" fmla="*/ 99523 w 99373"/>
                <a:gd name="connsiteY12" fmla="*/ 10126 h 77156"/>
                <a:gd name="connsiteX13" fmla="*/ 97397 w 99373"/>
                <a:gd name="connsiteY13" fmla="*/ 8423 h 77156"/>
                <a:gd name="connsiteX14" fmla="*/ 94740 w 99373"/>
                <a:gd name="connsiteY14" fmla="*/ 12000 h 77156"/>
                <a:gd name="connsiteX15" fmla="*/ 77381 w 99373"/>
                <a:gd name="connsiteY15" fmla="*/ 45723 h 77156"/>
                <a:gd name="connsiteX16" fmla="*/ 77381 w 99373"/>
                <a:gd name="connsiteY16" fmla="*/ 35163 h 77156"/>
                <a:gd name="connsiteX17" fmla="*/ 65513 w 99373"/>
                <a:gd name="connsiteY17" fmla="*/ 58498 h 77156"/>
                <a:gd name="connsiteX18" fmla="*/ 29200 w 99373"/>
                <a:gd name="connsiteY18" fmla="*/ 73486 h 77156"/>
                <a:gd name="connsiteX19" fmla="*/ 13258 w 99373"/>
                <a:gd name="connsiteY19" fmla="*/ 54921 h 77156"/>
                <a:gd name="connsiteX20" fmla="*/ 23532 w 99373"/>
                <a:gd name="connsiteY20" fmla="*/ 19494 h 77156"/>
                <a:gd name="connsiteX21" fmla="*/ 47622 w 99373"/>
                <a:gd name="connsiteY21" fmla="*/ 3824 h 77156"/>
                <a:gd name="connsiteX22" fmla="*/ 65159 w 99373"/>
                <a:gd name="connsiteY22" fmla="*/ 39422 h 77156"/>
                <a:gd name="connsiteX23" fmla="*/ 65513 w 99373"/>
                <a:gd name="connsiteY23" fmla="*/ 58498 h 771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99373" h="77156">
                  <a:moveTo>
                    <a:pt x="77381" y="35163"/>
                  </a:moveTo>
                  <a:cubicBezTo>
                    <a:pt x="77381" y="8423"/>
                    <a:pt x="60908" y="77"/>
                    <a:pt x="47799" y="77"/>
                  </a:cubicBezTo>
                  <a:cubicBezTo>
                    <a:pt x="23532" y="77"/>
                    <a:pt x="150" y="24433"/>
                    <a:pt x="150" y="48449"/>
                  </a:cubicBezTo>
                  <a:cubicBezTo>
                    <a:pt x="150" y="64289"/>
                    <a:pt x="10778" y="77233"/>
                    <a:pt x="28846" y="77233"/>
                  </a:cubicBezTo>
                  <a:cubicBezTo>
                    <a:pt x="40005" y="77233"/>
                    <a:pt x="52759" y="73316"/>
                    <a:pt x="66222" y="62926"/>
                  </a:cubicBezTo>
                  <a:cubicBezTo>
                    <a:pt x="68524" y="71953"/>
                    <a:pt x="74370" y="77233"/>
                    <a:pt x="82341" y="77233"/>
                  </a:cubicBezTo>
                  <a:cubicBezTo>
                    <a:pt x="91729" y="77233"/>
                    <a:pt x="97220" y="67865"/>
                    <a:pt x="97220" y="65140"/>
                  </a:cubicBezTo>
                  <a:cubicBezTo>
                    <a:pt x="97220" y="63948"/>
                    <a:pt x="96158" y="63437"/>
                    <a:pt x="95095" y="63437"/>
                  </a:cubicBezTo>
                  <a:cubicBezTo>
                    <a:pt x="93855" y="63437"/>
                    <a:pt x="93323" y="63948"/>
                    <a:pt x="92792" y="65140"/>
                  </a:cubicBezTo>
                  <a:cubicBezTo>
                    <a:pt x="89603" y="73486"/>
                    <a:pt x="83227" y="73486"/>
                    <a:pt x="82872" y="73486"/>
                  </a:cubicBezTo>
                  <a:cubicBezTo>
                    <a:pt x="77381" y="73486"/>
                    <a:pt x="77381" y="60201"/>
                    <a:pt x="77381" y="56113"/>
                  </a:cubicBezTo>
                  <a:cubicBezTo>
                    <a:pt x="77381" y="52536"/>
                    <a:pt x="77381" y="52196"/>
                    <a:pt x="79152" y="50152"/>
                  </a:cubicBezTo>
                  <a:cubicBezTo>
                    <a:pt x="95803" y="30054"/>
                    <a:pt x="99523" y="10296"/>
                    <a:pt x="99523" y="10126"/>
                  </a:cubicBezTo>
                  <a:cubicBezTo>
                    <a:pt x="99523" y="9785"/>
                    <a:pt x="99346" y="8423"/>
                    <a:pt x="97397" y="8423"/>
                  </a:cubicBezTo>
                  <a:cubicBezTo>
                    <a:pt x="95626" y="8423"/>
                    <a:pt x="95626" y="8934"/>
                    <a:pt x="94740" y="12000"/>
                  </a:cubicBezTo>
                  <a:cubicBezTo>
                    <a:pt x="91552" y="22730"/>
                    <a:pt x="85707" y="35674"/>
                    <a:pt x="77381" y="45723"/>
                  </a:cubicBezTo>
                  <a:lnTo>
                    <a:pt x="77381" y="35163"/>
                  </a:lnTo>
                  <a:close/>
                  <a:moveTo>
                    <a:pt x="65513" y="58498"/>
                  </a:moveTo>
                  <a:cubicBezTo>
                    <a:pt x="49925" y="71613"/>
                    <a:pt x="36286" y="73486"/>
                    <a:pt x="29200" y="73486"/>
                  </a:cubicBezTo>
                  <a:cubicBezTo>
                    <a:pt x="18572" y="73486"/>
                    <a:pt x="13258" y="65822"/>
                    <a:pt x="13258" y="54921"/>
                  </a:cubicBezTo>
                  <a:cubicBezTo>
                    <a:pt x="13258" y="46575"/>
                    <a:pt x="17864" y="28180"/>
                    <a:pt x="23532" y="19494"/>
                  </a:cubicBezTo>
                  <a:cubicBezTo>
                    <a:pt x="31857" y="7060"/>
                    <a:pt x="41423" y="3824"/>
                    <a:pt x="47622" y="3824"/>
                  </a:cubicBezTo>
                  <a:cubicBezTo>
                    <a:pt x="65159" y="3824"/>
                    <a:pt x="65159" y="26136"/>
                    <a:pt x="65159" y="39422"/>
                  </a:cubicBezTo>
                  <a:cubicBezTo>
                    <a:pt x="65159" y="45723"/>
                    <a:pt x="65159" y="55602"/>
                    <a:pt x="65513" y="58498"/>
                  </a:cubicBezTo>
                  <a:close/>
                </a:path>
              </a:pathLst>
            </a:custGeom>
            <a:solidFill>
              <a:srgbClr val="000000"/>
            </a:solidFill>
            <a:ln w="1773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25" name="任意形状 224">
              <a:extLst>
                <a:ext uri="{FF2B5EF4-FFF2-40B4-BE49-F238E27FC236}">
                  <a16:creationId xmlns:a16="http://schemas.microsoft.com/office/drawing/2014/main" id="{0187F03A-BF11-6EC0-7127-7C3A12D5EB58}"/>
                </a:ext>
              </a:extLst>
            </p:cNvPr>
            <p:cNvSpPr/>
            <p:nvPr>
              <p:custDataLst>
                <p:tags r:id="rId227"/>
              </p:custDataLst>
            </p:nvPr>
          </p:nvSpPr>
          <p:spPr>
            <a:xfrm>
              <a:off x="5325054" y="3826831"/>
              <a:ext cx="54061" cy="56155"/>
            </a:xfrm>
            <a:custGeom>
              <a:avLst/>
              <a:gdLst>
                <a:gd name="connsiteX0" fmla="*/ 14912 w 54061"/>
                <a:gd name="connsiteY0" fmla="*/ 27262 h 56155"/>
                <a:gd name="connsiteX1" fmla="*/ 26939 w 54061"/>
                <a:gd name="connsiteY1" fmla="*/ 29050 h 56155"/>
                <a:gd name="connsiteX2" fmla="*/ 38223 w 54061"/>
                <a:gd name="connsiteY2" fmla="*/ 24639 h 56155"/>
                <a:gd name="connsiteX3" fmla="*/ 28179 w 54061"/>
                <a:gd name="connsiteY3" fmla="*/ 20943 h 56155"/>
                <a:gd name="connsiteX4" fmla="*/ 15036 w 54061"/>
                <a:gd name="connsiteY4" fmla="*/ 23327 h 56155"/>
                <a:gd name="connsiteX5" fmla="*/ 10324 w 54061"/>
                <a:gd name="connsiteY5" fmla="*/ 17128 h 56155"/>
                <a:gd name="connsiteX6" fmla="*/ 34875 w 54061"/>
                <a:gd name="connsiteY6" fmla="*/ 6636 h 56155"/>
                <a:gd name="connsiteX7" fmla="*/ 47770 w 54061"/>
                <a:gd name="connsiteY7" fmla="*/ 9974 h 56155"/>
                <a:gd name="connsiteX8" fmla="*/ 50250 w 54061"/>
                <a:gd name="connsiteY8" fmla="*/ 11047 h 56155"/>
                <a:gd name="connsiteX9" fmla="*/ 54218 w 54061"/>
                <a:gd name="connsiteY9" fmla="*/ 7232 h 56155"/>
                <a:gd name="connsiteX10" fmla="*/ 47770 w 54061"/>
                <a:gd name="connsiteY10" fmla="*/ 2224 h 56155"/>
                <a:gd name="connsiteX11" fmla="*/ 36239 w 54061"/>
                <a:gd name="connsiteY11" fmla="*/ 78 h 56155"/>
                <a:gd name="connsiteX12" fmla="*/ 6108 w 54061"/>
                <a:gd name="connsiteY12" fmla="*/ 17247 h 56155"/>
                <a:gd name="connsiteX13" fmla="*/ 10944 w 54061"/>
                <a:gd name="connsiteY13" fmla="*/ 25354 h 56155"/>
                <a:gd name="connsiteX14" fmla="*/ 156 w 54061"/>
                <a:gd name="connsiteY14" fmla="*/ 40734 h 56155"/>
                <a:gd name="connsiteX15" fmla="*/ 22847 w 54061"/>
                <a:gd name="connsiteY15" fmla="*/ 56234 h 56155"/>
                <a:gd name="connsiteX16" fmla="*/ 48390 w 54061"/>
                <a:gd name="connsiteY16" fmla="*/ 43596 h 56155"/>
                <a:gd name="connsiteX17" fmla="*/ 46654 w 54061"/>
                <a:gd name="connsiteY17" fmla="*/ 42046 h 56155"/>
                <a:gd name="connsiteX18" fmla="*/ 45167 w 54061"/>
                <a:gd name="connsiteY18" fmla="*/ 43000 h 56155"/>
                <a:gd name="connsiteX19" fmla="*/ 24831 w 54061"/>
                <a:gd name="connsiteY19" fmla="*/ 49676 h 56155"/>
                <a:gd name="connsiteX20" fmla="*/ 11440 w 54061"/>
                <a:gd name="connsiteY20" fmla="*/ 48007 h 56155"/>
                <a:gd name="connsiteX21" fmla="*/ 4372 w 54061"/>
                <a:gd name="connsiteY21" fmla="*/ 40019 h 56155"/>
                <a:gd name="connsiteX22" fmla="*/ 14912 w 54061"/>
                <a:gd name="connsiteY22" fmla="*/ 27262 h 56155"/>
                <a:gd name="connsiteX23" fmla="*/ 20367 w 54061"/>
                <a:gd name="connsiteY23" fmla="*/ 25235 h 56155"/>
                <a:gd name="connsiteX24" fmla="*/ 27931 w 54061"/>
                <a:gd name="connsiteY24" fmla="*/ 24281 h 56155"/>
                <a:gd name="connsiteX25" fmla="*/ 33759 w 54061"/>
                <a:gd name="connsiteY25" fmla="*/ 24877 h 56155"/>
                <a:gd name="connsiteX26" fmla="*/ 26939 w 54061"/>
                <a:gd name="connsiteY26" fmla="*/ 25712 h 56155"/>
                <a:gd name="connsiteX27" fmla="*/ 20367 w 54061"/>
                <a:gd name="connsiteY27" fmla="*/ 25235 h 56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54061" h="56155">
                  <a:moveTo>
                    <a:pt x="14912" y="27262"/>
                  </a:moveTo>
                  <a:cubicBezTo>
                    <a:pt x="19624" y="29050"/>
                    <a:pt x="23343" y="29050"/>
                    <a:pt x="26939" y="29050"/>
                  </a:cubicBezTo>
                  <a:cubicBezTo>
                    <a:pt x="30907" y="29050"/>
                    <a:pt x="38223" y="29050"/>
                    <a:pt x="38223" y="24639"/>
                  </a:cubicBezTo>
                  <a:cubicBezTo>
                    <a:pt x="38223" y="21420"/>
                    <a:pt x="33511" y="20943"/>
                    <a:pt x="28179" y="20943"/>
                  </a:cubicBezTo>
                  <a:cubicBezTo>
                    <a:pt x="26443" y="20943"/>
                    <a:pt x="21111" y="20943"/>
                    <a:pt x="15036" y="23327"/>
                  </a:cubicBezTo>
                  <a:cubicBezTo>
                    <a:pt x="12184" y="22016"/>
                    <a:pt x="10324" y="19751"/>
                    <a:pt x="10324" y="17128"/>
                  </a:cubicBezTo>
                  <a:cubicBezTo>
                    <a:pt x="10324" y="10690"/>
                    <a:pt x="22351" y="6636"/>
                    <a:pt x="34875" y="6636"/>
                  </a:cubicBezTo>
                  <a:cubicBezTo>
                    <a:pt x="36859" y="6636"/>
                    <a:pt x="42191" y="6636"/>
                    <a:pt x="47770" y="9974"/>
                  </a:cubicBezTo>
                  <a:cubicBezTo>
                    <a:pt x="48514" y="10451"/>
                    <a:pt x="49258" y="11047"/>
                    <a:pt x="50250" y="11047"/>
                  </a:cubicBezTo>
                  <a:cubicBezTo>
                    <a:pt x="51986" y="11047"/>
                    <a:pt x="54218" y="9259"/>
                    <a:pt x="54218" y="7232"/>
                  </a:cubicBezTo>
                  <a:cubicBezTo>
                    <a:pt x="54218" y="4847"/>
                    <a:pt x="50126" y="3178"/>
                    <a:pt x="47770" y="2224"/>
                  </a:cubicBezTo>
                  <a:cubicBezTo>
                    <a:pt x="42439" y="78"/>
                    <a:pt x="38099" y="78"/>
                    <a:pt x="36239" y="78"/>
                  </a:cubicBezTo>
                  <a:cubicBezTo>
                    <a:pt x="21111" y="78"/>
                    <a:pt x="6108" y="7709"/>
                    <a:pt x="6108" y="17247"/>
                  </a:cubicBezTo>
                  <a:cubicBezTo>
                    <a:pt x="6108" y="22135"/>
                    <a:pt x="10820" y="25235"/>
                    <a:pt x="10944" y="25354"/>
                  </a:cubicBezTo>
                  <a:cubicBezTo>
                    <a:pt x="6356" y="27977"/>
                    <a:pt x="156" y="33223"/>
                    <a:pt x="156" y="40734"/>
                  </a:cubicBezTo>
                  <a:cubicBezTo>
                    <a:pt x="156" y="49438"/>
                    <a:pt x="9084" y="56234"/>
                    <a:pt x="22847" y="56234"/>
                  </a:cubicBezTo>
                  <a:cubicBezTo>
                    <a:pt x="41695" y="56234"/>
                    <a:pt x="48390" y="45504"/>
                    <a:pt x="48390" y="43596"/>
                  </a:cubicBezTo>
                  <a:cubicBezTo>
                    <a:pt x="48390" y="42761"/>
                    <a:pt x="47646" y="42046"/>
                    <a:pt x="46654" y="42046"/>
                  </a:cubicBezTo>
                  <a:cubicBezTo>
                    <a:pt x="45910" y="42046"/>
                    <a:pt x="45538" y="42523"/>
                    <a:pt x="45167" y="43000"/>
                  </a:cubicBezTo>
                  <a:cubicBezTo>
                    <a:pt x="42067" y="47650"/>
                    <a:pt x="37975" y="49676"/>
                    <a:pt x="24831" y="49676"/>
                  </a:cubicBezTo>
                  <a:cubicBezTo>
                    <a:pt x="21731" y="49676"/>
                    <a:pt x="15904" y="49676"/>
                    <a:pt x="11440" y="48007"/>
                  </a:cubicBezTo>
                  <a:cubicBezTo>
                    <a:pt x="6480" y="46219"/>
                    <a:pt x="4372" y="43000"/>
                    <a:pt x="4372" y="40019"/>
                  </a:cubicBezTo>
                  <a:cubicBezTo>
                    <a:pt x="4372" y="37277"/>
                    <a:pt x="6480" y="31435"/>
                    <a:pt x="14912" y="27262"/>
                  </a:cubicBezTo>
                  <a:close/>
                  <a:moveTo>
                    <a:pt x="20367" y="25235"/>
                  </a:moveTo>
                  <a:cubicBezTo>
                    <a:pt x="21731" y="24877"/>
                    <a:pt x="24211" y="24281"/>
                    <a:pt x="27931" y="24281"/>
                  </a:cubicBezTo>
                  <a:cubicBezTo>
                    <a:pt x="30659" y="24281"/>
                    <a:pt x="31279" y="24401"/>
                    <a:pt x="33759" y="24877"/>
                  </a:cubicBezTo>
                  <a:cubicBezTo>
                    <a:pt x="31899" y="25593"/>
                    <a:pt x="31527" y="25712"/>
                    <a:pt x="26939" y="25712"/>
                  </a:cubicBezTo>
                  <a:cubicBezTo>
                    <a:pt x="25079" y="25712"/>
                    <a:pt x="22599" y="25712"/>
                    <a:pt x="20367" y="25235"/>
                  </a:cubicBezTo>
                  <a:close/>
                </a:path>
              </a:pathLst>
            </a:custGeom>
            <a:solidFill>
              <a:srgbClr val="000000"/>
            </a:solidFill>
            <a:ln w="1773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26" name="任意形状 225">
              <a:extLst>
                <a:ext uri="{FF2B5EF4-FFF2-40B4-BE49-F238E27FC236}">
                  <a16:creationId xmlns:a16="http://schemas.microsoft.com/office/drawing/2014/main" id="{6BB2682D-C7FD-300F-4FB5-FCEE2CBFA57D}"/>
                </a:ext>
              </a:extLst>
            </p:cNvPr>
            <p:cNvSpPr/>
            <p:nvPr>
              <p:custDataLst>
                <p:tags r:id="rId228"/>
              </p:custDataLst>
            </p:nvPr>
          </p:nvSpPr>
          <p:spPr>
            <a:xfrm>
              <a:off x="5412544" y="3727312"/>
              <a:ext cx="41095" cy="170322"/>
            </a:xfrm>
            <a:custGeom>
              <a:avLst/>
              <a:gdLst>
                <a:gd name="connsiteX0" fmla="*/ 41256 w 41095"/>
                <a:gd name="connsiteY0" fmla="*/ 168697 h 170322"/>
                <a:gd name="connsiteX1" fmla="*/ 38245 w 41095"/>
                <a:gd name="connsiteY1" fmla="*/ 164949 h 170322"/>
                <a:gd name="connsiteX2" fmla="*/ 10434 w 41095"/>
                <a:gd name="connsiteY2" fmla="*/ 85238 h 170322"/>
                <a:gd name="connsiteX3" fmla="*/ 38953 w 41095"/>
                <a:gd name="connsiteY3" fmla="*/ 4676 h 170322"/>
                <a:gd name="connsiteX4" fmla="*/ 41256 w 41095"/>
                <a:gd name="connsiteY4" fmla="*/ 1780 h 170322"/>
                <a:gd name="connsiteX5" fmla="*/ 39485 w 41095"/>
                <a:gd name="connsiteY5" fmla="*/ 77 h 170322"/>
                <a:gd name="connsiteX6" fmla="*/ 11320 w 41095"/>
                <a:gd name="connsiteY6" fmla="*/ 33290 h 170322"/>
                <a:gd name="connsiteX7" fmla="*/ 161 w 41095"/>
                <a:gd name="connsiteY7" fmla="*/ 85238 h 170322"/>
                <a:gd name="connsiteX8" fmla="*/ 11852 w 41095"/>
                <a:gd name="connsiteY8" fmla="*/ 138379 h 170322"/>
                <a:gd name="connsiteX9" fmla="*/ 39485 w 41095"/>
                <a:gd name="connsiteY9" fmla="*/ 170400 h 170322"/>
                <a:gd name="connsiteX10" fmla="*/ 41256 w 41095"/>
                <a:gd name="connsiteY10" fmla="*/ 168697 h 1703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41095" h="170322">
                  <a:moveTo>
                    <a:pt x="41256" y="168697"/>
                  </a:moveTo>
                  <a:cubicBezTo>
                    <a:pt x="41256" y="168186"/>
                    <a:pt x="41256" y="167845"/>
                    <a:pt x="38245" y="164949"/>
                  </a:cubicBezTo>
                  <a:cubicBezTo>
                    <a:pt x="16103" y="143489"/>
                    <a:pt x="10434" y="111298"/>
                    <a:pt x="10434" y="85238"/>
                  </a:cubicBezTo>
                  <a:cubicBezTo>
                    <a:pt x="10434" y="55602"/>
                    <a:pt x="17166" y="25966"/>
                    <a:pt x="38953" y="4676"/>
                  </a:cubicBezTo>
                  <a:cubicBezTo>
                    <a:pt x="41256" y="2632"/>
                    <a:pt x="41256" y="2291"/>
                    <a:pt x="41256" y="1780"/>
                  </a:cubicBezTo>
                  <a:cubicBezTo>
                    <a:pt x="41256" y="588"/>
                    <a:pt x="40548" y="77"/>
                    <a:pt x="39485" y="77"/>
                  </a:cubicBezTo>
                  <a:cubicBezTo>
                    <a:pt x="37713" y="77"/>
                    <a:pt x="21771" y="11659"/>
                    <a:pt x="11320" y="33290"/>
                  </a:cubicBezTo>
                  <a:cubicBezTo>
                    <a:pt x="2286" y="52025"/>
                    <a:pt x="161" y="70931"/>
                    <a:pt x="161" y="85238"/>
                  </a:cubicBezTo>
                  <a:cubicBezTo>
                    <a:pt x="161" y="98524"/>
                    <a:pt x="2109" y="119133"/>
                    <a:pt x="11852" y="138379"/>
                  </a:cubicBezTo>
                  <a:cubicBezTo>
                    <a:pt x="22480" y="159329"/>
                    <a:pt x="37713" y="170400"/>
                    <a:pt x="39485" y="170400"/>
                  </a:cubicBezTo>
                  <a:cubicBezTo>
                    <a:pt x="40548" y="170400"/>
                    <a:pt x="41256" y="169889"/>
                    <a:pt x="41256" y="168697"/>
                  </a:cubicBezTo>
                  <a:close/>
                </a:path>
              </a:pathLst>
            </a:custGeom>
            <a:solidFill>
              <a:srgbClr val="000000"/>
            </a:solidFill>
            <a:ln w="1773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27" name="任意形状 226">
              <a:extLst>
                <a:ext uri="{FF2B5EF4-FFF2-40B4-BE49-F238E27FC236}">
                  <a16:creationId xmlns:a16="http://schemas.microsoft.com/office/drawing/2014/main" id="{AF87AD26-0121-51E6-D4F4-B0E4016C1CDB}"/>
                </a:ext>
              </a:extLst>
            </p:cNvPr>
            <p:cNvSpPr/>
            <p:nvPr>
              <p:custDataLst>
                <p:tags r:id="rId229"/>
              </p:custDataLst>
            </p:nvPr>
          </p:nvSpPr>
          <p:spPr>
            <a:xfrm>
              <a:off x="5471333" y="3738723"/>
              <a:ext cx="177490" cy="116330"/>
            </a:xfrm>
            <a:custGeom>
              <a:avLst/>
              <a:gdLst>
                <a:gd name="connsiteX0" fmla="*/ 156752 w 177490"/>
                <a:gd name="connsiteY0" fmla="*/ 13192 h 116330"/>
                <a:gd name="connsiteX1" fmla="*/ 171986 w 177490"/>
                <a:gd name="connsiteY1" fmla="*/ 5357 h 116330"/>
                <a:gd name="connsiteX2" fmla="*/ 177654 w 177490"/>
                <a:gd name="connsiteY2" fmla="*/ 1950 h 116330"/>
                <a:gd name="connsiteX3" fmla="*/ 172872 w 177490"/>
                <a:gd name="connsiteY3" fmla="*/ 77 h 116330"/>
                <a:gd name="connsiteX4" fmla="*/ 149490 w 177490"/>
                <a:gd name="connsiteY4" fmla="*/ 77 h 116330"/>
                <a:gd name="connsiteX5" fmla="*/ 142582 w 177490"/>
                <a:gd name="connsiteY5" fmla="*/ 3313 h 116330"/>
                <a:gd name="connsiteX6" fmla="*/ 77927 w 177490"/>
                <a:gd name="connsiteY6" fmla="*/ 100397 h 116330"/>
                <a:gd name="connsiteX7" fmla="*/ 64110 w 177490"/>
                <a:gd name="connsiteY7" fmla="*/ 3994 h 116330"/>
                <a:gd name="connsiteX8" fmla="*/ 58619 w 177490"/>
                <a:gd name="connsiteY8" fmla="*/ 77 h 116330"/>
                <a:gd name="connsiteX9" fmla="*/ 34352 w 177490"/>
                <a:gd name="connsiteY9" fmla="*/ 77 h 116330"/>
                <a:gd name="connsiteX10" fmla="*/ 29038 w 177490"/>
                <a:gd name="connsiteY10" fmla="*/ 3313 h 116330"/>
                <a:gd name="connsiteX11" fmla="*/ 34175 w 177490"/>
                <a:gd name="connsiteY11" fmla="*/ 5357 h 116330"/>
                <a:gd name="connsiteX12" fmla="*/ 41791 w 177490"/>
                <a:gd name="connsiteY12" fmla="*/ 5698 h 116330"/>
                <a:gd name="connsiteX13" fmla="*/ 45688 w 177490"/>
                <a:gd name="connsiteY13" fmla="*/ 8423 h 116330"/>
                <a:gd name="connsiteX14" fmla="*/ 44980 w 177490"/>
                <a:gd name="connsiteY14" fmla="*/ 11659 h 116330"/>
                <a:gd name="connsiteX15" fmla="*/ 22484 w 177490"/>
                <a:gd name="connsiteY15" fmla="*/ 98353 h 116330"/>
                <a:gd name="connsiteX16" fmla="*/ 3353 w 177490"/>
                <a:gd name="connsiteY16" fmla="*/ 111127 h 116330"/>
                <a:gd name="connsiteX17" fmla="*/ 164 w 177490"/>
                <a:gd name="connsiteY17" fmla="*/ 114364 h 116330"/>
                <a:gd name="connsiteX18" fmla="*/ 2644 w 177490"/>
                <a:gd name="connsiteY18" fmla="*/ 116407 h 116330"/>
                <a:gd name="connsiteX19" fmla="*/ 20358 w 177490"/>
                <a:gd name="connsiteY19" fmla="*/ 115896 h 116330"/>
                <a:gd name="connsiteX20" fmla="*/ 38603 w 177490"/>
                <a:gd name="connsiteY20" fmla="*/ 116407 h 116330"/>
                <a:gd name="connsiteX21" fmla="*/ 41791 w 177490"/>
                <a:gd name="connsiteY21" fmla="*/ 113001 h 116330"/>
                <a:gd name="connsiteX22" fmla="*/ 38603 w 177490"/>
                <a:gd name="connsiteY22" fmla="*/ 111127 h 116330"/>
                <a:gd name="connsiteX23" fmla="*/ 26558 w 177490"/>
                <a:gd name="connsiteY23" fmla="*/ 103633 h 116330"/>
                <a:gd name="connsiteX24" fmla="*/ 27266 w 177490"/>
                <a:gd name="connsiteY24" fmla="*/ 99716 h 116330"/>
                <a:gd name="connsiteX25" fmla="*/ 51357 w 177490"/>
                <a:gd name="connsiteY25" fmla="*/ 6890 h 116330"/>
                <a:gd name="connsiteX26" fmla="*/ 51534 w 177490"/>
                <a:gd name="connsiteY26" fmla="*/ 6890 h 116330"/>
                <a:gd name="connsiteX27" fmla="*/ 66767 w 177490"/>
                <a:gd name="connsiteY27" fmla="*/ 112490 h 116330"/>
                <a:gd name="connsiteX28" fmla="*/ 69425 w 177490"/>
                <a:gd name="connsiteY28" fmla="*/ 116407 h 116330"/>
                <a:gd name="connsiteX29" fmla="*/ 73322 w 177490"/>
                <a:gd name="connsiteY29" fmla="*/ 113342 h 116330"/>
                <a:gd name="connsiteX30" fmla="*/ 144884 w 177490"/>
                <a:gd name="connsiteY30" fmla="*/ 5527 h 116330"/>
                <a:gd name="connsiteX31" fmla="*/ 145061 w 177490"/>
                <a:gd name="connsiteY31" fmla="*/ 5527 h 116330"/>
                <a:gd name="connsiteX32" fmla="*/ 119731 w 177490"/>
                <a:gd name="connsiteY32" fmla="*/ 103122 h 116330"/>
                <a:gd name="connsiteX33" fmla="*/ 103612 w 177490"/>
                <a:gd name="connsiteY33" fmla="*/ 111127 h 116330"/>
                <a:gd name="connsiteX34" fmla="*/ 98652 w 177490"/>
                <a:gd name="connsiteY34" fmla="*/ 114364 h 116330"/>
                <a:gd name="connsiteX35" fmla="*/ 101309 w 177490"/>
                <a:gd name="connsiteY35" fmla="*/ 116407 h 116330"/>
                <a:gd name="connsiteX36" fmla="*/ 123274 w 177490"/>
                <a:gd name="connsiteY36" fmla="*/ 115896 h 116330"/>
                <a:gd name="connsiteX37" fmla="*/ 145416 w 177490"/>
                <a:gd name="connsiteY37" fmla="*/ 116407 h 116330"/>
                <a:gd name="connsiteX38" fmla="*/ 148781 w 177490"/>
                <a:gd name="connsiteY38" fmla="*/ 113001 h 116330"/>
                <a:gd name="connsiteX39" fmla="*/ 143822 w 177490"/>
                <a:gd name="connsiteY39" fmla="*/ 111127 h 116330"/>
                <a:gd name="connsiteX40" fmla="*/ 132308 w 177490"/>
                <a:gd name="connsiteY40" fmla="*/ 108062 h 116330"/>
                <a:gd name="connsiteX41" fmla="*/ 133193 w 177490"/>
                <a:gd name="connsiteY41" fmla="*/ 103974 h 116330"/>
                <a:gd name="connsiteX42" fmla="*/ 156752 w 177490"/>
                <a:gd name="connsiteY42" fmla="*/ 13192 h 1163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</a:cxnLst>
              <a:rect l="l" t="t" r="r" b="b"/>
              <a:pathLst>
                <a:path w="177490" h="116330">
                  <a:moveTo>
                    <a:pt x="156752" y="13192"/>
                  </a:moveTo>
                  <a:cubicBezTo>
                    <a:pt x="158347" y="7060"/>
                    <a:pt x="158701" y="5357"/>
                    <a:pt x="171986" y="5357"/>
                  </a:cubicBezTo>
                  <a:cubicBezTo>
                    <a:pt x="176060" y="5357"/>
                    <a:pt x="177654" y="5357"/>
                    <a:pt x="177654" y="1950"/>
                  </a:cubicBezTo>
                  <a:cubicBezTo>
                    <a:pt x="177654" y="77"/>
                    <a:pt x="175883" y="77"/>
                    <a:pt x="172872" y="77"/>
                  </a:cubicBezTo>
                  <a:lnTo>
                    <a:pt x="149490" y="77"/>
                  </a:lnTo>
                  <a:cubicBezTo>
                    <a:pt x="144884" y="77"/>
                    <a:pt x="144707" y="77"/>
                    <a:pt x="142582" y="3313"/>
                  </a:cubicBezTo>
                  <a:lnTo>
                    <a:pt x="77927" y="100397"/>
                  </a:lnTo>
                  <a:lnTo>
                    <a:pt x="64110" y="3994"/>
                  </a:lnTo>
                  <a:cubicBezTo>
                    <a:pt x="63579" y="77"/>
                    <a:pt x="63225" y="77"/>
                    <a:pt x="58619" y="77"/>
                  </a:cubicBezTo>
                  <a:lnTo>
                    <a:pt x="34352" y="77"/>
                  </a:lnTo>
                  <a:cubicBezTo>
                    <a:pt x="30986" y="77"/>
                    <a:pt x="29038" y="77"/>
                    <a:pt x="29038" y="3313"/>
                  </a:cubicBezTo>
                  <a:cubicBezTo>
                    <a:pt x="29038" y="5357"/>
                    <a:pt x="30632" y="5357"/>
                    <a:pt x="34175" y="5357"/>
                  </a:cubicBezTo>
                  <a:cubicBezTo>
                    <a:pt x="36477" y="5357"/>
                    <a:pt x="39666" y="5527"/>
                    <a:pt x="41791" y="5698"/>
                  </a:cubicBezTo>
                  <a:cubicBezTo>
                    <a:pt x="44626" y="6038"/>
                    <a:pt x="45688" y="6549"/>
                    <a:pt x="45688" y="8423"/>
                  </a:cubicBezTo>
                  <a:cubicBezTo>
                    <a:pt x="45688" y="9104"/>
                    <a:pt x="45511" y="9615"/>
                    <a:pt x="44980" y="11659"/>
                  </a:cubicBezTo>
                  <a:lnTo>
                    <a:pt x="22484" y="98353"/>
                  </a:lnTo>
                  <a:cubicBezTo>
                    <a:pt x="20712" y="105166"/>
                    <a:pt x="17701" y="110616"/>
                    <a:pt x="3353" y="111127"/>
                  </a:cubicBezTo>
                  <a:cubicBezTo>
                    <a:pt x="2467" y="111127"/>
                    <a:pt x="164" y="111298"/>
                    <a:pt x="164" y="114364"/>
                  </a:cubicBezTo>
                  <a:cubicBezTo>
                    <a:pt x="164" y="115896"/>
                    <a:pt x="1227" y="116407"/>
                    <a:pt x="2644" y="116407"/>
                  </a:cubicBezTo>
                  <a:cubicBezTo>
                    <a:pt x="8313" y="116407"/>
                    <a:pt x="14512" y="115896"/>
                    <a:pt x="20358" y="115896"/>
                  </a:cubicBezTo>
                  <a:cubicBezTo>
                    <a:pt x="26381" y="115896"/>
                    <a:pt x="32757" y="116407"/>
                    <a:pt x="38603" y="116407"/>
                  </a:cubicBezTo>
                  <a:cubicBezTo>
                    <a:pt x="39489" y="116407"/>
                    <a:pt x="41791" y="116407"/>
                    <a:pt x="41791" y="113001"/>
                  </a:cubicBezTo>
                  <a:cubicBezTo>
                    <a:pt x="41791" y="111127"/>
                    <a:pt x="39843" y="111127"/>
                    <a:pt x="38603" y="111127"/>
                  </a:cubicBezTo>
                  <a:cubicBezTo>
                    <a:pt x="28506" y="110957"/>
                    <a:pt x="26558" y="107551"/>
                    <a:pt x="26558" y="103633"/>
                  </a:cubicBezTo>
                  <a:cubicBezTo>
                    <a:pt x="26558" y="102441"/>
                    <a:pt x="26735" y="101589"/>
                    <a:pt x="27266" y="99716"/>
                  </a:cubicBezTo>
                  <a:lnTo>
                    <a:pt x="51357" y="6890"/>
                  </a:lnTo>
                  <a:lnTo>
                    <a:pt x="51534" y="6890"/>
                  </a:lnTo>
                  <a:lnTo>
                    <a:pt x="66767" y="112490"/>
                  </a:lnTo>
                  <a:cubicBezTo>
                    <a:pt x="67122" y="114534"/>
                    <a:pt x="67299" y="116407"/>
                    <a:pt x="69425" y="116407"/>
                  </a:cubicBezTo>
                  <a:cubicBezTo>
                    <a:pt x="71373" y="116407"/>
                    <a:pt x="72436" y="114534"/>
                    <a:pt x="73322" y="113342"/>
                  </a:cubicBezTo>
                  <a:lnTo>
                    <a:pt x="144884" y="5527"/>
                  </a:lnTo>
                  <a:lnTo>
                    <a:pt x="145061" y="5527"/>
                  </a:lnTo>
                  <a:lnTo>
                    <a:pt x="119731" y="103122"/>
                  </a:lnTo>
                  <a:cubicBezTo>
                    <a:pt x="117960" y="109765"/>
                    <a:pt x="117605" y="111127"/>
                    <a:pt x="103612" y="111127"/>
                  </a:cubicBezTo>
                  <a:cubicBezTo>
                    <a:pt x="100600" y="111127"/>
                    <a:pt x="98652" y="111127"/>
                    <a:pt x="98652" y="114364"/>
                  </a:cubicBezTo>
                  <a:cubicBezTo>
                    <a:pt x="98652" y="116407"/>
                    <a:pt x="100778" y="116407"/>
                    <a:pt x="101309" y="116407"/>
                  </a:cubicBezTo>
                  <a:cubicBezTo>
                    <a:pt x="106269" y="116407"/>
                    <a:pt x="118314" y="115896"/>
                    <a:pt x="123274" y="115896"/>
                  </a:cubicBezTo>
                  <a:cubicBezTo>
                    <a:pt x="130536" y="115896"/>
                    <a:pt x="138153" y="116407"/>
                    <a:pt x="145416" y="116407"/>
                  </a:cubicBezTo>
                  <a:cubicBezTo>
                    <a:pt x="146479" y="116407"/>
                    <a:pt x="148781" y="116407"/>
                    <a:pt x="148781" y="113001"/>
                  </a:cubicBezTo>
                  <a:cubicBezTo>
                    <a:pt x="148781" y="111127"/>
                    <a:pt x="147187" y="111127"/>
                    <a:pt x="143822" y="111127"/>
                  </a:cubicBezTo>
                  <a:cubicBezTo>
                    <a:pt x="137268" y="111127"/>
                    <a:pt x="132308" y="111127"/>
                    <a:pt x="132308" y="108062"/>
                  </a:cubicBezTo>
                  <a:cubicBezTo>
                    <a:pt x="132308" y="107380"/>
                    <a:pt x="132308" y="107040"/>
                    <a:pt x="133193" y="103974"/>
                  </a:cubicBezTo>
                  <a:lnTo>
                    <a:pt x="156752" y="13192"/>
                  </a:lnTo>
                  <a:close/>
                </a:path>
              </a:pathLst>
            </a:custGeom>
            <a:solidFill>
              <a:srgbClr val="000000"/>
            </a:solidFill>
            <a:ln w="1773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28" name="任意形状 227">
              <a:extLst>
                <a:ext uri="{FF2B5EF4-FFF2-40B4-BE49-F238E27FC236}">
                  <a16:creationId xmlns:a16="http://schemas.microsoft.com/office/drawing/2014/main" id="{CA593A00-BAF0-1281-97C8-9C6D2CCB391C}"/>
                </a:ext>
              </a:extLst>
            </p:cNvPr>
            <p:cNvSpPr/>
            <p:nvPr>
              <p:custDataLst>
                <p:tags r:id="rId230"/>
              </p:custDataLst>
            </p:nvPr>
          </p:nvSpPr>
          <p:spPr>
            <a:xfrm>
              <a:off x="5666088" y="3729289"/>
              <a:ext cx="50341" cy="51386"/>
            </a:xfrm>
            <a:custGeom>
              <a:avLst/>
              <a:gdLst>
                <a:gd name="connsiteX0" fmla="*/ 29190 w 50341"/>
                <a:gd name="connsiteY0" fmla="*/ 25826 h 51386"/>
                <a:gd name="connsiteX1" fmla="*/ 47045 w 50341"/>
                <a:gd name="connsiteY1" fmla="*/ 18434 h 51386"/>
                <a:gd name="connsiteX2" fmla="*/ 50517 w 50341"/>
                <a:gd name="connsiteY2" fmla="*/ 14738 h 51386"/>
                <a:gd name="connsiteX3" fmla="*/ 46673 w 50341"/>
                <a:gd name="connsiteY3" fmla="*/ 10922 h 51386"/>
                <a:gd name="connsiteX4" fmla="*/ 44069 w 50341"/>
                <a:gd name="connsiteY4" fmla="*/ 11995 h 51386"/>
                <a:gd name="connsiteX5" fmla="*/ 27206 w 50341"/>
                <a:gd name="connsiteY5" fmla="*/ 22845 h 51386"/>
                <a:gd name="connsiteX6" fmla="*/ 29066 w 50341"/>
                <a:gd name="connsiteY6" fmla="*/ 5200 h 51386"/>
                <a:gd name="connsiteX7" fmla="*/ 25346 w 50341"/>
                <a:gd name="connsiteY7" fmla="*/ 73 h 51386"/>
                <a:gd name="connsiteX8" fmla="*/ 21502 w 50341"/>
                <a:gd name="connsiteY8" fmla="*/ 3650 h 51386"/>
                <a:gd name="connsiteX9" fmla="*/ 22122 w 50341"/>
                <a:gd name="connsiteY9" fmla="*/ 9492 h 51386"/>
                <a:gd name="connsiteX10" fmla="*/ 23486 w 50341"/>
                <a:gd name="connsiteY10" fmla="*/ 22845 h 51386"/>
                <a:gd name="connsiteX11" fmla="*/ 6747 w 50341"/>
                <a:gd name="connsiteY11" fmla="*/ 11995 h 51386"/>
                <a:gd name="connsiteX12" fmla="*/ 4019 w 50341"/>
                <a:gd name="connsiteY12" fmla="*/ 10922 h 51386"/>
                <a:gd name="connsiteX13" fmla="*/ 175 w 50341"/>
                <a:gd name="connsiteY13" fmla="*/ 14738 h 51386"/>
                <a:gd name="connsiteX14" fmla="*/ 2779 w 50341"/>
                <a:gd name="connsiteY14" fmla="*/ 18195 h 51386"/>
                <a:gd name="connsiteX15" fmla="*/ 21502 w 50341"/>
                <a:gd name="connsiteY15" fmla="*/ 25706 h 51386"/>
                <a:gd name="connsiteX16" fmla="*/ 3647 w 50341"/>
                <a:gd name="connsiteY16" fmla="*/ 33098 h 51386"/>
                <a:gd name="connsiteX17" fmla="*/ 175 w 50341"/>
                <a:gd name="connsiteY17" fmla="*/ 36794 h 51386"/>
                <a:gd name="connsiteX18" fmla="*/ 4019 w 50341"/>
                <a:gd name="connsiteY18" fmla="*/ 40610 h 51386"/>
                <a:gd name="connsiteX19" fmla="*/ 6623 w 50341"/>
                <a:gd name="connsiteY19" fmla="*/ 39537 h 51386"/>
                <a:gd name="connsiteX20" fmla="*/ 23486 w 50341"/>
                <a:gd name="connsiteY20" fmla="*/ 28687 h 51386"/>
                <a:gd name="connsiteX21" fmla="*/ 21502 w 50341"/>
                <a:gd name="connsiteY21" fmla="*/ 47882 h 51386"/>
                <a:gd name="connsiteX22" fmla="*/ 25346 w 50341"/>
                <a:gd name="connsiteY22" fmla="*/ 51459 h 51386"/>
                <a:gd name="connsiteX23" fmla="*/ 29190 w 50341"/>
                <a:gd name="connsiteY23" fmla="*/ 47882 h 51386"/>
                <a:gd name="connsiteX24" fmla="*/ 28570 w 50341"/>
                <a:gd name="connsiteY24" fmla="*/ 42040 h 51386"/>
                <a:gd name="connsiteX25" fmla="*/ 27206 w 50341"/>
                <a:gd name="connsiteY25" fmla="*/ 28687 h 51386"/>
                <a:gd name="connsiteX26" fmla="*/ 42086 w 50341"/>
                <a:gd name="connsiteY26" fmla="*/ 38225 h 51386"/>
                <a:gd name="connsiteX27" fmla="*/ 46673 w 50341"/>
                <a:gd name="connsiteY27" fmla="*/ 40610 h 51386"/>
                <a:gd name="connsiteX28" fmla="*/ 50517 w 50341"/>
                <a:gd name="connsiteY28" fmla="*/ 36794 h 51386"/>
                <a:gd name="connsiteX29" fmla="*/ 47913 w 50341"/>
                <a:gd name="connsiteY29" fmla="*/ 33337 h 51386"/>
                <a:gd name="connsiteX30" fmla="*/ 29190 w 50341"/>
                <a:gd name="connsiteY30" fmla="*/ 25826 h 513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50341" h="51386">
                  <a:moveTo>
                    <a:pt x="29190" y="25826"/>
                  </a:moveTo>
                  <a:cubicBezTo>
                    <a:pt x="39358" y="21533"/>
                    <a:pt x="43945" y="19864"/>
                    <a:pt x="47045" y="18434"/>
                  </a:cubicBezTo>
                  <a:cubicBezTo>
                    <a:pt x="49401" y="17480"/>
                    <a:pt x="50517" y="17003"/>
                    <a:pt x="50517" y="14738"/>
                  </a:cubicBezTo>
                  <a:cubicBezTo>
                    <a:pt x="50517" y="12711"/>
                    <a:pt x="48905" y="10922"/>
                    <a:pt x="46673" y="10922"/>
                  </a:cubicBezTo>
                  <a:cubicBezTo>
                    <a:pt x="45805" y="10922"/>
                    <a:pt x="45557" y="10922"/>
                    <a:pt x="44069" y="11995"/>
                  </a:cubicBezTo>
                  <a:lnTo>
                    <a:pt x="27206" y="22845"/>
                  </a:lnTo>
                  <a:lnTo>
                    <a:pt x="29066" y="5200"/>
                  </a:lnTo>
                  <a:cubicBezTo>
                    <a:pt x="29314" y="3053"/>
                    <a:pt x="29066" y="73"/>
                    <a:pt x="25346" y="73"/>
                  </a:cubicBezTo>
                  <a:cubicBezTo>
                    <a:pt x="23858" y="73"/>
                    <a:pt x="21502" y="1027"/>
                    <a:pt x="21502" y="3650"/>
                  </a:cubicBezTo>
                  <a:cubicBezTo>
                    <a:pt x="21502" y="4723"/>
                    <a:pt x="21998" y="8299"/>
                    <a:pt x="22122" y="9492"/>
                  </a:cubicBezTo>
                  <a:cubicBezTo>
                    <a:pt x="22370" y="11518"/>
                    <a:pt x="23238" y="20103"/>
                    <a:pt x="23486" y="22845"/>
                  </a:cubicBezTo>
                  <a:lnTo>
                    <a:pt x="6747" y="11995"/>
                  </a:lnTo>
                  <a:cubicBezTo>
                    <a:pt x="5507" y="11280"/>
                    <a:pt x="5135" y="10922"/>
                    <a:pt x="4019" y="10922"/>
                  </a:cubicBezTo>
                  <a:cubicBezTo>
                    <a:pt x="1787" y="10922"/>
                    <a:pt x="175" y="12711"/>
                    <a:pt x="175" y="14738"/>
                  </a:cubicBezTo>
                  <a:cubicBezTo>
                    <a:pt x="175" y="17122"/>
                    <a:pt x="1663" y="17718"/>
                    <a:pt x="2779" y="18195"/>
                  </a:cubicBezTo>
                  <a:lnTo>
                    <a:pt x="21502" y="25706"/>
                  </a:lnTo>
                  <a:cubicBezTo>
                    <a:pt x="11335" y="29999"/>
                    <a:pt x="6747" y="31668"/>
                    <a:pt x="3647" y="33098"/>
                  </a:cubicBezTo>
                  <a:cubicBezTo>
                    <a:pt x="1291" y="34052"/>
                    <a:pt x="175" y="34529"/>
                    <a:pt x="175" y="36794"/>
                  </a:cubicBezTo>
                  <a:cubicBezTo>
                    <a:pt x="175" y="38821"/>
                    <a:pt x="1787" y="40610"/>
                    <a:pt x="4019" y="40610"/>
                  </a:cubicBezTo>
                  <a:cubicBezTo>
                    <a:pt x="4887" y="40610"/>
                    <a:pt x="5135" y="40610"/>
                    <a:pt x="6623" y="39537"/>
                  </a:cubicBezTo>
                  <a:lnTo>
                    <a:pt x="23486" y="28687"/>
                  </a:lnTo>
                  <a:lnTo>
                    <a:pt x="21502" y="47882"/>
                  </a:lnTo>
                  <a:cubicBezTo>
                    <a:pt x="21502" y="50505"/>
                    <a:pt x="23858" y="51459"/>
                    <a:pt x="25346" y="51459"/>
                  </a:cubicBezTo>
                  <a:cubicBezTo>
                    <a:pt x="26834" y="51459"/>
                    <a:pt x="29190" y="50505"/>
                    <a:pt x="29190" y="47882"/>
                  </a:cubicBezTo>
                  <a:cubicBezTo>
                    <a:pt x="29190" y="46809"/>
                    <a:pt x="28694" y="43233"/>
                    <a:pt x="28570" y="42040"/>
                  </a:cubicBezTo>
                  <a:cubicBezTo>
                    <a:pt x="28322" y="40014"/>
                    <a:pt x="27454" y="31429"/>
                    <a:pt x="27206" y="28687"/>
                  </a:cubicBezTo>
                  <a:lnTo>
                    <a:pt x="42086" y="38225"/>
                  </a:lnTo>
                  <a:cubicBezTo>
                    <a:pt x="45309" y="40610"/>
                    <a:pt x="45557" y="40610"/>
                    <a:pt x="46673" y="40610"/>
                  </a:cubicBezTo>
                  <a:cubicBezTo>
                    <a:pt x="48905" y="40610"/>
                    <a:pt x="50517" y="38821"/>
                    <a:pt x="50517" y="36794"/>
                  </a:cubicBezTo>
                  <a:cubicBezTo>
                    <a:pt x="50517" y="34410"/>
                    <a:pt x="49029" y="33814"/>
                    <a:pt x="47913" y="33337"/>
                  </a:cubicBezTo>
                  <a:lnTo>
                    <a:pt x="29190" y="25826"/>
                  </a:lnTo>
                  <a:close/>
                </a:path>
              </a:pathLst>
            </a:custGeom>
            <a:solidFill>
              <a:srgbClr val="000000"/>
            </a:solidFill>
            <a:ln w="1773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29" name="任意形状 228">
              <a:extLst>
                <a:ext uri="{FF2B5EF4-FFF2-40B4-BE49-F238E27FC236}">
                  <a16:creationId xmlns:a16="http://schemas.microsoft.com/office/drawing/2014/main" id="{25817442-2928-A006-214C-C57DB34CB91E}"/>
                </a:ext>
              </a:extLst>
            </p:cNvPr>
            <p:cNvSpPr/>
            <p:nvPr>
              <p:custDataLst>
                <p:tags r:id="rId231"/>
              </p:custDataLst>
            </p:nvPr>
          </p:nvSpPr>
          <p:spPr>
            <a:xfrm>
              <a:off x="5643552" y="3813225"/>
              <a:ext cx="55549" cy="85127"/>
            </a:xfrm>
            <a:custGeom>
              <a:avLst/>
              <a:gdLst>
                <a:gd name="connsiteX0" fmla="*/ 55724 w 55549"/>
                <a:gd name="connsiteY0" fmla="*/ 25951 h 85127"/>
                <a:gd name="connsiteX1" fmla="*/ 38613 w 55549"/>
                <a:gd name="connsiteY1" fmla="*/ 79 h 85127"/>
                <a:gd name="connsiteX2" fmla="*/ 174 w 55549"/>
                <a:gd name="connsiteY2" fmla="*/ 59335 h 85127"/>
                <a:gd name="connsiteX3" fmla="*/ 17285 w 55549"/>
                <a:gd name="connsiteY3" fmla="*/ 85207 h 85127"/>
                <a:gd name="connsiteX4" fmla="*/ 55724 w 55549"/>
                <a:gd name="connsiteY4" fmla="*/ 25951 h 85127"/>
                <a:gd name="connsiteX5" fmla="*/ 14186 w 55549"/>
                <a:gd name="connsiteY5" fmla="*/ 40497 h 85127"/>
                <a:gd name="connsiteX6" fmla="*/ 38489 w 55549"/>
                <a:gd name="connsiteY6" fmla="*/ 3418 h 85127"/>
                <a:gd name="connsiteX7" fmla="*/ 46424 w 55549"/>
                <a:gd name="connsiteY7" fmla="*/ 18917 h 85127"/>
                <a:gd name="connsiteX8" fmla="*/ 42828 w 55549"/>
                <a:gd name="connsiteY8" fmla="*/ 40497 h 85127"/>
                <a:gd name="connsiteX9" fmla="*/ 14186 w 55549"/>
                <a:gd name="connsiteY9" fmla="*/ 40497 h 85127"/>
                <a:gd name="connsiteX10" fmla="*/ 41712 w 55549"/>
                <a:gd name="connsiteY10" fmla="*/ 44789 h 85127"/>
                <a:gd name="connsiteX11" fmla="*/ 31669 w 55549"/>
                <a:gd name="connsiteY11" fmla="*/ 70065 h 85127"/>
                <a:gd name="connsiteX12" fmla="*/ 17409 w 55549"/>
                <a:gd name="connsiteY12" fmla="*/ 81868 h 85127"/>
                <a:gd name="connsiteX13" fmla="*/ 9474 w 55549"/>
                <a:gd name="connsiteY13" fmla="*/ 66369 h 85127"/>
                <a:gd name="connsiteX14" fmla="*/ 13070 w 55549"/>
                <a:gd name="connsiteY14" fmla="*/ 44789 h 85127"/>
                <a:gd name="connsiteX15" fmla="*/ 41712 w 55549"/>
                <a:gd name="connsiteY15" fmla="*/ 44789 h 851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55549" h="85127">
                  <a:moveTo>
                    <a:pt x="55724" y="25951"/>
                  </a:moveTo>
                  <a:cubicBezTo>
                    <a:pt x="55724" y="13433"/>
                    <a:pt x="50764" y="79"/>
                    <a:pt x="38613" y="79"/>
                  </a:cubicBezTo>
                  <a:cubicBezTo>
                    <a:pt x="20013" y="79"/>
                    <a:pt x="174" y="32032"/>
                    <a:pt x="174" y="59335"/>
                  </a:cubicBezTo>
                  <a:cubicBezTo>
                    <a:pt x="174" y="73523"/>
                    <a:pt x="5878" y="85207"/>
                    <a:pt x="17285" y="85207"/>
                  </a:cubicBezTo>
                  <a:cubicBezTo>
                    <a:pt x="36133" y="85207"/>
                    <a:pt x="55724" y="52658"/>
                    <a:pt x="55724" y="25951"/>
                  </a:cubicBezTo>
                  <a:close/>
                  <a:moveTo>
                    <a:pt x="14186" y="40497"/>
                  </a:moveTo>
                  <a:cubicBezTo>
                    <a:pt x="20509" y="14744"/>
                    <a:pt x="31173" y="3418"/>
                    <a:pt x="38489" y="3418"/>
                  </a:cubicBezTo>
                  <a:cubicBezTo>
                    <a:pt x="46424" y="3418"/>
                    <a:pt x="46424" y="16652"/>
                    <a:pt x="46424" y="18917"/>
                  </a:cubicBezTo>
                  <a:cubicBezTo>
                    <a:pt x="46424" y="23567"/>
                    <a:pt x="45432" y="30482"/>
                    <a:pt x="42828" y="40497"/>
                  </a:cubicBezTo>
                  <a:lnTo>
                    <a:pt x="14186" y="40497"/>
                  </a:lnTo>
                  <a:close/>
                  <a:moveTo>
                    <a:pt x="41712" y="44789"/>
                  </a:moveTo>
                  <a:cubicBezTo>
                    <a:pt x="38241" y="57785"/>
                    <a:pt x="35389" y="64223"/>
                    <a:pt x="31669" y="70065"/>
                  </a:cubicBezTo>
                  <a:cubicBezTo>
                    <a:pt x="27825" y="76265"/>
                    <a:pt x="22865" y="81868"/>
                    <a:pt x="17409" y="81868"/>
                  </a:cubicBezTo>
                  <a:cubicBezTo>
                    <a:pt x="10590" y="81868"/>
                    <a:pt x="9474" y="72807"/>
                    <a:pt x="9474" y="66369"/>
                  </a:cubicBezTo>
                  <a:cubicBezTo>
                    <a:pt x="9474" y="58500"/>
                    <a:pt x="11830" y="49200"/>
                    <a:pt x="13070" y="44789"/>
                  </a:cubicBezTo>
                  <a:lnTo>
                    <a:pt x="41712" y="44789"/>
                  </a:lnTo>
                  <a:close/>
                </a:path>
              </a:pathLst>
            </a:custGeom>
            <a:solidFill>
              <a:srgbClr val="000000"/>
            </a:solidFill>
            <a:ln w="1773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30" name="任意形状 229">
              <a:extLst>
                <a:ext uri="{FF2B5EF4-FFF2-40B4-BE49-F238E27FC236}">
                  <a16:creationId xmlns:a16="http://schemas.microsoft.com/office/drawing/2014/main" id="{C62B05DD-9D01-2383-D260-B5A6CECDE390}"/>
                </a:ext>
              </a:extLst>
            </p:cNvPr>
            <p:cNvSpPr/>
            <p:nvPr>
              <p:custDataLst>
                <p:tags r:id="rId232"/>
              </p:custDataLst>
            </p:nvPr>
          </p:nvSpPr>
          <p:spPr>
            <a:xfrm>
              <a:off x="5746583" y="3727312"/>
              <a:ext cx="41095" cy="170322"/>
            </a:xfrm>
            <a:custGeom>
              <a:avLst/>
              <a:gdLst>
                <a:gd name="connsiteX0" fmla="*/ 41275 w 41095"/>
                <a:gd name="connsiteY0" fmla="*/ 85238 h 170322"/>
                <a:gd name="connsiteX1" fmla="*/ 29584 w 41095"/>
                <a:gd name="connsiteY1" fmla="*/ 32098 h 170322"/>
                <a:gd name="connsiteX2" fmla="*/ 1951 w 41095"/>
                <a:gd name="connsiteY2" fmla="*/ 77 h 170322"/>
                <a:gd name="connsiteX3" fmla="*/ 180 w 41095"/>
                <a:gd name="connsiteY3" fmla="*/ 1780 h 170322"/>
                <a:gd name="connsiteX4" fmla="*/ 3545 w 41095"/>
                <a:gd name="connsiteY4" fmla="*/ 5698 h 170322"/>
                <a:gd name="connsiteX5" fmla="*/ 31001 w 41095"/>
                <a:gd name="connsiteY5" fmla="*/ 85238 h 170322"/>
                <a:gd name="connsiteX6" fmla="*/ 2483 w 41095"/>
                <a:gd name="connsiteY6" fmla="*/ 165801 h 170322"/>
                <a:gd name="connsiteX7" fmla="*/ 180 w 41095"/>
                <a:gd name="connsiteY7" fmla="*/ 168697 h 170322"/>
                <a:gd name="connsiteX8" fmla="*/ 1951 w 41095"/>
                <a:gd name="connsiteY8" fmla="*/ 170400 h 170322"/>
                <a:gd name="connsiteX9" fmla="*/ 30116 w 41095"/>
                <a:gd name="connsiteY9" fmla="*/ 137187 h 170322"/>
                <a:gd name="connsiteX10" fmla="*/ 41275 w 41095"/>
                <a:gd name="connsiteY10" fmla="*/ 85238 h 1703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41095" h="170322">
                  <a:moveTo>
                    <a:pt x="41275" y="85238"/>
                  </a:moveTo>
                  <a:cubicBezTo>
                    <a:pt x="41275" y="71953"/>
                    <a:pt x="39327" y="51344"/>
                    <a:pt x="29584" y="32098"/>
                  </a:cubicBezTo>
                  <a:cubicBezTo>
                    <a:pt x="18956" y="11148"/>
                    <a:pt x="3722" y="77"/>
                    <a:pt x="1951" y="77"/>
                  </a:cubicBezTo>
                  <a:cubicBezTo>
                    <a:pt x="888" y="77"/>
                    <a:pt x="180" y="758"/>
                    <a:pt x="180" y="1780"/>
                  </a:cubicBezTo>
                  <a:cubicBezTo>
                    <a:pt x="180" y="2291"/>
                    <a:pt x="180" y="2632"/>
                    <a:pt x="3545" y="5698"/>
                  </a:cubicBezTo>
                  <a:cubicBezTo>
                    <a:pt x="20905" y="22560"/>
                    <a:pt x="31001" y="49641"/>
                    <a:pt x="31001" y="85238"/>
                  </a:cubicBezTo>
                  <a:cubicBezTo>
                    <a:pt x="31001" y="114364"/>
                    <a:pt x="24447" y="144340"/>
                    <a:pt x="2483" y="165801"/>
                  </a:cubicBezTo>
                  <a:cubicBezTo>
                    <a:pt x="180" y="167845"/>
                    <a:pt x="180" y="168186"/>
                    <a:pt x="180" y="168697"/>
                  </a:cubicBezTo>
                  <a:cubicBezTo>
                    <a:pt x="180" y="169718"/>
                    <a:pt x="888" y="170400"/>
                    <a:pt x="1951" y="170400"/>
                  </a:cubicBezTo>
                  <a:cubicBezTo>
                    <a:pt x="3722" y="170400"/>
                    <a:pt x="19665" y="158818"/>
                    <a:pt x="30116" y="137187"/>
                  </a:cubicBezTo>
                  <a:cubicBezTo>
                    <a:pt x="39150" y="118451"/>
                    <a:pt x="41275" y="99545"/>
                    <a:pt x="41275" y="85238"/>
                  </a:cubicBezTo>
                  <a:close/>
                </a:path>
              </a:pathLst>
            </a:custGeom>
            <a:solidFill>
              <a:srgbClr val="000000"/>
            </a:solidFill>
            <a:ln w="1773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31" name="任意形状 230">
              <a:extLst>
                <a:ext uri="{FF2B5EF4-FFF2-40B4-BE49-F238E27FC236}">
                  <a16:creationId xmlns:a16="http://schemas.microsoft.com/office/drawing/2014/main" id="{F2806120-90AE-6947-E83D-F85B7D2B4BBC}"/>
                </a:ext>
              </a:extLst>
            </p:cNvPr>
            <p:cNvSpPr/>
            <p:nvPr>
              <p:custDataLst>
                <p:tags r:id="rId233"/>
              </p:custDataLst>
            </p:nvPr>
          </p:nvSpPr>
          <p:spPr>
            <a:xfrm>
              <a:off x="5864495" y="3792545"/>
              <a:ext cx="117795" cy="39855"/>
            </a:xfrm>
            <a:custGeom>
              <a:avLst/>
              <a:gdLst>
                <a:gd name="connsiteX0" fmla="*/ 111959 w 117795"/>
                <a:gd name="connsiteY0" fmla="*/ 6890 h 39855"/>
                <a:gd name="connsiteX1" fmla="*/ 117982 w 117795"/>
                <a:gd name="connsiteY1" fmla="*/ 3483 h 39855"/>
                <a:gd name="connsiteX2" fmla="*/ 112136 w 117795"/>
                <a:gd name="connsiteY2" fmla="*/ 77 h 39855"/>
                <a:gd name="connsiteX3" fmla="*/ 6032 w 117795"/>
                <a:gd name="connsiteY3" fmla="*/ 77 h 39855"/>
                <a:gd name="connsiteX4" fmla="*/ 186 w 117795"/>
                <a:gd name="connsiteY4" fmla="*/ 3483 h 39855"/>
                <a:gd name="connsiteX5" fmla="*/ 6209 w 117795"/>
                <a:gd name="connsiteY5" fmla="*/ 6890 h 39855"/>
                <a:gd name="connsiteX6" fmla="*/ 111959 w 117795"/>
                <a:gd name="connsiteY6" fmla="*/ 6890 h 39855"/>
                <a:gd name="connsiteX7" fmla="*/ 112136 w 117795"/>
                <a:gd name="connsiteY7" fmla="*/ 39932 h 39855"/>
                <a:gd name="connsiteX8" fmla="*/ 117982 w 117795"/>
                <a:gd name="connsiteY8" fmla="*/ 36526 h 39855"/>
                <a:gd name="connsiteX9" fmla="*/ 111959 w 117795"/>
                <a:gd name="connsiteY9" fmla="*/ 33120 h 39855"/>
                <a:gd name="connsiteX10" fmla="*/ 6209 w 117795"/>
                <a:gd name="connsiteY10" fmla="*/ 33120 h 39855"/>
                <a:gd name="connsiteX11" fmla="*/ 186 w 117795"/>
                <a:gd name="connsiteY11" fmla="*/ 36526 h 39855"/>
                <a:gd name="connsiteX12" fmla="*/ 6032 w 117795"/>
                <a:gd name="connsiteY12" fmla="*/ 39932 h 39855"/>
                <a:gd name="connsiteX13" fmla="*/ 112136 w 117795"/>
                <a:gd name="connsiteY13" fmla="*/ 39932 h 398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17795" h="39855">
                  <a:moveTo>
                    <a:pt x="111959" y="6890"/>
                  </a:moveTo>
                  <a:cubicBezTo>
                    <a:pt x="114616" y="6890"/>
                    <a:pt x="117982" y="6890"/>
                    <a:pt x="117982" y="3483"/>
                  </a:cubicBezTo>
                  <a:cubicBezTo>
                    <a:pt x="117982" y="77"/>
                    <a:pt x="114616" y="77"/>
                    <a:pt x="112136" y="77"/>
                  </a:cubicBezTo>
                  <a:lnTo>
                    <a:pt x="6032" y="77"/>
                  </a:lnTo>
                  <a:cubicBezTo>
                    <a:pt x="3552" y="77"/>
                    <a:pt x="186" y="77"/>
                    <a:pt x="186" y="3483"/>
                  </a:cubicBezTo>
                  <a:cubicBezTo>
                    <a:pt x="186" y="6890"/>
                    <a:pt x="3552" y="6890"/>
                    <a:pt x="6209" y="6890"/>
                  </a:cubicBezTo>
                  <a:lnTo>
                    <a:pt x="111959" y="6890"/>
                  </a:lnTo>
                  <a:close/>
                  <a:moveTo>
                    <a:pt x="112136" y="39932"/>
                  </a:moveTo>
                  <a:cubicBezTo>
                    <a:pt x="114616" y="39932"/>
                    <a:pt x="117982" y="39932"/>
                    <a:pt x="117982" y="36526"/>
                  </a:cubicBezTo>
                  <a:cubicBezTo>
                    <a:pt x="117982" y="33120"/>
                    <a:pt x="114616" y="33120"/>
                    <a:pt x="111959" y="33120"/>
                  </a:cubicBezTo>
                  <a:lnTo>
                    <a:pt x="6209" y="33120"/>
                  </a:lnTo>
                  <a:cubicBezTo>
                    <a:pt x="3552" y="33120"/>
                    <a:pt x="186" y="33120"/>
                    <a:pt x="186" y="36526"/>
                  </a:cubicBezTo>
                  <a:cubicBezTo>
                    <a:pt x="186" y="39932"/>
                    <a:pt x="3552" y="39932"/>
                    <a:pt x="6032" y="39932"/>
                  </a:cubicBezTo>
                  <a:lnTo>
                    <a:pt x="112136" y="39932"/>
                  </a:lnTo>
                  <a:close/>
                </a:path>
              </a:pathLst>
            </a:custGeom>
            <a:solidFill>
              <a:srgbClr val="000000"/>
            </a:solidFill>
            <a:ln w="1773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32" name="任意形状 231">
              <a:extLst>
                <a:ext uri="{FF2B5EF4-FFF2-40B4-BE49-F238E27FC236}">
                  <a16:creationId xmlns:a16="http://schemas.microsoft.com/office/drawing/2014/main" id="{E7AC8BB7-5082-ABAE-2558-6795A77BF6B5}"/>
                </a:ext>
              </a:extLst>
            </p:cNvPr>
            <p:cNvSpPr/>
            <p:nvPr>
              <p:custDataLst>
                <p:tags r:id="rId234"/>
              </p:custDataLst>
            </p:nvPr>
          </p:nvSpPr>
          <p:spPr>
            <a:xfrm>
              <a:off x="6147551" y="3626394"/>
              <a:ext cx="58454" cy="113434"/>
            </a:xfrm>
            <a:custGeom>
              <a:avLst/>
              <a:gdLst>
                <a:gd name="connsiteX0" fmla="*/ 36515 w 58454"/>
                <a:gd name="connsiteY0" fmla="*/ 4499 h 113434"/>
                <a:gd name="connsiteX1" fmla="*/ 32441 w 58454"/>
                <a:gd name="connsiteY1" fmla="*/ 70 h 113434"/>
                <a:gd name="connsiteX2" fmla="*/ 202 w 58454"/>
                <a:gd name="connsiteY2" fmla="*/ 10971 h 113434"/>
                <a:gd name="connsiteX3" fmla="*/ 202 w 58454"/>
                <a:gd name="connsiteY3" fmla="*/ 16251 h 113434"/>
                <a:gd name="connsiteX4" fmla="*/ 23407 w 58454"/>
                <a:gd name="connsiteY4" fmla="*/ 11822 h 113434"/>
                <a:gd name="connsiteX5" fmla="*/ 23407 w 58454"/>
                <a:gd name="connsiteY5" fmla="*/ 100050 h 113434"/>
                <a:gd name="connsiteX6" fmla="*/ 6933 w 58454"/>
                <a:gd name="connsiteY6" fmla="*/ 108225 h 113434"/>
                <a:gd name="connsiteX7" fmla="*/ 1265 w 58454"/>
                <a:gd name="connsiteY7" fmla="*/ 108225 h 113434"/>
                <a:gd name="connsiteX8" fmla="*/ 1265 w 58454"/>
                <a:gd name="connsiteY8" fmla="*/ 113505 h 113434"/>
                <a:gd name="connsiteX9" fmla="*/ 29961 w 58454"/>
                <a:gd name="connsiteY9" fmla="*/ 112994 h 113434"/>
                <a:gd name="connsiteX10" fmla="*/ 58657 w 58454"/>
                <a:gd name="connsiteY10" fmla="*/ 113505 h 113434"/>
                <a:gd name="connsiteX11" fmla="*/ 58657 w 58454"/>
                <a:gd name="connsiteY11" fmla="*/ 108225 h 113434"/>
                <a:gd name="connsiteX12" fmla="*/ 52988 w 58454"/>
                <a:gd name="connsiteY12" fmla="*/ 108225 h 113434"/>
                <a:gd name="connsiteX13" fmla="*/ 36515 w 58454"/>
                <a:gd name="connsiteY13" fmla="*/ 100050 h 113434"/>
                <a:gd name="connsiteX14" fmla="*/ 36515 w 58454"/>
                <a:gd name="connsiteY14" fmla="*/ 4499 h 1134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58454" h="113434">
                  <a:moveTo>
                    <a:pt x="36515" y="4499"/>
                  </a:moveTo>
                  <a:cubicBezTo>
                    <a:pt x="36515" y="411"/>
                    <a:pt x="36515" y="70"/>
                    <a:pt x="32441" y="70"/>
                  </a:cubicBezTo>
                  <a:cubicBezTo>
                    <a:pt x="21458" y="10971"/>
                    <a:pt x="5870" y="10971"/>
                    <a:pt x="202" y="10971"/>
                  </a:cubicBezTo>
                  <a:lnTo>
                    <a:pt x="202" y="16251"/>
                  </a:lnTo>
                  <a:cubicBezTo>
                    <a:pt x="3745" y="16251"/>
                    <a:pt x="14196" y="16251"/>
                    <a:pt x="23407" y="11822"/>
                  </a:cubicBezTo>
                  <a:lnTo>
                    <a:pt x="23407" y="100050"/>
                  </a:lnTo>
                  <a:cubicBezTo>
                    <a:pt x="23407" y="106181"/>
                    <a:pt x="22875" y="108225"/>
                    <a:pt x="6933" y="108225"/>
                  </a:cubicBezTo>
                  <a:lnTo>
                    <a:pt x="1265" y="108225"/>
                  </a:lnTo>
                  <a:lnTo>
                    <a:pt x="1265" y="113505"/>
                  </a:lnTo>
                  <a:cubicBezTo>
                    <a:pt x="7465" y="112994"/>
                    <a:pt x="22875" y="112994"/>
                    <a:pt x="29961" y="112994"/>
                  </a:cubicBezTo>
                  <a:cubicBezTo>
                    <a:pt x="37046" y="112994"/>
                    <a:pt x="52457" y="112994"/>
                    <a:pt x="58657" y="113505"/>
                  </a:cubicBezTo>
                  <a:lnTo>
                    <a:pt x="58657" y="108225"/>
                  </a:lnTo>
                  <a:lnTo>
                    <a:pt x="52988" y="108225"/>
                  </a:lnTo>
                  <a:cubicBezTo>
                    <a:pt x="37046" y="108225"/>
                    <a:pt x="36515" y="106352"/>
                    <a:pt x="36515" y="100050"/>
                  </a:cubicBezTo>
                  <a:lnTo>
                    <a:pt x="36515" y="4499"/>
                  </a:lnTo>
                  <a:close/>
                </a:path>
              </a:pathLst>
            </a:custGeom>
            <a:solidFill>
              <a:srgbClr val="000000"/>
            </a:solidFill>
            <a:ln w="1773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33" name="任意形状 232">
              <a:extLst>
                <a:ext uri="{FF2B5EF4-FFF2-40B4-BE49-F238E27FC236}">
                  <a16:creationId xmlns:a16="http://schemas.microsoft.com/office/drawing/2014/main" id="{E05835F4-D751-6E83-5C7A-5F1D97B0A66F}"/>
                </a:ext>
              </a:extLst>
            </p:cNvPr>
            <p:cNvSpPr/>
            <p:nvPr>
              <p:custDataLst>
                <p:tags r:id="rId235"/>
              </p:custDataLst>
            </p:nvPr>
          </p:nvSpPr>
          <p:spPr>
            <a:xfrm>
              <a:off x="6062808" y="3809067"/>
              <a:ext cx="226525" cy="6812"/>
            </a:xfrm>
            <a:custGeom>
              <a:avLst/>
              <a:gdLst>
                <a:gd name="connsiteX0" fmla="*/ 0 w 226525"/>
                <a:gd name="connsiteY0" fmla="*/ 0 h 6812"/>
                <a:gd name="connsiteX1" fmla="*/ 226525 w 226525"/>
                <a:gd name="connsiteY1" fmla="*/ 0 h 6812"/>
                <a:gd name="connsiteX2" fmla="*/ 226525 w 226525"/>
                <a:gd name="connsiteY2" fmla="*/ 6813 h 6812"/>
                <a:gd name="connsiteX3" fmla="*/ 0 w 226525"/>
                <a:gd name="connsiteY3" fmla="*/ 6813 h 68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6525" h="6812">
                  <a:moveTo>
                    <a:pt x="0" y="0"/>
                  </a:moveTo>
                  <a:lnTo>
                    <a:pt x="226525" y="0"/>
                  </a:lnTo>
                  <a:lnTo>
                    <a:pt x="226525" y="6813"/>
                  </a:lnTo>
                  <a:lnTo>
                    <a:pt x="0" y="6813"/>
                  </a:lnTo>
                  <a:close/>
                </a:path>
              </a:pathLst>
            </a:custGeom>
            <a:solidFill>
              <a:srgbClr val="000000"/>
            </a:solidFill>
            <a:ln w="1773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34" name="任意形状 233">
              <a:extLst>
                <a:ext uri="{FF2B5EF4-FFF2-40B4-BE49-F238E27FC236}">
                  <a16:creationId xmlns:a16="http://schemas.microsoft.com/office/drawing/2014/main" id="{681A0688-B66D-8772-EAEC-898C56F452DD}"/>
                </a:ext>
              </a:extLst>
            </p:cNvPr>
            <p:cNvSpPr/>
            <p:nvPr>
              <p:custDataLst>
                <p:tags r:id="rId236"/>
              </p:custDataLst>
            </p:nvPr>
          </p:nvSpPr>
          <p:spPr>
            <a:xfrm>
              <a:off x="6083887" y="3844145"/>
              <a:ext cx="7085" cy="170322"/>
            </a:xfrm>
            <a:custGeom>
              <a:avLst/>
              <a:gdLst>
                <a:gd name="connsiteX0" fmla="*/ 7284 w 7085"/>
                <a:gd name="connsiteY0" fmla="*/ 6215 h 170322"/>
                <a:gd name="connsiteX1" fmla="*/ 3741 w 7085"/>
                <a:gd name="connsiteY1" fmla="*/ 84 h 170322"/>
                <a:gd name="connsiteX2" fmla="*/ 198 w 7085"/>
                <a:gd name="connsiteY2" fmla="*/ 6215 h 170322"/>
                <a:gd name="connsiteX3" fmla="*/ 198 w 7085"/>
                <a:gd name="connsiteY3" fmla="*/ 164275 h 170322"/>
                <a:gd name="connsiteX4" fmla="*/ 3741 w 7085"/>
                <a:gd name="connsiteY4" fmla="*/ 170407 h 170322"/>
                <a:gd name="connsiteX5" fmla="*/ 7284 w 7085"/>
                <a:gd name="connsiteY5" fmla="*/ 164275 h 170322"/>
                <a:gd name="connsiteX6" fmla="*/ 7284 w 7085"/>
                <a:gd name="connsiteY6" fmla="*/ 6215 h 1703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085" h="170322">
                  <a:moveTo>
                    <a:pt x="7284" y="6215"/>
                  </a:moveTo>
                  <a:cubicBezTo>
                    <a:pt x="7284" y="3150"/>
                    <a:pt x="7284" y="84"/>
                    <a:pt x="3741" y="84"/>
                  </a:cubicBezTo>
                  <a:cubicBezTo>
                    <a:pt x="198" y="84"/>
                    <a:pt x="198" y="3150"/>
                    <a:pt x="198" y="6215"/>
                  </a:cubicBezTo>
                  <a:lnTo>
                    <a:pt x="198" y="164275"/>
                  </a:lnTo>
                  <a:cubicBezTo>
                    <a:pt x="198" y="167341"/>
                    <a:pt x="198" y="170407"/>
                    <a:pt x="3741" y="170407"/>
                  </a:cubicBezTo>
                  <a:cubicBezTo>
                    <a:pt x="7284" y="170407"/>
                    <a:pt x="7284" y="167341"/>
                    <a:pt x="7284" y="164275"/>
                  </a:cubicBezTo>
                  <a:lnTo>
                    <a:pt x="7284" y="6215"/>
                  </a:lnTo>
                  <a:close/>
                </a:path>
              </a:pathLst>
            </a:custGeom>
            <a:solidFill>
              <a:srgbClr val="000000"/>
            </a:solidFill>
            <a:ln w="1773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35" name="任意形状 234">
              <a:extLst>
                <a:ext uri="{FF2B5EF4-FFF2-40B4-BE49-F238E27FC236}">
                  <a16:creationId xmlns:a16="http://schemas.microsoft.com/office/drawing/2014/main" id="{C03D0293-13E4-47B6-851F-22FFEB085687}"/>
                </a:ext>
              </a:extLst>
            </p:cNvPr>
            <p:cNvSpPr/>
            <p:nvPr>
              <p:custDataLst>
                <p:tags r:id="rId237"/>
              </p:custDataLst>
            </p:nvPr>
          </p:nvSpPr>
          <p:spPr>
            <a:xfrm>
              <a:off x="6116263" y="3856578"/>
              <a:ext cx="120452" cy="115308"/>
            </a:xfrm>
            <a:custGeom>
              <a:avLst/>
              <a:gdLst>
                <a:gd name="connsiteX0" fmla="*/ 71587 w 120452"/>
                <a:gd name="connsiteY0" fmla="*/ 12006 h 115308"/>
                <a:gd name="connsiteX1" fmla="*/ 75661 w 120452"/>
                <a:gd name="connsiteY1" fmla="*/ 5704 h 115308"/>
                <a:gd name="connsiteX2" fmla="*/ 86820 w 120452"/>
                <a:gd name="connsiteY2" fmla="*/ 5364 h 115308"/>
                <a:gd name="connsiteX3" fmla="*/ 112682 w 120452"/>
                <a:gd name="connsiteY3" fmla="*/ 19330 h 115308"/>
                <a:gd name="connsiteX4" fmla="*/ 111265 w 120452"/>
                <a:gd name="connsiteY4" fmla="*/ 32956 h 115308"/>
                <a:gd name="connsiteX5" fmla="*/ 110734 w 120452"/>
                <a:gd name="connsiteY5" fmla="*/ 36192 h 115308"/>
                <a:gd name="connsiteX6" fmla="*/ 112859 w 120452"/>
                <a:gd name="connsiteY6" fmla="*/ 38406 h 115308"/>
                <a:gd name="connsiteX7" fmla="*/ 115516 w 120452"/>
                <a:gd name="connsiteY7" fmla="*/ 34489 h 115308"/>
                <a:gd name="connsiteX8" fmla="*/ 120299 w 120452"/>
                <a:gd name="connsiteY8" fmla="*/ 4853 h 115308"/>
                <a:gd name="connsiteX9" fmla="*/ 120653 w 120452"/>
                <a:gd name="connsiteY9" fmla="*/ 1957 h 115308"/>
                <a:gd name="connsiteX10" fmla="*/ 115871 w 120452"/>
                <a:gd name="connsiteY10" fmla="*/ 84 h 115308"/>
                <a:gd name="connsiteX11" fmla="*/ 17560 w 120452"/>
                <a:gd name="connsiteY11" fmla="*/ 84 h 115308"/>
                <a:gd name="connsiteX12" fmla="*/ 11892 w 120452"/>
                <a:gd name="connsiteY12" fmla="*/ 3490 h 115308"/>
                <a:gd name="connsiteX13" fmla="*/ 1264 w 120452"/>
                <a:gd name="connsiteY13" fmla="*/ 33467 h 115308"/>
                <a:gd name="connsiteX14" fmla="*/ 201 w 120452"/>
                <a:gd name="connsiteY14" fmla="*/ 36533 h 115308"/>
                <a:gd name="connsiteX15" fmla="*/ 2327 w 120452"/>
                <a:gd name="connsiteY15" fmla="*/ 38406 h 115308"/>
                <a:gd name="connsiteX16" fmla="*/ 5338 w 120452"/>
                <a:gd name="connsiteY16" fmla="*/ 34830 h 115308"/>
                <a:gd name="connsiteX17" fmla="*/ 45725 w 120452"/>
                <a:gd name="connsiteY17" fmla="*/ 5364 h 115308"/>
                <a:gd name="connsiteX18" fmla="*/ 52633 w 120452"/>
                <a:gd name="connsiteY18" fmla="*/ 5364 h 115308"/>
                <a:gd name="connsiteX19" fmla="*/ 57593 w 120452"/>
                <a:gd name="connsiteY19" fmla="*/ 7408 h 115308"/>
                <a:gd name="connsiteX20" fmla="*/ 56884 w 120452"/>
                <a:gd name="connsiteY20" fmla="*/ 10984 h 115308"/>
                <a:gd name="connsiteX21" fmla="*/ 33148 w 120452"/>
                <a:gd name="connsiteY21" fmla="*/ 101937 h 115308"/>
                <a:gd name="connsiteX22" fmla="*/ 12069 w 120452"/>
                <a:gd name="connsiteY22" fmla="*/ 110112 h 115308"/>
                <a:gd name="connsiteX23" fmla="*/ 4629 w 120452"/>
                <a:gd name="connsiteY23" fmla="*/ 113348 h 115308"/>
                <a:gd name="connsiteX24" fmla="*/ 7641 w 120452"/>
                <a:gd name="connsiteY24" fmla="*/ 115392 h 115308"/>
                <a:gd name="connsiteX25" fmla="*/ 22166 w 120452"/>
                <a:gd name="connsiteY25" fmla="*/ 115052 h 115308"/>
                <a:gd name="connsiteX26" fmla="*/ 37222 w 120452"/>
                <a:gd name="connsiteY26" fmla="*/ 114881 h 115308"/>
                <a:gd name="connsiteX27" fmla="*/ 51925 w 120452"/>
                <a:gd name="connsiteY27" fmla="*/ 115052 h 115308"/>
                <a:gd name="connsiteX28" fmla="*/ 67335 w 120452"/>
                <a:gd name="connsiteY28" fmla="*/ 115392 h 115308"/>
                <a:gd name="connsiteX29" fmla="*/ 71232 w 120452"/>
                <a:gd name="connsiteY29" fmla="*/ 111986 h 115308"/>
                <a:gd name="connsiteX30" fmla="*/ 65210 w 120452"/>
                <a:gd name="connsiteY30" fmla="*/ 110112 h 115308"/>
                <a:gd name="connsiteX31" fmla="*/ 53873 w 120452"/>
                <a:gd name="connsiteY31" fmla="*/ 109772 h 115308"/>
                <a:gd name="connsiteX32" fmla="*/ 47319 w 120452"/>
                <a:gd name="connsiteY32" fmla="*/ 106025 h 115308"/>
                <a:gd name="connsiteX33" fmla="*/ 48028 w 120452"/>
                <a:gd name="connsiteY33" fmla="*/ 102448 h 115308"/>
                <a:gd name="connsiteX34" fmla="*/ 71587 w 120452"/>
                <a:gd name="connsiteY34" fmla="*/ 12006 h 1153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120452" h="115308">
                  <a:moveTo>
                    <a:pt x="71587" y="12006"/>
                  </a:moveTo>
                  <a:cubicBezTo>
                    <a:pt x="72827" y="7237"/>
                    <a:pt x="73535" y="6215"/>
                    <a:pt x="75661" y="5704"/>
                  </a:cubicBezTo>
                  <a:cubicBezTo>
                    <a:pt x="77255" y="5364"/>
                    <a:pt x="83100" y="5364"/>
                    <a:pt x="86820" y="5364"/>
                  </a:cubicBezTo>
                  <a:cubicBezTo>
                    <a:pt x="104711" y="5364"/>
                    <a:pt x="112682" y="6045"/>
                    <a:pt x="112682" y="19330"/>
                  </a:cubicBezTo>
                  <a:cubicBezTo>
                    <a:pt x="112682" y="21885"/>
                    <a:pt x="111974" y="28528"/>
                    <a:pt x="111265" y="32956"/>
                  </a:cubicBezTo>
                  <a:cubicBezTo>
                    <a:pt x="111088" y="33637"/>
                    <a:pt x="110734" y="35681"/>
                    <a:pt x="110734" y="36192"/>
                  </a:cubicBezTo>
                  <a:cubicBezTo>
                    <a:pt x="110734" y="37214"/>
                    <a:pt x="111265" y="38406"/>
                    <a:pt x="112859" y="38406"/>
                  </a:cubicBezTo>
                  <a:cubicBezTo>
                    <a:pt x="114808" y="38406"/>
                    <a:pt x="115162" y="37044"/>
                    <a:pt x="115516" y="34489"/>
                  </a:cubicBezTo>
                  <a:lnTo>
                    <a:pt x="120299" y="4853"/>
                  </a:lnTo>
                  <a:cubicBezTo>
                    <a:pt x="120476" y="4172"/>
                    <a:pt x="120653" y="2468"/>
                    <a:pt x="120653" y="1957"/>
                  </a:cubicBezTo>
                  <a:cubicBezTo>
                    <a:pt x="120653" y="84"/>
                    <a:pt x="118882" y="84"/>
                    <a:pt x="115871" y="84"/>
                  </a:cubicBezTo>
                  <a:lnTo>
                    <a:pt x="17560" y="84"/>
                  </a:lnTo>
                  <a:cubicBezTo>
                    <a:pt x="13309" y="84"/>
                    <a:pt x="13132" y="254"/>
                    <a:pt x="11892" y="3490"/>
                  </a:cubicBezTo>
                  <a:lnTo>
                    <a:pt x="1264" y="33467"/>
                  </a:lnTo>
                  <a:cubicBezTo>
                    <a:pt x="1087" y="33808"/>
                    <a:pt x="201" y="36192"/>
                    <a:pt x="201" y="36533"/>
                  </a:cubicBezTo>
                  <a:cubicBezTo>
                    <a:pt x="201" y="37555"/>
                    <a:pt x="1087" y="38406"/>
                    <a:pt x="2327" y="38406"/>
                  </a:cubicBezTo>
                  <a:cubicBezTo>
                    <a:pt x="4098" y="38406"/>
                    <a:pt x="4275" y="37555"/>
                    <a:pt x="5338" y="34830"/>
                  </a:cubicBezTo>
                  <a:cubicBezTo>
                    <a:pt x="14903" y="8430"/>
                    <a:pt x="19509" y="5364"/>
                    <a:pt x="45725" y="5364"/>
                  </a:cubicBezTo>
                  <a:lnTo>
                    <a:pt x="52633" y="5364"/>
                  </a:lnTo>
                  <a:cubicBezTo>
                    <a:pt x="57593" y="5364"/>
                    <a:pt x="57593" y="6045"/>
                    <a:pt x="57593" y="7408"/>
                  </a:cubicBezTo>
                  <a:cubicBezTo>
                    <a:pt x="57593" y="8430"/>
                    <a:pt x="57061" y="10473"/>
                    <a:pt x="56884" y="10984"/>
                  </a:cubicBezTo>
                  <a:lnTo>
                    <a:pt x="33148" y="101937"/>
                  </a:lnTo>
                  <a:cubicBezTo>
                    <a:pt x="31554" y="108239"/>
                    <a:pt x="31023" y="110112"/>
                    <a:pt x="12069" y="110112"/>
                  </a:cubicBezTo>
                  <a:cubicBezTo>
                    <a:pt x="5692" y="110112"/>
                    <a:pt x="4629" y="110112"/>
                    <a:pt x="4629" y="113348"/>
                  </a:cubicBezTo>
                  <a:cubicBezTo>
                    <a:pt x="4629" y="115392"/>
                    <a:pt x="6578" y="115392"/>
                    <a:pt x="7641" y="115392"/>
                  </a:cubicBezTo>
                  <a:cubicBezTo>
                    <a:pt x="12423" y="115392"/>
                    <a:pt x="17383" y="115052"/>
                    <a:pt x="22166" y="115052"/>
                  </a:cubicBezTo>
                  <a:cubicBezTo>
                    <a:pt x="27126" y="115052"/>
                    <a:pt x="32262" y="114881"/>
                    <a:pt x="37222" y="114881"/>
                  </a:cubicBezTo>
                  <a:cubicBezTo>
                    <a:pt x="42182" y="114881"/>
                    <a:pt x="47142" y="115052"/>
                    <a:pt x="51925" y="115052"/>
                  </a:cubicBezTo>
                  <a:cubicBezTo>
                    <a:pt x="57061" y="115052"/>
                    <a:pt x="62376" y="115392"/>
                    <a:pt x="67335" y="115392"/>
                  </a:cubicBezTo>
                  <a:cubicBezTo>
                    <a:pt x="69107" y="115392"/>
                    <a:pt x="71232" y="115392"/>
                    <a:pt x="71232" y="111986"/>
                  </a:cubicBezTo>
                  <a:cubicBezTo>
                    <a:pt x="71232" y="110112"/>
                    <a:pt x="69815" y="110112"/>
                    <a:pt x="65210" y="110112"/>
                  </a:cubicBezTo>
                  <a:cubicBezTo>
                    <a:pt x="60781" y="110112"/>
                    <a:pt x="58479" y="110112"/>
                    <a:pt x="53873" y="109772"/>
                  </a:cubicBezTo>
                  <a:cubicBezTo>
                    <a:pt x="48736" y="109261"/>
                    <a:pt x="47319" y="108750"/>
                    <a:pt x="47319" y="106025"/>
                  </a:cubicBezTo>
                  <a:cubicBezTo>
                    <a:pt x="47319" y="105854"/>
                    <a:pt x="47319" y="105003"/>
                    <a:pt x="48028" y="102448"/>
                  </a:cubicBezTo>
                  <a:lnTo>
                    <a:pt x="71587" y="12006"/>
                  </a:lnTo>
                  <a:close/>
                </a:path>
              </a:pathLst>
            </a:custGeom>
            <a:solidFill>
              <a:srgbClr val="000000"/>
            </a:solidFill>
            <a:ln w="1773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36" name="任意形状 235">
              <a:extLst>
                <a:ext uri="{FF2B5EF4-FFF2-40B4-BE49-F238E27FC236}">
                  <a16:creationId xmlns:a16="http://schemas.microsoft.com/office/drawing/2014/main" id="{830267E8-8C88-FBC2-F0C0-8B007AA172B7}"/>
                </a:ext>
              </a:extLst>
            </p:cNvPr>
            <p:cNvSpPr/>
            <p:nvPr>
              <p:custDataLst>
                <p:tags r:id="rId238"/>
              </p:custDataLst>
            </p:nvPr>
          </p:nvSpPr>
          <p:spPr>
            <a:xfrm>
              <a:off x="6261208" y="3844145"/>
              <a:ext cx="7085" cy="170322"/>
            </a:xfrm>
            <a:custGeom>
              <a:avLst/>
              <a:gdLst>
                <a:gd name="connsiteX0" fmla="*/ 7294 w 7085"/>
                <a:gd name="connsiteY0" fmla="*/ 6215 h 170322"/>
                <a:gd name="connsiteX1" fmla="*/ 3751 w 7085"/>
                <a:gd name="connsiteY1" fmla="*/ 84 h 170322"/>
                <a:gd name="connsiteX2" fmla="*/ 208 w 7085"/>
                <a:gd name="connsiteY2" fmla="*/ 6215 h 170322"/>
                <a:gd name="connsiteX3" fmla="*/ 208 w 7085"/>
                <a:gd name="connsiteY3" fmla="*/ 164275 h 170322"/>
                <a:gd name="connsiteX4" fmla="*/ 3751 w 7085"/>
                <a:gd name="connsiteY4" fmla="*/ 170407 h 170322"/>
                <a:gd name="connsiteX5" fmla="*/ 7294 w 7085"/>
                <a:gd name="connsiteY5" fmla="*/ 164275 h 170322"/>
                <a:gd name="connsiteX6" fmla="*/ 7294 w 7085"/>
                <a:gd name="connsiteY6" fmla="*/ 6215 h 1703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085" h="170322">
                  <a:moveTo>
                    <a:pt x="7294" y="6215"/>
                  </a:moveTo>
                  <a:cubicBezTo>
                    <a:pt x="7294" y="3150"/>
                    <a:pt x="7294" y="84"/>
                    <a:pt x="3751" y="84"/>
                  </a:cubicBezTo>
                  <a:cubicBezTo>
                    <a:pt x="208" y="84"/>
                    <a:pt x="208" y="3150"/>
                    <a:pt x="208" y="6215"/>
                  </a:cubicBezTo>
                  <a:lnTo>
                    <a:pt x="208" y="164275"/>
                  </a:lnTo>
                  <a:cubicBezTo>
                    <a:pt x="208" y="167341"/>
                    <a:pt x="208" y="170407"/>
                    <a:pt x="3751" y="170407"/>
                  </a:cubicBezTo>
                  <a:cubicBezTo>
                    <a:pt x="7294" y="170407"/>
                    <a:pt x="7294" y="167341"/>
                    <a:pt x="7294" y="164275"/>
                  </a:cubicBezTo>
                  <a:lnTo>
                    <a:pt x="7294" y="6215"/>
                  </a:lnTo>
                  <a:close/>
                </a:path>
              </a:pathLst>
            </a:custGeom>
            <a:solidFill>
              <a:srgbClr val="000000"/>
            </a:solidFill>
            <a:ln w="1773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37" name="任意形状 236">
              <a:extLst>
                <a:ext uri="{FF2B5EF4-FFF2-40B4-BE49-F238E27FC236}">
                  <a16:creationId xmlns:a16="http://schemas.microsoft.com/office/drawing/2014/main" id="{6B9569D7-ACB9-4FA9-6DB5-C8EEDF213E60}"/>
                </a:ext>
              </a:extLst>
            </p:cNvPr>
            <p:cNvSpPr/>
            <p:nvPr>
              <p:custDataLst>
                <p:tags r:id="rId239"/>
              </p:custDataLst>
            </p:nvPr>
          </p:nvSpPr>
          <p:spPr>
            <a:xfrm>
              <a:off x="6361022" y="3693246"/>
              <a:ext cx="235767" cy="238451"/>
            </a:xfrm>
            <a:custGeom>
              <a:avLst/>
              <a:gdLst>
                <a:gd name="connsiteX0" fmla="*/ 214549 w 235767"/>
                <a:gd name="connsiteY0" fmla="*/ 238519 h 238451"/>
                <a:gd name="connsiteX1" fmla="*/ 235982 w 235767"/>
                <a:gd name="connsiteY1" fmla="*/ 184016 h 238451"/>
                <a:gd name="connsiteX2" fmla="*/ 231554 w 235767"/>
                <a:gd name="connsiteY2" fmla="*/ 184016 h 238451"/>
                <a:gd name="connsiteX3" fmla="*/ 185498 w 235767"/>
                <a:gd name="connsiteY3" fmla="*/ 218421 h 238451"/>
                <a:gd name="connsiteX4" fmla="*/ 130409 w 235767"/>
                <a:gd name="connsiteY4" fmla="*/ 223701 h 238451"/>
                <a:gd name="connsiteX5" fmla="*/ 23596 w 235767"/>
                <a:gd name="connsiteY5" fmla="*/ 223701 h 238451"/>
                <a:gd name="connsiteX6" fmla="*/ 113758 w 235767"/>
                <a:gd name="connsiteY6" fmla="*/ 122019 h 238451"/>
                <a:gd name="connsiteX7" fmla="*/ 115353 w 235767"/>
                <a:gd name="connsiteY7" fmla="*/ 119293 h 238451"/>
                <a:gd name="connsiteX8" fmla="*/ 114113 w 235767"/>
                <a:gd name="connsiteY8" fmla="*/ 116739 h 238451"/>
                <a:gd name="connsiteX9" fmla="*/ 31567 w 235767"/>
                <a:gd name="connsiteY9" fmla="*/ 8243 h 238451"/>
                <a:gd name="connsiteX10" fmla="*/ 128638 w 235767"/>
                <a:gd name="connsiteY10" fmla="*/ 8243 h 238451"/>
                <a:gd name="connsiteX11" fmla="*/ 170088 w 235767"/>
                <a:gd name="connsiteY11" fmla="*/ 10968 h 238451"/>
                <a:gd name="connsiteX12" fmla="*/ 209057 w 235767"/>
                <a:gd name="connsiteY12" fmla="*/ 23742 h 238451"/>
                <a:gd name="connsiteX13" fmla="*/ 231554 w 235767"/>
                <a:gd name="connsiteY13" fmla="*/ 47928 h 238451"/>
                <a:gd name="connsiteX14" fmla="*/ 235982 w 235767"/>
                <a:gd name="connsiteY14" fmla="*/ 47928 h 238451"/>
                <a:gd name="connsiteX15" fmla="*/ 214549 w 235767"/>
                <a:gd name="connsiteY15" fmla="*/ 67 h 238451"/>
                <a:gd name="connsiteX16" fmla="*/ 5174 w 235767"/>
                <a:gd name="connsiteY16" fmla="*/ 67 h 238451"/>
                <a:gd name="connsiteX17" fmla="*/ 391 w 235767"/>
                <a:gd name="connsiteY17" fmla="*/ 1260 h 238451"/>
                <a:gd name="connsiteX18" fmla="*/ 214 w 235767"/>
                <a:gd name="connsiteY18" fmla="*/ 6880 h 238451"/>
                <a:gd name="connsiteX19" fmla="*/ 93919 w 235767"/>
                <a:gd name="connsiteY19" fmla="*/ 130194 h 238451"/>
                <a:gd name="connsiteX20" fmla="*/ 2163 w 235767"/>
                <a:gd name="connsiteY20" fmla="*/ 233580 h 238451"/>
                <a:gd name="connsiteX21" fmla="*/ 391 w 235767"/>
                <a:gd name="connsiteY21" fmla="*/ 236646 h 238451"/>
                <a:gd name="connsiteX22" fmla="*/ 5174 w 235767"/>
                <a:gd name="connsiteY22" fmla="*/ 238519 h 238451"/>
                <a:gd name="connsiteX23" fmla="*/ 214549 w 235767"/>
                <a:gd name="connsiteY23" fmla="*/ 238519 h 2384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35767" h="238451">
                  <a:moveTo>
                    <a:pt x="214549" y="238519"/>
                  </a:moveTo>
                  <a:lnTo>
                    <a:pt x="235982" y="184016"/>
                  </a:lnTo>
                  <a:lnTo>
                    <a:pt x="231554" y="184016"/>
                  </a:lnTo>
                  <a:cubicBezTo>
                    <a:pt x="224645" y="201730"/>
                    <a:pt x="205869" y="213312"/>
                    <a:pt x="185498" y="218421"/>
                  </a:cubicBezTo>
                  <a:cubicBezTo>
                    <a:pt x="181778" y="219273"/>
                    <a:pt x="164419" y="223701"/>
                    <a:pt x="130409" y="223701"/>
                  </a:cubicBezTo>
                  <a:lnTo>
                    <a:pt x="23596" y="223701"/>
                  </a:lnTo>
                  <a:lnTo>
                    <a:pt x="113758" y="122019"/>
                  </a:lnTo>
                  <a:cubicBezTo>
                    <a:pt x="114998" y="120656"/>
                    <a:pt x="115353" y="120145"/>
                    <a:pt x="115353" y="119293"/>
                  </a:cubicBezTo>
                  <a:cubicBezTo>
                    <a:pt x="115353" y="118953"/>
                    <a:pt x="115353" y="118442"/>
                    <a:pt x="114113" y="116739"/>
                  </a:cubicBezTo>
                  <a:lnTo>
                    <a:pt x="31567" y="8243"/>
                  </a:lnTo>
                  <a:lnTo>
                    <a:pt x="128638" y="8243"/>
                  </a:lnTo>
                  <a:cubicBezTo>
                    <a:pt x="152374" y="8243"/>
                    <a:pt x="168493" y="10627"/>
                    <a:pt x="170088" y="10968"/>
                  </a:cubicBezTo>
                  <a:cubicBezTo>
                    <a:pt x="179653" y="12331"/>
                    <a:pt x="195064" y="15226"/>
                    <a:pt x="209057" y="23742"/>
                  </a:cubicBezTo>
                  <a:cubicBezTo>
                    <a:pt x="213486" y="26467"/>
                    <a:pt x="225531" y="34132"/>
                    <a:pt x="231554" y="47928"/>
                  </a:cubicBezTo>
                  <a:lnTo>
                    <a:pt x="235982" y="47928"/>
                  </a:lnTo>
                  <a:lnTo>
                    <a:pt x="214549" y="67"/>
                  </a:lnTo>
                  <a:lnTo>
                    <a:pt x="5174" y="67"/>
                  </a:lnTo>
                  <a:cubicBezTo>
                    <a:pt x="1100" y="67"/>
                    <a:pt x="923" y="238"/>
                    <a:pt x="391" y="1260"/>
                  </a:cubicBezTo>
                  <a:cubicBezTo>
                    <a:pt x="214" y="1771"/>
                    <a:pt x="214" y="5007"/>
                    <a:pt x="214" y="6880"/>
                  </a:cubicBezTo>
                  <a:lnTo>
                    <a:pt x="93919" y="130194"/>
                  </a:lnTo>
                  <a:lnTo>
                    <a:pt x="2163" y="233580"/>
                  </a:lnTo>
                  <a:cubicBezTo>
                    <a:pt x="391" y="235624"/>
                    <a:pt x="391" y="236476"/>
                    <a:pt x="391" y="236646"/>
                  </a:cubicBezTo>
                  <a:cubicBezTo>
                    <a:pt x="391" y="238519"/>
                    <a:pt x="1986" y="238519"/>
                    <a:pt x="5174" y="238519"/>
                  </a:cubicBezTo>
                  <a:lnTo>
                    <a:pt x="214549" y="238519"/>
                  </a:lnTo>
                  <a:close/>
                </a:path>
              </a:pathLst>
            </a:custGeom>
            <a:solidFill>
              <a:srgbClr val="000000"/>
            </a:solidFill>
            <a:ln w="1773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38" name="任意形状 237">
              <a:extLst>
                <a:ext uri="{FF2B5EF4-FFF2-40B4-BE49-F238E27FC236}">
                  <a16:creationId xmlns:a16="http://schemas.microsoft.com/office/drawing/2014/main" id="{56F18C58-8A9D-8224-825A-7E1046B82C0E}"/>
                </a:ext>
              </a:extLst>
            </p:cNvPr>
            <p:cNvSpPr/>
            <p:nvPr>
              <p:custDataLst>
                <p:tags r:id="rId240"/>
              </p:custDataLst>
            </p:nvPr>
          </p:nvSpPr>
          <p:spPr>
            <a:xfrm>
              <a:off x="6345691" y="4007204"/>
              <a:ext cx="66585" cy="52817"/>
            </a:xfrm>
            <a:custGeom>
              <a:avLst/>
              <a:gdLst>
                <a:gd name="connsiteX0" fmla="*/ 37164 w 66585"/>
                <a:gd name="connsiteY0" fmla="*/ 8196 h 52817"/>
                <a:gd name="connsiteX1" fmla="*/ 60227 w 66585"/>
                <a:gd name="connsiteY1" fmla="*/ 8196 h 52817"/>
                <a:gd name="connsiteX2" fmla="*/ 66799 w 66585"/>
                <a:gd name="connsiteY2" fmla="*/ 3427 h 52817"/>
                <a:gd name="connsiteX3" fmla="*/ 61467 w 66585"/>
                <a:gd name="connsiteY3" fmla="*/ 89 h 52817"/>
                <a:gd name="connsiteX4" fmla="*/ 22409 w 66585"/>
                <a:gd name="connsiteY4" fmla="*/ 89 h 52817"/>
                <a:gd name="connsiteX5" fmla="*/ 8397 w 66585"/>
                <a:gd name="connsiteY5" fmla="*/ 6050 h 52817"/>
                <a:gd name="connsiteX6" fmla="*/ 214 w 66585"/>
                <a:gd name="connsiteY6" fmla="*/ 16423 h 52817"/>
                <a:gd name="connsiteX7" fmla="*/ 2322 w 66585"/>
                <a:gd name="connsiteY7" fmla="*/ 17854 h 52817"/>
                <a:gd name="connsiteX8" fmla="*/ 4554 w 66585"/>
                <a:gd name="connsiteY8" fmla="*/ 16542 h 52817"/>
                <a:gd name="connsiteX9" fmla="*/ 21293 w 66585"/>
                <a:gd name="connsiteY9" fmla="*/ 8196 h 52817"/>
                <a:gd name="connsiteX10" fmla="*/ 32328 w 66585"/>
                <a:gd name="connsiteY10" fmla="*/ 8196 h 52817"/>
                <a:gd name="connsiteX11" fmla="*/ 20053 w 66585"/>
                <a:gd name="connsiteY11" fmla="*/ 46349 h 52817"/>
                <a:gd name="connsiteX12" fmla="*/ 19433 w 66585"/>
                <a:gd name="connsiteY12" fmla="*/ 49091 h 52817"/>
                <a:gd name="connsiteX13" fmla="*/ 23525 w 66585"/>
                <a:gd name="connsiteY13" fmla="*/ 52906 h 52817"/>
                <a:gd name="connsiteX14" fmla="*/ 29477 w 66585"/>
                <a:gd name="connsiteY14" fmla="*/ 46945 h 52817"/>
                <a:gd name="connsiteX15" fmla="*/ 37164 w 66585"/>
                <a:gd name="connsiteY15" fmla="*/ 8196 h 528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66585" h="52817">
                  <a:moveTo>
                    <a:pt x="37164" y="8196"/>
                  </a:moveTo>
                  <a:lnTo>
                    <a:pt x="60227" y="8196"/>
                  </a:lnTo>
                  <a:cubicBezTo>
                    <a:pt x="61591" y="8196"/>
                    <a:pt x="66799" y="8196"/>
                    <a:pt x="66799" y="3427"/>
                  </a:cubicBezTo>
                  <a:cubicBezTo>
                    <a:pt x="66799" y="89"/>
                    <a:pt x="63575" y="89"/>
                    <a:pt x="61467" y="89"/>
                  </a:cubicBezTo>
                  <a:lnTo>
                    <a:pt x="22409" y="89"/>
                  </a:lnTo>
                  <a:cubicBezTo>
                    <a:pt x="18813" y="89"/>
                    <a:pt x="14845" y="327"/>
                    <a:pt x="8397" y="6050"/>
                  </a:cubicBezTo>
                  <a:cubicBezTo>
                    <a:pt x="4802" y="9150"/>
                    <a:pt x="214" y="15469"/>
                    <a:pt x="214" y="16423"/>
                  </a:cubicBezTo>
                  <a:cubicBezTo>
                    <a:pt x="214" y="17854"/>
                    <a:pt x="1826" y="17854"/>
                    <a:pt x="2322" y="17854"/>
                  </a:cubicBezTo>
                  <a:cubicBezTo>
                    <a:pt x="3686" y="17854"/>
                    <a:pt x="3810" y="17615"/>
                    <a:pt x="4554" y="16542"/>
                  </a:cubicBezTo>
                  <a:cubicBezTo>
                    <a:pt x="10877" y="8196"/>
                    <a:pt x="18441" y="8196"/>
                    <a:pt x="21293" y="8196"/>
                  </a:cubicBezTo>
                  <a:lnTo>
                    <a:pt x="32328" y="8196"/>
                  </a:lnTo>
                  <a:lnTo>
                    <a:pt x="20053" y="46349"/>
                  </a:lnTo>
                  <a:cubicBezTo>
                    <a:pt x="19433" y="48256"/>
                    <a:pt x="19433" y="48375"/>
                    <a:pt x="19433" y="49091"/>
                  </a:cubicBezTo>
                  <a:cubicBezTo>
                    <a:pt x="19433" y="52310"/>
                    <a:pt x="22533" y="52906"/>
                    <a:pt x="23525" y="52906"/>
                  </a:cubicBezTo>
                  <a:cubicBezTo>
                    <a:pt x="28237" y="52906"/>
                    <a:pt x="29105" y="48614"/>
                    <a:pt x="29477" y="46945"/>
                  </a:cubicBezTo>
                  <a:lnTo>
                    <a:pt x="37164" y="8196"/>
                  </a:lnTo>
                  <a:close/>
                </a:path>
              </a:pathLst>
            </a:custGeom>
            <a:solidFill>
              <a:srgbClr val="000000"/>
            </a:solidFill>
            <a:ln w="1773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39" name="任意形状 238">
              <a:extLst>
                <a:ext uri="{FF2B5EF4-FFF2-40B4-BE49-F238E27FC236}">
                  <a16:creationId xmlns:a16="http://schemas.microsoft.com/office/drawing/2014/main" id="{39ABC0D8-8F4E-D560-37BA-28FD4630DFBD}"/>
                </a:ext>
              </a:extLst>
            </p:cNvPr>
            <p:cNvSpPr/>
            <p:nvPr>
              <p:custDataLst>
                <p:tags r:id="rId241"/>
              </p:custDataLst>
            </p:nvPr>
          </p:nvSpPr>
          <p:spPr>
            <a:xfrm>
              <a:off x="6433159" y="3989797"/>
              <a:ext cx="68569" cy="77854"/>
            </a:xfrm>
            <a:custGeom>
              <a:avLst/>
              <a:gdLst>
                <a:gd name="connsiteX0" fmla="*/ 63828 w 68569"/>
                <a:gd name="connsiteY0" fmla="*/ 41937 h 77854"/>
                <a:gd name="connsiteX1" fmla="*/ 68787 w 68569"/>
                <a:gd name="connsiteY1" fmla="*/ 39076 h 77854"/>
                <a:gd name="connsiteX2" fmla="*/ 63828 w 68569"/>
                <a:gd name="connsiteY2" fmla="*/ 36095 h 77854"/>
                <a:gd name="connsiteX3" fmla="*/ 6418 w 68569"/>
                <a:gd name="connsiteY3" fmla="*/ 36095 h 77854"/>
                <a:gd name="connsiteX4" fmla="*/ 42625 w 68569"/>
                <a:gd name="connsiteY4" fmla="*/ 5931 h 77854"/>
                <a:gd name="connsiteX5" fmla="*/ 63828 w 68569"/>
                <a:gd name="connsiteY5" fmla="*/ 5931 h 77854"/>
                <a:gd name="connsiteX6" fmla="*/ 68787 w 68569"/>
                <a:gd name="connsiteY6" fmla="*/ 3069 h 77854"/>
                <a:gd name="connsiteX7" fmla="*/ 63828 w 68569"/>
                <a:gd name="connsiteY7" fmla="*/ 89 h 77854"/>
                <a:gd name="connsiteX8" fmla="*/ 42129 w 68569"/>
                <a:gd name="connsiteY8" fmla="*/ 89 h 77854"/>
                <a:gd name="connsiteX9" fmla="*/ 218 w 68569"/>
                <a:gd name="connsiteY9" fmla="*/ 38956 h 77854"/>
                <a:gd name="connsiteX10" fmla="*/ 42129 w 68569"/>
                <a:gd name="connsiteY10" fmla="*/ 77943 h 77854"/>
                <a:gd name="connsiteX11" fmla="*/ 63828 w 68569"/>
                <a:gd name="connsiteY11" fmla="*/ 77943 h 77854"/>
                <a:gd name="connsiteX12" fmla="*/ 68787 w 68569"/>
                <a:gd name="connsiteY12" fmla="*/ 75082 h 77854"/>
                <a:gd name="connsiteX13" fmla="*/ 63828 w 68569"/>
                <a:gd name="connsiteY13" fmla="*/ 72101 h 77854"/>
                <a:gd name="connsiteX14" fmla="*/ 42625 w 68569"/>
                <a:gd name="connsiteY14" fmla="*/ 72101 h 77854"/>
                <a:gd name="connsiteX15" fmla="*/ 6418 w 68569"/>
                <a:gd name="connsiteY15" fmla="*/ 41937 h 77854"/>
                <a:gd name="connsiteX16" fmla="*/ 63828 w 68569"/>
                <a:gd name="connsiteY16" fmla="*/ 41937 h 778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68569" h="77854">
                  <a:moveTo>
                    <a:pt x="63828" y="41937"/>
                  </a:moveTo>
                  <a:cubicBezTo>
                    <a:pt x="65812" y="41937"/>
                    <a:pt x="68787" y="41937"/>
                    <a:pt x="68787" y="39076"/>
                  </a:cubicBezTo>
                  <a:cubicBezTo>
                    <a:pt x="68787" y="36095"/>
                    <a:pt x="65936" y="36095"/>
                    <a:pt x="63828" y="36095"/>
                  </a:cubicBezTo>
                  <a:lnTo>
                    <a:pt x="6418" y="36095"/>
                  </a:lnTo>
                  <a:cubicBezTo>
                    <a:pt x="8278" y="18807"/>
                    <a:pt x="23281" y="5931"/>
                    <a:pt x="42625" y="5931"/>
                  </a:cubicBezTo>
                  <a:lnTo>
                    <a:pt x="63828" y="5931"/>
                  </a:lnTo>
                  <a:cubicBezTo>
                    <a:pt x="65812" y="5931"/>
                    <a:pt x="68787" y="5931"/>
                    <a:pt x="68787" y="3069"/>
                  </a:cubicBezTo>
                  <a:cubicBezTo>
                    <a:pt x="68787" y="89"/>
                    <a:pt x="65936" y="89"/>
                    <a:pt x="63828" y="89"/>
                  </a:cubicBezTo>
                  <a:lnTo>
                    <a:pt x="42129" y="89"/>
                  </a:lnTo>
                  <a:cubicBezTo>
                    <a:pt x="19065" y="89"/>
                    <a:pt x="218" y="17496"/>
                    <a:pt x="218" y="38956"/>
                  </a:cubicBezTo>
                  <a:cubicBezTo>
                    <a:pt x="218" y="60894"/>
                    <a:pt x="19313" y="77943"/>
                    <a:pt x="42129" y="77943"/>
                  </a:cubicBezTo>
                  <a:lnTo>
                    <a:pt x="63828" y="77943"/>
                  </a:lnTo>
                  <a:cubicBezTo>
                    <a:pt x="65812" y="77943"/>
                    <a:pt x="68787" y="77943"/>
                    <a:pt x="68787" y="75082"/>
                  </a:cubicBezTo>
                  <a:cubicBezTo>
                    <a:pt x="68787" y="72101"/>
                    <a:pt x="65936" y="72101"/>
                    <a:pt x="63828" y="72101"/>
                  </a:cubicBezTo>
                  <a:lnTo>
                    <a:pt x="42625" y="72101"/>
                  </a:lnTo>
                  <a:cubicBezTo>
                    <a:pt x="23281" y="72101"/>
                    <a:pt x="8278" y="59225"/>
                    <a:pt x="6418" y="41937"/>
                  </a:cubicBezTo>
                  <a:lnTo>
                    <a:pt x="63828" y="41937"/>
                  </a:lnTo>
                  <a:close/>
                </a:path>
              </a:pathLst>
            </a:custGeom>
            <a:solidFill>
              <a:srgbClr val="000000"/>
            </a:solidFill>
            <a:ln w="1773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40" name="任意形状 239">
              <a:extLst>
                <a:ext uri="{FF2B5EF4-FFF2-40B4-BE49-F238E27FC236}">
                  <a16:creationId xmlns:a16="http://schemas.microsoft.com/office/drawing/2014/main" id="{903821AB-4D6C-EC13-D7D6-84AB389C4146}"/>
                </a:ext>
              </a:extLst>
            </p:cNvPr>
            <p:cNvSpPr/>
            <p:nvPr>
              <p:custDataLst>
                <p:tags r:id="rId242"/>
              </p:custDataLst>
            </p:nvPr>
          </p:nvSpPr>
          <p:spPr>
            <a:xfrm>
              <a:off x="6520556" y="3977994"/>
              <a:ext cx="92624" cy="80596"/>
            </a:xfrm>
            <a:custGeom>
              <a:avLst/>
              <a:gdLst>
                <a:gd name="connsiteX0" fmla="*/ 55153 w 92624"/>
                <a:gd name="connsiteY0" fmla="*/ 8554 h 80596"/>
                <a:gd name="connsiteX1" fmla="*/ 58997 w 92624"/>
                <a:gd name="connsiteY1" fmla="*/ 4500 h 80596"/>
                <a:gd name="connsiteX2" fmla="*/ 66437 w 92624"/>
                <a:gd name="connsiteY2" fmla="*/ 4381 h 80596"/>
                <a:gd name="connsiteX3" fmla="*/ 80324 w 92624"/>
                <a:gd name="connsiteY3" fmla="*/ 5335 h 80596"/>
                <a:gd name="connsiteX4" fmla="*/ 86152 w 92624"/>
                <a:gd name="connsiteY4" fmla="*/ 14754 h 80596"/>
                <a:gd name="connsiteX5" fmla="*/ 85284 w 92624"/>
                <a:gd name="connsiteY5" fmla="*/ 24411 h 80596"/>
                <a:gd name="connsiteX6" fmla="*/ 85036 w 92624"/>
                <a:gd name="connsiteY6" fmla="*/ 25722 h 80596"/>
                <a:gd name="connsiteX7" fmla="*/ 87144 w 92624"/>
                <a:gd name="connsiteY7" fmla="*/ 27511 h 80596"/>
                <a:gd name="connsiteX8" fmla="*/ 89500 w 92624"/>
                <a:gd name="connsiteY8" fmla="*/ 24530 h 80596"/>
                <a:gd name="connsiteX9" fmla="*/ 92848 w 92624"/>
                <a:gd name="connsiteY9" fmla="*/ 1758 h 80596"/>
                <a:gd name="connsiteX10" fmla="*/ 89128 w 92624"/>
                <a:gd name="connsiteY10" fmla="*/ 89 h 80596"/>
                <a:gd name="connsiteX11" fmla="*/ 12871 w 92624"/>
                <a:gd name="connsiteY11" fmla="*/ 89 h 80596"/>
                <a:gd name="connsiteX12" fmla="*/ 8655 w 92624"/>
                <a:gd name="connsiteY12" fmla="*/ 2593 h 80596"/>
                <a:gd name="connsiteX13" fmla="*/ 844 w 92624"/>
                <a:gd name="connsiteY13" fmla="*/ 23696 h 80596"/>
                <a:gd name="connsiteX14" fmla="*/ 224 w 92624"/>
                <a:gd name="connsiteY14" fmla="*/ 25842 h 80596"/>
                <a:gd name="connsiteX15" fmla="*/ 2332 w 92624"/>
                <a:gd name="connsiteY15" fmla="*/ 27511 h 80596"/>
                <a:gd name="connsiteX16" fmla="*/ 4935 w 92624"/>
                <a:gd name="connsiteY16" fmla="*/ 24649 h 80596"/>
                <a:gd name="connsiteX17" fmla="*/ 35066 w 92624"/>
                <a:gd name="connsiteY17" fmla="*/ 4381 h 80596"/>
                <a:gd name="connsiteX18" fmla="*/ 40274 w 92624"/>
                <a:gd name="connsiteY18" fmla="*/ 4381 h 80596"/>
                <a:gd name="connsiteX19" fmla="*/ 44118 w 92624"/>
                <a:gd name="connsiteY19" fmla="*/ 5573 h 80596"/>
                <a:gd name="connsiteX20" fmla="*/ 43622 w 92624"/>
                <a:gd name="connsiteY20" fmla="*/ 8077 h 80596"/>
                <a:gd name="connsiteX21" fmla="*/ 27254 w 92624"/>
                <a:gd name="connsiteY21" fmla="*/ 70790 h 80596"/>
                <a:gd name="connsiteX22" fmla="*/ 12747 w 92624"/>
                <a:gd name="connsiteY22" fmla="*/ 76393 h 80596"/>
                <a:gd name="connsiteX23" fmla="*/ 7167 w 92624"/>
                <a:gd name="connsiteY23" fmla="*/ 79016 h 80596"/>
                <a:gd name="connsiteX24" fmla="*/ 9275 w 92624"/>
                <a:gd name="connsiteY24" fmla="*/ 80686 h 80596"/>
                <a:gd name="connsiteX25" fmla="*/ 19939 w 92624"/>
                <a:gd name="connsiteY25" fmla="*/ 80328 h 80596"/>
                <a:gd name="connsiteX26" fmla="*/ 30602 w 92624"/>
                <a:gd name="connsiteY26" fmla="*/ 80209 h 80596"/>
                <a:gd name="connsiteX27" fmla="*/ 41762 w 92624"/>
                <a:gd name="connsiteY27" fmla="*/ 80328 h 80596"/>
                <a:gd name="connsiteX28" fmla="*/ 52178 w 92624"/>
                <a:gd name="connsiteY28" fmla="*/ 80686 h 80596"/>
                <a:gd name="connsiteX29" fmla="*/ 55029 w 92624"/>
                <a:gd name="connsiteY29" fmla="*/ 78063 h 80596"/>
                <a:gd name="connsiteX30" fmla="*/ 49946 w 92624"/>
                <a:gd name="connsiteY30" fmla="*/ 76393 h 80596"/>
                <a:gd name="connsiteX31" fmla="*/ 42754 w 92624"/>
                <a:gd name="connsiteY31" fmla="*/ 76155 h 80596"/>
                <a:gd name="connsiteX32" fmla="*/ 38290 w 92624"/>
                <a:gd name="connsiteY32" fmla="*/ 73890 h 80596"/>
                <a:gd name="connsiteX33" fmla="*/ 38786 w 92624"/>
                <a:gd name="connsiteY33" fmla="*/ 71148 h 80596"/>
                <a:gd name="connsiteX34" fmla="*/ 55153 w 92624"/>
                <a:gd name="connsiteY34" fmla="*/ 8554 h 805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92624" h="80596">
                  <a:moveTo>
                    <a:pt x="55153" y="8554"/>
                  </a:moveTo>
                  <a:cubicBezTo>
                    <a:pt x="56021" y="5096"/>
                    <a:pt x="56269" y="4739"/>
                    <a:pt x="58997" y="4500"/>
                  </a:cubicBezTo>
                  <a:cubicBezTo>
                    <a:pt x="59617" y="4381"/>
                    <a:pt x="63957" y="4381"/>
                    <a:pt x="66437" y="4381"/>
                  </a:cubicBezTo>
                  <a:cubicBezTo>
                    <a:pt x="74001" y="4381"/>
                    <a:pt x="77224" y="4381"/>
                    <a:pt x="80324" y="5335"/>
                  </a:cubicBezTo>
                  <a:cubicBezTo>
                    <a:pt x="85904" y="7004"/>
                    <a:pt x="86152" y="10461"/>
                    <a:pt x="86152" y="14754"/>
                  </a:cubicBezTo>
                  <a:cubicBezTo>
                    <a:pt x="86152" y="16661"/>
                    <a:pt x="86152" y="18211"/>
                    <a:pt x="85284" y="24411"/>
                  </a:cubicBezTo>
                  <a:lnTo>
                    <a:pt x="85036" y="25722"/>
                  </a:lnTo>
                  <a:cubicBezTo>
                    <a:pt x="85036" y="26915"/>
                    <a:pt x="85904" y="27511"/>
                    <a:pt x="87144" y="27511"/>
                  </a:cubicBezTo>
                  <a:cubicBezTo>
                    <a:pt x="89004" y="27511"/>
                    <a:pt x="89252" y="26438"/>
                    <a:pt x="89500" y="24530"/>
                  </a:cubicBezTo>
                  <a:lnTo>
                    <a:pt x="92848" y="1758"/>
                  </a:lnTo>
                  <a:cubicBezTo>
                    <a:pt x="92848" y="89"/>
                    <a:pt x="91360" y="89"/>
                    <a:pt x="89128" y="89"/>
                  </a:cubicBezTo>
                  <a:lnTo>
                    <a:pt x="12871" y="89"/>
                  </a:lnTo>
                  <a:cubicBezTo>
                    <a:pt x="9771" y="89"/>
                    <a:pt x="9523" y="89"/>
                    <a:pt x="8655" y="2593"/>
                  </a:cubicBezTo>
                  <a:lnTo>
                    <a:pt x="844" y="23696"/>
                  </a:lnTo>
                  <a:cubicBezTo>
                    <a:pt x="720" y="24172"/>
                    <a:pt x="224" y="25246"/>
                    <a:pt x="224" y="25842"/>
                  </a:cubicBezTo>
                  <a:cubicBezTo>
                    <a:pt x="224" y="26319"/>
                    <a:pt x="472" y="27511"/>
                    <a:pt x="2332" y="27511"/>
                  </a:cubicBezTo>
                  <a:cubicBezTo>
                    <a:pt x="3943" y="27511"/>
                    <a:pt x="4191" y="26915"/>
                    <a:pt x="4935" y="24649"/>
                  </a:cubicBezTo>
                  <a:cubicBezTo>
                    <a:pt x="12127" y="5573"/>
                    <a:pt x="16219" y="4381"/>
                    <a:pt x="35066" y="4381"/>
                  </a:cubicBezTo>
                  <a:lnTo>
                    <a:pt x="40274" y="4381"/>
                  </a:lnTo>
                  <a:cubicBezTo>
                    <a:pt x="43994" y="4381"/>
                    <a:pt x="44118" y="4500"/>
                    <a:pt x="44118" y="5573"/>
                  </a:cubicBezTo>
                  <a:cubicBezTo>
                    <a:pt x="44118" y="5692"/>
                    <a:pt x="44118" y="6289"/>
                    <a:pt x="43622" y="8077"/>
                  </a:cubicBezTo>
                  <a:lnTo>
                    <a:pt x="27254" y="70790"/>
                  </a:lnTo>
                  <a:cubicBezTo>
                    <a:pt x="26139" y="75201"/>
                    <a:pt x="25767" y="76393"/>
                    <a:pt x="12747" y="76393"/>
                  </a:cubicBezTo>
                  <a:cubicBezTo>
                    <a:pt x="8283" y="76393"/>
                    <a:pt x="7167" y="76393"/>
                    <a:pt x="7167" y="79016"/>
                  </a:cubicBezTo>
                  <a:cubicBezTo>
                    <a:pt x="7167" y="79374"/>
                    <a:pt x="7415" y="80686"/>
                    <a:pt x="9275" y="80686"/>
                  </a:cubicBezTo>
                  <a:cubicBezTo>
                    <a:pt x="12747" y="80686"/>
                    <a:pt x="16467" y="80328"/>
                    <a:pt x="19939" y="80328"/>
                  </a:cubicBezTo>
                  <a:cubicBezTo>
                    <a:pt x="23411" y="80328"/>
                    <a:pt x="27130" y="80209"/>
                    <a:pt x="30602" y="80209"/>
                  </a:cubicBezTo>
                  <a:cubicBezTo>
                    <a:pt x="34074" y="80209"/>
                    <a:pt x="38290" y="80209"/>
                    <a:pt x="41762" y="80328"/>
                  </a:cubicBezTo>
                  <a:cubicBezTo>
                    <a:pt x="45110" y="80447"/>
                    <a:pt x="48830" y="80686"/>
                    <a:pt x="52178" y="80686"/>
                  </a:cubicBezTo>
                  <a:cubicBezTo>
                    <a:pt x="53169" y="80686"/>
                    <a:pt x="55029" y="80686"/>
                    <a:pt x="55029" y="78063"/>
                  </a:cubicBezTo>
                  <a:cubicBezTo>
                    <a:pt x="55029" y="76393"/>
                    <a:pt x="53789" y="76393"/>
                    <a:pt x="49946" y="76393"/>
                  </a:cubicBezTo>
                  <a:cubicBezTo>
                    <a:pt x="47590" y="76393"/>
                    <a:pt x="45110" y="76274"/>
                    <a:pt x="42754" y="76155"/>
                  </a:cubicBezTo>
                  <a:cubicBezTo>
                    <a:pt x="38538" y="75797"/>
                    <a:pt x="38290" y="75320"/>
                    <a:pt x="38290" y="73890"/>
                  </a:cubicBezTo>
                  <a:cubicBezTo>
                    <a:pt x="38290" y="73055"/>
                    <a:pt x="38290" y="72817"/>
                    <a:pt x="38786" y="71148"/>
                  </a:cubicBezTo>
                  <a:lnTo>
                    <a:pt x="55153" y="8554"/>
                  </a:lnTo>
                  <a:close/>
                </a:path>
              </a:pathLst>
            </a:custGeom>
            <a:solidFill>
              <a:srgbClr val="000000"/>
            </a:solidFill>
            <a:ln w="1773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41" name="任意形状 240">
              <a:extLst>
                <a:ext uri="{FF2B5EF4-FFF2-40B4-BE49-F238E27FC236}">
                  <a16:creationId xmlns:a16="http://schemas.microsoft.com/office/drawing/2014/main" id="{BD5206D5-DE81-1378-C8F7-D0D706C0CA01}"/>
                </a:ext>
              </a:extLst>
            </p:cNvPr>
            <p:cNvSpPr/>
            <p:nvPr>
              <p:custDataLst>
                <p:tags r:id="rId243"/>
              </p:custDataLst>
            </p:nvPr>
          </p:nvSpPr>
          <p:spPr>
            <a:xfrm>
              <a:off x="6883895" y="3779771"/>
              <a:ext cx="138343" cy="75282"/>
            </a:xfrm>
            <a:custGeom>
              <a:avLst/>
              <a:gdLst>
                <a:gd name="connsiteX0" fmla="*/ 14061 w 138343"/>
                <a:gd name="connsiteY0" fmla="*/ 16769 h 75282"/>
                <a:gd name="connsiteX1" fmla="*/ 14061 w 138343"/>
                <a:gd name="connsiteY1" fmla="*/ 62415 h 75282"/>
                <a:gd name="connsiteX2" fmla="*/ 244 w 138343"/>
                <a:gd name="connsiteY2" fmla="*/ 70080 h 75282"/>
                <a:gd name="connsiteX3" fmla="*/ 244 w 138343"/>
                <a:gd name="connsiteY3" fmla="*/ 75360 h 75282"/>
                <a:gd name="connsiteX4" fmla="*/ 20260 w 138343"/>
                <a:gd name="connsiteY4" fmla="*/ 74849 h 75282"/>
                <a:gd name="connsiteX5" fmla="*/ 40100 w 138343"/>
                <a:gd name="connsiteY5" fmla="*/ 75360 h 75282"/>
                <a:gd name="connsiteX6" fmla="*/ 40100 w 138343"/>
                <a:gd name="connsiteY6" fmla="*/ 70080 h 75282"/>
                <a:gd name="connsiteX7" fmla="*/ 26283 w 138343"/>
                <a:gd name="connsiteY7" fmla="*/ 62415 h 75282"/>
                <a:gd name="connsiteX8" fmla="*/ 26283 w 138343"/>
                <a:gd name="connsiteY8" fmla="*/ 31076 h 75282"/>
                <a:gd name="connsiteX9" fmla="*/ 50196 w 138343"/>
                <a:gd name="connsiteY9" fmla="*/ 3824 h 75282"/>
                <a:gd name="connsiteX10" fmla="*/ 63304 w 138343"/>
                <a:gd name="connsiteY10" fmla="*/ 22730 h 75282"/>
                <a:gd name="connsiteX11" fmla="*/ 63304 w 138343"/>
                <a:gd name="connsiteY11" fmla="*/ 62415 h 75282"/>
                <a:gd name="connsiteX12" fmla="*/ 49488 w 138343"/>
                <a:gd name="connsiteY12" fmla="*/ 70080 h 75282"/>
                <a:gd name="connsiteX13" fmla="*/ 49488 w 138343"/>
                <a:gd name="connsiteY13" fmla="*/ 75360 h 75282"/>
                <a:gd name="connsiteX14" fmla="*/ 69504 w 138343"/>
                <a:gd name="connsiteY14" fmla="*/ 74849 h 75282"/>
                <a:gd name="connsiteX15" fmla="*/ 89343 w 138343"/>
                <a:gd name="connsiteY15" fmla="*/ 75360 h 75282"/>
                <a:gd name="connsiteX16" fmla="*/ 89343 w 138343"/>
                <a:gd name="connsiteY16" fmla="*/ 70080 h 75282"/>
                <a:gd name="connsiteX17" fmla="*/ 75527 w 138343"/>
                <a:gd name="connsiteY17" fmla="*/ 62415 h 75282"/>
                <a:gd name="connsiteX18" fmla="*/ 75527 w 138343"/>
                <a:gd name="connsiteY18" fmla="*/ 31076 h 75282"/>
                <a:gd name="connsiteX19" fmla="*/ 99440 w 138343"/>
                <a:gd name="connsiteY19" fmla="*/ 3824 h 75282"/>
                <a:gd name="connsiteX20" fmla="*/ 112548 w 138343"/>
                <a:gd name="connsiteY20" fmla="*/ 22730 h 75282"/>
                <a:gd name="connsiteX21" fmla="*/ 112548 w 138343"/>
                <a:gd name="connsiteY21" fmla="*/ 62415 h 75282"/>
                <a:gd name="connsiteX22" fmla="*/ 98731 w 138343"/>
                <a:gd name="connsiteY22" fmla="*/ 70080 h 75282"/>
                <a:gd name="connsiteX23" fmla="*/ 98731 w 138343"/>
                <a:gd name="connsiteY23" fmla="*/ 75360 h 75282"/>
                <a:gd name="connsiteX24" fmla="*/ 118748 w 138343"/>
                <a:gd name="connsiteY24" fmla="*/ 74849 h 75282"/>
                <a:gd name="connsiteX25" fmla="*/ 138587 w 138343"/>
                <a:gd name="connsiteY25" fmla="*/ 75360 h 75282"/>
                <a:gd name="connsiteX26" fmla="*/ 138587 w 138343"/>
                <a:gd name="connsiteY26" fmla="*/ 70080 h 75282"/>
                <a:gd name="connsiteX27" fmla="*/ 124770 w 138343"/>
                <a:gd name="connsiteY27" fmla="*/ 64970 h 75282"/>
                <a:gd name="connsiteX28" fmla="*/ 124770 w 138343"/>
                <a:gd name="connsiteY28" fmla="*/ 32438 h 75282"/>
                <a:gd name="connsiteX29" fmla="*/ 119279 w 138343"/>
                <a:gd name="connsiteY29" fmla="*/ 6379 h 75282"/>
                <a:gd name="connsiteX30" fmla="*/ 100680 w 138343"/>
                <a:gd name="connsiteY30" fmla="*/ 77 h 75282"/>
                <a:gd name="connsiteX31" fmla="*/ 74995 w 138343"/>
                <a:gd name="connsiteY31" fmla="*/ 16769 h 75282"/>
                <a:gd name="connsiteX32" fmla="*/ 51436 w 138343"/>
                <a:gd name="connsiteY32" fmla="*/ 77 h 75282"/>
                <a:gd name="connsiteX33" fmla="*/ 25220 w 138343"/>
                <a:gd name="connsiteY33" fmla="*/ 17961 h 75282"/>
                <a:gd name="connsiteX34" fmla="*/ 25220 w 138343"/>
                <a:gd name="connsiteY34" fmla="*/ 77 h 75282"/>
                <a:gd name="connsiteX35" fmla="*/ 244 w 138343"/>
                <a:gd name="connsiteY35" fmla="*/ 1950 h 75282"/>
                <a:gd name="connsiteX36" fmla="*/ 244 w 138343"/>
                <a:gd name="connsiteY36" fmla="*/ 7230 h 75282"/>
                <a:gd name="connsiteX37" fmla="*/ 14061 w 138343"/>
                <a:gd name="connsiteY37" fmla="*/ 16769 h 752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138343" h="75282">
                  <a:moveTo>
                    <a:pt x="14061" y="16769"/>
                  </a:moveTo>
                  <a:lnTo>
                    <a:pt x="14061" y="62415"/>
                  </a:lnTo>
                  <a:cubicBezTo>
                    <a:pt x="14061" y="70080"/>
                    <a:pt x="12112" y="70080"/>
                    <a:pt x="244" y="70080"/>
                  </a:cubicBezTo>
                  <a:lnTo>
                    <a:pt x="244" y="75360"/>
                  </a:lnTo>
                  <a:cubicBezTo>
                    <a:pt x="6444" y="75189"/>
                    <a:pt x="15478" y="74849"/>
                    <a:pt x="20260" y="74849"/>
                  </a:cubicBezTo>
                  <a:cubicBezTo>
                    <a:pt x="24866" y="74849"/>
                    <a:pt x="34077" y="75189"/>
                    <a:pt x="40100" y="75360"/>
                  </a:cubicBezTo>
                  <a:lnTo>
                    <a:pt x="40100" y="70080"/>
                  </a:lnTo>
                  <a:cubicBezTo>
                    <a:pt x="28231" y="70080"/>
                    <a:pt x="26283" y="70080"/>
                    <a:pt x="26283" y="62415"/>
                  </a:cubicBezTo>
                  <a:lnTo>
                    <a:pt x="26283" y="31076"/>
                  </a:lnTo>
                  <a:cubicBezTo>
                    <a:pt x="26283" y="13362"/>
                    <a:pt x="38860" y="3824"/>
                    <a:pt x="50196" y="3824"/>
                  </a:cubicBezTo>
                  <a:cubicBezTo>
                    <a:pt x="61356" y="3824"/>
                    <a:pt x="63304" y="13021"/>
                    <a:pt x="63304" y="22730"/>
                  </a:cubicBezTo>
                  <a:lnTo>
                    <a:pt x="63304" y="62415"/>
                  </a:lnTo>
                  <a:cubicBezTo>
                    <a:pt x="63304" y="70080"/>
                    <a:pt x="61356" y="70080"/>
                    <a:pt x="49488" y="70080"/>
                  </a:cubicBezTo>
                  <a:lnTo>
                    <a:pt x="49488" y="75360"/>
                  </a:lnTo>
                  <a:cubicBezTo>
                    <a:pt x="55687" y="75189"/>
                    <a:pt x="64721" y="74849"/>
                    <a:pt x="69504" y="74849"/>
                  </a:cubicBezTo>
                  <a:cubicBezTo>
                    <a:pt x="74110" y="74849"/>
                    <a:pt x="83321" y="75189"/>
                    <a:pt x="89343" y="75360"/>
                  </a:cubicBezTo>
                  <a:lnTo>
                    <a:pt x="89343" y="70080"/>
                  </a:lnTo>
                  <a:cubicBezTo>
                    <a:pt x="77475" y="70080"/>
                    <a:pt x="75527" y="70080"/>
                    <a:pt x="75527" y="62415"/>
                  </a:cubicBezTo>
                  <a:lnTo>
                    <a:pt x="75527" y="31076"/>
                  </a:lnTo>
                  <a:cubicBezTo>
                    <a:pt x="75527" y="13362"/>
                    <a:pt x="88103" y="3824"/>
                    <a:pt x="99440" y="3824"/>
                  </a:cubicBezTo>
                  <a:cubicBezTo>
                    <a:pt x="110600" y="3824"/>
                    <a:pt x="112548" y="13021"/>
                    <a:pt x="112548" y="22730"/>
                  </a:cubicBezTo>
                  <a:lnTo>
                    <a:pt x="112548" y="62415"/>
                  </a:lnTo>
                  <a:cubicBezTo>
                    <a:pt x="112548" y="70080"/>
                    <a:pt x="110600" y="70080"/>
                    <a:pt x="98731" y="70080"/>
                  </a:cubicBezTo>
                  <a:lnTo>
                    <a:pt x="98731" y="75360"/>
                  </a:lnTo>
                  <a:cubicBezTo>
                    <a:pt x="104931" y="75189"/>
                    <a:pt x="113965" y="74849"/>
                    <a:pt x="118748" y="74849"/>
                  </a:cubicBezTo>
                  <a:cubicBezTo>
                    <a:pt x="123353" y="74849"/>
                    <a:pt x="132564" y="75189"/>
                    <a:pt x="138587" y="75360"/>
                  </a:cubicBezTo>
                  <a:lnTo>
                    <a:pt x="138587" y="70080"/>
                  </a:lnTo>
                  <a:cubicBezTo>
                    <a:pt x="129376" y="70080"/>
                    <a:pt x="124948" y="70080"/>
                    <a:pt x="124770" y="64970"/>
                  </a:cubicBezTo>
                  <a:lnTo>
                    <a:pt x="124770" y="32438"/>
                  </a:lnTo>
                  <a:cubicBezTo>
                    <a:pt x="124770" y="17791"/>
                    <a:pt x="124770" y="12510"/>
                    <a:pt x="119279" y="6379"/>
                  </a:cubicBezTo>
                  <a:cubicBezTo>
                    <a:pt x="116799" y="3483"/>
                    <a:pt x="110954" y="77"/>
                    <a:pt x="100680" y="77"/>
                  </a:cubicBezTo>
                  <a:cubicBezTo>
                    <a:pt x="85801" y="77"/>
                    <a:pt x="78007" y="10296"/>
                    <a:pt x="74995" y="16769"/>
                  </a:cubicBezTo>
                  <a:cubicBezTo>
                    <a:pt x="72515" y="1950"/>
                    <a:pt x="59407" y="77"/>
                    <a:pt x="51436" y="77"/>
                  </a:cubicBezTo>
                  <a:cubicBezTo>
                    <a:pt x="38505" y="77"/>
                    <a:pt x="30180" y="7401"/>
                    <a:pt x="25220" y="17961"/>
                  </a:cubicBezTo>
                  <a:lnTo>
                    <a:pt x="25220" y="77"/>
                  </a:lnTo>
                  <a:lnTo>
                    <a:pt x="244" y="1950"/>
                  </a:lnTo>
                  <a:lnTo>
                    <a:pt x="244" y="7230"/>
                  </a:lnTo>
                  <a:cubicBezTo>
                    <a:pt x="12644" y="7230"/>
                    <a:pt x="14061" y="8423"/>
                    <a:pt x="14061" y="16769"/>
                  </a:cubicBezTo>
                  <a:close/>
                </a:path>
              </a:pathLst>
            </a:custGeom>
            <a:solidFill>
              <a:srgbClr val="000000"/>
            </a:solidFill>
            <a:ln w="1773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42" name="任意形状 241">
              <a:extLst>
                <a:ext uri="{FF2B5EF4-FFF2-40B4-BE49-F238E27FC236}">
                  <a16:creationId xmlns:a16="http://schemas.microsoft.com/office/drawing/2014/main" id="{0F4C1A1A-5916-4DE4-A369-EDF02BD7759D}"/>
                </a:ext>
              </a:extLst>
            </p:cNvPr>
            <p:cNvSpPr/>
            <p:nvPr>
              <p:custDataLst>
                <p:tags r:id="rId244"/>
              </p:custDataLst>
            </p:nvPr>
          </p:nvSpPr>
          <p:spPr>
            <a:xfrm>
              <a:off x="7033280" y="3778749"/>
              <a:ext cx="79888" cy="78178"/>
            </a:xfrm>
            <a:custGeom>
              <a:avLst/>
              <a:gdLst>
                <a:gd name="connsiteX0" fmla="*/ 51799 w 79888"/>
                <a:gd name="connsiteY0" fmla="*/ 63437 h 78178"/>
                <a:gd name="connsiteX1" fmla="*/ 65615 w 79888"/>
                <a:gd name="connsiteY1" fmla="*/ 77403 h 78178"/>
                <a:gd name="connsiteX2" fmla="*/ 80141 w 79888"/>
                <a:gd name="connsiteY2" fmla="*/ 61223 h 78178"/>
                <a:gd name="connsiteX3" fmla="*/ 80141 w 79888"/>
                <a:gd name="connsiteY3" fmla="*/ 51685 h 78178"/>
                <a:gd name="connsiteX4" fmla="*/ 75712 w 79888"/>
                <a:gd name="connsiteY4" fmla="*/ 51685 h 78178"/>
                <a:gd name="connsiteX5" fmla="*/ 75712 w 79888"/>
                <a:gd name="connsiteY5" fmla="*/ 61223 h 78178"/>
                <a:gd name="connsiteX6" fmla="*/ 69335 w 79888"/>
                <a:gd name="connsiteY6" fmla="*/ 72123 h 78178"/>
                <a:gd name="connsiteX7" fmla="*/ 62781 w 79888"/>
                <a:gd name="connsiteY7" fmla="*/ 63607 h 78178"/>
                <a:gd name="connsiteX8" fmla="*/ 62781 w 79888"/>
                <a:gd name="connsiteY8" fmla="*/ 29543 h 78178"/>
                <a:gd name="connsiteX9" fmla="*/ 56404 w 79888"/>
                <a:gd name="connsiteY9" fmla="*/ 9445 h 78178"/>
                <a:gd name="connsiteX10" fmla="*/ 32137 w 79888"/>
                <a:gd name="connsiteY10" fmla="*/ 77 h 78178"/>
                <a:gd name="connsiteX11" fmla="*/ 5389 w 79888"/>
                <a:gd name="connsiteY11" fmla="*/ 19323 h 78178"/>
                <a:gd name="connsiteX12" fmla="*/ 13537 w 79888"/>
                <a:gd name="connsiteY12" fmla="*/ 27329 h 78178"/>
                <a:gd name="connsiteX13" fmla="*/ 21686 w 79888"/>
                <a:gd name="connsiteY13" fmla="*/ 19494 h 78178"/>
                <a:gd name="connsiteX14" fmla="*/ 12652 w 79888"/>
                <a:gd name="connsiteY14" fmla="*/ 11659 h 78178"/>
                <a:gd name="connsiteX15" fmla="*/ 31782 w 79888"/>
                <a:gd name="connsiteY15" fmla="*/ 3824 h 78178"/>
                <a:gd name="connsiteX16" fmla="*/ 50559 w 79888"/>
                <a:gd name="connsiteY16" fmla="*/ 25625 h 78178"/>
                <a:gd name="connsiteX17" fmla="*/ 50559 w 79888"/>
                <a:gd name="connsiteY17" fmla="*/ 31927 h 78178"/>
                <a:gd name="connsiteX18" fmla="*/ 17966 w 79888"/>
                <a:gd name="connsiteY18" fmla="*/ 38059 h 78178"/>
                <a:gd name="connsiteX19" fmla="*/ 252 w 79888"/>
                <a:gd name="connsiteY19" fmla="*/ 60201 h 78178"/>
                <a:gd name="connsiteX20" fmla="*/ 28594 w 79888"/>
                <a:gd name="connsiteY20" fmla="*/ 78255 h 78178"/>
                <a:gd name="connsiteX21" fmla="*/ 51799 w 79888"/>
                <a:gd name="connsiteY21" fmla="*/ 63437 h 78178"/>
                <a:gd name="connsiteX22" fmla="*/ 50559 w 79888"/>
                <a:gd name="connsiteY22" fmla="*/ 35504 h 78178"/>
                <a:gd name="connsiteX23" fmla="*/ 50559 w 79888"/>
                <a:gd name="connsiteY23" fmla="*/ 52536 h 78178"/>
                <a:gd name="connsiteX24" fmla="*/ 29834 w 79888"/>
                <a:gd name="connsiteY24" fmla="*/ 74508 h 78178"/>
                <a:gd name="connsiteX25" fmla="*/ 13892 w 79888"/>
                <a:gd name="connsiteY25" fmla="*/ 60031 h 78178"/>
                <a:gd name="connsiteX26" fmla="*/ 50559 w 79888"/>
                <a:gd name="connsiteY26" fmla="*/ 35504 h 78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79888" h="78178">
                  <a:moveTo>
                    <a:pt x="51799" y="63437"/>
                  </a:moveTo>
                  <a:cubicBezTo>
                    <a:pt x="52507" y="70250"/>
                    <a:pt x="57290" y="77403"/>
                    <a:pt x="65615" y="77403"/>
                  </a:cubicBezTo>
                  <a:cubicBezTo>
                    <a:pt x="69335" y="77403"/>
                    <a:pt x="80141" y="75019"/>
                    <a:pt x="80141" y="61223"/>
                  </a:cubicBezTo>
                  <a:lnTo>
                    <a:pt x="80141" y="51685"/>
                  </a:lnTo>
                  <a:lnTo>
                    <a:pt x="75712" y="51685"/>
                  </a:lnTo>
                  <a:lnTo>
                    <a:pt x="75712" y="61223"/>
                  </a:lnTo>
                  <a:cubicBezTo>
                    <a:pt x="75712" y="71102"/>
                    <a:pt x="71284" y="72123"/>
                    <a:pt x="69335" y="72123"/>
                  </a:cubicBezTo>
                  <a:cubicBezTo>
                    <a:pt x="63490" y="72123"/>
                    <a:pt x="62781" y="64459"/>
                    <a:pt x="62781" y="63607"/>
                  </a:cubicBezTo>
                  <a:lnTo>
                    <a:pt x="62781" y="29543"/>
                  </a:lnTo>
                  <a:cubicBezTo>
                    <a:pt x="62781" y="22389"/>
                    <a:pt x="62781" y="15747"/>
                    <a:pt x="56404" y="9445"/>
                  </a:cubicBezTo>
                  <a:cubicBezTo>
                    <a:pt x="49496" y="2802"/>
                    <a:pt x="40639" y="77"/>
                    <a:pt x="32137" y="77"/>
                  </a:cubicBezTo>
                  <a:cubicBezTo>
                    <a:pt x="17612" y="77"/>
                    <a:pt x="5389" y="8082"/>
                    <a:pt x="5389" y="19323"/>
                  </a:cubicBezTo>
                  <a:cubicBezTo>
                    <a:pt x="5389" y="24433"/>
                    <a:pt x="8932" y="27329"/>
                    <a:pt x="13537" y="27329"/>
                  </a:cubicBezTo>
                  <a:cubicBezTo>
                    <a:pt x="18497" y="27329"/>
                    <a:pt x="21686" y="23922"/>
                    <a:pt x="21686" y="19494"/>
                  </a:cubicBezTo>
                  <a:cubicBezTo>
                    <a:pt x="21686" y="17450"/>
                    <a:pt x="20800" y="11829"/>
                    <a:pt x="12652" y="11659"/>
                  </a:cubicBezTo>
                  <a:cubicBezTo>
                    <a:pt x="17434" y="5698"/>
                    <a:pt x="26114" y="3824"/>
                    <a:pt x="31782" y="3824"/>
                  </a:cubicBezTo>
                  <a:cubicBezTo>
                    <a:pt x="40462" y="3824"/>
                    <a:pt x="50559" y="10467"/>
                    <a:pt x="50559" y="25625"/>
                  </a:cubicBezTo>
                  <a:lnTo>
                    <a:pt x="50559" y="31927"/>
                  </a:lnTo>
                  <a:cubicBezTo>
                    <a:pt x="41525" y="32438"/>
                    <a:pt x="29125" y="32949"/>
                    <a:pt x="17966" y="38059"/>
                  </a:cubicBezTo>
                  <a:cubicBezTo>
                    <a:pt x="4681" y="43850"/>
                    <a:pt x="252" y="52707"/>
                    <a:pt x="252" y="60201"/>
                  </a:cubicBezTo>
                  <a:cubicBezTo>
                    <a:pt x="252" y="73997"/>
                    <a:pt x="17434" y="78255"/>
                    <a:pt x="28594" y="78255"/>
                  </a:cubicBezTo>
                  <a:cubicBezTo>
                    <a:pt x="40285" y="78255"/>
                    <a:pt x="48433" y="71442"/>
                    <a:pt x="51799" y="63437"/>
                  </a:cubicBezTo>
                  <a:close/>
                  <a:moveTo>
                    <a:pt x="50559" y="35504"/>
                  </a:moveTo>
                  <a:lnTo>
                    <a:pt x="50559" y="52536"/>
                  </a:lnTo>
                  <a:cubicBezTo>
                    <a:pt x="50559" y="68717"/>
                    <a:pt x="37805" y="74508"/>
                    <a:pt x="29834" y="74508"/>
                  </a:cubicBezTo>
                  <a:cubicBezTo>
                    <a:pt x="21154" y="74508"/>
                    <a:pt x="13892" y="68547"/>
                    <a:pt x="13892" y="60031"/>
                  </a:cubicBezTo>
                  <a:cubicBezTo>
                    <a:pt x="13892" y="50663"/>
                    <a:pt x="21331" y="36526"/>
                    <a:pt x="50559" y="35504"/>
                  </a:cubicBezTo>
                  <a:close/>
                </a:path>
              </a:pathLst>
            </a:custGeom>
            <a:solidFill>
              <a:srgbClr val="000000"/>
            </a:solidFill>
            <a:ln w="1773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43" name="任意形状 242">
              <a:extLst>
                <a:ext uri="{FF2B5EF4-FFF2-40B4-BE49-F238E27FC236}">
                  <a16:creationId xmlns:a16="http://schemas.microsoft.com/office/drawing/2014/main" id="{62FA9FDF-D4E7-9508-57FF-87979C78805F}"/>
                </a:ext>
              </a:extLst>
            </p:cNvPr>
            <p:cNvSpPr/>
            <p:nvPr>
              <p:custDataLst>
                <p:tags r:id="rId245"/>
              </p:custDataLst>
            </p:nvPr>
          </p:nvSpPr>
          <p:spPr>
            <a:xfrm>
              <a:off x="7116534" y="3781645"/>
              <a:ext cx="89276" cy="73409"/>
            </a:xfrm>
            <a:custGeom>
              <a:avLst/>
              <a:gdLst>
                <a:gd name="connsiteX0" fmla="*/ 48970 w 89276"/>
                <a:gd name="connsiteY0" fmla="*/ 33460 h 73409"/>
                <a:gd name="connsiteX1" fmla="*/ 65266 w 89276"/>
                <a:gd name="connsiteY1" fmla="*/ 14214 h 73409"/>
                <a:gd name="connsiteX2" fmla="*/ 86345 w 89276"/>
                <a:gd name="connsiteY2" fmla="*/ 5357 h 73409"/>
                <a:gd name="connsiteX3" fmla="*/ 86345 w 89276"/>
                <a:gd name="connsiteY3" fmla="*/ 77 h 73409"/>
                <a:gd name="connsiteX4" fmla="*/ 71820 w 89276"/>
                <a:gd name="connsiteY4" fmla="*/ 588 h 73409"/>
                <a:gd name="connsiteX5" fmla="*/ 54815 w 89276"/>
                <a:gd name="connsiteY5" fmla="*/ 77 h 73409"/>
                <a:gd name="connsiteX6" fmla="*/ 54815 w 89276"/>
                <a:gd name="connsiteY6" fmla="*/ 5357 h 73409"/>
                <a:gd name="connsiteX7" fmla="*/ 59952 w 89276"/>
                <a:gd name="connsiteY7" fmla="*/ 10637 h 73409"/>
                <a:gd name="connsiteX8" fmla="*/ 57295 w 89276"/>
                <a:gd name="connsiteY8" fmla="*/ 16598 h 73409"/>
                <a:gd name="connsiteX9" fmla="*/ 46313 w 89276"/>
                <a:gd name="connsiteY9" fmla="*/ 29883 h 73409"/>
                <a:gd name="connsiteX10" fmla="*/ 32496 w 89276"/>
                <a:gd name="connsiteY10" fmla="*/ 12681 h 73409"/>
                <a:gd name="connsiteX11" fmla="*/ 30902 w 89276"/>
                <a:gd name="connsiteY11" fmla="*/ 9615 h 73409"/>
                <a:gd name="connsiteX12" fmla="*/ 37102 w 89276"/>
                <a:gd name="connsiteY12" fmla="*/ 5357 h 73409"/>
                <a:gd name="connsiteX13" fmla="*/ 37102 w 89276"/>
                <a:gd name="connsiteY13" fmla="*/ 77 h 73409"/>
                <a:gd name="connsiteX14" fmla="*/ 17971 w 89276"/>
                <a:gd name="connsiteY14" fmla="*/ 588 h 73409"/>
                <a:gd name="connsiteX15" fmla="*/ 1143 w 89276"/>
                <a:gd name="connsiteY15" fmla="*/ 77 h 73409"/>
                <a:gd name="connsiteX16" fmla="*/ 1143 w 89276"/>
                <a:gd name="connsiteY16" fmla="*/ 5357 h 73409"/>
                <a:gd name="connsiteX17" fmla="*/ 22045 w 89276"/>
                <a:gd name="connsiteY17" fmla="*/ 15747 h 73409"/>
                <a:gd name="connsiteX18" fmla="*/ 39581 w 89276"/>
                <a:gd name="connsiteY18" fmla="*/ 37718 h 73409"/>
                <a:gd name="connsiteX19" fmla="*/ 22931 w 89276"/>
                <a:gd name="connsiteY19" fmla="*/ 57987 h 73409"/>
                <a:gd name="connsiteX20" fmla="*/ 257 w 89276"/>
                <a:gd name="connsiteY20" fmla="*/ 68206 h 73409"/>
                <a:gd name="connsiteX21" fmla="*/ 257 w 89276"/>
                <a:gd name="connsiteY21" fmla="*/ 73486 h 73409"/>
                <a:gd name="connsiteX22" fmla="*/ 14960 w 89276"/>
                <a:gd name="connsiteY22" fmla="*/ 72975 h 73409"/>
                <a:gd name="connsiteX23" fmla="*/ 31787 w 89276"/>
                <a:gd name="connsiteY23" fmla="*/ 73486 h 73409"/>
                <a:gd name="connsiteX24" fmla="*/ 31787 w 89276"/>
                <a:gd name="connsiteY24" fmla="*/ 68206 h 73409"/>
                <a:gd name="connsiteX25" fmla="*/ 26650 w 89276"/>
                <a:gd name="connsiteY25" fmla="*/ 62926 h 73409"/>
                <a:gd name="connsiteX26" fmla="*/ 42593 w 89276"/>
                <a:gd name="connsiteY26" fmla="*/ 41295 h 73409"/>
                <a:gd name="connsiteX27" fmla="*/ 56055 w 89276"/>
                <a:gd name="connsiteY27" fmla="*/ 58327 h 73409"/>
                <a:gd name="connsiteX28" fmla="*/ 59775 w 89276"/>
                <a:gd name="connsiteY28" fmla="*/ 63948 h 73409"/>
                <a:gd name="connsiteX29" fmla="*/ 53398 w 89276"/>
                <a:gd name="connsiteY29" fmla="*/ 68206 h 73409"/>
                <a:gd name="connsiteX30" fmla="*/ 53398 w 89276"/>
                <a:gd name="connsiteY30" fmla="*/ 73486 h 73409"/>
                <a:gd name="connsiteX31" fmla="*/ 72529 w 89276"/>
                <a:gd name="connsiteY31" fmla="*/ 72975 h 73409"/>
                <a:gd name="connsiteX32" fmla="*/ 89534 w 89276"/>
                <a:gd name="connsiteY32" fmla="*/ 73486 h 73409"/>
                <a:gd name="connsiteX33" fmla="*/ 89534 w 89276"/>
                <a:gd name="connsiteY33" fmla="*/ 68206 h 73409"/>
                <a:gd name="connsiteX34" fmla="*/ 72706 w 89276"/>
                <a:gd name="connsiteY34" fmla="*/ 62926 h 73409"/>
                <a:gd name="connsiteX35" fmla="*/ 48970 w 89276"/>
                <a:gd name="connsiteY35" fmla="*/ 33460 h 734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</a:cxnLst>
              <a:rect l="l" t="t" r="r" b="b"/>
              <a:pathLst>
                <a:path w="89276" h="73409">
                  <a:moveTo>
                    <a:pt x="48970" y="33460"/>
                  </a:moveTo>
                  <a:cubicBezTo>
                    <a:pt x="54284" y="26988"/>
                    <a:pt x="61015" y="18642"/>
                    <a:pt x="65266" y="14214"/>
                  </a:cubicBezTo>
                  <a:cubicBezTo>
                    <a:pt x="70757" y="8082"/>
                    <a:pt x="78020" y="5527"/>
                    <a:pt x="86345" y="5357"/>
                  </a:cubicBezTo>
                  <a:lnTo>
                    <a:pt x="86345" y="77"/>
                  </a:lnTo>
                  <a:cubicBezTo>
                    <a:pt x="81740" y="418"/>
                    <a:pt x="76426" y="588"/>
                    <a:pt x="71820" y="588"/>
                  </a:cubicBezTo>
                  <a:cubicBezTo>
                    <a:pt x="66506" y="588"/>
                    <a:pt x="57118" y="247"/>
                    <a:pt x="54815" y="77"/>
                  </a:cubicBezTo>
                  <a:lnTo>
                    <a:pt x="54815" y="5357"/>
                  </a:lnTo>
                  <a:cubicBezTo>
                    <a:pt x="58535" y="5698"/>
                    <a:pt x="59952" y="7912"/>
                    <a:pt x="59952" y="10637"/>
                  </a:cubicBezTo>
                  <a:cubicBezTo>
                    <a:pt x="59952" y="13362"/>
                    <a:pt x="58181" y="15576"/>
                    <a:pt x="57295" y="16598"/>
                  </a:cubicBezTo>
                  <a:lnTo>
                    <a:pt x="46313" y="29883"/>
                  </a:lnTo>
                  <a:lnTo>
                    <a:pt x="32496" y="12681"/>
                  </a:lnTo>
                  <a:cubicBezTo>
                    <a:pt x="30902" y="10978"/>
                    <a:pt x="30902" y="10637"/>
                    <a:pt x="30902" y="9615"/>
                  </a:cubicBezTo>
                  <a:cubicBezTo>
                    <a:pt x="30902" y="7060"/>
                    <a:pt x="33559" y="5527"/>
                    <a:pt x="37102" y="5357"/>
                  </a:cubicBezTo>
                  <a:lnTo>
                    <a:pt x="37102" y="77"/>
                  </a:lnTo>
                  <a:cubicBezTo>
                    <a:pt x="32496" y="247"/>
                    <a:pt x="20805" y="588"/>
                    <a:pt x="17971" y="588"/>
                  </a:cubicBezTo>
                  <a:cubicBezTo>
                    <a:pt x="14251" y="588"/>
                    <a:pt x="5926" y="418"/>
                    <a:pt x="1143" y="77"/>
                  </a:cubicBezTo>
                  <a:lnTo>
                    <a:pt x="1143" y="5357"/>
                  </a:lnTo>
                  <a:cubicBezTo>
                    <a:pt x="13542" y="5357"/>
                    <a:pt x="13720" y="5527"/>
                    <a:pt x="22045" y="15747"/>
                  </a:cubicBezTo>
                  <a:lnTo>
                    <a:pt x="39581" y="37718"/>
                  </a:lnTo>
                  <a:lnTo>
                    <a:pt x="22931" y="57987"/>
                  </a:lnTo>
                  <a:cubicBezTo>
                    <a:pt x="14428" y="67865"/>
                    <a:pt x="3977" y="68206"/>
                    <a:pt x="257" y="68206"/>
                  </a:cubicBezTo>
                  <a:lnTo>
                    <a:pt x="257" y="73486"/>
                  </a:lnTo>
                  <a:cubicBezTo>
                    <a:pt x="4863" y="73145"/>
                    <a:pt x="10354" y="72975"/>
                    <a:pt x="14960" y="72975"/>
                  </a:cubicBezTo>
                  <a:cubicBezTo>
                    <a:pt x="20096" y="72975"/>
                    <a:pt x="27536" y="73316"/>
                    <a:pt x="31787" y="73486"/>
                  </a:cubicBezTo>
                  <a:lnTo>
                    <a:pt x="31787" y="68206"/>
                  </a:lnTo>
                  <a:cubicBezTo>
                    <a:pt x="27890" y="67695"/>
                    <a:pt x="26650" y="65481"/>
                    <a:pt x="26650" y="62926"/>
                  </a:cubicBezTo>
                  <a:cubicBezTo>
                    <a:pt x="26650" y="59179"/>
                    <a:pt x="31787" y="53558"/>
                    <a:pt x="42593" y="41295"/>
                  </a:cubicBezTo>
                  <a:lnTo>
                    <a:pt x="56055" y="58327"/>
                  </a:lnTo>
                  <a:cubicBezTo>
                    <a:pt x="57472" y="60201"/>
                    <a:pt x="59775" y="62926"/>
                    <a:pt x="59775" y="63948"/>
                  </a:cubicBezTo>
                  <a:cubicBezTo>
                    <a:pt x="59775" y="65481"/>
                    <a:pt x="58181" y="68036"/>
                    <a:pt x="53398" y="68206"/>
                  </a:cubicBezTo>
                  <a:lnTo>
                    <a:pt x="53398" y="73486"/>
                  </a:lnTo>
                  <a:cubicBezTo>
                    <a:pt x="58712" y="73316"/>
                    <a:pt x="68632" y="72975"/>
                    <a:pt x="72529" y="72975"/>
                  </a:cubicBezTo>
                  <a:cubicBezTo>
                    <a:pt x="77311" y="72975"/>
                    <a:pt x="84220" y="73145"/>
                    <a:pt x="89534" y="73486"/>
                  </a:cubicBezTo>
                  <a:lnTo>
                    <a:pt x="89534" y="68206"/>
                  </a:lnTo>
                  <a:cubicBezTo>
                    <a:pt x="79968" y="68206"/>
                    <a:pt x="76780" y="67865"/>
                    <a:pt x="72706" y="62926"/>
                  </a:cubicBezTo>
                  <a:lnTo>
                    <a:pt x="48970" y="33460"/>
                  </a:lnTo>
                  <a:close/>
                </a:path>
              </a:pathLst>
            </a:custGeom>
            <a:solidFill>
              <a:srgbClr val="000000"/>
            </a:solidFill>
            <a:ln w="1773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44" name="任意形状 243">
              <a:extLst>
                <a:ext uri="{FF2B5EF4-FFF2-40B4-BE49-F238E27FC236}">
                  <a16:creationId xmlns:a16="http://schemas.microsoft.com/office/drawing/2014/main" id="{E3AAFA56-4D1A-E8E9-6E00-E8A0111D3E3A}"/>
                </a:ext>
              </a:extLst>
            </p:cNvPr>
            <p:cNvSpPr/>
            <p:nvPr>
              <p:custDataLst>
                <p:tags r:id="rId246"/>
              </p:custDataLst>
            </p:nvPr>
          </p:nvSpPr>
          <p:spPr>
            <a:xfrm>
              <a:off x="6656654" y="3891429"/>
              <a:ext cx="132178" cy="81431"/>
            </a:xfrm>
            <a:custGeom>
              <a:avLst/>
              <a:gdLst>
                <a:gd name="connsiteX0" fmla="*/ 117654 w 132178"/>
                <a:gd name="connsiteY0" fmla="*/ 9741 h 81431"/>
                <a:gd name="connsiteX1" fmla="*/ 128194 w 132178"/>
                <a:gd name="connsiteY1" fmla="*/ 4376 h 81431"/>
                <a:gd name="connsiteX2" fmla="*/ 132410 w 132178"/>
                <a:gd name="connsiteY2" fmla="*/ 1872 h 81431"/>
                <a:gd name="connsiteX3" fmla="*/ 128690 w 132178"/>
                <a:gd name="connsiteY3" fmla="*/ 84 h 81431"/>
                <a:gd name="connsiteX4" fmla="*/ 111827 w 132178"/>
                <a:gd name="connsiteY4" fmla="*/ 84 h 81431"/>
                <a:gd name="connsiteX5" fmla="*/ 106495 w 132178"/>
                <a:gd name="connsiteY5" fmla="*/ 2468 h 81431"/>
                <a:gd name="connsiteX6" fmla="*/ 58633 w 132178"/>
                <a:gd name="connsiteY6" fmla="*/ 70427 h 81431"/>
                <a:gd name="connsiteX7" fmla="*/ 46357 w 132178"/>
                <a:gd name="connsiteY7" fmla="*/ 3303 h 81431"/>
                <a:gd name="connsiteX8" fmla="*/ 42017 w 132178"/>
                <a:gd name="connsiteY8" fmla="*/ 84 h 81431"/>
                <a:gd name="connsiteX9" fmla="*/ 24286 w 132178"/>
                <a:gd name="connsiteY9" fmla="*/ 84 h 81431"/>
                <a:gd name="connsiteX10" fmla="*/ 20194 w 132178"/>
                <a:gd name="connsiteY10" fmla="*/ 2707 h 81431"/>
                <a:gd name="connsiteX11" fmla="*/ 24410 w 132178"/>
                <a:gd name="connsiteY11" fmla="*/ 4376 h 81431"/>
                <a:gd name="connsiteX12" fmla="*/ 29122 w 132178"/>
                <a:gd name="connsiteY12" fmla="*/ 4614 h 81431"/>
                <a:gd name="connsiteX13" fmla="*/ 31850 w 132178"/>
                <a:gd name="connsiteY13" fmla="*/ 6284 h 81431"/>
                <a:gd name="connsiteX14" fmla="*/ 31354 w 132178"/>
                <a:gd name="connsiteY14" fmla="*/ 8907 h 81431"/>
                <a:gd name="connsiteX15" fmla="*/ 15730 w 132178"/>
                <a:gd name="connsiteY15" fmla="*/ 68758 h 81431"/>
                <a:gd name="connsiteX16" fmla="*/ 2835 w 132178"/>
                <a:gd name="connsiteY16" fmla="*/ 77223 h 81431"/>
                <a:gd name="connsiteX17" fmla="*/ 231 w 132178"/>
                <a:gd name="connsiteY17" fmla="*/ 79846 h 81431"/>
                <a:gd name="connsiteX18" fmla="*/ 2091 w 132178"/>
                <a:gd name="connsiteY18" fmla="*/ 81515 h 81431"/>
                <a:gd name="connsiteX19" fmla="*/ 14986 w 132178"/>
                <a:gd name="connsiteY19" fmla="*/ 81038 h 81431"/>
                <a:gd name="connsiteX20" fmla="*/ 28130 w 132178"/>
                <a:gd name="connsiteY20" fmla="*/ 81515 h 81431"/>
                <a:gd name="connsiteX21" fmla="*/ 30610 w 132178"/>
                <a:gd name="connsiteY21" fmla="*/ 78892 h 81431"/>
                <a:gd name="connsiteX22" fmla="*/ 27882 w 132178"/>
                <a:gd name="connsiteY22" fmla="*/ 77223 h 81431"/>
                <a:gd name="connsiteX23" fmla="*/ 19946 w 132178"/>
                <a:gd name="connsiteY23" fmla="*/ 72216 h 81431"/>
                <a:gd name="connsiteX24" fmla="*/ 20442 w 132178"/>
                <a:gd name="connsiteY24" fmla="*/ 69235 h 81431"/>
                <a:gd name="connsiteX25" fmla="*/ 36934 w 132178"/>
                <a:gd name="connsiteY25" fmla="*/ 5807 h 81431"/>
                <a:gd name="connsiteX26" fmla="*/ 37058 w 132178"/>
                <a:gd name="connsiteY26" fmla="*/ 5807 h 81431"/>
                <a:gd name="connsiteX27" fmla="*/ 50325 w 132178"/>
                <a:gd name="connsiteY27" fmla="*/ 78296 h 81431"/>
                <a:gd name="connsiteX28" fmla="*/ 52805 w 132178"/>
                <a:gd name="connsiteY28" fmla="*/ 81515 h 81431"/>
                <a:gd name="connsiteX29" fmla="*/ 56401 w 132178"/>
                <a:gd name="connsiteY29" fmla="*/ 78892 h 81431"/>
                <a:gd name="connsiteX30" fmla="*/ 108479 w 132178"/>
                <a:gd name="connsiteY30" fmla="*/ 4614 h 81431"/>
                <a:gd name="connsiteX31" fmla="*/ 108603 w 132178"/>
                <a:gd name="connsiteY31" fmla="*/ 4734 h 81431"/>
                <a:gd name="connsiteX32" fmla="*/ 91119 w 132178"/>
                <a:gd name="connsiteY32" fmla="*/ 72216 h 81431"/>
                <a:gd name="connsiteX33" fmla="*/ 80208 w 132178"/>
                <a:gd name="connsiteY33" fmla="*/ 77223 h 81431"/>
                <a:gd name="connsiteX34" fmla="*/ 76488 w 132178"/>
                <a:gd name="connsiteY34" fmla="*/ 79846 h 81431"/>
                <a:gd name="connsiteX35" fmla="*/ 78472 w 132178"/>
                <a:gd name="connsiteY35" fmla="*/ 81515 h 81431"/>
                <a:gd name="connsiteX36" fmla="*/ 86160 w 132178"/>
                <a:gd name="connsiteY36" fmla="*/ 81157 h 81431"/>
                <a:gd name="connsiteX37" fmla="*/ 93971 w 132178"/>
                <a:gd name="connsiteY37" fmla="*/ 81038 h 81431"/>
                <a:gd name="connsiteX38" fmla="*/ 109719 w 132178"/>
                <a:gd name="connsiteY38" fmla="*/ 81515 h 81431"/>
                <a:gd name="connsiteX39" fmla="*/ 112323 w 132178"/>
                <a:gd name="connsiteY39" fmla="*/ 78892 h 81431"/>
                <a:gd name="connsiteX40" fmla="*/ 108355 w 132178"/>
                <a:gd name="connsiteY40" fmla="*/ 77223 h 81431"/>
                <a:gd name="connsiteX41" fmla="*/ 103643 w 132178"/>
                <a:gd name="connsiteY41" fmla="*/ 76985 h 81431"/>
                <a:gd name="connsiteX42" fmla="*/ 100791 w 132178"/>
                <a:gd name="connsiteY42" fmla="*/ 75196 h 81431"/>
                <a:gd name="connsiteX43" fmla="*/ 101287 w 132178"/>
                <a:gd name="connsiteY43" fmla="*/ 72573 h 81431"/>
                <a:gd name="connsiteX44" fmla="*/ 117654 w 132178"/>
                <a:gd name="connsiteY44" fmla="*/ 9741 h 814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132178" h="81431">
                  <a:moveTo>
                    <a:pt x="117654" y="9741"/>
                  </a:moveTo>
                  <a:cubicBezTo>
                    <a:pt x="118770" y="5330"/>
                    <a:pt x="119018" y="4376"/>
                    <a:pt x="128194" y="4376"/>
                  </a:cubicBezTo>
                  <a:cubicBezTo>
                    <a:pt x="130798" y="4376"/>
                    <a:pt x="132410" y="4376"/>
                    <a:pt x="132410" y="1872"/>
                  </a:cubicBezTo>
                  <a:cubicBezTo>
                    <a:pt x="132410" y="84"/>
                    <a:pt x="130922" y="84"/>
                    <a:pt x="128690" y="84"/>
                  </a:cubicBezTo>
                  <a:lnTo>
                    <a:pt x="111827" y="84"/>
                  </a:lnTo>
                  <a:cubicBezTo>
                    <a:pt x="108231" y="84"/>
                    <a:pt x="108107" y="203"/>
                    <a:pt x="106495" y="2468"/>
                  </a:cubicBezTo>
                  <a:lnTo>
                    <a:pt x="58633" y="70427"/>
                  </a:lnTo>
                  <a:lnTo>
                    <a:pt x="46357" y="3303"/>
                  </a:lnTo>
                  <a:cubicBezTo>
                    <a:pt x="45737" y="203"/>
                    <a:pt x="45737" y="84"/>
                    <a:pt x="42017" y="84"/>
                  </a:cubicBezTo>
                  <a:lnTo>
                    <a:pt x="24286" y="84"/>
                  </a:lnTo>
                  <a:cubicBezTo>
                    <a:pt x="21806" y="84"/>
                    <a:pt x="20194" y="84"/>
                    <a:pt x="20194" y="2707"/>
                  </a:cubicBezTo>
                  <a:cubicBezTo>
                    <a:pt x="20194" y="4376"/>
                    <a:pt x="21682" y="4376"/>
                    <a:pt x="24410" y="4376"/>
                  </a:cubicBezTo>
                  <a:cubicBezTo>
                    <a:pt x="26394" y="4376"/>
                    <a:pt x="26890" y="4376"/>
                    <a:pt x="29122" y="4614"/>
                  </a:cubicBezTo>
                  <a:cubicBezTo>
                    <a:pt x="31602" y="4853"/>
                    <a:pt x="31850" y="5091"/>
                    <a:pt x="31850" y="6284"/>
                  </a:cubicBezTo>
                  <a:cubicBezTo>
                    <a:pt x="31850" y="6403"/>
                    <a:pt x="31850" y="7118"/>
                    <a:pt x="31354" y="8907"/>
                  </a:cubicBezTo>
                  <a:lnTo>
                    <a:pt x="15730" y="68758"/>
                  </a:lnTo>
                  <a:cubicBezTo>
                    <a:pt x="14614" y="72812"/>
                    <a:pt x="12755" y="76865"/>
                    <a:pt x="2835" y="77223"/>
                  </a:cubicBezTo>
                  <a:cubicBezTo>
                    <a:pt x="1843" y="77223"/>
                    <a:pt x="231" y="77342"/>
                    <a:pt x="231" y="79846"/>
                  </a:cubicBezTo>
                  <a:cubicBezTo>
                    <a:pt x="231" y="79965"/>
                    <a:pt x="355" y="81515"/>
                    <a:pt x="2091" y="81515"/>
                  </a:cubicBezTo>
                  <a:cubicBezTo>
                    <a:pt x="5811" y="81515"/>
                    <a:pt x="11019" y="81038"/>
                    <a:pt x="14986" y="81038"/>
                  </a:cubicBezTo>
                  <a:cubicBezTo>
                    <a:pt x="17962" y="81038"/>
                    <a:pt x="25154" y="81515"/>
                    <a:pt x="28130" y="81515"/>
                  </a:cubicBezTo>
                  <a:cubicBezTo>
                    <a:pt x="28750" y="81515"/>
                    <a:pt x="30610" y="81515"/>
                    <a:pt x="30610" y="78892"/>
                  </a:cubicBezTo>
                  <a:cubicBezTo>
                    <a:pt x="30610" y="77342"/>
                    <a:pt x="28998" y="77223"/>
                    <a:pt x="27882" y="77223"/>
                  </a:cubicBezTo>
                  <a:cubicBezTo>
                    <a:pt x="19946" y="76985"/>
                    <a:pt x="19946" y="73885"/>
                    <a:pt x="19946" y="72216"/>
                  </a:cubicBezTo>
                  <a:cubicBezTo>
                    <a:pt x="19946" y="71739"/>
                    <a:pt x="19946" y="71142"/>
                    <a:pt x="20442" y="69235"/>
                  </a:cubicBezTo>
                  <a:lnTo>
                    <a:pt x="36934" y="5807"/>
                  </a:lnTo>
                  <a:lnTo>
                    <a:pt x="37058" y="5807"/>
                  </a:lnTo>
                  <a:lnTo>
                    <a:pt x="50325" y="78296"/>
                  </a:lnTo>
                  <a:cubicBezTo>
                    <a:pt x="50697" y="80442"/>
                    <a:pt x="50945" y="81515"/>
                    <a:pt x="52805" y="81515"/>
                  </a:cubicBezTo>
                  <a:cubicBezTo>
                    <a:pt x="54541" y="81515"/>
                    <a:pt x="55533" y="80204"/>
                    <a:pt x="56401" y="78892"/>
                  </a:cubicBezTo>
                  <a:lnTo>
                    <a:pt x="108479" y="4614"/>
                  </a:lnTo>
                  <a:lnTo>
                    <a:pt x="108603" y="4734"/>
                  </a:lnTo>
                  <a:lnTo>
                    <a:pt x="91119" y="72216"/>
                  </a:lnTo>
                  <a:cubicBezTo>
                    <a:pt x="90127" y="76269"/>
                    <a:pt x="89879" y="77223"/>
                    <a:pt x="80208" y="77223"/>
                  </a:cubicBezTo>
                  <a:cubicBezTo>
                    <a:pt x="77976" y="77223"/>
                    <a:pt x="76488" y="77223"/>
                    <a:pt x="76488" y="79846"/>
                  </a:cubicBezTo>
                  <a:cubicBezTo>
                    <a:pt x="76488" y="79965"/>
                    <a:pt x="76488" y="81515"/>
                    <a:pt x="78472" y="81515"/>
                  </a:cubicBezTo>
                  <a:cubicBezTo>
                    <a:pt x="80828" y="81515"/>
                    <a:pt x="83680" y="81157"/>
                    <a:pt x="86160" y="81157"/>
                  </a:cubicBezTo>
                  <a:cubicBezTo>
                    <a:pt x="88639" y="81157"/>
                    <a:pt x="91491" y="81038"/>
                    <a:pt x="93971" y="81038"/>
                  </a:cubicBezTo>
                  <a:cubicBezTo>
                    <a:pt x="97443" y="81038"/>
                    <a:pt x="106247" y="81515"/>
                    <a:pt x="109719" y="81515"/>
                  </a:cubicBezTo>
                  <a:cubicBezTo>
                    <a:pt x="110463" y="81515"/>
                    <a:pt x="112323" y="81515"/>
                    <a:pt x="112323" y="78892"/>
                  </a:cubicBezTo>
                  <a:cubicBezTo>
                    <a:pt x="112323" y="77223"/>
                    <a:pt x="110835" y="77223"/>
                    <a:pt x="108355" y="77223"/>
                  </a:cubicBezTo>
                  <a:cubicBezTo>
                    <a:pt x="108231" y="77223"/>
                    <a:pt x="105875" y="77223"/>
                    <a:pt x="103643" y="76985"/>
                  </a:cubicBezTo>
                  <a:cubicBezTo>
                    <a:pt x="100791" y="76746"/>
                    <a:pt x="100791" y="76388"/>
                    <a:pt x="100791" y="75196"/>
                  </a:cubicBezTo>
                  <a:cubicBezTo>
                    <a:pt x="100791" y="74481"/>
                    <a:pt x="101163" y="73289"/>
                    <a:pt x="101287" y="72573"/>
                  </a:cubicBezTo>
                  <a:lnTo>
                    <a:pt x="117654" y="9741"/>
                  </a:lnTo>
                  <a:close/>
                </a:path>
              </a:pathLst>
            </a:custGeom>
            <a:solidFill>
              <a:srgbClr val="000000"/>
            </a:solidFill>
            <a:ln w="1773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45" name="任意形状 244">
              <a:extLst>
                <a:ext uri="{FF2B5EF4-FFF2-40B4-BE49-F238E27FC236}">
                  <a16:creationId xmlns:a16="http://schemas.microsoft.com/office/drawing/2014/main" id="{89D70CED-C138-8940-03D3-ACF1B14C5EFD}"/>
                </a:ext>
              </a:extLst>
            </p:cNvPr>
            <p:cNvSpPr/>
            <p:nvPr>
              <p:custDataLst>
                <p:tags r:id="rId247"/>
              </p:custDataLst>
            </p:nvPr>
          </p:nvSpPr>
          <p:spPr>
            <a:xfrm>
              <a:off x="6792123" y="3930895"/>
              <a:ext cx="43929" cy="60975"/>
            </a:xfrm>
            <a:custGeom>
              <a:avLst/>
              <a:gdLst>
                <a:gd name="connsiteX0" fmla="*/ 44168 w 43929"/>
                <a:gd name="connsiteY0" fmla="*/ 19757 h 60975"/>
                <a:gd name="connsiteX1" fmla="*/ 29732 w 43929"/>
                <a:gd name="connsiteY1" fmla="*/ 85 h 60975"/>
                <a:gd name="connsiteX2" fmla="*/ 239 w 43929"/>
                <a:gd name="connsiteY2" fmla="*/ 41388 h 60975"/>
                <a:gd name="connsiteX3" fmla="*/ 14587 w 43929"/>
                <a:gd name="connsiteY3" fmla="*/ 61060 h 60975"/>
                <a:gd name="connsiteX4" fmla="*/ 44168 w 43929"/>
                <a:gd name="connsiteY4" fmla="*/ 19757 h 60975"/>
                <a:gd name="connsiteX5" fmla="*/ 10867 w 43929"/>
                <a:gd name="connsiteY5" fmla="*/ 28614 h 60975"/>
                <a:gd name="connsiteX6" fmla="*/ 29643 w 43929"/>
                <a:gd name="connsiteY6" fmla="*/ 2980 h 60975"/>
                <a:gd name="connsiteX7" fmla="*/ 36640 w 43929"/>
                <a:gd name="connsiteY7" fmla="*/ 15073 h 60975"/>
                <a:gd name="connsiteX8" fmla="*/ 34514 w 43929"/>
                <a:gd name="connsiteY8" fmla="*/ 28614 h 60975"/>
                <a:gd name="connsiteX9" fmla="*/ 10867 w 43929"/>
                <a:gd name="connsiteY9" fmla="*/ 28614 h 60975"/>
                <a:gd name="connsiteX10" fmla="*/ 33452 w 43929"/>
                <a:gd name="connsiteY10" fmla="*/ 32531 h 60975"/>
                <a:gd name="connsiteX11" fmla="*/ 14764 w 43929"/>
                <a:gd name="connsiteY11" fmla="*/ 58165 h 60975"/>
                <a:gd name="connsiteX12" fmla="*/ 7678 w 43929"/>
                <a:gd name="connsiteY12" fmla="*/ 46157 h 60975"/>
                <a:gd name="connsiteX13" fmla="*/ 9804 w 43929"/>
                <a:gd name="connsiteY13" fmla="*/ 32531 h 60975"/>
                <a:gd name="connsiteX14" fmla="*/ 33452 w 43929"/>
                <a:gd name="connsiteY14" fmla="*/ 32531 h 609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43929" h="60975">
                  <a:moveTo>
                    <a:pt x="44168" y="19757"/>
                  </a:moveTo>
                  <a:cubicBezTo>
                    <a:pt x="44168" y="9453"/>
                    <a:pt x="39297" y="85"/>
                    <a:pt x="29732" y="85"/>
                  </a:cubicBezTo>
                  <a:cubicBezTo>
                    <a:pt x="15561" y="85"/>
                    <a:pt x="239" y="21460"/>
                    <a:pt x="239" y="41388"/>
                  </a:cubicBezTo>
                  <a:cubicBezTo>
                    <a:pt x="239" y="52970"/>
                    <a:pt x="5907" y="61060"/>
                    <a:pt x="14587" y="61060"/>
                  </a:cubicBezTo>
                  <a:cubicBezTo>
                    <a:pt x="29112" y="61060"/>
                    <a:pt x="44168" y="39089"/>
                    <a:pt x="44168" y="19757"/>
                  </a:cubicBezTo>
                  <a:close/>
                  <a:moveTo>
                    <a:pt x="10867" y="28614"/>
                  </a:moveTo>
                  <a:cubicBezTo>
                    <a:pt x="16535" y="7409"/>
                    <a:pt x="25480" y="2980"/>
                    <a:pt x="29643" y="2980"/>
                  </a:cubicBezTo>
                  <a:cubicBezTo>
                    <a:pt x="34603" y="2980"/>
                    <a:pt x="36640" y="8346"/>
                    <a:pt x="36640" y="15073"/>
                  </a:cubicBezTo>
                  <a:cubicBezTo>
                    <a:pt x="36640" y="17628"/>
                    <a:pt x="36463" y="21035"/>
                    <a:pt x="34514" y="28614"/>
                  </a:cubicBezTo>
                  <a:lnTo>
                    <a:pt x="10867" y="28614"/>
                  </a:lnTo>
                  <a:close/>
                  <a:moveTo>
                    <a:pt x="33452" y="32531"/>
                  </a:moveTo>
                  <a:cubicBezTo>
                    <a:pt x="28137" y="52970"/>
                    <a:pt x="19192" y="58165"/>
                    <a:pt x="14764" y="58165"/>
                  </a:cubicBezTo>
                  <a:cubicBezTo>
                    <a:pt x="8121" y="58165"/>
                    <a:pt x="7678" y="48712"/>
                    <a:pt x="7678" y="46157"/>
                  </a:cubicBezTo>
                  <a:cubicBezTo>
                    <a:pt x="7678" y="42836"/>
                    <a:pt x="8298" y="38833"/>
                    <a:pt x="9804" y="32531"/>
                  </a:cubicBezTo>
                  <a:lnTo>
                    <a:pt x="33452" y="32531"/>
                  </a:lnTo>
                  <a:close/>
                </a:path>
              </a:pathLst>
            </a:custGeom>
            <a:solidFill>
              <a:srgbClr val="000000"/>
            </a:solidFill>
            <a:ln w="1773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46" name="任意形状 245">
              <a:extLst>
                <a:ext uri="{FF2B5EF4-FFF2-40B4-BE49-F238E27FC236}">
                  <a16:creationId xmlns:a16="http://schemas.microsoft.com/office/drawing/2014/main" id="{920058F1-DA67-C171-28AC-2B94C9578230}"/>
                </a:ext>
              </a:extLst>
            </p:cNvPr>
            <p:cNvSpPr/>
            <p:nvPr>
              <p:custDataLst>
                <p:tags r:id="rId248"/>
              </p:custDataLst>
            </p:nvPr>
          </p:nvSpPr>
          <p:spPr>
            <a:xfrm>
              <a:off x="6867849" y="3904067"/>
              <a:ext cx="68569" cy="77854"/>
            </a:xfrm>
            <a:custGeom>
              <a:avLst/>
              <a:gdLst>
                <a:gd name="connsiteX0" fmla="*/ 63852 w 68569"/>
                <a:gd name="connsiteY0" fmla="*/ 41932 h 77854"/>
                <a:gd name="connsiteX1" fmla="*/ 68812 w 68569"/>
                <a:gd name="connsiteY1" fmla="*/ 39071 h 77854"/>
                <a:gd name="connsiteX2" fmla="*/ 63852 w 68569"/>
                <a:gd name="connsiteY2" fmla="*/ 36090 h 77854"/>
                <a:gd name="connsiteX3" fmla="*/ 6442 w 68569"/>
                <a:gd name="connsiteY3" fmla="*/ 36090 h 77854"/>
                <a:gd name="connsiteX4" fmla="*/ 42649 w 68569"/>
                <a:gd name="connsiteY4" fmla="*/ 5926 h 77854"/>
                <a:gd name="connsiteX5" fmla="*/ 63852 w 68569"/>
                <a:gd name="connsiteY5" fmla="*/ 5926 h 77854"/>
                <a:gd name="connsiteX6" fmla="*/ 68812 w 68569"/>
                <a:gd name="connsiteY6" fmla="*/ 3064 h 77854"/>
                <a:gd name="connsiteX7" fmla="*/ 63852 w 68569"/>
                <a:gd name="connsiteY7" fmla="*/ 84 h 77854"/>
                <a:gd name="connsiteX8" fmla="*/ 42153 w 68569"/>
                <a:gd name="connsiteY8" fmla="*/ 84 h 77854"/>
                <a:gd name="connsiteX9" fmla="*/ 243 w 68569"/>
                <a:gd name="connsiteY9" fmla="*/ 38951 h 77854"/>
                <a:gd name="connsiteX10" fmla="*/ 42153 w 68569"/>
                <a:gd name="connsiteY10" fmla="*/ 77938 h 77854"/>
                <a:gd name="connsiteX11" fmla="*/ 63852 w 68569"/>
                <a:gd name="connsiteY11" fmla="*/ 77938 h 77854"/>
                <a:gd name="connsiteX12" fmla="*/ 68812 w 68569"/>
                <a:gd name="connsiteY12" fmla="*/ 75077 h 77854"/>
                <a:gd name="connsiteX13" fmla="*/ 63852 w 68569"/>
                <a:gd name="connsiteY13" fmla="*/ 72096 h 77854"/>
                <a:gd name="connsiteX14" fmla="*/ 42649 w 68569"/>
                <a:gd name="connsiteY14" fmla="*/ 72096 h 77854"/>
                <a:gd name="connsiteX15" fmla="*/ 6442 w 68569"/>
                <a:gd name="connsiteY15" fmla="*/ 41932 h 77854"/>
                <a:gd name="connsiteX16" fmla="*/ 63852 w 68569"/>
                <a:gd name="connsiteY16" fmla="*/ 41932 h 778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68569" h="77854">
                  <a:moveTo>
                    <a:pt x="63852" y="41932"/>
                  </a:moveTo>
                  <a:cubicBezTo>
                    <a:pt x="65836" y="41932"/>
                    <a:pt x="68812" y="41932"/>
                    <a:pt x="68812" y="39071"/>
                  </a:cubicBezTo>
                  <a:cubicBezTo>
                    <a:pt x="68812" y="36090"/>
                    <a:pt x="65960" y="36090"/>
                    <a:pt x="63852" y="36090"/>
                  </a:cubicBezTo>
                  <a:lnTo>
                    <a:pt x="6442" y="36090"/>
                  </a:lnTo>
                  <a:cubicBezTo>
                    <a:pt x="8302" y="18802"/>
                    <a:pt x="23306" y="5926"/>
                    <a:pt x="42649" y="5926"/>
                  </a:cubicBezTo>
                  <a:lnTo>
                    <a:pt x="63852" y="5926"/>
                  </a:lnTo>
                  <a:cubicBezTo>
                    <a:pt x="65836" y="5926"/>
                    <a:pt x="68812" y="5926"/>
                    <a:pt x="68812" y="3064"/>
                  </a:cubicBezTo>
                  <a:cubicBezTo>
                    <a:pt x="68812" y="84"/>
                    <a:pt x="65960" y="84"/>
                    <a:pt x="63852" y="84"/>
                  </a:cubicBezTo>
                  <a:lnTo>
                    <a:pt x="42153" y="84"/>
                  </a:lnTo>
                  <a:cubicBezTo>
                    <a:pt x="19090" y="84"/>
                    <a:pt x="243" y="17491"/>
                    <a:pt x="243" y="38951"/>
                  </a:cubicBezTo>
                  <a:cubicBezTo>
                    <a:pt x="243" y="60889"/>
                    <a:pt x="19338" y="77938"/>
                    <a:pt x="42153" y="77938"/>
                  </a:cubicBezTo>
                  <a:lnTo>
                    <a:pt x="63852" y="77938"/>
                  </a:lnTo>
                  <a:cubicBezTo>
                    <a:pt x="65836" y="77938"/>
                    <a:pt x="68812" y="77938"/>
                    <a:pt x="68812" y="75077"/>
                  </a:cubicBezTo>
                  <a:cubicBezTo>
                    <a:pt x="68812" y="72096"/>
                    <a:pt x="65960" y="72096"/>
                    <a:pt x="63852" y="72096"/>
                  </a:cubicBezTo>
                  <a:lnTo>
                    <a:pt x="42649" y="72096"/>
                  </a:lnTo>
                  <a:cubicBezTo>
                    <a:pt x="23306" y="72096"/>
                    <a:pt x="8302" y="59220"/>
                    <a:pt x="6442" y="41932"/>
                  </a:cubicBezTo>
                  <a:lnTo>
                    <a:pt x="63852" y="41932"/>
                  </a:lnTo>
                  <a:close/>
                </a:path>
              </a:pathLst>
            </a:custGeom>
            <a:solidFill>
              <a:srgbClr val="000000"/>
            </a:solidFill>
            <a:ln w="1773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47" name="任意形状 246">
              <a:extLst>
                <a:ext uri="{FF2B5EF4-FFF2-40B4-BE49-F238E27FC236}">
                  <a16:creationId xmlns:a16="http://schemas.microsoft.com/office/drawing/2014/main" id="{0D76AFD6-6136-AB3D-717A-57F6744A844A}"/>
                </a:ext>
              </a:extLst>
            </p:cNvPr>
            <p:cNvSpPr/>
            <p:nvPr>
              <p:custDataLst>
                <p:tags r:id="rId249"/>
              </p:custDataLst>
            </p:nvPr>
          </p:nvSpPr>
          <p:spPr>
            <a:xfrm>
              <a:off x="6959214" y="3889044"/>
              <a:ext cx="78736" cy="86200"/>
            </a:xfrm>
            <a:custGeom>
              <a:avLst/>
              <a:gdLst>
                <a:gd name="connsiteX0" fmla="*/ 78985 w 78736"/>
                <a:gd name="connsiteY0" fmla="*/ 1634 h 86200"/>
                <a:gd name="connsiteX1" fmla="*/ 77373 w 78736"/>
                <a:gd name="connsiteY1" fmla="*/ 84 h 86200"/>
                <a:gd name="connsiteX2" fmla="*/ 74893 w 78736"/>
                <a:gd name="connsiteY2" fmla="*/ 1753 h 86200"/>
                <a:gd name="connsiteX3" fmla="*/ 68817 w 78736"/>
                <a:gd name="connsiteY3" fmla="*/ 8549 h 86200"/>
                <a:gd name="connsiteX4" fmla="*/ 48730 w 78736"/>
                <a:gd name="connsiteY4" fmla="*/ 84 h 86200"/>
                <a:gd name="connsiteX5" fmla="*/ 15747 w 78736"/>
                <a:gd name="connsiteY5" fmla="*/ 27387 h 86200"/>
                <a:gd name="connsiteX6" fmla="*/ 19839 w 78736"/>
                <a:gd name="connsiteY6" fmla="*/ 38355 h 86200"/>
                <a:gd name="connsiteX7" fmla="*/ 37075 w 78736"/>
                <a:gd name="connsiteY7" fmla="*/ 46105 h 86200"/>
                <a:gd name="connsiteX8" fmla="*/ 47614 w 78736"/>
                <a:gd name="connsiteY8" fmla="*/ 48490 h 86200"/>
                <a:gd name="connsiteX9" fmla="*/ 59146 w 78736"/>
                <a:gd name="connsiteY9" fmla="*/ 61008 h 86200"/>
                <a:gd name="connsiteX10" fmla="*/ 34471 w 78736"/>
                <a:gd name="connsiteY10" fmla="*/ 81992 h 86200"/>
                <a:gd name="connsiteX11" fmla="*/ 10416 w 78736"/>
                <a:gd name="connsiteY11" fmla="*/ 65062 h 86200"/>
                <a:gd name="connsiteX12" fmla="*/ 11160 w 78736"/>
                <a:gd name="connsiteY12" fmla="*/ 59101 h 86200"/>
                <a:gd name="connsiteX13" fmla="*/ 11284 w 78736"/>
                <a:gd name="connsiteY13" fmla="*/ 58385 h 86200"/>
                <a:gd name="connsiteX14" fmla="*/ 9300 w 78736"/>
                <a:gd name="connsiteY14" fmla="*/ 56835 h 86200"/>
                <a:gd name="connsiteX15" fmla="*/ 6944 w 78736"/>
                <a:gd name="connsiteY15" fmla="*/ 59220 h 86200"/>
                <a:gd name="connsiteX16" fmla="*/ 620 w 78736"/>
                <a:gd name="connsiteY16" fmla="*/ 83065 h 86200"/>
                <a:gd name="connsiteX17" fmla="*/ 248 w 78736"/>
                <a:gd name="connsiteY17" fmla="*/ 84853 h 86200"/>
                <a:gd name="connsiteX18" fmla="*/ 1984 w 78736"/>
                <a:gd name="connsiteY18" fmla="*/ 86284 h 86200"/>
                <a:gd name="connsiteX19" fmla="*/ 4464 w 78736"/>
                <a:gd name="connsiteY19" fmla="*/ 84615 h 86200"/>
                <a:gd name="connsiteX20" fmla="*/ 10416 w 78736"/>
                <a:gd name="connsiteY20" fmla="*/ 77938 h 86200"/>
                <a:gd name="connsiteX21" fmla="*/ 34099 w 78736"/>
                <a:gd name="connsiteY21" fmla="*/ 86284 h 86200"/>
                <a:gd name="connsiteX22" fmla="*/ 67949 w 78736"/>
                <a:gd name="connsiteY22" fmla="*/ 56716 h 86200"/>
                <a:gd name="connsiteX23" fmla="*/ 62990 w 78736"/>
                <a:gd name="connsiteY23" fmla="*/ 43959 h 86200"/>
                <a:gd name="connsiteX24" fmla="*/ 40794 w 78736"/>
                <a:gd name="connsiteY24" fmla="*/ 35613 h 86200"/>
                <a:gd name="connsiteX25" fmla="*/ 32983 w 78736"/>
                <a:gd name="connsiteY25" fmla="*/ 33706 h 86200"/>
                <a:gd name="connsiteX26" fmla="*/ 24675 w 78736"/>
                <a:gd name="connsiteY26" fmla="*/ 22856 h 86200"/>
                <a:gd name="connsiteX27" fmla="*/ 48606 w 78736"/>
                <a:gd name="connsiteY27" fmla="*/ 3899 h 86200"/>
                <a:gd name="connsiteX28" fmla="*/ 68445 w 78736"/>
                <a:gd name="connsiteY28" fmla="*/ 22498 h 86200"/>
                <a:gd name="connsiteX29" fmla="*/ 67949 w 78736"/>
                <a:gd name="connsiteY29" fmla="*/ 27863 h 86200"/>
                <a:gd name="connsiteX30" fmla="*/ 70057 w 78736"/>
                <a:gd name="connsiteY30" fmla="*/ 29533 h 86200"/>
                <a:gd name="connsiteX31" fmla="*/ 72537 w 78736"/>
                <a:gd name="connsiteY31" fmla="*/ 26910 h 86200"/>
                <a:gd name="connsiteX32" fmla="*/ 78985 w 78736"/>
                <a:gd name="connsiteY32" fmla="*/ 1634 h 86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78736" h="86200">
                  <a:moveTo>
                    <a:pt x="78985" y="1634"/>
                  </a:moveTo>
                  <a:cubicBezTo>
                    <a:pt x="78985" y="1038"/>
                    <a:pt x="78613" y="84"/>
                    <a:pt x="77373" y="84"/>
                  </a:cubicBezTo>
                  <a:cubicBezTo>
                    <a:pt x="76629" y="84"/>
                    <a:pt x="76505" y="203"/>
                    <a:pt x="74893" y="1753"/>
                  </a:cubicBezTo>
                  <a:lnTo>
                    <a:pt x="68817" y="8549"/>
                  </a:lnTo>
                  <a:cubicBezTo>
                    <a:pt x="64105" y="2230"/>
                    <a:pt x="56294" y="84"/>
                    <a:pt x="48730" y="84"/>
                  </a:cubicBezTo>
                  <a:cubicBezTo>
                    <a:pt x="31247" y="84"/>
                    <a:pt x="15747" y="13676"/>
                    <a:pt x="15747" y="27387"/>
                  </a:cubicBezTo>
                  <a:cubicBezTo>
                    <a:pt x="15747" y="29175"/>
                    <a:pt x="16119" y="33944"/>
                    <a:pt x="19839" y="38355"/>
                  </a:cubicBezTo>
                  <a:cubicBezTo>
                    <a:pt x="24055" y="43124"/>
                    <a:pt x="28643" y="44197"/>
                    <a:pt x="37075" y="46105"/>
                  </a:cubicBezTo>
                  <a:cubicBezTo>
                    <a:pt x="39554" y="46701"/>
                    <a:pt x="45754" y="48013"/>
                    <a:pt x="47614" y="48490"/>
                  </a:cubicBezTo>
                  <a:cubicBezTo>
                    <a:pt x="51582" y="49443"/>
                    <a:pt x="59146" y="52066"/>
                    <a:pt x="59146" y="61008"/>
                  </a:cubicBezTo>
                  <a:cubicBezTo>
                    <a:pt x="59146" y="70666"/>
                    <a:pt x="48606" y="81992"/>
                    <a:pt x="34471" y="81992"/>
                  </a:cubicBezTo>
                  <a:cubicBezTo>
                    <a:pt x="23559" y="81992"/>
                    <a:pt x="10416" y="78296"/>
                    <a:pt x="10416" y="65062"/>
                  </a:cubicBezTo>
                  <a:cubicBezTo>
                    <a:pt x="10416" y="63870"/>
                    <a:pt x="10664" y="61247"/>
                    <a:pt x="11160" y="59101"/>
                  </a:cubicBezTo>
                  <a:cubicBezTo>
                    <a:pt x="11284" y="58624"/>
                    <a:pt x="11284" y="58505"/>
                    <a:pt x="11284" y="58385"/>
                  </a:cubicBezTo>
                  <a:cubicBezTo>
                    <a:pt x="11284" y="56835"/>
                    <a:pt x="9796" y="56835"/>
                    <a:pt x="9300" y="56835"/>
                  </a:cubicBezTo>
                  <a:cubicBezTo>
                    <a:pt x="7564" y="56835"/>
                    <a:pt x="7440" y="57074"/>
                    <a:pt x="6944" y="59220"/>
                  </a:cubicBezTo>
                  <a:lnTo>
                    <a:pt x="620" y="83065"/>
                  </a:lnTo>
                  <a:cubicBezTo>
                    <a:pt x="496" y="83542"/>
                    <a:pt x="248" y="84257"/>
                    <a:pt x="248" y="84853"/>
                  </a:cubicBezTo>
                  <a:cubicBezTo>
                    <a:pt x="248" y="85569"/>
                    <a:pt x="744" y="86284"/>
                    <a:pt x="1984" y="86284"/>
                  </a:cubicBezTo>
                  <a:cubicBezTo>
                    <a:pt x="2728" y="86284"/>
                    <a:pt x="2852" y="86165"/>
                    <a:pt x="4464" y="84615"/>
                  </a:cubicBezTo>
                  <a:cubicBezTo>
                    <a:pt x="5828" y="83184"/>
                    <a:pt x="9052" y="79369"/>
                    <a:pt x="10416" y="77938"/>
                  </a:cubicBezTo>
                  <a:cubicBezTo>
                    <a:pt x="16987" y="84853"/>
                    <a:pt x="26659" y="86284"/>
                    <a:pt x="34099" y="86284"/>
                  </a:cubicBezTo>
                  <a:cubicBezTo>
                    <a:pt x="52822" y="86284"/>
                    <a:pt x="67949" y="70785"/>
                    <a:pt x="67949" y="56716"/>
                  </a:cubicBezTo>
                  <a:cubicBezTo>
                    <a:pt x="67949" y="51470"/>
                    <a:pt x="65717" y="46701"/>
                    <a:pt x="62990" y="43959"/>
                  </a:cubicBezTo>
                  <a:cubicBezTo>
                    <a:pt x="58650" y="39667"/>
                    <a:pt x="56790" y="39190"/>
                    <a:pt x="40794" y="35613"/>
                  </a:cubicBezTo>
                  <a:cubicBezTo>
                    <a:pt x="38190" y="35017"/>
                    <a:pt x="34099" y="34063"/>
                    <a:pt x="32983" y="33706"/>
                  </a:cubicBezTo>
                  <a:cubicBezTo>
                    <a:pt x="29883" y="32632"/>
                    <a:pt x="24675" y="29652"/>
                    <a:pt x="24675" y="22856"/>
                  </a:cubicBezTo>
                  <a:cubicBezTo>
                    <a:pt x="24675" y="13437"/>
                    <a:pt x="35711" y="3899"/>
                    <a:pt x="48606" y="3899"/>
                  </a:cubicBezTo>
                  <a:cubicBezTo>
                    <a:pt x="61998" y="3899"/>
                    <a:pt x="68445" y="11172"/>
                    <a:pt x="68445" y="22498"/>
                  </a:cubicBezTo>
                  <a:cubicBezTo>
                    <a:pt x="68445" y="24048"/>
                    <a:pt x="67949" y="26790"/>
                    <a:pt x="67949" y="27863"/>
                  </a:cubicBezTo>
                  <a:cubicBezTo>
                    <a:pt x="67949" y="29533"/>
                    <a:pt x="69437" y="29533"/>
                    <a:pt x="70057" y="29533"/>
                  </a:cubicBezTo>
                  <a:cubicBezTo>
                    <a:pt x="71917" y="29533"/>
                    <a:pt x="72041" y="28936"/>
                    <a:pt x="72537" y="26910"/>
                  </a:cubicBezTo>
                  <a:lnTo>
                    <a:pt x="78985" y="1634"/>
                  </a:lnTo>
                  <a:close/>
                </a:path>
              </a:pathLst>
            </a:custGeom>
            <a:solidFill>
              <a:srgbClr val="000000"/>
            </a:solidFill>
            <a:ln w="1773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48" name="任意形状 247">
              <a:extLst>
                <a:ext uri="{FF2B5EF4-FFF2-40B4-BE49-F238E27FC236}">
                  <a16:creationId xmlns:a16="http://schemas.microsoft.com/office/drawing/2014/main" id="{62EC508D-443E-6F6A-45FB-1C57EBA71138}"/>
                </a:ext>
              </a:extLst>
            </p:cNvPr>
            <p:cNvSpPr/>
            <p:nvPr>
              <p:custDataLst>
                <p:tags r:id="rId250"/>
              </p:custDataLst>
            </p:nvPr>
          </p:nvSpPr>
          <p:spPr>
            <a:xfrm>
              <a:off x="7044956" y="3951314"/>
              <a:ext cx="42778" cy="40451"/>
            </a:xfrm>
            <a:custGeom>
              <a:avLst/>
              <a:gdLst>
                <a:gd name="connsiteX0" fmla="*/ 11678 w 42778"/>
                <a:gd name="connsiteY0" fmla="*/ 19927 h 40451"/>
                <a:gd name="connsiteX1" fmla="*/ 21421 w 42778"/>
                <a:gd name="connsiteY1" fmla="*/ 21290 h 40451"/>
                <a:gd name="connsiteX2" fmla="*/ 30632 w 42778"/>
                <a:gd name="connsiteY2" fmla="*/ 17798 h 40451"/>
                <a:gd name="connsiteX3" fmla="*/ 22483 w 42778"/>
                <a:gd name="connsiteY3" fmla="*/ 14818 h 40451"/>
                <a:gd name="connsiteX4" fmla="*/ 12564 w 42778"/>
                <a:gd name="connsiteY4" fmla="*/ 16351 h 40451"/>
                <a:gd name="connsiteX5" fmla="*/ 11767 w 42778"/>
                <a:gd name="connsiteY5" fmla="*/ 16521 h 40451"/>
                <a:gd name="connsiteX6" fmla="*/ 8224 w 42778"/>
                <a:gd name="connsiteY6" fmla="*/ 12433 h 40451"/>
                <a:gd name="connsiteX7" fmla="*/ 27355 w 42778"/>
                <a:gd name="connsiteY7" fmla="*/ 5365 h 40451"/>
                <a:gd name="connsiteX8" fmla="*/ 37894 w 42778"/>
                <a:gd name="connsiteY8" fmla="*/ 7749 h 40451"/>
                <a:gd name="connsiteX9" fmla="*/ 39931 w 42778"/>
                <a:gd name="connsiteY9" fmla="*/ 8431 h 40451"/>
                <a:gd name="connsiteX10" fmla="*/ 43031 w 42778"/>
                <a:gd name="connsiteY10" fmla="*/ 5450 h 40451"/>
                <a:gd name="connsiteX11" fmla="*/ 41171 w 42778"/>
                <a:gd name="connsiteY11" fmla="*/ 3151 h 40451"/>
                <a:gd name="connsiteX12" fmla="*/ 28506 w 42778"/>
                <a:gd name="connsiteY12" fmla="*/ 85 h 40451"/>
                <a:gd name="connsiteX13" fmla="*/ 4504 w 42778"/>
                <a:gd name="connsiteY13" fmla="*/ 12518 h 40451"/>
                <a:gd name="connsiteX14" fmla="*/ 8224 w 42778"/>
                <a:gd name="connsiteY14" fmla="*/ 18224 h 40451"/>
                <a:gd name="connsiteX15" fmla="*/ 253 w 42778"/>
                <a:gd name="connsiteY15" fmla="*/ 28955 h 40451"/>
                <a:gd name="connsiteX16" fmla="*/ 19029 w 42778"/>
                <a:gd name="connsiteY16" fmla="*/ 40536 h 40451"/>
                <a:gd name="connsiteX17" fmla="*/ 32049 w 42778"/>
                <a:gd name="connsiteY17" fmla="*/ 38152 h 40451"/>
                <a:gd name="connsiteX18" fmla="*/ 39311 w 42778"/>
                <a:gd name="connsiteY18" fmla="*/ 31254 h 40451"/>
                <a:gd name="connsiteX19" fmla="*/ 37894 w 42778"/>
                <a:gd name="connsiteY19" fmla="*/ 29806 h 40451"/>
                <a:gd name="connsiteX20" fmla="*/ 36477 w 42778"/>
                <a:gd name="connsiteY20" fmla="*/ 30913 h 40451"/>
                <a:gd name="connsiteX21" fmla="*/ 20446 w 42778"/>
                <a:gd name="connsiteY21" fmla="*/ 35256 h 40451"/>
                <a:gd name="connsiteX22" fmla="*/ 4061 w 42778"/>
                <a:gd name="connsiteY22" fmla="*/ 28529 h 40451"/>
                <a:gd name="connsiteX23" fmla="*/ 11678 w 42778"/>
                <a:gd name="connsiteY23" fmla="*/ 19927 h 40451"/>
                <a:gd name="connsiteX24" fmla="*/ 26115 w 42778"/>
                <a:gd name="connsiteY24" fmla="*/ 18139 h 40451"/>
                <a:gd name="connsiteX25" fmla="*/ 21509 w 42778"/>
                <a:gd name="connsiteY25" fmla="*/ 18395 h 40451"/>
                <a:gd name="connsiteX26" fmla="*/ 17081 w 42778"/>
                <a:gd name="connsiteY26" fmla="*/ 18224 h 40451"/>
                <a:gd name="connsiteX27" fmla="*/ 22306 w 42778"/>
                <a:gd name="connsiteY27" fmla="*/ 17713 h 40451"/>
                <a:gd name="connsiteX28" fmla="*/ 26115 w 42778"/>
                <a:gd name="connsiteY28" fmla="*/ 18054 h 40451"/>
                <a:gd name="connsiteX29" fmla="*/ 26115 w 42778"/>
                <a:gd name="connsiteY29" fmla="*/ 18139 h 404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42778" h="40451">
                  <a:moveTo>
                    <a:pt x="11678" y="19927"/>
                  </a:moveTo>
                  <a:cubicBezTo>
                    <a:pt x="15664" y="21290"/>
                    <a:pt x="18409" y="21290"/>
                    <a:pt x="21421" y="21290"/>
                  </a:cubicBezTo>
                  <a:cubicBezTo>
                    <a:pt x="24786" y="21290"/>
                    <a:pt x="30632" y="21290"/>
                    <a:pt x="30632" y="17798"/>
                  </a:cubicBezTo>
                  <a:cubicBezTo>
                    <a:pt x="30632" y="15158"/>
                    <a:pt x="26646" y="14818"/>
                    <a:pt x="22483" y="14818"/>
                  </a:cubicBezTo>
                  <a:cubicBezTo>
                    <a:pt x="19826" y="14818"/>
                    <a:pt x="16461" y="15073"/>
                    <a:pt x="12564" y="16351"/>
                  </a:cubicBezTo>
                  <a:cubicBezTo>
                    <a:pt x="12032" y="16521"/>
                    <a:pt x="11855" y="16521"/>
                    <a:pt x="11767" y="16521"/>
                  </a:cubicBezTo>
                  <a:cubicBezTo>
                    <a:pt x="11590" y="16521"/>
                    <a:pt x="8224" y="15244"/>
                    <a:pt x="8224" y="12433"/>
                  </a:cubicBezTo>
                  <a:cubicBezTo>
                    <a:pt x="8224" y="7834"/>
                    <a:pt x="18232" y="5365"/>
                    <a:pt x="27355" y="5365"/>
                  </a:cubicBezTo>
                  <a:cubicBezTo>
                    <a:pt x="29126" y="5365"/>
                    <a:pt x="33377" y="5365"/>
                    <a:pt x="37894" y="7749"/>
                  </a:cubicBezTo>
                  <a:cubicBezTo>
                    <a:pt x="39046" y="8345"/>
                    <a:pt x="39223" y="8431"/>
                    <a:pt x="39931" y="8431"/>
                  </a:cubicBezTo>
                  <a:cubicBezTo>
                    <a:pt x="41526" y="8431"/>
                    <a:pt x="43031" y="6983"/>
                    <a:pt x="43031" y="5450"/>
                  </a:cubicBezTo>
                  <a:cubicBezTo>
                    <a:pt x="43031" y="4002"/>
                    <a:pt x="42057" y="3576"/>
                    <a:pt x="41171" y="3151"/>
                  </a:cubicBezTo>
                  <a:cubicBezTo>
                    <a:pt x="38426" y="1703"/>
                    <a:pt x="34440" y="85"/>
                    <a:pt x="28506" y="85"/>
                  </a:cubicBezTo>
                  <a:cubicBezTo>
                    <a:pt x="16638" y="85"/>
                    <a:pt x="4504" y="5365"/>
                    <a:pt x="4504" y="12518"/>
                  </a:cubicBezTo>
                  <a:cubicBezTo>
                    <a:pt x="4504" y="14988"/>
                    <a:pt x="6010" y="16947"/>
                    <a:pt x="8224" y="18224"/>
                  </a:cubicBezTo>
                  <a:cubicBezTo>
                    <a:pt x="2290" y="21545"/>
                    <a:pt x="253" y="25804"/>
                    <a:pt x="253" y="28955"/>
                  </a:cubicBezTo>
                  <a:cubicBezTo>
                    <a:pt x="253" y="34745"/>
                    <a:pt x="6630" y="40536"/>
                    <a:pt x="19029" y="40536"/>
                  </a:cubicBezTo>
                  <a:cubicBezTo>
                    <a:pt x="23546" y="40536"/>
                    <a:pt x="28418" y="39855"/>
                    <a:pt x="32049" y="38152"/>
                  </a:cubicBezTo>
                  <a:cubicBezTo>
                    <a:pt x="37186" y="35767"/>
                    <a:pt x="39311" y="32191"/>
                    <a:pt x="39311" y="31254"/>
                  </a:cubicBezTo>
                  <a:cubicBezTo>
                    <a:pt x="39311" y="30402"/>
                    <a:pt x="38514" y="29806"/>
                    <a:pt x="37894" y="29806"/>
                  </a:cubicBezTo>
                  <a:cubicBezTo>
                    <a:pt x="37186" y="29806"/>
                    <a:pt x="36920" y="30232"/>
                    <a:pt x="36477" y="30913"/>
                  </a:cubicBezTo>
                  <a:cubicBezTo>
                    <a:pt x="33909" y="34405"/>
                    <a:pt x="29392" y="35256"/>
                    <a:pt x="20446" y="35256"/>
                  </a:cubicBezTo>
                  <a:cubicBezTo>
                    <a:pt x="17169" y="35256"/>
                    <a:pt x="4061" y="35256"/>
                    <a:pt x="4061" y="28529"/>
                  </a:cubicBezTo>
                  <a:cubicBezTo>
                    <a:pt x="4061" y="25633"/>
                    <a:pt x="6896" y="22142"/>
                    <a:pt x="11678" y="19927"/>
                  </a:cubicBezTo>
                  <a:close/>
                  <a:moveTo>
                    <a:pt x="26115" y="18139"/>
                  </a:moveTo>
                  <a:cubicBezTo>
                    <a:pt x="24875" y="18395"/>
                    <a:pt x="23369" y="18395"/>
                    <a:pt x="21509" y="18395"/>
                  </a:cubicBezTo>
                  <a:cubicBezTo>
                    <a:pt x="20181" y="18395"/>
                    <a:pt x="18321" y="18395"/>
                    <a:pt x="17081" y="18224"/>
                  </a:cubicBezTo>
                  <a:cubicBezTo>
                    <a:pt x="17612" y="18139"/>
                    <a:pt x="19384" y="17713"/>
                    <a:pt x="22306" y="17713"/>
                  </a:cubicBezTo>
                  <a:cubicBezTo>
                    <a:pt x="23723" y="17713"/>
                    <a:pt x="24875" y="17884"/>
                    <a:pt x="26115" y="18054"/>
                  </a:cubicBezTo>
                  <a:lnTo>
                    <a:pt x="26115" y="18139"/>
                  </a:lnTo>
                  <a:close/>
                </a:path>
              </a:pathLst>
            </a:custGeom>
            <a:solidFill>
              <a:srgbClr val="000000"/>
            </a:solidFill>
            <a:ln w="1773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49" name="任意形状 248">
              <a:extLst>
                <a:ext uri="{FF2B5EF4-FFF2-40B4-BE49-F238E27FC236}">
                  <a16:creationId xmlns:a16="http://schemas.microsoft.com/office/drawing/2014/main" id="{1DC74E27-1EC3-A08F-98FC-0581E087FCF5}"/>
                </a:ext>
              </a:extLst>
            </p:cNvPr>
            <p:cNvSpPr/>
            <p:nvPr>
              <p:custDataLst>
                <p:tags r:id="rId251"/>
              </p:custDataLst>
            </p:nvPr>
          </p:nvSpPr>
          <p:spPr>
            <a:xfrm>
              <a:off x="7119765" y="3883441"/>
              <a:ext cx="32238" cy="119106"/>
            </a:xfrm>
            <a:custGeom>
              <a:avLst/>
              <a:gdLst>
                <a:gd name="connsiteX0" fmla="*/ 30016 w 32238"/>
                <a:gd name="connsiteY0" fmla="*/ 84 h 119106"/>
                <a:gd name="connsiteX1" fmla="*/ 257 w 32238"/>
                <a:gd name="connsiteY1" fmla="*/ 59578 h 119106"/>
                <a:gd name="connsiteX2" fmla="*/ 30016 w 32238"/>
                <a:gd name="connsiteY2" fmla="*/ 119191 h 119106"/>
                <a:gd name="connsiteX3" fmla="*/ 32495 w 32238"/>
                <a:gd name="connsiteY3" fmla="*/ 117760 h 119106"/>
                <a:gd name="connsiteX4" fmla="*/ 31256 w 32238"/>
                <a:gd name="connsiteY4" fmla="*/ 115971 h 119106"/>
                <a:gd name="connsiteX5" fmla="*/ 8688 w 32238"/>
                <a:gd name="connsiteY5" fmla="*/ 59697 h 119106"/>
                <a:gd name="connsiteX6" fmla="*/ 31628 w 32238"/>
                <a:gd name="connsiteY6" fmla="*/ 2945 h 119106"/>
                <a:gd name="connsiteX7" fmla="*/ 32495 w 32238"/>
                <a:gd name="connsiteY7" fmla="*/ 1515 h 119106"/>
                <a:gd name="connsiteX8" fmla="*/ 30016 w 32238"/>
                <a:gd name="connsiteY8" fmla="*/ 84 h 1191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2238" h="119106">
                  <a:moveTo>
                    <a:pt x="30016" y="84"/>
                  </a:moveTo>
                  <a:cubicBezTo>
                    <a:pt x="6457" y="16060"/>
                    <a:pt x="257" y="41336"/>
                    <a:pt x="257" y="59578"/>
                  </a:cubicBezTo>
                  <a:cubicBezTo>
                    <a:pt x="257" y="76388"/>
                    <a:pt x="5465" y="102499"/>
                    <a:pt x="30016" y="119191"/>
                  </a:cubicBezTo>
                  <a:cubicBezTo>
                    <a:pt x="31008" y="119191"/>
                    <a:pt x="32495" y="119191"/>
                    <a:pt x="32495" y="117760"/>
                  </a:cubicBezTo>
                  <a:cubicBezTo>
                    <a:pt x="32495" y="117044"/>
                    <a:pt x="32123" y="116806"/>
                    <a:pt x="31256" y="115971"/>
                  </a:cubicBezTo>
                  <a:cubicBezTo>
                    <a:pt x="14764" y="101664"/>
                    <a:pt x="8688" y="81396"/>
                    <a:pt x="8688" y="59697"/>
                  </a:cubicBezTo>
                  <a:cubicBezTo>
                    <a:pt x="8688" y="27506"/>
                    <a:pt x="21460" y="11768"/>
                    <a:pt x="31628" y="2945"/>
                  </a:cubicBezTo>
                  <a:cubicBezTo>
                    <a:pt x="32123" y="2468"/>
                    <a:pt x="32495" y="2111"/>
                    <a:pt x="32495" y="1515"/>
                  </a:cubicBezTo>
                  <a:cubicBezTo>
                    <a:pt x="32495" y="84"/>
                    <a:pt x="31008" y="84"/>
                    <a:pt x="30016" y="84"/>
                  </a:cubicBezTo>
                  <a:close/>
                </a:path>
              </a:pathLst>
            </a:custGeom>
            <a:solidFill>
              <a:srgbClr val="000000"/>
            </a:solidFill>
            <a:ln w="1773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50" name="任意形状 249">
              <a:extLst>
                <a:ext uri="{FF2B5EF4-FFF2-40B4-BE49-F238E27FC236}">
                  <a16:creationId xmlns:a16="http://schemas.microsoft.com/office/drawing/2014/main" id="{37A26657-5F8C-564F-76EF-CB4C2DCF5B05}"/>
                </a:ext>
              </a:extLst>
            </p:cNvPr>
            <p:cNvSpPr/>
            <p:nvPr>
              <p:custDataLst>
                <p:tags r:id="rId252"/>
              </p:custDataLst>
            </p:nvPr>
          </p:nvSpPr>
          <p:spPr>
            <a:xfrm>
              <a:off x="7170036" y="3891429"/>
              <a:ext cx="132178" cy="81431"/>
            </a:xfrm>
            <a:custGeom>
              <a:avLst/>
              <a:gdLst>
                <a:gd name="connsiteX0" fmla="*/ 117683 w 132178"/>
                <a:gd name="connsiteY0" fmla="*/ 9741 h 81431"/>
                <a:gd name="connsiteX1" fmla="*/ 128223 w 132178"/>
                <a:gd name="connsiteY1" fmla="*/ 4376 h 81431"/>
                <a:gd name="connsiteX2" fmla="*/ 132439 w 132178"/>
                <a:gd name="connsiteY2" fmla="*/ 1872 h 81431"/>
                <a:gd name="connsiteX3" fmla="*/ 128719 w 132178"/>
                <a:gd name="connsiteY3" fmla="*/ 84 h 81431"/>
                <a:gd name="connsiteX4" fmla="*/ 111855 w 132178"/>
                <a:gd name="connsiteY4" fmla="*/ 84 h 81431"/>
                <a:gd name="connsiteX5" fmla="*/ 106524 w 132178"/>
                <a:gd name="connsiteY5" fmla="*/ 2468 h 81431"/>
                <a:gd name="connsiteX6" fmla="*/ 58662 w 132178"/>
                <a:gd name="connsiteY6" fmla="*/ 70427 h 81431"/>
                <a:gd name="connsiteX7" fmla="*/ 46386 w 132178"/>
                <a:gd name="connsiteY7" fmla="*/ 3303 h 81431"/>
                <a:gd name="connsiteX8" fmla="*/ 42046 w 132178"/>
                <a:gd name="connsiteY8" fmla="*/ 84 h 81431"/>
                <a:gd name="connsiteX9" fmla="*/ 24315 w 132178"/>
                <a:gd name="connsiteY9" fmla="*/ 84 h 81431"/>
                <a:gd name="connsiteX10" fmla="*/ 20223 w 132178"/>
                <a:gd name="connsiteY10" fmla="*/ 2707 h 81431"/>
                <a:gd name="connsiteX11" fmla="*/ 24439 w 132178"/>
                <a:gd name="connsiteY11" fmla="*/ 4376 h 81431"/>
                <a:gd name="connsiteX12" fmla="*/ 29151 w 132178"/>
                <a:gd name="connsiteY12" fmla="*/ 4614 h 81431"/>
                <a:gd name="connsiteX13" fmla="*/ 31879 w 132178"/>
                <a:gd name="connsiteY13" fmla="*/ 6284 h 81431"/>
                <a:gd name="connsiteX14" fmla="*/ 31383 w 132178"/>
                <a:gd name="connsiteY14" fmla="*/ 8907 h 81431"/>
                <a:gd name="connsiteX15" fmla="*/ 15759 w 132178"/>
                <a:gd name="connsiteY15" fmla="*/ 68758 h 81431"/>
                <a:gd name="connsiteX16" fmla="*/ 2864 w 132178"/>
                <a:gd name="connsiteY16" fmla="*/ 77223 h 81431"/>
                <a:gd name="connsiteX17" fmla="*/ 260 w 132178"/>
                <a:gd name="connsiteY17" fmla="*/ 79846 h 81431"/>
                <a:gd name="connsiteX18" fmla="*/ 2120 w 132178"/>
                <a:gd name="connsiteY18" fmla="*/ 81515 h 81431"/>
                <a:gd name="connsiteX19" fmla="*/ 15015 w 132178"/>
                <a:gd name="connsiteY19" fmla="*/ 81038 h 81431"/>
                <a:gd name="connsiteX20" fmla="*/ 28159 w 132178"/>
                <a:gd name="connsiteY20" fmla="*/ 81515 h 81431"/>
                <a:gd name="connsiteX21" fmla="*/ 30639 w 132178"/>
                <a:gd name="connsiteY21" fmla="*/ 78892 h 81431"/>
                <a:gd name="connsiteX22" fmla="*/ 27911 w 132178"/>
                <a:gd name="connsiteY22" fmla="*/ 77223 h 81431"/>
                <a:gd name="connsiteX23" fmla="*/ 19975 w 132178"/>
                <a:gd name="connsiteY23" fmla="*/ 72216 h 81431"/>
                <a:gd name="connsiteX24" fmla="*/ 20471 w 132178"/>
                <a:gd name="connsiteY24" fmla="*/ 69235 h 81431"/>
                <a:gd name="connsiteX25" fmla="*/ 36962 w 132178"/>
                <a:gd name="connsiteY25" fmla="*/ 5807 h 81431"/>
                <a:gd name="connsiteX26" fmla="*/ 37086 w 132178"/>
                <a:gd name="connsiteY26" fmla="*/ 5807 h 81431"/>
                <a:gd name="connsiteX27" fmla="*/ 50354 w 132178"/>
                <a:gd name="connsiteY27" fmla="*/ 78296 h 81431"/>
                <a:gd name="connsiteX28" fmla="*/ 52834 w 132178"/>
                <a:gd name="connsiteY28" fmla="*/ 81515 h 81431"/>
                <a:gd name="connsiteX29" fmla="*/ 56430 w 132178"/>
                <a:gd name="connsiteY29" fmla="*/ 78892 h 81431"/>
                <a:gd name="connsiteX30" fmla="*/ 108508 w 132178"/>
                <a:gd name="connsiteY30" fmla="*/ 4614 h 81431"/>
                <a:gd name="connsiteX31" fmla="*/ 108632 w 132178"/>
                <a:gd name="connsiteY31" fmla="*/ 4734 h 81431"/>
                <a:gd name="connsiteX32" fmla="*/ 91148 w 132178"/>
                <a:gd name="connsiteY32" fmla="*/ 72216 h 81431"/>
                <a:gd name="connsiteX33" fmla="*/ 80237 w 132178"/>
                <a:gd name="connsiteY33" fmla="*/ 77223 h 81431"/>
                <a:gd name="connsiteX34" fmla="*/ 76517 w 132178"/>
                <a:gd name="connsiteY34" fmla="*/ 79846 h 81431"/>
                <a:gd name="connsiteX35" fmla="*/ 78501 w 132178"/>
                <a:gd name="connsiteY35" fmla="*/ 81515 h 81431"/>
                <a:gd name="connsiteX36" fmla="*/ 86188 w 132178"/>
                <a:gd name="connsiteY36" fmla="*/ 81157 h 81431"/>
                <a:gd name="connsiteX37" fmla="*/ 94000 w 132178"/>
                <a:gd name="connsiteY37" fmla="*/ 81038 h 81431"/>
                <a:gd name="connsiteX38" fmla="*/ 109748 w 132178"/>
                <a:gd name="connsiteY38" fmla="*/ 81515 h 81431"/>
                <a:gd name="connsiteX39" fmla="*/ 112351 w 132178"/>
                <a:gd name="connsiteY39" fmla="*/ 78892 h 81431"/>
                <a:gd name="connsiteX40" fmla="*/ 108384 w 132178"/>
                <a:gd name="connsiteY40" fmla="*/ 77223 h 81431"/>
                <a:gd name="connsiteX41" fmla="*/ 103672 w 132178"/>
                <a:gd name="connsiteY41" fmla="*/ 76985 h 81431"/>
                <a:gd name="connsiteX42" fmla="*/ 100820 w 132178"/>
                <a:gd name="connsiteY42" fmla="*/ 75196 h 81431"/>
                <a:gd name="connsiteX43" fmla="*/ 101316 w 132178"/>
                <a:gd name="connsiteY43" fmla="*/ 72573 h 81431"/>
                <a:gd name="connsiteX44" fmla="*/ 117683 w 132178"/>
                <a:gd name="connsiteY44" fmla="*/ 9741 h 814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132178" h="81431">
                  <a:moveTo>
                    <a:pt x="117683" y="9741"/>
                  </a:moveTo>
                  <a:cubicBezTo>
                    <a:pt x="118799" y="5330"/>
                    <a:pt x="119047" y="4376"/>
                    <a:pt x="128223" y="4376"/>
                  </a:cubicBezTo>
                  <a:cubicBezTo>
                    <a:pt x="130827" y="4376"/>
                    <a:pt x="132439" y="4376"/>
                    <a:pt x="132439" y="1872"/>
                  </a:cubicBezTo>
                  <a:cubicBezTo>
                    <a:pt x="132439" y="84"/>
                    <a:pt x="130951" y="84"/>
                    <a:pt x="128719" y="84"/>
                  </a:cubicBezTo>
                  <a:lnTo>
                    <a:pt x="111855" y="84"/>
                  </a:lnTo>
                  <a:cubicBezTo>
                    <a:pt x="108260" y="84"/>
                    <a:pt x="108136" y="203"/>
                    <a:pt x="106524" y="2468"/>
                  </a:cubicBezTo>
                  <a:lnTo>
                    <a:pt x="58662" y="70427"/>
                  </a:lnTo>
                  <a:lnTo>
                    <a:pt x="46386" y="3303"/>
                  </a:lnTo>
                  <a:cubicBezTo>
                    <a:pt x="45766" y="203"/>
                    <a:pt x="45766" y="84"/>
                    <a:pt x="42046" y="84"/>
                  </a:cubicBezTo>
                  <a:lnTo>
                    <a:pt x="24315" y="84"/>
                  </a:lnTo>
                  <a:cubicBezTo>
                    <a:pt x="21835" y="84"/>
                    <a:pt x="20223" y="84"/>
                    <a:pt x="20223" y="2707"/>
                  </a:cubicBezTo>
                  <a:cubicBezTo>
                    <a:pt x="20223" y="4376"/>
                    <a:pt x="21711" y="4376"/>
                    <a:pt x="24439" y="4376"/>
                  </a:cubicBezTo>
                  <a:cubicBezTo>
                    <a:pt x="26423" y="4376"/>
                    <a:pt x="26919" y="4376"/>
                    <a:pt x="29151" y="4614"/>
                  </a:cubicBezTo>
                  <a:cubicBezTo>
                    <a:pt x="31631" y="4853"/>
                    <a:pt x="31879" y="5091"/>
                    <a:pt x="31879" y="6284"/>
                  </a:cubicBezTo>
                  <a:cubicBezTo>
                    <a:pt x="31879" y="6403"/>
                    <a:pt x="31879" y="7118"/>
                    <a:pt x="31383" y="8907"/>
                  </a:cubicBezTo>
                  <a:lnTo>
                    <a:pt x="15759" y="68758"/>
                  </a:lnTo>
                  <a:cubicBezTo>
                    <a:pt x="14643" y="72812"/>
                    <a:pt x="12783" y="76865"/>
                    <a:pt x="2864" y="77223"/>
                  </a:cubicBezTo>
                  <a:cubicBezTo>
                    <a:pt x="1872" y="77223"/>
                    <a:pt x="260" y="77342"/>
                    <a:pt x="260" y="79846"/>
                  </a:cubicBezTo>
                  <a:cubicBezTo>
                    <a:pt x="260" y="79965"/>
                    <a:pt x="384" y="81515"/>
                    <a:pt x="2120" y="81515"/>
                  </a:cubicBezTo>
                  <a:cubicBezTo>
                    <a:pt x="5840" y="81515"/>
                    <a:pt x="11047" y="81038"/>
                    <a:pt x="15015" y="81038"/>
                  </a:cubicBezTo>
                  <a:cubicBezTo>
                    <a:pt x="17991" y="81038"/>
                    <a:pt x="25183" y="81515"/>
                    <a:pt x="28159" y="81515"/>
                  </a:cubicBezTo>
                  <a:cubicBezTo>
                    <a:pt x="28779" y="81515"/>
                    <a:pt x="30639" y="81515"/>
                    <a:pt x="30639" y="78892"/>
                  </a:cubicBezTo>
                  <a:cubicBezTo>
                    <a:pt x="30639" y="77342"/>
                    <a:pt x="29027" y="77223"/>
                    <a:pt x="27911" y="77223"/>
                  </a:cubicBezTo>
                  <a:cubicBezTo>
                    <a:pt x="19975" y="76985"/>
                    <a:pt x="19975" y="73885"/>
                    <a:pt x="19975" y="72216"/>
                  </a:cubicBezTo>
                  <a:cubicBezTo>
                    <a:pt x="19975" y="71739"/>
                    <a:pt x="19975" y="71142"/>
                    <a:pt x="20471" y="69235"/>
                  </a:cubicBezTo>
                  <a:lnTo>
                    <a:pt x="36962" y="5807"/>
                  </a:lnTo>
                  <a:lnTo>
                    <a:pt x="37086" y="5807"/>
                  </a:lnTo>
                  <a:lnTo>
                    <a:pt x="50354" y="78296"/>
                  </a:lnTo>
                  <a:cubicBezTo>
                    <a:pt x="50726" y="80442"/>
                    <a:pt x="50974" y="81515"/>
                    <a:pt x="52834" y="81515"/>
                  </a:cubicBezTo>
                  <a:cubicBezTo>
                    <a:pt x="54570" y="81515"/>
                    <a:pt x="55562" y="80204"/>
                    <a:pt x="56430" y="78892"/>
                  </a:cubicBezTo>
                  <a:lnTo>
                    <a:pt x="108508" y="4614"/>
                  </a:lnTo>
                  <a:lnTo>
                    <a:pt x="108632" y="4734"/>
                  </a:lnTo>
                  <a:lnTo>
                    <a:pt x="91148" y="72216"/>
                  </a:lnTo>
                  <a:cubicBezTo>
                    <a:pt x="90156" y="76269"/>
                    <a:pt x="89908" y="77223"/>
                    <a:pt x="80237" y="77223"/>
                  </a:cubicBezTo>
                  <a:cubicBezTo>
                    <a:pt x="78005" y="77223"/>
                    <a:pt x="76517" y="77223"/>
                    <a:pt x="76517" y="79846"/>
                  </a:cubicBezTo>
                  <a:cubicBezTo>
                    <a:pt x="76517" y="79965"/>
                    <a:pt x="76517" y="81515"/>
                    <a:pt x="78501" y="81515"/>
                  </a:cubicBezTo>
                  <a:cubicBezTo>
                    <a:pt x="80857" y="81515"/>
                    <a:pt x="83709" y="81157"/>
                    <a:pt x="86188" y="81157"/>
                  </a:cubicBezTo>
                  <a:cubicBezTo>
                    <a:pt x="88668" y="81157"/>
                    <a:pt x="91520" y="81038"/>
                    <a:pt x="94000" y="81038"/>
                  </a:cubicBezTo>
                  <a:cubicBezTo>
                    <a:pt x="97472" y="81038"/>
                    <a:pt x="106276" y="81515"/>
                    <a:pt x="109748" y="81515"/>
                  </a:cubicBezTo>
                  <a:cubicBezTo>
                    <a:pt x="110491" y="81515"/>
                    <a:pt x="112351" y="81515"/>
                    <a:pt x="112351" y="78892"/>
                  </a:cubicBezTo>
                  <a:cubicBezTo>
                    <a:pt x="112351" y="77223"/>
                    <a:pt x="110863" y="77223"/>
                    <a:pt x="108384" y="77223"/>
                  </a:cubicBezTo>
                  <a:cubicBezTo>
                    <a:pt x="108260" y="77223"/>
                    <a:pt x="105904" y="77223"/>
                    <a:pt x="103672" y="76985"/>
                  </a:cubicBezTo>
                  <a:cubicBezTo>
                    <a:pt x="100820" y="76746"/>
                    <a:pt x="100820" y="76388"/>
                    <a:pt x="100820" y="75196"/>
                  </a:cubicBezTo>
                  <a:cubicBezTo>
                    <a:pt x="100820" y="74481"/>
                    <a:pt x="101192" y="73289"/>
                    <a:pt x="101316" y="72573"/>
                  </a:cubicBezTo>
                  <a:lnTo>
                    <a:pt x="117683" y="9741"/>
                  </a:lnTo>
                  <a:close/>
                </a:path>
              </a:pathLst>
            </a:custGeom>
            <a:solidFill>
              <a:srgbClr val="000000"/>
            </a:solidFill>
            <a:ln w="1773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51" name="任意形状 250">
              <a:extLst>
                <a:ext uri="{FF2B5EF4-FFF2-40B4-BE49-F238E27FC236}">
                  <a16:creationId xmlns:a16="http://schemas.microsoft.com/office/drawing/2014/main" id="{754ED317-C109-439C-50F3-2B11B96A714D}"/>
                </a:ext>
              </a:extLst>
            </p:cNvPr>
            <p:cNvSpPr/>
            <p:nvPr>
              <p:custDataLst>
                <p:tags r:id="rId253"/>
              </p:custDataLst>
            </p:nvPr>
          </p:nvSpPr>
          <p:spPr>
            <a:xfrm>
              <a:off x="7321548" y="3892194"/>
              <a:ext cx="40564" cy="36704"/>
            </a:xfrm>
            <a:custGeom>
              <a:avLst/>
              <a:gdLst>
                <a:gd name="connsiteX0" fmla="*/ 22056 w 40564"/>
                <a:gd name="connsiteY0" fmla="*/ 16177 h 36704"/>
                <a:gd name="connsiteX1" fmla="*/ 23650 w 40564"/>
                <a:gd name="connsiteY1" fmla="*/ 2807 h 36704"/>
                <a:gd name="connsiteX2" fmla="*/ 20550 w 40564"/>
                <a:gd name="connsiteY2" fmla="*/ 81 h 36704"/>
                <a:gd name="connsiteX3" fmla="*/ 17450 w 40564"/>
                <a:gd name="connsiteY3" fmla="*/ 2721 h 36704"/>
                <a:gd name="connsiteX4" fmla="*/ 19045 w 40564"/>
                <a:gd name="connsiteY4" fmla="*/ 16177 h 36704"/>
                <a:gd name="connsiteX5" fmla="*/ 5317 w 40564"/>
                <a:gd name="connsiteY5" fmla="*/ 8257 h 36704"/>
                <a:gd name="connsiteX6" fmla="*/ 3280 w 40564"/>
                <a:gd name="connsiteY6" fmla="*/ 7490 h 36704"/>
                <a:gd name="connsiteX7" fmla="*/ 268 w 40564"/>
                <a:gd name="connsiteY7" fmla="*/ 10641 h 36704"/>
                <a:gd name="connsiteX8" fmla="*/ 2128 w 40564"/>
                <a:gd name="connsiteY8" fmla="*/ 13196 h 36704"/>
                <a:gd name="connsiteX9" fmla="*/ 17008 w 40564"/>
                <a:gd name="connsiteY9" fmla="*/ 18391 h 36704"/>
                <a:gd name="connsiteX10" fmla="*/ 2394 w 40564"/>
                <a:gd name="connsiteY10" fmla="*/ 23586 h 36704"/>
                <a:gd name="connsiteX11" fmla="*/ 268 w 40564"/>
                <a:gd name="connsiteY11" fmla="*/ 26226 h 36704"/>
                <a:gd name="connsiteX12" fmla="*/ 3280 w 40564"/>
                <a:gd name="connsiteY12" fmla="*/ 29377 h 36704"/>
                <a:gd name="connsiteX13" fmla="*/ 19045 w 40564"/>
                <a:gd name="connsiteY13" fmla="*/ 20690 h 36704"/>
                <a:gd name="connsiteX14" fmla="*/ 17450 w 40564"/>
                <a:gd name="connsiteY14" fmla="*/ 34146 h 36704"/>
                <a:gd name="connsiteX15" fmla="*/ 20550 w 40564"/>
                <a:gd name="connsiteY15" fmla="*/ 36786 h 36704"/>
                <a:gd name="connsiteX16" fmla="*/ 23650 w 40564"/>
                <a:gd name="connsiteY16" fmla="*/ 34061 h 36704"/>
                <a:gd name="connsiteX17" fmla="*/ 22056 w 40564"/>
                <a:gd name="connsiteY17" fmla="*/ 20690 h 36704"/>
                <a:gd name="connsiteX18" fmla="*/ 36050 w 40564"/>
                <a:gd name="connsiteY18" fmla="*/ 28781 h 36704"/>
                <a:gd name="connsiteX19" fmla="*/ 37821 w 40564"/>
                <a:gd name="connsiteY19" fmla="*/ 29377 h 36704"/>
                <a:gd name="connsiteX20" fmla="*/ 40832 w 40564"/>
                <a:gd name="connsiteY20" fmla="*/ 26226 h 36704"/>
                <a:gd name="connsiteX21" fmla="*/ 38972 w 40564"/>
                <a:gd name="connsiteY21" fmla="*/ 23671 h 36704"/>
                <a:gd name="connsiteX22" fmla="*/ 24093 w 40564"/>
                <a:gd name="connsiteY22" fmla="*/ 18476 h 36704"/>
                <a:gd name="connsiteX23" fmla="*/ 38707 w 40564"/>
                <a:gd name="connsiteY23" fmla="*/ 13281 h 36704"/>
                <a:gd name="connsiteX24" fmla="*/ 40832 w 40564"/>
                <a:gd name="connsiteY24" fmla="*/ 10641 h 36704"/>
                <a:gd name="connsiteX25" fmla="*/ 37821 w 40564"/>
                <a:gd name="connsiteY25" fmla="*/ 7490 h 36704"/>
                <a:gd name="connsiteX26" fmla="*/ 35784 w 40564"/>
                <a:gd name="connsiteY26" fmla="*/ 8257 h 36704"/>
                <a:gd name="connsiteX27" fmla="*/ 22056 w 40564"/>
                <a:gd name="connsiteY27" fmla="*/ 16177 h 367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40564" h="36704">
                  <a:moveTo>
                    <a:pt x="22056" y="16177"/>
                  </a:moveTo>
                  <a:cubicBezTo>
                    <a:pt x="22233" y="14474"/>
                    <a:pt x="23650" y="3573"/>
                    <a:pt x="23650" y="2807"/>
                  </a:cubicBezTo>
                  <a:cubicBezTo>
                    <a:pt x="23650" y="1274"/>
                    <a:pt x="22322" y="81"/>
                    <a:pt x="20550" y="81"/>
                  </a:cubicBezTo>
                  <a:cubicBezTo>
                    <a:pt x="18690" y="81"/>
                    <a:pt x="17450" y="1444"/>
                    <a:pt x="17450" y="2721"/>
                  </a:cubicBezTo>
                  <a:cubicBezTo>
                    <a:pt x="17450" y="3573"/>
                    <a:pt x="18779" y="14389"/>
                    <a:pt x="19045" y="16177"/>
                  </a:cubicBezTo>
                  <a:lnTo>
                    <a:pt x="5317" y="8257"/>
                  </a:lnTo>
                  <a:cubicBezTo>
                    <a:pt x="4431" y="7746"/>
                    <a:pt x="4077" y="7490"/>
                    <a:pt x="3280" y="7490"/>
                  </a:cubicBezTo>
                  <a:cubicBezTo>
                    <a:pt x="1862" y="7490"/>
                    <a:pt x="268" y="8768"/>
                    <a:pt x="268" y="10641"/>
                  </a:cubicBezTo>
                  <a:cubicBezTo>
                    <a:pt x="268" y="12004"/>
                    <a:pt x="1154" y="12856"/>
                    <a:pt x="2128" y="13196"/>
                  </a:cubicBezTo>
                  <a:cubicBezTo>
                    <a:pt x="6999" y="15070"/>
                    <a:pt x="12048" y="16773"/>
                    <a:pt x="17008" y="18391"/>
                  </a:cubicBezTo>
                  <a:cubicBezTo>
                    <a:pt x="12048" y="20180"/>
                    <a:pt x="3900" y="22990"/>
                    <a:pt x="2394" y="23586"/>
                  </a:cubicBezTo>
                  <a:cubicBezTo>
                    <a:pt x="1774" y="23841"/>
                    <a:pt x="268" y="24352"/>
                    <a:pt x="268" y="26226"/>
                  </a:cubicBezTo>
                  <a:cubicBezTo>
                    <a:pt x="268" y="28100"/>
                    <a:pt x="1862" y="29377"/>
                    <a:pt x="3280" y="29377"/>
                  </a:cubicBezTo>
                  <a:cubicBezTo>
                    <a:pt x="4254" y="29377"/>
                    <a:pt x="6999" y="27759"/>
                    <a:pt x="19045" y="20690"/>
                  </a:cubicBezTo>
                  <a:cubicBezTo>
                    <a:pt x="18779" y="22479"/>
                    <a:pt x="17450" y="33294"/>
                    <a:pt x="17450" y="34146"/>
                  </a:cubicBezTo>
                  <a:cubicBezTo>
                    <a:pt x="17450" y="35423"/>
                    <a:pt x="18690" y="36786"/>
                    <a:pt x="20550" y="36786"/>
                  </a:cubicBezTo>
                  <a:cubicBezTo>
                    <a:pt x="22322" y="36786"/>
                    <a:pt x="23650" y="35594"/>
                    <a:pt x="23650" y="34061"/>
                  </a:cubicBezTo>
                  <a:cubicBezTo>
                    <a:pt x="23650" y="33294"/>
                    <a:pt x="22233" y="22394"/>
                    <a:pt x="22056" y="20690"/>
                  </a:cubicBezTo>
                  <a:lnTo>
                    <a:pt x="36050" y="28781"/>
                  </a:lnTo>
                  <a:cubicBezTo>
                    <a:pt x="36670" y="29121"/>
                    <a:pt x="37024" y="29377"/>
                    <a:pt x="37821" y="29377"/>
                  </a:cubicBezTo>
                  <a:cubicBezTo>
                    <a:pt x="39238" y="29377"/>
                    <a:pt x="40832" y="28100"/>
                    <a:pt x="40832" y="26226"/>
                  </a:cubicBezTo>
                  <a:cubicBezTo>
                    <a:pt x="40832" y="24863"/>
                    <a:pt x="39947" y="24012"/>
                    <a:pt x="38972" y="23671"/>
                  </a:cubicBezTo>
                  <a:cubicBezTo>
                    <a:pt x="34101" y="21798"/>
                    <a:pt x="29053" y="20094"/>
                    <a:pt x="24093" y="18476"/>
                  </a:cubicBezTo>
                  <a:cubicBezTo>
                    <a:pt x="29053" y="16688"/>
                    <a:pt x="37201" y="13878"/>
                    <a:pt x="38707" y="13281"/>
                  </a:cubicBezTo>
                  <a:cubicBezTo>
                    <a:pt x="39327" y="13026"/>
                    <a:pt x="40832" y="12515"/>
                    <a:pt x="40832" y="10641"/>
                  </a:cubicBezTo>
                  <a:cubicBezTo>
                    <a:pt x="40832" y="8768"/>
                    <a:pt x="39238" y="7490"/>
                    <a:pt x="37821" y="7490"/>
                  </a:cubicBezTo>
                  <a:cubicBezTo>
                    <a:pt x="37024" y="7490"/>
                    <a:pt x="36670" y="7746"/>
                    <a:pt x="35784" y="8257"/>
                  </a:cubicBezTo>
                  <a:lnTo>
                    <a:pt x="22056" y="16177"/>
                  </a:lnTo>
                  <a:close/>
                </a:path>
              </a:pathLst>
            </a:custGeom>
            <a:solidFill>
              <a:srgbClr val="000000"/>
            </a:solidFill>
            <a:ln w="1773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52" name="任意形状 251">
              <a:extLst>
                <a:ext uri="{FF2B5EF4-FFF2-40B4-BE49-F238E27FC236}">
                  <a16:creationId xmlns:a16="http://schemas.microsoft.com/office/drawing/2014/main" id="{DC5AA3E4-0F94-9B67-2EB4-44B962E16FC3}"/>
                </a:ext>
              </a:extLst>
            </p:cNvPr>
            <p:cNvSpPr/>
            <p:nvPr>
              <p:custDataLst>
                <p:tags r:id="rId254"/>
              </p:custDataLst>
            </p:nvPr>
          </p:nvSpPr>
          <p:spPr>
            <a:xfrm>
              <a:off x="7305505" y="3954057"/>
              <a:ext cx="43929" cy="60975"/>
            </a:xfrm>
            <a:custGeom>
              <a:avLst/>
              <a:gdLst>
                <a:gd name="connsiteX0" fmla="*/ 44197 w 43929"/>
                <a:gd name="connsiteY0" fmla="*/ 19759 h 60975"/>
                <a:gd name="connsiteX1" fmla="*/ 29761 w 43929"/>
                <a:gd name="connsiteY1" fmla="*/ 86 h 60975"/>
                <a:gd name="connsiteX2" fmla="*/ 267 w 43929"/>
                <a:gd name="connsiteY2" fmla="*/ 41390 h 60975"/>
                <a:gd name="connsiteX3" fmla="*/ 14615 w 43929"/>
                <a:gd name="connsiteY3" fmla="*/ 61062 h 60975"/>
                <a:gd name="connsiteX4" fmla="*/ 44197 w 43929"/>
                <a:gd name="connsiteY4" fmla="*/ 19759 h 60975"/>
                <a:gd name="connsiteX5" fmla="*/ 10896 w 43929"/>
                <a:gd name="connsiteY5" fmla="*/ 28615 h 60975"/>
                <a:gd name="connsiteX6" fmla="*/ 29672 w 43929"/>
                <a:gd name="connsiteY6" fmla="*/ 2982 h 60975"/>
                <a:gd name="connsiteX7" fmla="*/ 36669 w 43929"/>
                <a:gd name="connsiteY7" fmla="*/ 15075 h 60975"/>
                <a:gd name="connsiteX8" fmla="*/ 34543 w 43929"/>
                <a:gd name="connsiteY8" fmla="*/ 28615 h 60975"/>
                <a:gd name="connsiteX9" fmla="*/ 10896 w 43929"/>
                <a:gd name="connsiteY9" fmla="*/ 28615 h 60975"/>
                <a:gd name="connsiteX10" fmla="*/ 33480 w 43929"/>
                <a:gd name="connsiteY10" fmla="*/ 32533 h 60975"/>
                <a:gd name="connsiteX11" fmla="*/ 14793 w 43929"/>
                <a:gd name="connsiteY11" fmla="*/ 58166 h 60975"/>
                <a:gd name="connsiteX12" fmla="*/ 7707 w 43929"/>
                <a:gd name="connsiteY12" fmla="*/ 46159 h 60975"/>
                <a:gd name="connsiteX13" fmla="*/ 9833 w 43929"/>
                <a:gd name="connsiteY13" fmla="*/ 32533 h 60975"/>
                <a:gd name="connsiteX14" fmla="*/ 33480 w 43929"/>
                <a:gd name="connsiteY14" fmla="*/ 32533 h 609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43929" h="60975">
                  <a:moveTo>
                    <a:pt x="44197" y="19759"/>
                  </a:moveTo>
                  <a:cubicBezTo>
                    <a:pt x="44197" y="9454"/>
                    <a:pt x="39326" y="86"/>
                    <a:pt x="29761" y="86"/>
                  </a:cubicBezTo>
                  <a:cubicBezTo>
                    <a:pt x="15590" y="86"/>
                    <a:pt x="267" y="21462"/>
                    <a:pt x="267" y="41390"/>
                  </a:cubicBezTo>
                  <a:cubicBezTo>
                    <a:pt x="267" y="52971"/>
                    <a:pt x="5936" y="61062"/>
                    <a:pt x="14615" y="61062"/>
                  </a:cubicBezTo>
                  <a:cubicBezTo>
                    <a:pt x="29141" y="61062"/>
                    <a:pt x="44197" y="39090"/>
                    <a:pt x="44197" y="19759"/>
                  </a:cubicBezTo>
                  <a:close/>
                  <a:moveTo>
                    <a:pt x="10896" y="28615"/>
                  </a:moveTo>
                  <a:cubicBezTo>
                    <a:pt x="16564" y="7410"/>
                    <a:pt x="25509" y="2982"/>
                    <a:pt x="29672" y="2982"/>
                  </a:cubicBezTo>
                  <a:cubicBezTo>
                    <a:pt x="34632" y="2982"/>
                    <a:pt x="36669" y="8347"/>
                    <a:pt x="36669" y="15075"/>
                  </a:cubicBezTo>
                  <a:cubicBezTo>
                    <a:pt x="36669" y="17629"/>
                    <a:pt x="36492" y="21036"/>
                    <a:pt x="34543" y="28615"/>
                  </a:cubicBezTo>
                  <a:lnTo>
                    <a:pt x="10896" y="28615"/>
                  </a:lnTo>
                  <a:close/>
                  <a:moveTo>
                    <a:pt x="33480" y="32533"/>
                  </a:moveTo>
                  <a:cubicBezTo>
                    <a:pt x="28166" y="52971"/>
                    <a:pt x="19221" y="58166"/>
                    <a:pt x="14793" y="58166"/>
                  </a:cubicBezTo>
                  <a:cubicBezTo>
                    <a:pt x="8150" y="58166"/>
                    <a:pt x="7707" y="48713"/>
                    <a:pt x="7707" y="46159"/>
                  </a:cubicBezTo>
                  <a:cubicBezTo>
                    <a:pt x="7707" y="42837"/>
                    <a:pt x="8327" y="38835"/>
                    <a:pt x="9833" y="32533"/>
                  </a:cubicBezTo>
                  <a:lnTo>
                    <a:pt x="33480" y="32533"/>
                  </a:lnTo>
                  <a:close/>
                </a:path>
              </a:pathLst>
            </a:custGeom>
            <a:solidFill>
              <a:srgbClr val="000000"/>
            </a:solidFill>
            <a:ln w="1773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53" name="任意形状 252">
              <a:extLst>
                <a:ext uri="{FF2B5EF4-FFF2-40B4-BE49-F238E27FC236}">
                  <a16:creationId xmlns:a16="http://schemas.microsoft.com/office/drawing/2014/main" id="{13E1D495-C2B5-C4B2-374E-D8AB5C585DDB}"/>
                </a:ext>
              </a:extLst>
            </p:cNvPr>
            <p:cNvSpPr/>
            <p:nvPr>
              <p:custDataLst>
                <p:tags r:id="rId255"/>
              </p:custDataLst>
            </p:nvPr>
          </p:nvSpPr>
          <p:spPr>
            <a:xfrm>
              <a:off x="7392094" y="3883441"/>
              <a:ext cx="32114" cy="119106"/>
            </a:xfrm>
            <a:custGeom>
              <a:avLst/>
              <a:gdLst>
                <a:gd name="connsiteX0" fmla="*/ 2628 w 32114"/>
                <a:gd name="connsiteY0" fmla="*/ 84 h 119106"/>
                <a:gd name="connsiteX1" fmla="*/ 272 w 32114"/>
                <a:gd name="connsiteY1" fmla="*/ 1515 h 119106"/>
                <a:gd name="connsiteX2" fmla="*/ 1388 w 32114"/>
                <a:gd name="connsiteY2" fmla="*/ 3303 h 119106"/>
                <a:gd name="connsiteX3" fmla="*/ 23955 w 32114"/>
                <a:gd name="connsiteY3" fmla="*/ 59578 h 119106"/>
                <a:gd name="connsiteX4" fmla="*/ 2504 w 32114"/>
                <a:gd name="connsiteY4" fmla="*/ 115018 h 119106"/>
                <a:gd name="connsiteX5" fmla="*/ 272 w 32114"/>
                <a:gd name="connsiteY5" fmla="*/ 117760 h 119106"/>
                <a:gd name="connsiteX6" fmla="*/ 1884 w 32114"/>
                <a:gd name="connsiteY6" fmla="*/ 119191 h 119106"/>
                <a:gd name="connsiteX7" fmla="*/ 23335 w 32114"/>
                <a:gd name="connsiteY7" fmla="*/ 96418 h 119106"/>
                <a:gd name="connsiteX8" fmla="*/ 32387 w 32114"/>
                <a:gd name="connsiteY8" fmla="*/ 59697 h 119106"/>
                <a:gd name="connsiteX9" fmla="*/ 2628 w 32114"/>
                <a:gd name="connsiteY9" fmla="*/ 84 h 1191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2114" h="119106">
                  <a:moveTo>
                    <a:pt x="2628" y="84"/>
                  </a:moveTo>
                  <a:cubicBezTo>
                    <a:pt x="1760" y="84"/>
                    <a:pt x="272" y="84"/>
                    <a:pt x="272" y="1515"/>
                  </a:cubicBezTo>
                  <a:cubicBezTo>
                    <a:pt x="272" y="2111"/>
                    <a:pt x="644" y="2468"/>
                    <a:pt x="1388" y="3303"/>
                  </a:cubicBezTo>
                  <a:cubicBezTo>
                    <a:pt x="12052" y="12722"/>
                    <a:pt x="23955" y="28817"/>
                    <a:pt x="23955" y="59578"/>
                  </a:cubicBezTo>
                  <a:cubicBezTo>
                    <a:pt x="23955" y="84496"/>
                    <a:pt x="15896" y="103334"/>
                    <a:pt x="2504" y="115018"/>
                  </a:cubicBezTo>
                  <a:cubicBezTo>
                    <a:pt x="396" y="117044"/>
                    <a:pt x="272" y="117164"/>
                    <a:pt x="272" y="117760"/>
                  </a:cubicBezTo>
                  <a:cubicBezTo>
                    <a:pt x="272" y="118356"/>
                    <a:pt x="644" y="119191"/>
                    <a:pt x="1884" y="119191"/>
                  </a:cubicBezTo>
                  <a:cubicBezTo>
                    <a:pt x="3372" y="119191"/>
                    <a:pt x="15152" y="111322"/>
                    <a:pt x="23335" y="96418"/>
                  </a:cubicBezTo>
                  <a:cubicBezTo>
                    <a:pt x="28791" y="86523"/>
                    <a:pt x="32387" y="73646"/>
                    <a:pt x="32387" y="59697"/>
                  </a:cubicBezTo>
                  <a:cubicBezTo>
                    <a:pt x="32387" y="42886"/>
                    <a:pt x="27179" y="16775"/>
                    <a:pt x="2628" y="84"/>
                  </a:cubicBezTo>
                  <a:close/>
                </a:path>
              </a:pathLst>
            </a:custGeom>
            <a:solidFill>
              <a:srgbClr val="000000"/>
            </a:solidFill>
            <a:ln w="1773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dirty="0"/>
            </a:p>
          </p:txBody>
        </p:sp>
        <p:sp>
          <p:nvSpPr>
            <p:cNvPr id="254" name="任意形状 253">
              <a:extLst>
                <a:ext uri="{FF2B5EF4-FFF2-40B4-BE49-F238E27FC236}">
                  <a16:creationId xmlns:a16="http://schemas.microsoft.com/office/drawing/2014/main" id="{27658226-6694-CDDC-4A1B-81433909D9C5}"/>
                </a:ext>
              </a:extLst>
            </p:cNvPr>
            <p:cNvSpPr/>
            <p:nvPr>
              <p:custDataLst>
                <p:tags r:id="rId256"/>
              </p:custDataLst>
            </p:nvPr>
          </p:nvSpPr>
          <p:spPr>
            <a:xfrm>
              <a:off x="7476492" y="3733103"/>
              <a:ext cx="130726" cy="121951"/>
            </a:xfrm>
            <a:custGeom>
              <a:avLst/>
              <a:gdLst>
                <a:gd name="connsiteX0" fmla="*/ 70246 w 130726"/>
                <a:gd name="connsiteY0" fmla="*/ 3143 h 121951"/>
                <a:gd name="connsiteX1" fmla="*/ 65640 w 130726"/>
                <a:gd name="connsiteY1" fmla="*/ 77 h 121951"/>
                <a:gd name="connsiteX2" fmla="*/ 61035 w 130726"/>
                <a:gd name="connsiteY2" fmla="*/ 3143 h 121951"/>
                <a:gd name="connsiteX3" fmla="*/ 1163 w 130726"/>
                <a:gd name="connsiteY3" fmla="*/ 118622 h 121951"/>
                <a:gd name="connsiteX4" fmla="*/ 277 w 130726"/>
                <a:gd name="connsiteY4" fmla="*/ 120665 h 121951"/>
                <a:gd name="connsiteX5" fmla="*/ 4174 w 130726"/>
                <a:gd name="connsiteY5" fmla="*/ 122028 h 121951"/>
                <a:gd name="connsiteX6" fmla="*/ 127106 w 130726"/>
                <a:gd name="connsiteY6" fmla="*/ 122028 h 121951"/>
                <a:gd name="connsiteX7" fmla="*/ 131003 w 130726"/>
                <a:gd name="connsiteY7" fmla="*/ 120665 h 121951"/>
                <a:gd name="connsiteX8" fmla="*/ 130118 w 130726"/>
                <a:gd name="connsiteY8" fmla="*/ 118622 h 121951"/>
                <a:gd name="connsiteX9" fmla="*/ 70246 w 130726"/>
                <a:gd name="connsiteY9" fmla="*/ 3143 h 121951"/>
                <a:gd name="connsiteX10" fmla="*/ 59972 w 130726"/>
                <a:gd name="connsiteY10" fmla="*/ 17109 h 121951"/>
                <a:gd name="connsiteX11" fmla="*/ 107621 w 130726"/>
                <a:gd name="connsiteY11" fmla="*/ 109084 h 121951"/>
                <a:gd name="connsiteX12" fmla="*/ 12145 w 130726"/>
                <a:gd name="connsiteY12" fmla="*/ 109084 h 121951"/>
                <a:gd name="connsiteX13" fmla="*/ 59972 w 130726"/>
                <a:gd name="connsiteY13" fmla="*/ 17109 h 121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30726" h="121951">
                  <a:moveTo>
                    <a:pt x="70246" y="3143"/>
                  </a:moveTo>
                  <a:cubicBezTo>
                    <a:pt x="69006" y="929"/>
                    <a:pt x="68652" y="77"/>
                    <a:pt x="65640" y="77"/>
                  </a:cubicBezTo>
                  <a:cubicBezTo>
                    <a:pt x="62629" y="77"/>
                    <a:pt x="62275" y="929"/>
                    <a:pt x="61035" y="3143"/>
                  </a:cubicBezTo>
                  <a:lnTo>
                    <a:pt x="1163" y="118622"/>
                  </a:lnTo>
                  <a:cubicBezTo>
                    <a:pt x="277" y="120155"/>
                    <a:pt x="277" y="120495"/>
                    <a:pt x="277" y="120665"/>
                  </a:cubicBezTo>
                  <a:cubicBezTo>
                    <a:pt x="277" y="122028"/>
                    <a:pt x="1340" y="122028"/>
                    <a:pt x="4174" y="122028"/>
                  </a:cubicBezTo>
                  <a:lnTo>
                    <a:pt x="127106" y="122028"/>
                  </a:lnTo>
                  <a:cubicBezTo>
                    <a:pt x="129941" y="122028"/>
                    <a:pt x="131003" y="122028"/>
                    <a:pt x="131003" y="120665"/>
                  </a:cubicBezTo>
                  <a:cubicBezTo>
                    <a:pt x="131003" y="120495"/>
                    <a:pt x="131003" y="120155"/>
                    <a:pt x="130118" y="118622"/>
                  </a:cubicBezTo>
                  <a:lnTo>
                    <a:pt x="70246" y="3143"/>
                  </a:lnTo>
                  <a:close/>
                  <a:moveTo>
                    <a:pt x="59972" y="17109"/>
                  </a:moveTo>
                  <a:lnTo>
                    <a:pt x="107621" y="109084"/>
                  </a:lnTo>
                  <a:lnTo>
                    <a:pt x="12145" y="109084"/>
                  </a:lnTo>
                  <a:lnTo>
                    <a:pt x="59972" y="17109"/>
                  </a:lnTo>
                  <a:close/>
                </a:path>
              </a:pathLst>
            </a:custGeom>
            <a:solidFill>
              <a:srgbClr val="000000"/>
            </a:solidFill>
            <a:ln w="1773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55" name="任意形状 254">
              <a:extLst>
                <a:ext uri="{FF2B5EF4-FFF2-40B4-BE49-F238E27FC236}">
                  <a16:creationId xmlns:a16="http://schemas.microsoft.com/office/drawing/2014/main" id="{4CC2D008-45EA-31EF-BD92-857EEBDC2AD5}"/>
                </a:ext>
              </a:extLst>
            </p:cNvPr>
            <p:cNvSpPr/>
            <p:nvPr>
              <p:custDataLst>
                <p:tags r:id="rId257"/>
              </p:custDataLst>
            </p:nvPr>
          </p:nvSpPr>
          <p:spPr>
            <a:xfrm>
              <a:off x="7633317" y="3727312"/>
              <a:ext cx="41095" cy="170322"/>
            </a:xfrm>
            <a:custGeom>
              <a:avLst/>
              <a:gdLst>
                <a:gd name="connsiteX0" fmla="*/ 41381 w 41095"/>
                <a:gd name="connsiteY0" fmla="*/ 168697 h 170322"/>
                <a:gd name="connsiteX1" fmla="*/ 38370 w 41095"/>
                <a:gd name="connsiteY1" fmla="*/ 164949 h 170322"/>
                <a:gd name="connsiteX2" fmla="*/ 10559 w 41095"/>
                <a:gd name="connsiteY2" fmla="*/ 85238 h 170322"/>
                <a:gd name="connsiteX3" fmla="*/ 39078 w 41095"/>
                <a:gd name="connsiteY3" fmla="*/ 4676 h 170322"/>
                <a:gd name="connsiteX4" fmla="*/ 41381 w 41095"/>
                <a:gd name="connsiteY4" fmla="*/ 1780 h 170322"/>
                <a:gd name="connsiteX5" fmla="*/ 39610 w 41095"/>
                <a:gd name="connsiteY5" fmla="*/ 77 h 170322"/>
                <a:gd name="connsiteX6" fmla="*/ 11445 w 41095"/>
                <a:gd name="connsiteY6" fmla="*/ 33290 h 170322"/>
                <a:gd name="connsiteX7" fmla="*/ 285 w 41095"/>
                <a:gd name="connsiteY7" fmla="*/ 85238 h 170322"/>
                <a:gd name="connsiteX8" fmla="*/ 11976 w 41095"/>
                <a:gd name="connsiteY8" fmla="*/ 138379 h 170322"/>
                <a:gd name="connsiteX9" fmla="*/ 39610 w 41095"/>
                <a:gd name="connsiteY9" fmla="*/ 170400 h 170322"/>
                <a:gd name="connsiteX10" fmla="*/ 41381 w 41095"/>
                <a:gd name="connsiteY10" fmla="*/ 168697 h 1703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41095" h="170322">
                  <a:moveTo>
                    <a:pt x="41381" y="168697"/>
                  </a:moveTo>
                  <a:cubicBezTo>
                    <a:pt x="41381" y="168186"/>
                    <a:pt x="41381" y="167845"/>
                    <a:pt x="38370" y="164949"/>
                  </a:cubicBezTo>
                  <a:cubicBezTo>
                    <a:pt x="16228" y="143489"/>
                    <a:pt x="10559" y="111298"/>
                    <a:pt x="10559" y="85238"/>
                  </a:cubicBezTo>
                  <a:cubicBezTo>
                    <a:pt x="10559" y="55602"/>
                    <a:pt x="17291" y="25966"/>
                    <a:pt x="39078" y="4676"/>
                  </a:cubicBezTo>
                  <a:cubicBezTo>
                    <a:pt x="41381" y="2632"/>
                    <a:pt x="41381" y="2291"/>
                    <a:pt x="41381" y="1780"/>
                  </a:cubicBezTo>
                  <a:cubicBezTo>
                    <a:pt x="41381" y="588"/>
                    <a:pt x="40672" y="77"/>
                    <a:pt x="39610" y="77"/>
                  </a:cubicBezTo>
                  <a:cubicBezTo>
                    <a:pt x="37838" y="77"/>
                    <a:pt x="21896" y="11659"/>
                    <a:pt x="11445" y="33290"/>
                  </a:cubicBezTo>
                  <a:cubicBezTo>
                    <a:pt x="2411" y="52025"/>
                    <a:pt x="285" y="70931"/>
                    <a:pt x="285" y="85238"/>
                  </a:cubicBezTo>
                  <a:cubicBezTo>
                    <a:pt x="285" y="98524"/>
                    <a:pt x="2234" y="119133"/>
                    <a:pt x="11976" y="138379"/>
                  </a:cubicBezTo>
                  <a:cubicBezTo>
                    <a:pt x="22605" y="159329"/>
                    <a:pt x="37838" y="170400"/>
                    <a:pt x="39610" y="170400"/>
                  </a:cubicBezTo>
                  <a:cubicBezTo>
                    <a:pt x="40672" y="170400"/>
                    <a:pt x="41381" y="169889"/>
                    <a:pt x="41381" y="168697"/>
                  </a:cubicBezTo>
                  <a:close/>
                </a:path>
              </a:pathLst>
            </a:custGeom>
            <a:solidFill>
              <a:srgbClr val="000000"/>
            </a:solidFill>
            <a:ln w="1773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56" name="任意形状 255">
              <a:extLst>
                <a:ext uri="{FF2B5EF4-FFF2-40B4-BE49-F238E27FC236}">
                  <a16:creationId xmlns:a16="http://schemas.microsoft.com/office/drawing/2014/main" id="{16D4E111-E885-6B49-AB25-DC8A09FB2B5E}"/>
                </a:ext>
              </a:extLst>
            </p:cNvPr>
            <p:cNvSpPr/>
            <p:nvPr>
              <p:custDataLst>
                <p:tags r:id="rId258"/>
              </p:custDataLst>
            </p:nvPr>
          </p:nvSpPr>
          <p:spPr>
            <a:xfrm>
              <a:off x="7692106" y="3738723"/>
              <a:ext cx="177490" cy="116330"/>
            </a:xfrm>
            <a:custGeom>
              <a:avLst/>
              <a:gdLst>
                <a:gd name="connsiteX0" fmla="*/ 156877 w 177490"/>
                <a:gd name="connsiteY0" fmla="*/ 13192 h 116330"/>
                <a:gd name="connsiteX1" fmla="*/ 172111 w 177490"/>
                <a:gd name="connsiteY1" fmla="*/ 5357 h 116330"/>
                <a:gd name="connsiteX2" fmla="*/ 177779 w 177490"/>
                <a:gd name="connsiteY2" fmla="*/ 1950 h 116330"/>
                <a:gd name="connsiteX3" fmla="*/ 172997 w 177490"/>
                <a:gd name="connsiteY3" fmla="*/ 77 h 116330"/>
                <a:gd name="connsiteX4" fmla="*/ 149615 w 177490"/>
                <a:gd name="connsiteY4" fmla="*/ 77 h 116330"/>
                <a:gd name="connsiteX5" fmla="*/ 142707 w 177490"/>
                <a:gd name="connsiteY5" fmla="*/ 3313 h 116330"/>
                <a:gd name="connsiteX6" fmla="*/ 78052 w 177490"/>
                <a:gd name="connsiteY6" fmla="*/ 100397 h 116330"/>
                <a:gd name="connsiteX7" fmla="*/ 64235 w 177490"/>
                <a:gd name="connsiteY7" fmla="*/ 3994 h 116330"/>
                <a:gd name="connsiteX8" fmla="*/ 58744 w 177490"/>
                <a:gd name="connsiteY8" fmla="*/ 77 h 116330"/>
                <a:gd name="connsiteX9" fmla="*/ 34477 w 177490"/>
                <a:gd name="connsiteY9" fmla="*/ 77 h 116330"/>
                <a:gd name="connsiteX10" fmla="*/ 29162 w 177490"/>
                <a:gd name="connsiteY10" fmla="*/ 3313 h 116330"/>
                <a:gd name="connsiteX11" fmla="*/ 34299 w 177490"/>
                <a:gd name="connsiteY11" fmla="*/ 5357 h 116330"/>
                <a:gd name="connsiteX12" fmla="*/ 41916 w 177490"/>
                <a:gd name="connsiteY12" fmla="*/ 5698 h 116330"/>
                <a:gd name="connsiteX13" fmla="*/ 45813 w 177490"/>
                <a:gd name="connsiteY13" fmla="*/ 8423 h 116330"/>
                <a:gd name="connsiteX14" fmla="*/ 45105 w 177490"/>
                <a:gd name="connsiteY14" fmla="*/ 11659 h 116330"/>
                <a:gd name="connsiteX15" fmla="*/ 22608 w 177490"/>
                <a:gd name="connsiteY15" fmla="*/ 98353 h 116330"/>
                <a:gd name="connsiteX16" fmla="*/ 3478 w 177490"/>
                <a:gd name="connsiteY16" fmla="*/ 111127 h 116330"/>
                <a:gd name="connsiteX17" fmla="*/ 289 w 177490"/>
                <a:gd name="connsiteY17" fmla="*/ 114364 h 116330"/>
                <a:gd name="connsiteX18" fmla="*/ 2769 w 177490"/>
                <a:gd name="connsiteY18" fmla="*/ 116407 h 116330"/>
                <a:gd name="connsiteX19" fmla="*/ 20483 w 177490"/>
                <a:gd name="connsiteY19" fmla="*/ 115896 h 116330"/>
                <a:gd name="connsiteX20" fmla="*/ 38728 w 177490"/>
                <a:gd name="connsiteY20" fmla="*/ 116407 h 116330"/>
                <a:gd name="connsiteX21" fmla="*/ 41916 w 177490"/>
                <a:gd name="connsiteY21" fmla="*/ 113001 h 116330"/>
                <a:gd name="connsiteX22" fmla="*/ 38728 w 177490"/>
                <a:gd name="connsiteY22" fmla="*/ 111127 h 116330"/>
                <a:gd name="connsiteX23" fmla="*/ 26683 w 177490"/>
                <a:gd name="connsiteY23" fmla="*/ 103633 h 116330"/>
                <a:gd name="connsiteX24" fmla="*/ 27391 w 177490"/>
                <a:gd name="connsiteY24" fmla="*/ 99716 h 116330"/>
                <a:gd name="connsiteX25" fmla="*/ 51482 w 177490"/>
                <a:gd name="connsiteY25" fmla="*/ 6890 h 116330"/>
                <a:gd name="connsiteX26" fmla="*/ 51659 w 177490"/>
                <a:gd name="connsiteY26" fmla="*/ 6890 h 116330"/>
                <a:gd name="connsiteX27" fmla="*/ 66892 w 177490"/>
                <a:gd name="connsiteY27" fmla="*/ 112490 h 116330"/>
                <a:gd name="connsiteX28" fmla="*/ 69549 w 177490"/>
                <a:gd name="connsiteY28" fmla="*/ 116407 h 116330"/>
                <a:gd name="connsiteX29" fmla="*/ 73446 w 177490"/>
                <a:gd name="connsiteY29" fmla="*/ 113342 h 116330"/>
                <a:gd name="connsiteX30" fmla="*/ 145009 w 177490"/>
                <a:gd name="connsiteY30" fmla="*/ 5527 h 116330"/>
                <a:gd name="connsiteX31" fmla="*/ 145186 w 177490"/>
                <a:gd name="connsiteY31" fmla="*/ 5527 h 116330"/>
                <a:gd name="connsiteX32" fmla="*/ 119856 w 177490"/>
                <a:gd name="connsiteY32" fmla="*/ 103122 h 116330"/>
                <a:gd name="connsiteX33" fmla="*/ 103737 w 177490"/>
                <a:gd name="connsiteY33" fmla="*/ 111127 h 116330"/>
                <a:gd name="connsiteX34" fmla="*/ 98777 w 177490"/>
                <a:gd name="connsiteY34" fmla="*/ 114364 h 116330"/>
                <a:gd name="connsiteX35" fmla="*/ 101434 w 177490"/>
                <a:gd name="connsiteY35" fmla="*/ 116407 h 116330"/>
                <a:gd name="connsiteX36" fmla="*/ 123399 w 177490"/>
                <a:gd name="connsiteY36" fmla="*/ 115896 h 116330"/>
                <a:gd name="connsiteX37" fmla="*/ 145541 w 177490"/>
                <a:gd name="connsiteY37" fmla="*/ 116407 h 116330"/>
                <a:gd name="connsiteX38" fmla="*/ 148906 w 177490"/>
                <a:gd name="connsiteY38" fmla="*/ 113001 h 116330"/>
                <a:gd name="connsiteX39" fmla="*/ 143946 w 177490"/>
                <a:gd name="connsiteY39" fmla="*/ 111127 h 116330"/>
                <a:gd name="connsiteX40" fmla="*/ 132433 w 177490"/>
                <a:gd name="connsiteY40" fmla="*/ 108062 h 116330"/>
                <a:gd name="connsiteX41" fmla="*/ 133318 w 177490"/>
                <a:gd name="connsiteY41" fmla="*/ 103974 h 116330"/>
                <a:gd name="connsiteX42" fmla="*/ 156877 w 177490"/>
                <a:gd name="connsiteY42" fmla="*/ 13192 h 1163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</a:cxnLst>
              <a:rect l="l" t="t" r="r" b="b"/>
              <a:pathLst>
                <a:path w="177490" h="116330">
                  <a:moveTo>
                    <a:pt x="156877" y="13192"/>
                  </a:moveTo>
                  <a:cubicBezTo>
                    <a:pt x="158472" y="7060"/>
                    <a:pt x="158826" y="5357"/>
                    <a:pt x="172111" y="5357"/>
                  </a:cubicBezTo>
                  <a:cubicBezTo>
                    <a:pt x="176185" y="5357"/>
                    <a:pt x="177779" y="5357"/>
                    <a:pt x="177779" y="1950"/>
                  </a:cubicBezTo>
                  <a:cubicBezTo>
                    <a:pt x="177779" y="77"/>
                    <a:pt x="176008" y="77"/>
                    <a:pt x="172997" y="77"/>
                  </a:cubicBezTo>
                  <a:lnTo>
                    <a:pt x="149615" y="77"/>
                  </a:lnTo>
                  <a:cubicBezTo>
                    <a:pt x="145009" y="77"/>
                    <a:pt x="144832" y="77"/>
                    <a:pt x="142707" y="3313"/>
                  </a:cubicBezTo>
                  <a:lnTo>
                    <a:pt x="78052" y="100397"/>
                  </a:lnTo>
                  <a:lnTo>
                    <a:pt x="64235" y="3994"/>
                  </a:lnTo>
                  <a:cubicBezTo>
                    <a:pt x="63704" y="77"/>
                    <a:pt x="63350" y="77"/>
                    <a:pt x="58744" y="77"/>
                  </a:cubicBezTo>
                  <a:lnTo>
                    <a:pt x="34477" y="77"/>
                  </a:lnTo>
                  <a:cubicBezTo>
                    <a:pt x="31111" y="77"/>
                    <a:pt x="29162" y="77"/>
                    <a:pt x="29162" y="3313"/>
                  </a:cubicBezTo>
                  <a:cubicBezTo>
                    <a:pt x="29162" y="5357"/>
                    <a:pt x="30757" y="5357"/>
                    <a:pt x="34299" y="5357"/>
                  </a:cubicBezTo>
                  <a:cubicBezTo>
                    <a:pt x="36602" y="5357"/>
                    <a:pt x="39791" y="5527"/>
                    <a:pt x="41916" y="5698"/>
                  </a:cubicBezTo>
                  <a:cubicBezTo>
                    <a:pt x="44750" y="6038"/>
                    <a:pt x="45813" y="6549"/>
                    <a:pt x="45813" y="8423"/>
                  </a:cubicBezTo>
                  <a:cubicBezTo>
                    <a:pt x="45813" y="9104"/>
                    <a:pt x="45636" y="9615"/>
                    <a:pt x="45105" y="11659"/>
                  </a:cubicBezTo>
                  <a:lnTo>
                    <a:pt x="22608" y="98353"/>
                  </a:lnTo>
                  <a:cubicBezTo>
                    <a:pt x="20837" y="105166"/>
                    <a:pt x="17826" y="110616"/>
                    <a:pt x="3478" y="111127"/>
                  </a:cubicBezTo>
                  <a:cubicBezTo>
                    <a:pt x="2592" y="111127"/>
                    <a:pt x="289" y="111298"/>
                    <a:pt x="289" y="114364"/>
                  </a:cubicBezTo>
                  <a:cubicBezTo>
                    <a:pt x="289" y="115896"/>
                    <a:pt x="1352" y="116407"/>
                    <a:pt x="2769" y="116407"/>
                  </a:cubicBezTo>
                  <a:cubicBezTo>
                    <a:pt x="8438" y="116407"/>
                    <a:pt x="14637" y="115896"/>
                    <a:pt x="20483" y="115896"/>
                  </a:cubicBezTo>
                  <a:cubicBezTo>
                    <a:pt x="26505" y="115896"/>
                    <a:pt x="32882" y="116407"/>
                    <a:pt x="38728" y="116407"/>
                  </a:cubicBezTo>
                  <a:cubicBezTo>
                    <a:pt x="39613" y="116407"/>
                    <a:pt x="41916" y="116407"/>
                    <a:pt x="41916" y="113001"/>
                  </a:cubicBezTo>
                  <a:cubicBezTo>
                    <a:pt x="41916" y="111127"/>
                    <a:pt x="39968" y="111127"/>
                    <a:pt x="38728" y="111127"/>
                  </a:cubicBezTo>
                  <a:cubicBezTo>
                    <a:pt x="28631" y="110957"/>
                    <a:pt x="26683" y="107551"/>
                    <a:pt x="26683" y="103633"/>
                  </a:cubicBezTo>
                  <a:cubicBezTo>
                    <a:pt x="26683" y="102441"/>
                    <a:pt x="26860" y="101589"/>
                    <a:pt x="27391" y="99716"/>
                  </a:cubicBezTo>
                  <a:lnTo>
                    <a:pt x="51482" y="6890"/>
                  </a:lnTo>
                  <a:lnTo>
                    <a:pt x="51659" y="6890"/>
                  </a:lnTo>
                  <a:lnTo>
                    <a:pt x="66892" y="112490"/>
                  </a:lnTo>
                  <a:cubicBezTo>
                    <a:pt x="67247" y="114534"/>
                    <a:pt x="67424" y="116407"/>
                    <a:pt x="69549" y="116407"/>
                  </a:cubicBezTo>
                  <a:cubicBezTo>
                    <a:pt x="71498" y="116407"/>
                    <a:pt x="72561" y="114534"/>
                    <a:pt x="73446" y="113342"/>
                  </a:cubicBezTo>
                  <a:lnTo>
                    <a:pt x="145009" y="5527"/>
                  </a:lnTo>
                  <a:lnTo>
                    <a:pt x="145186" y="5527"/>
                  </a:lnTo>
                  <a:lnTo>
                    <a:pt x="119856" y="103122"/>
                  </a:lnTo>
                  <a:cubicBezTo>
                    <a:pt x="118085" y="109765"/>
                    <a:pt x="117730" y="111127"/>
                    <a:pt x="103737" y="111127"/>
                  </a:cubicBezTo>
                  <a:cubicBezTo>
                    <a:pt x="100725" y="111127"/>
                    <a:pt x="98777" y="111127"/>
                    <a:pt x="98777" y="114364"/>
                  </a:cubicBezTo>
                  <a:cubicBezTo>
                    <a:pt x="98777" y="116407"/>
                    <a:pt x="100902" y="116407"/>
                    <a:pt x="101434" y="116407"/>
                  </a:cubicBezTo>
                  <a:cubicBezTo>
                    <a:pt x="106394" y="116407"/>
                    <a:pt x="118439" y="115896"/>
                    <a:pt x="123399" y="115896"/>
                  </a:cubicBezTo>
                  <a:cubicBezTo>
                    <a:pt x="130661" y="115896"/>
                    <a:pt x="138278" y="116407"/>
                    <a:pt x="145541" y="116407"/>
                  </a:cubicBezTo>
                  <a:cubicBezTo>
                    <a:pt x="146603" y="116407"/>
                    <a:pt x="148906" y="116407"/>
                    <a:pt x="148906" y="113001"/>
                  </a:cubicBezTo>
                  <a:cubicBezTo>
                    <a:pt x="148906" y="111127"/>
                    <a:pt x="147312" y="111127"/>
                    <a:pt x="143946" y="111127"/>
                  </a:cubicBezTo>
                  <a:cubicBezTo>
                    <a:pt x="137392" y="111127"/>
                    <a:pt x="132433" y="111127"/>
                    <a:pt x="132433" y="108062"/>
                  </a:cubicBezTo>
                  <a:cubicBezTo>
                    <a:pt x="132433" y="107380"/>
                    <a:pt x="132433" y="107040"/>
                    <a:pt x="133318" y="103974"/>
                  </a:cubicBezTo>
                  <a:lnTo>
                    <a:pt x="156877" y="13192"/>
                  </a:lnTo>
                  <a:close/>
                </a:path>
              </a:pathLst>
            </a:custGeom>
            <a:solidFill>
              <a:srgbClr val="000000"/>
            </a:solidFill>
            <a:ln w="1773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57" name="任意形状 256">
              <a:extLst>
                <a:ext uri="{FF2B5EF4-FFF2-40B4-BE49-F238E27FC236}">
                  <a16:creationId xmlns:a16="http://schemas.microsoft.com/office/drawing/2014/main" id="{60CD3320-8F8F-BE01-5B13-E27D3E3A7535}"/>
                </a:ext>
              </a:extLst>
            </p:cNvPr>
            <p:cNvSpPr/>
            <p:nvPr>
              <p:custDataLst>
                <p:tags r:id="rId259"/>
              </p:custDataLst>
            </p:nvPr>
          </p:nvSpPr>
          <p:spPr>
            <a:xfrm>
              <a:off x="7864325" y="3796667"/>
              <a:ext cx="55549" cy="85127"/>
            </a:xfrm>
            <a:custGeom>
              <a:avLst/>
              <a:gdLst>
                <a:gd name="connsiteX0" fmla="*/ 55849 w 55549"/>
                <a:gd name="connsiteY0" fmla="*/ 25950 h 85127"/>
                <a:gd name="connsiteX1" fmla="*/ 38737 w 55549"/>
                <a:gd name="connsiteY1" fmla="*/ 78 h 85127"/>
                <a:gd name="connsiteX2" fmla="*/ 299 w 55549"/>
                <a:gd name="connsiteY2" fmla="*/ 59334 h 85127"/>
                <a:gd name="connsiteX3" fmla="*/ 17410 w 55549"/>
                <a:gd name="connsiteY3" fmla="*/ 85206 h 85127"/>
                <a:gd name="connsiteX4" fmla="*/ 55849 w 55549"/>
                <a:gd name="connsiteY4" fmla="*/ 25950 h 85127"/>
                <a:gd name="connsiteX5" fmla="*/ 14310 w 55549"/>
                <a:gd name="connsiteY5" fmla="*/ 40496 h 85127"/>
                <a:gd name="connsiteX6" fmla="*/ 38613 w 55549"/>
                <a:gd name="connsiteY6" fmla="*/ 3417 h 85127"/>
                <a:gd name="connsiteX7" fmla="*/ 46549 w 55549"/>
                <a:gd name="connsiteY7" fmla="*/ 18916 h 85127"/>
                <a:gd name="connsiteX8" fmla="*/ 42953 w 55549"/>
                <a:gd name="connsiteY8" fmla="*/ 40496 h 85127"/>
                <a:gd name="connsiteX9" fmla="*/ 14310 w 55549"/>
                <a:gd name="connsiteY9" fmla="*/ 40496 h 85127"/>
                <a:gd name="connsiteX10" fmla="*/ 41837 w 55549"/>
                <a:gd name="connsiteY10" fmla="*/ 44788 h 85127"/>
                <a:gd name="connsiteX11" fmla="*/ 31794 w 55549"/>
                <a:gd name="connsiteY11" fmla="*/ 70064 h 85127"/>
                <a:gd name="connsiteX12" fmla="*/ 17534 w 55549"/>
                <a:gd name="connsiteY12" fmla="*/ 81867 h 85127"/>
                <a:gd name="connsiteX13" fmla="*/ 9599 w 55549"/>
                <a:gd name="connsiteY13" fmla="*/ 66368 h 85127"/>
                <a:gd name="connsiteX14" fmla="*/ 13195 w 55549"/>
                <a:gd name="connsiteY14" fmla="*/ 44788 h 85127"/>
                <a:gd name="connsiteX15" fmla="*/ 41837 w 55549"/>
                <a:gd name="connsiteY15" fmla="*/ 44788 h 851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55549" h="85127">
                  <a:moveTo>
                    <a:pt x="55849" y="25950"/>
                  </a:moveTo>
                  <a:cubicBezTo>
                    <a:pt x="55849" y="13432"/>
                    <a:pt x="50889" y="78"/>
                    <a:pt x="38737" y="78"/>
                  </a:cubicBezTo>
                  <a:cubicBezTo>
                    <a:pt x="20138" y="78"/>
                    <a:pt x="299" y="32031"/>
                    <a:pt x="299" y="59334"/>
                  </a:cubicBezTo>
                  <a:cubicBezTo>
                    <a:pt x="299" y="73522"/>
                    <a:pt x="6003" y="85206"/>
                    <a:pt x="17410" y="85206"/>
                  </a:cubicBezTo>
                  <a:cubicBezTo>
                    <a:pt x="36258" y="85206"/>
                    <a:pt x="55849" y="52657"/>
                    <a:pt x="55849" y="25950"/>
                  </a:cubicBezTo>
                  <a:close/>
                  <a:moveTo>
                    <a:pt x="14310" y="40496"/>
                  </a:moveTo>
                  <a:cubicBezTo>
                    <a:pt x="20634" y="14743"/>
                    <a:pt x="31298" y="3417"/>
                    <a:pt x="38613" y="3417"/>
                  </a:cubicBezTo>
                  <a:cubicBezTo>
                    <a:pt x="46549" y="3417"/>
                    <a:pt x="46549" y="16651"/>
                    <a:pt x="46549" y="18916"/>
                  </a:cubicBezTo>
                  <a:cubicBezTo>
                    <a:pt x="46549" y="23566"/>
                    <a:pt x="45557" y="30481"/>
                    <a:pt x="42953" y="40496"/>
                  </a:cubicBezTo>
                  <a:lnTo>
                    <a:pt x="14310" y="40496"/>
                  </a:lnTo>
                  <a:close/>
                  <a:moveTo>
                    <a:pt x="41837" y="44788"/>
                  </a:moveTo>
                  <a:cubicBezTo>
                    <a:pt x="38365" y="57784"/>
                    <a:pt x="35514" y="64222"/>
                    <a:pt x="31794" y="70064"/>
                  </a:cubicBezTo>
                  <a:cubicBezTo>
                    <a:pt x="27950" y="76264"/>
                    <a:pt x="22990" y="81867"/>
                    <a:pt x="17534" y="81867"/>
                  </a:cubicBezTo>
                  <a:cubicBezTo>
                    <a:pt x="10715" y="81867"/>
                    <a:pt x="9599" y="72806"/>
                    <a:pt x="9599" y="66368"/>
                  </a:cubicBezTo>
                  <a:cubicBezTo>
                    <a:pt x="9599" y="58499"/>
                    <a:pt x="11955" y="49200"/>
                    <a:pt x="13195" y="44788"/>
                  </a:cubicBezTo>
                  <a:lnTo>
                    <a:pt x="41837" y="44788"/>
                  </a:lnTo>
                  <a:close/>
                </a:path>
              </a:pathLst>
            </a:custGeom>
            <a:solidFill>
              <a:srgbClr val="000000"/>
            </a:solidFill>
            <a:ln w="1773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58" name="任意形状 257">
              <a:extLst>
                <a:ext uri="{FF2B5EF4-FFF2-40B4-BE49-F238E27FC236}">
                  <a16:creationId xmlns:a16="http://schemas.microsoft.com/office/drawing/2014/main" id="{497D6980-5972-2FC8-045A-149C4B74C333}"/>
                </a:ext>
              </a:extLst>
            </p:cNvPr>
            <p:cNvSpPr/>
            <p:nvPr>
              <p:custDataLst>
                <p:tags r:id="rId260"/>
              </p:custDataLst>
            </p:nvPr>
          </p:nvSpPr>
          <p:spPr>
            <a:xfrm>
              <a:off x="7951888" y="3837000"/>
              <a:ext cx="20724" cy="50926"/>
            </a:xfrm>
            <a:custGeom>
              <a:avLst/>
              <a:gdLst>
                <a:gd name="connsiteX0" fmla="*/ 21028 w 20724"/>
                <a:gd name="connsiteY0" fmla="*/ 17961 h 50926"/>
                <a:gd name="connsiteX1" fmla="*/ 9692 w 20724"/>
                <a:gd name="connsiteY1" fmla="*/ 77 h 50926"/>
                <a:gd name="connsiteX2" fmla="*/ 304 w 20724"/>
                <a:gd name="connsiteY2" fmla="*/ 9104 h 50926"/>
                <a:gd name="connsiteX3" fmla="*/ 9692 w 20724"/>
                <a:gd name="connsiteY3" fmla="*/ 18131 h 50926"/>
                <a:gd name="connsiteX4" fmla="*/ 15891 w 20724"/>
                <a:gd name="connsiteY4" fmla="*/ 15917 h 50926"/>
                <a:gd name="connsiteX5" fmla="*/ 16777 w 20724"/>
                <a:gd name="connsiteY5" fmla="*/ 15406 h 50926"/>
                <a:gd name="connsiteX6" fmla="*/ 17131 w 20724"/>
                <a:gd name="connsiteY6" fmla="*/ 17961 h 50926"/>
                <a:gd name="connsiteX7" fmla="*/ 5086 w 20724"/>
                <a:gd name="connsiteY7" fmla="*/ 46405 h 50926"/>
                <a:gd name="connsiteX8" fmla="*/ 3138 w 20724"/>
                <a:gd name="connsiteY8" fmla="*/ 49130 h 50926"/>
                <a:gd name="connsiteX9" fmla="*/ 4909 w 20724"/>
                <a:gd name="connsiteY9" fmla="*/ 51003 h 50926"/>
                <a:gd name="connsiteX10" fmla="*/ 21028 w 20724"/>
                <a:gd name="connsiteY10" fmla="*/ 17961 h 509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0724" h="50926">
                  <a:moveTo>
                    <a:pt x="21028" y="17961"/>
                  </a:moveTo>
                  <a:cubicBezTo>
                    <a:pt x="21028" y="6720"/>
                    <a:pt x="16600" y="77"/>
                    <a:pt x="9692" y="77"/>
                  </a:cubicBezTo>
                  <a:cubicBezTo>
                    <a:pt x="3846" y="77"/>
                    <a:pt x="304" y="4335"/>
                    <a:pt x="304" y="9104"/>
                  </a:cubicBezTo>
                  <a:cubicBezTo>
                    <a:pt x="304" y="13703"/>
                    <a:pt x="3846" y="18131"/>
                    <a:pt x="9692" y="18131"/>
                  </a:cubicBezTo>
                  <a:cubicBezTo>
                    <a:pt x="11817" y="18131"/>
                    <a:pt x="14120" y="17450"/>
                    <a:pt x="15891" y="15917"/>
                  </a:cubicBezTo>
                  <a:cubicBezTo>
                    <a:pt x="16423" y="15576"/>
                    <a:pt x="16600" y="15406"/>
                    <a:pt x="16777" y="15406"/>
                  </a:cubicBezTo>
                  <a:cubicBezTo>
                    <a:pt x="16954" y="15406"/>
                    <a:pt x="17131" y="15576"/>
                    <a:pt x="17131" y="17961"/>
                  </a:cubicBezTo>
                  <a:cubicBezTo>
                    <a:pt x="17131" y="30565"/>
                    <a:pt x="10932" y="40784"/>
                    <a:pt x="5086" y="46405"/>
                  </a:cubicBezTo>
                  <a:cubicBezTo>
                    <a:pt x="3138" y="48278"/>
                    <a:pt x="3138" y="48619"/>
                    <a:pt x="3138" y="49130"/>
                  </a:cubicBezTo>
                  <a:cubicBezTo>
                    <a:pt x="3138" y="50322"/>
                    <a:pt x="4023" y="51003"/>
                    <a:pt x="4909" y="51003"/>
                  </a:cubicBezTo>
                  <a:cubicBezTo>
                    <a:pt x="6858" y="51003"/>
                    <a:pt x="21028" y="37889"/>
                    <a:pt x="21028" y="17961"/>
                  </a:cubicBezTo>
                  <a:close/>
                </a:path>
              </a:pathLst>
            </a:custGeom>
            <a:solidFill>
              <a:srgbClr val="000000"/>
            </a:solidFill>
            <a:ln w="1773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59" name="任意形状 258">
              <a:extLst>
                <a:ext uri="{FF2B5EF4-FFF2-40B4-BE49-F238E27FC236}">
                  <a16:creationId xmlns:a16="http://schemas.microsoft.com/office/drawing/2014/main" id="{66DC6485-AE68-C2E9-9654-6F41924AB3E5}"/>
                </a:ext>
              </a:extLst>
            </p:cNvPr>
            <p:cNvSpPr/>
            <p:nvPr>
              <p:custDataLst>
                <p:tags r:id="rId261"/>
              </p:custDataLst>
            </p:nvPr>
          </p:nvSpPr>
          <p:spPr>
            <a:xfrm>
              <a:off x="8020163" y="3781645"/>
              <a:ext cx="85733" cy="75453"/>
            </a:xfrm>
            <a:custGeom>
              <a:avLst/>
              <a:gdLst>
                <a:gd name="connsiteX0" fmla="*/ 47603 w 85733"/>
                <a:gd name="connsiteY0" fmla="*/ 9956 h 75453"/>
                <a:gd name="connsiteX1" fmla="*/ 77362 w 85733"/>
                <a:gd name="connsiteY1" fmla="*/ 9956 h 75453"/>
                <a:gd name="connsiteX2" fmla="*/ 86042 w 85733"/>
                <a:gd name="connsiteY2" fmla="*/ 4165 h 75453"/>
                <a:gd name="connsiteX3" fmla="*/ 78956 w 85733"/>
                <a:gd name="connsiteY3" fmla="*/ 77 h 75453"/>
                <a:gd name="connsiteX4" fmla="*/ 29358 w 85733"/>
                <a:gd name="connsiteY4" fmla="*/ 77 h 75453"/>
                <a:gd name="connsiteX5" fmla="*/ 11113 w 85733"/>
                <a:gd name="connsiteY5" fmla="*/ 8082 h 75453"/>
                <a:gd name="connsiteX6" fmla="*/ 308 w 85733"/>
                <a:gd name="connsiteY6" fmla="*/ 23411 h 75453"/>
                <a:gd name="connsiteX7" fmla="*/ 2434 w 85733"/>
                <a:gd name="connsiteY7" fmla="*/ 25114 h 75453"/>
                <a:gd name="connsiteX8" fmla="*/ 5268 w 85733"/>
                <a:gd name="connsiteY8" fmla="*/ 23071 h 75453"/>
                <a:gd name="connsiteX9" fmla="*/ 27764 w 85733"/>
                <a:gd name="connsiteY9" fmla="*/ 9956 h 75453"/>
                <a:gd name="connsiteX10" fmla="*/ 42466 w 85733"/>
                <a:gd name="connsiteY10" fmla="*/ 9956 h 75453"/>
                <a:gd name="connsiteX11" fmla="*/ 25107 w 85733"/>
                <a:gd name="connsiteY11" fmla="*/ 64629 h 75453"/>
                <a:gd name="connsiteX12" fmla="*/ 23336 w 85733"/>
                <a:gd name="connsiteY12" fmla="*/ 70931 h 75453"/>
                <a:gd name="connsiteX13" fmla="*/ 28473 w 85733"/>
                <a:gd name="connsiteY13" fmla="*/ 75530 h 75453"/>
                <a:gd name="connsiteX14" fmla="*/ 35735 w 85733"/>
                <a:gd name="connsiteY14" fmla="*/ 68206 h 75453"/>
                <a:gd name="connsiteX15" fmla="*/ 47603 w 85733"/>
                <a:gd name="connsiteY15" fmla="*/ 9956 h 754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85733" h="75453">
                  <a:moveTo>
                    <a:pt x="47603" y="9956"/>
                  </a:moveTo>
                  <a:lnTo>
                    <a:pt x="77362" y="9956"/>
                  </a:lnTo>
                  <a:cubicBezTo>
                    <a:pt x="79665" y="9956"/>
                    <a:pt x="86042" y="9956"/>
                    <a:pt x="86042" y="4165"/>
                  </a:cubicBezTo>
                  <a:cubicBezTo>
                    <a:pt x="86042" y="77"/>
                    <a:pt x="82322" y="77"/>
                    <a:pt x="78956" y="77"/>
                  </a:cubicBezTo>
                  <a:lnTo>
                    <a:pt x="29358" y="77"/>
                  </a:lnTo>
                  <a:cubicBezTo>
                    <a:pt x="25815" y="77"/>
                    <a:pt x="18907" y="77"/>
                    <a:pt x="11113" y="8082"/>
                  </a:cubicBezTo>
                  <a:cubicBezTo>
                    <a:pt x="5268" y="14214"/>
                    <a:pt x="308" y="22389"/>
                    <a:pt x="308" y="23411"/>
                  </a:cubicBezTo>
                  <a:cubicBezTo>
                    <a:pt x="308" y="23581"/>
                    <a:pt x="308" y="25114"/>
                    <a:pt x="2434" y="25114"/>
                  </a:cubicBezTo>
                  <a:cubicBezTo>
                    <a:pt x="3851" y="25114"/>
                    <a:pt x="4205" y="24433"/>
                    <a:pt x="5268" y="23071"/>
                  </a:cubicBezTo>
                  <a:cubicBezTo>
                    <a:pt x="13947" y="9956"/>
                    <a:pt x="24044" y="9956"/>
                    <a:pt x="27764" y="9956"/>
                  </a:cubicBezTo>
                  <a:lnTo>
                    <a:pt x="42466" y="9956"/>
                  </a:lnTo>
                  <a:lnTo>
                    <a:pt x="25107" y="64629"/>
                  </a:lnTo>
                  <a:cubicBezTo>
                    <a:pt x="24398" y="66673"/>
                    <a:pt x="23336" y="70250"/>
                    <a:pt x="23336" y="70931"/>
                  </a:cubicBezTo>
                  <a:cubicBezTo>
                    <a:pt x="23336" y="72805"/>
                    <a:pt x="24576" y="75530"/>
                    <a:pt x="28473" y="75530"/>
                  </a:cubicBezTo>
                  <a:cubicBezTo>
                    <a:pt x="34318" y="75530"/>
                    <a:pt x="35204" y="70761"/>
                    <a:pt x="35735" y="68206"/>
                  </a:cubicBezTo>
                  <a:lnTo>
                    <a:pt x="47603" y="9956"/>
                  </a:lnTo>
                  <a:close/>
                </a:path>
              </a:pathLst>
            </a:custGeom>
            <a:solidFill>
              <a:srgbClr val="000000"/>
            </a:solidFill>
            <a:ln w="1773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60" name="任意形状 259">
              <a:extLst>
                <a:ext uri="{FF2B5EF4-FFF2-40B4-BE49-F238E27FC236}">
                  <a16:creationId xmlns:a16="http://schemas.microsoft.com/office/drawing/2014/main" id="{2EB79810-ADA8-A10C-3A50-EDF861298C00}"/>
                </a:ext>
              </a:extLst>
            </p:cNvPr>
            <p:cNvSpPr/>
            <p:nvPr>
              <p:custDataLst>
                <p:tags r:id="rId262"/>
              </p:custDataLst>
            </p:nvPr>
          </p:nvSpPr>
          <p:spPr>
            <a:xfrm>
              <a:off x="8122964" y="3727312"/>
              <a:ext cx="41095" cy="170322"/>
            </a:xfrm>
            <a:custGeom>
              <a:avLst/>
              <a:gdLst>
                <a:gd name="connsiteX0" fmla="*/ 41409 w 41095"/>
                <a:gd name="connsiteY0" fmla="*/ 85238 h 170322"/>
                <a:gd name="connsiteX1" fmla="*/ 29718 w 41095"/>
                <a:gd name="connsiteY1" fmla="*/ 32098 h 170322"/>
                <a:gd name="connsiteX2" fmla="*/ 2085 w 41095"/>
                <a:gd name="connsiteY2" fmla="*/ 77 h 170322"/>
                <a:gd name="connsiteX3" fmla="*/ 313 w 41095"/>
                <a:gd name="connsiteY3" fmla="*/ 1780 h 170322"/>
                <a:gd name="connsiteX4" fmla="*/ 3679 w 41095"/>
                <a:gd name="connsiteY4" fmla="*/ 5698 h 170322"/>
                <a:gd name="connsiteX5" fmla="*/ 31135 w 41095"/>
                <a:gd name="connsiteY5" fmla="*/ 85238 h 170322"/>
                <a:gd name="connsiteX6" fmla="*/ 2616 w 41095"/>
                <a:gd name="connsiteY6" fmla="*/ 165801 h 170322"/>
                <a:gd name="connsiteX7" fmla="*/ 313 w 41095"/>
                <a:gd name="connsiteY7" fmla="*/ 168697 h 170322"/>
                <a:gd name="connsiteX8" fmla="*/ 2085 w 41095"/>
                <a:gd name="connsiteY8" fmla="*/ 170400 h 170322"/>
                <a:gd name="connsiteX9" fmla="*/ 30249 w 41095"/>
                <a:gd name="connsiteY9" fmla="*/ 137187 h 170322"/>
                <a:gd name="connsiteX10" fmla="*/ 41409 w 41095"/>
                <a:gd name="connsiteY10" fmla="*/ 85238 h 1703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41095" h="170322">
                  <a:moveTo>
                    <a:pt x="41409" y="85238"/>
                  </a:moveTo>
                  <a:cubicBezTo>
                    <a:pt x="41409" y="71953"/>
                    <a:pt x="39460" y="51344"/>
                    <a:pt x="29718" y="32098"/>
                  </a:cubicBezTo>
                  <a:cubicBezTo>
                    <a:pt x="19090" y="11148"/>
                    <a:pt x="3856" y="77"/>
                    <a:pt x="2085" y="77"/>
                  </a:cubicBezTo>
                  <a:cubicBezTo>
                    <a:pt x="1022" y="77"/>
                    <a:pt x="313" y="758"/>
                    <a:pt x="313" y="1780"/>
                  </a:cubicBezTo>
                  <a:cubicBezTo>
                    <a:pt x="313" y="2291"/>
                    <a:pt x="313" y="2632"/>
                    <a:pt x="3679" y="5698"/>
                  </a:cubicBezTo>
                  <a:cubicBezTo>
                    <a:pt x="21038" y="22560"/>
                    <a:pt x="31135" y="49641"/>
                    <a:pt x="31135" y="85238"/>
                  </a:cubicBezTo>
                  <a:cubicBezTo>
                    <a:pt x="31135" y="114364"/>
                    <a:pt x="24581" y="144340"/>
                    <a:pt x="2616" y="165801"/>
                  </a:cubicBezTo>
                  <a:cubicBezTo>
                    <a:pt x="313" y="167845"/>
                    <a:pt x="313" y="168186"/>
                    <a:pt x="313" y="168697"/>
                  </a:cubicBezTo>
                  <a:cubicBezTo>
                    <a:pt x="313" y="169718"/>
                    <a:pt x="1022" y="170400"/>
                    <a:pt x="2085" y="170400"/>
                  </a:cubicBezTo>
                  <a:cubicBezTo>
                    <a:pt x="3856" y="170400"/>
                    <a:pt x="19798" y="158818"/>
                    <a:pt x="30249" y="137187"/>
                  </a:cubicBezTo>
                  <a:cubicBezTo>
                    <a:pt x="39283" y="118451"/>
                    <a:pt x="41409" y="99545"/>
                    <a:pt x="41409" y="85238"/>
                  </a:cubicBezTo>
                  <a:close/>
                </a:path>
              </a:pathLst>
            </a:custGeom>
            <a:solidFill>
              <a:srgbClr val="000000"/>
            </a:solidFill>
            <a:ln w="1773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</p:grpSp>
      <p:sp>
        <p:nvSpPr>
          <p:cNvPr id="264" name="文本框 263">
            <a:extLst>
              <a:ext uri="{FF2B5EF4-FFF2-40B4-BE49-F238E27FC236}">
                <a16:creationId xmlns:a16="http://schemas.microsoft.com/office/drawing/2014/main" id="{0996667D-8DBE-1DAB-38FB-9443F717D9E3}"/>
              </a:ext>
            </a:extLst>
          </p:cNvPr>
          <p:cNvSpPr txBox="1"/>
          <p:nvPr/>
        </p:nvSpPr>
        <p:spPr>
          <a:xfrm>
            <a:off x="6438859" y="3442715"/>
            <a:ext cx="14478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b="1" dirty="0"/>
              <a:t>Discrepancy</a:t>
            </a:r>
            <a:endParaRPr kumimoji="1" lang="zh-CN" altLang="en-US" b="1" dirty="0"/>
          </a:p>
        </p:txBody>
      </p:sp>
      <p:grpSp>
        <p:nvGrpSpPr>
          <p:cNvPr id="305" name="组合 304">
            <a:extLst>
              <a:ext uri="{FF2B5EF4-FFF2-40B4-BE49-F238E27FC236}">
                <a16:creationId xmlns:a16="http://schemas.microsoft.com/office/drawing/2014/main" id="{C7BA09B5-4B30-4B20-567F-F66F49CE10F8}"/>
              </a:ext>
            </a:extLst>
          </p:cNvPr>
          <p:cNvGrpSpPr>
            <a:grpSpLocks noChangeAspect="1"/>
          </p:cNvGrpSpPr>
          <p:nvPr>
            <p:custDataLst>
              <p:tags r:id="rId4"/>
            </p:custDataLst>
          </p:nvPr>
        </p:nvGrpSpPr>
        <p:grpSpPr>
          <a:xfrm>
            <a:off x="7791022" y="3812047"/>
            <a:ext cx="2916121" cy="441257"/>
            <a:chOff x="5230645" y="3626394"/>
            <a:chExt cx="2916121" cy="441257"/>
          </a:xfrm>
        </p:grpSpPr>
        <p:sp>
          <p:nvSpPr>
            <p:cNvPr id="268" name="任意形状 267">
              <a:extLst>
                <a:ext uri="{FF2B5EF4-FFF2-40B4-BE49-F238E27FC236}">
                  <a16:creationId xmlns:a16="http://schemas.microsoft.com/office/drawing/2014/main" id="{F101DFD6-317A-A262-88CF-4D1E9FFCB326}"/>
                </a:ext>
              </a:extLst>
            </p:cNvPr>
            <p:cNvSpPr/>
            <p:nvPr>
              <p:custDataLst>
                <p:tags r:id="rId189"/>
              </p:custDataLst>
            </p:nvPr>
          </p:nvSpPr>
          <p:spPr>
            <a:xfrm>
              <a:off x="5230645" y="3733954"/>
              <a:ext cx="72625" cy="123143"/>
            </a:xfrm>
            <a:custGeom>
              <a:avLst/>
              <a:gdLst>
                <a:gd name="connsiteX0" fmla="*/ 39475 w 72625"/>
                <a:gd name="connsiteY0" fmla="*/ 46745 h 123143"/>
                <a:gd name="connsiteX1" fmla="*/ 151 w 72625"/>
                <a:gd name="connsiteY1" fmla="*/ 94606 h 123143"/>
                <a:gd name="connsiteX2" fmla="*/ 28138 w 72625"/>
                <a:gd name="connsiteY2" fmla="*/ 123220 h 123143"/>
                <a:gd name="connsiteX3" fmla="*/ 63566 w 72625"/>
                <a:gd name="connsiteY3" fmla="*/ 72975 h 123143"/>
                <a:gd name="connsiteX4" fmla="*/ 50457 w 72625"/>
                <a:gd name="connsiteY4" fmla="*/ 41295 h 123143"/>
                <a:gd name="connsiteX5" fmla="*/ 33630 w 72625"/>
                <a:gd name="connsiteY5" fmla="*/ 13362 h 123143"/>
                <a:gd name="connsiteX6" fmla="*/ 43372 w 72625"/>
                <a:gd name="connsiteY6" fmla="*/ 5527 h 123143"/>
                <a:gd name="connsiteX7" fmla="*/ 55949 w 72625"/>
                <a:gd name="connsiteY7" fmla="*/ 10126 h 123143"/>
                <a:gd name="connsiteX8" fmla="*/ 65691 w 72625"/>
                <a:gd name="connsiteY8" fmla="*/ 14384 h 123143"/>
                <a:gd name="connsiteX9" fmla="*/ 72777 w 72625"/>
                <a:gd name="connsiteY9" fmla="*/ 7571 h 123143"/>
                <a:gd name="connsiteX10" fmla="*/ 63566 w 72625"/>
                <a:gd name="connsiteY10" fmla="*/ 1950 h 123143"/>
                <a:gd name="connsiteX11" fmla="*/ 49040 w 72625"/>
                <a:gd name="connsiteY11" fmla="*/ 77 h 123143"/>
                <a:gd name="connsiteX12" fmla="*/ 28847 w 72625"/>
                <a:gd name="connsiteY12" fmla="*/ 17620 h 123143"/>
                <a:gd name="connsiteX13" fmla="*/ 39475 w 72625"/>
                <a:gd name="connsiteY13" fmla="*/ 46745 h 123143"/>
                <a:gd name="connsiteX14" fmla="*/ 41601 w 72625"/>
                <a:gd name="connsiteY14" fmla="*/ 50492 h 123143"/>
                <a:gd name="connsiteX15" fmla="*/ 51343 w 72625"/>
                <a:gd name="connsiteY15" fmla="*/ 79788 h 123143"/>
                <a:gd name="connsiteX16" fmla="*/ 28138 w 72625"/>
                <a:gd name="connsiteY16" fmla="*/ 119473 h 123143"/>
                <a:gd name="connsiteX17" fmla="*/ 11133 w 72625"/>
                <a:gd name="connsiteY17" fmla="*/ 99375 h 123143"/>
                <a:gd name="connsiteX18" fmla="*/ 41601 w 72625"/>
                <a:gd name="connsiteY18" fmla="*/ 50492 h 1231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72625" h="123143">
                  <a:moveTo>
                    <a:pt x="39475" y="46745"/>
                  </a:moveTo>
                  <a:cubicBezTo>
                    <a:pt x="17333" y="51855"/>
                    <a:pt x="151" y="73997"/>
                    <a:pt x="151" y="94606"/>
                  </a:cubicBezTo>
                  <a:cubicBezTo>
                    <a:pt x="151" y="110957"/>
                    <a:pt x="11488" y="123220"/>
                    <a:pt x="28138" y="123220"/>
                  </a:cubicBezTo>
                  <a:cubicBezTo>
                    <a:pt x="48863" y="123220"/>
                    <a:pt x="63566" y="96480"/>
                    <a:pt x="63566" y="72975"/>
                  </a:cubicBezTo>
                  <a:cubicBezTo>
                    <a:pt x="63566" y="57476"/>
                    <a:pt x="56480" y="48960"/>
                    <a:pt x="50457" y="41295"/>
                  </a:cubicBezTo>
                  <a:cubicBezTo>
                    <a:pt x="44081" y="33631"/>
                    <a:pt x="33630" y="20856"/>
                    <a:pt x="33630" y="13362"/>
                  </a:cubicBezTo>
                  <a:cubicBezTo>
                    <a:pt x="33630" y="9615"/>
                    <a:pt x="37172" y="5527"/>
                    <a:pt x="43372" y="5527"/>
                  </a:cubicBezTo>
                  <a:cubicBezTo>
                    <a:pt x="48686" y="5527"/>
                    <a:pt x="52229" y="7741"/>
                    <a:pt x="55949" y="10126"/>
                  </a:cubicBezTo>
                  <a:cubicBezTo>
                    <a:pt x="59491" y="12170"/>
                    <a:pt x="63034" y="14384"/>
                    <a:pt x="65691" y="14384"/>
                  </a:cubicBezTo>
                  <a:cubicBezTo>
                    <a:pt x="70120" y="14384"/>
                    <a:pt x="72777" y="10296"/>
                    <a:pt x="72777" y="7571"/>
                  </a:cubicBezTo>
                  <a:cubicBezTo>
                    <a:pt x="72777" y="3824"/>
                    <a:pt x="69942" y="3313"/>
                    <a:pt x="63566" y="1950"/>
                  </a:cubicBezTo>
                  <a:cubicBezTo>
                    <a:pt x="54354" y="77"/>
                    <a:pt x="51875" y="77"/>
                    <a:pt x="49040" y="77"/>
                  </a:cubicBezTo>
                  <a:cubicBezTo>
                    <a:pt x="35224" y="77"/>
                    <a:pt x="28847" y="7401"/>
                    <a:pt x="28847" y="17620"/>
                  </a:cubicBezTo>
                  <a:cubicBezTo>
                    <a:pt x="28847" y="26818"/>
                    <a:pt x="33984" y="36356"/>
                    <a:pt x="39475" y="46745"/>
                  </a:cubicBezTo>
                  <a:close/>
                  <a:moveTo>
                    <a:pt x="41601" y="50492"/>
                  </a:moveTo>
                  <a:cubicBezTo>
                    <a:pt x="46029" y="58327"/>
                    <a:pt x="51343" y="67525"/>
                    <a:pt x="51343" y="79788"/>
                  </a:cubicBezTo>
                  <a:cubicBezTo>
                    <a:pt x="51343" y="91029"/>
                    <a:pt x="44612" y="119473"/>
                    <a:pt x="28138" y="119473"/>
                  </a:cubicBezTo>
                  <a:cubicBezTo>
                    <a:pt x="18396" y="119473"/>
                    <a:pt x="11133" y="112320"/>
                    <a:pt x="11133" y="99375"/>
                  </a:cubicBezTo>
                  <a:cubicBezTo>
                    <a:pt x="11133" y="88645"/>
                    <a:pt x="17687" y="56624"/>
                    <a:pt x="41601" y="50492"/>
                  </a:cubicBezTo>
                  <a:close/>
                </a:path>
              </a:pathLst>
            </a:custGeom>
            <a:solidFill>
              <a:srgbClr val="000000"/>
            </a:solidFill>
            <a:ln w="1778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69" name="任意形状 268">
              <a:extLst>
                <a:ext uri="{FF2B5EF4-FFF2-40B4-BE49-F238E27FC236}">
                  <a16:creationId xmlns:a16="http://schemas.microsoft.com/office/drawing/2014/main" id="{917E8586-0B62-1541-343D-43FC7F7231C0}"/>
                </a:ext>
              </a:extLst>
            </p:cNvPr>
            <p:cNvSpPr/>
            <p:nvPr>
              <p:custDataLst>
                <p:tags r:id="rId190"/>
              </p:custDataLst>
            </p:nvPr>
          </p:nvSpPr>
          <p:spPr>
            <a:xfrm>
              <a:off x="5307760" y="3826831"/>
              <a:ext cx="54061" cy="56155"/>
            </a:xfrm>
            <a:custGeom>
              <a:avLst/>
              <a:gdLst>
                <a:gd name="connsiteX0" fmla="*/ 14911 w 54061"/>
                <a:gd name="connsiteY0" fmla="*/ 27262 h 56155"/>
                <a:gd name="connsiteX1" fmla="*/ 26938 w 54061"/>
                <a:gd name="connsiteY1" fmla="*/ 29050 h 56155"/>
                <a:gd name="connsiteX2" fmla="*/ 38222 w 54061"/>
                <a:gd name="connsiteY2" fmla="*/ 24639 h 56155"/>
                <a:gd name="connsiteX3" fmla="*/ 28178 w 54061"/>
                <a:gd name="connsiteY3" fmla="*/ 20943 h 56155"/>
                <a:gd name="connsiteX4" fmla="*/ 15035 w 54061"/>
                <a:gd name="connsiteY4" fmla="*/ 23327 h 56155"/>
                <a:gd name="connsiteX5" fmla="*/ 10323 w 54061"/>
                <a:gd name="connsiteY5" fmla="*/ 17128 h 56155"/>
                <a:gd name="connsiteX6" fmla="*/ 34874 w 54061"/>
                <a:gd name="connsiteY6" fmla="*/ 6636 h 56155"/>
                <a:gd name="connsiteX7" fmla="*/ 47769 w 54061"/>
                <a:gd name="connsiteY7" fmla="*/ 9974 h 56155"/>
                <a:gd name="connsiteX8" fmla="*/ 50249 w 54061"/>
                <a:gd name="connsiteY8" fmla="*/ 11047 h 56155"/>
                <a:gd name="connsiteX9" fmla="*/ 54217 w 54061"/>
                <a:gd name="connsiteY9" fmla="*/ 7232 h 56155"/>
                <a:gd name="connsiteX10" fmla="*/ 47769 w 54061"/>
                <a:gd name="connsiteY10" fmla="*/ 2224 h 56155"/>
                <a:gd name="connsiteX11" fmla="*/ 36238 w 54061"/>
                <a:gd name="connsiteY11" fmla="*/ 78 h 56155"/>
                <a:gd name="connsiteX12" fmla="*/ 6107 w 54061"/>
                <a:gd name="connsiteY12" fmla="*/ 17247 h 56155"/>
                <a:gd name="connsiteX13" fmla="*/ 10943 w 54061"/>
                <a:gd name="connsiteY13" fmla="*/ 25354 h 56155"/>
                <a:gd name="connsiteX14" fmla="*/ 155 w 54061"/>
                <a:gd name="connsiteY14" fmla="*/ 40734 h 56155"/>
                <a:gd name="connsiteX15" fmla="*/ 22846 w 54061"/>
                <a:gd name="connsiteY15" fmla="*/ 56234 h 56155"/>
                <a:gd name="connsiteX16" fmla="*/ 48389 w 54061"/>
                <a:gd name="connsiteY16" fmla="*/ 43596 h 56155"/>
                <a:gd name="connsiteX17" fmla="*/ 46653 w 54061"/>
                <a:gd name="connsiteY17" fmla="*/ 42046 h 56155"/>
                <a:gd name="connsiteX18" fmla="*/ 45166 w 54061"/>
                <a:gd name="connsiteY18" fmla="*/ 43000 h 56155"/>
                <a:gd name="connsiteX19" fmla="*/ 24830 w 54061"/>
                <a:gd name="connsiteY19" fmla="*/ 49676 h 56155"/>
                <a:gd name="connsiteX20" fmla="*/ 11439 w 54061"/>
                <a:gd name="connsiteY20" fmla="*/ 48007 h 56155"/>
                <a:gd name="connsiteX21" fmla="*/ 4371 w 54061"/>
                <a:gd name="connsiteY21" fmla="*/ 40019 h 56155"/>
                <a:gd name="connsiteX22" fmla="*/ 14911 w 54061"/>
                <a:gd name="connsiteY22" fmla="*/ 27262 h 56155"/>
                <a:gd name="connsiteX23" fmla="*/ 20367 w 54061"/>
                <a:gd name="connsiteY23" fmla="*/ 25235 h 56155"/>
                <a:gd name="connsiteX24" fmla="*/ 27930 w 54061"/>
                <a:gd name="connsiteY24" fmla="*/ 24281 h 56155"/>
                <a:gd name="connsiteX25" fmla="*/ 33758 w 54061"/>
                <a:gd name="connsiteY25" fmla="*/ 24877 h 56155"/>
                <a:gd name="connsiteX26" fmla="*/ 26938 w 54061"/>
                <a:gd name="connsiteY26" fmla="*/ 25712 h 56155"/>
                <a:gd name="connsiteX27" fmla="*/ 20367 w 54061"/>
                <a:gd name="connsiteY27" fmla="*/ 25235 h 56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54061" h="56155">
                  <a:moveTo>
                    <a:pt x="14911" y="27262"/>
                  </a:moveTo>
                  <a:cubicBezTo>
                    <a:pt x="19623" y="29050"/>
                    <a:pt x="23342" y="29050"/>
                    <a:pt x="26938" y="29050"/>
                  </a:cubicBezTo>
                  <a:cubicBezTo>
                    <a:pt x="30906" y="29050"/>
                    <a:pt x="38222" y="29050"/>
                    <a:pt x="38222" y="24639"/>
                  </a:cubicBezTo>
                  <a:cubicBezTo>
                    <a:pt x="38222" y="21420"/>
                    <a:pt x="33510" y="20943"/>
                    <a:pt x="28178" y="20943"/>
                  </a:cubicBezTo>
                  <a:cubicBezTo>
                    <a:pt x="26442" y="20943"/>
                    <a:pt x="21110" y="20943"/>
                    <a:pt x="15035" y="23327"/>
                  </a:cubicBezTo>
                  <a:cubicBezTo>
                    <a:pt x="12183" y="22016"/>
                    <a:pt x="10323" y="19751"/>
                    <a:pt x="10323" y="17128"/>
                  </a:cubicBezTo>
                  <a:cubicBezTo>
                    <a:pt x="10323" y="10690"/>
                    <a:pt x="22350" y="6636"/>
                    <a:pt x="34874" y="6636"/>
                  </a:cubicBezTo>
                  <a:cubicBezTo>
                    <a:pt x="36858" y="6636"/>
                    <a:pt x="42190" y="6636"/>
                    <a:pt x="47769" y="9974"/>
                  </a:cubicBezTo>
                  <a:cubicBezTo>
                    <a:pt x="48513" y="10451"/>
                    <a:pt x="49257" y="11047"/>
                    <a:pt x="50249" y="11047"/>
                  </a:cubicBezTo>
                  <a:cubicBezTo>
                    <a:pt x="51985" y="11047"/>
                    <a:pt x="54217" y="9259"/>
                    <a:pt x="54217" y="7232"/>
                  </a:cubicBezTo>
                  <a:cubicBezTo>
                    <a:pt x="54217" y="4847"/>
                    <a:pt x="50125" y="3178"/>
                    <a:pt x="47769" y="2224"/>
                  </a:cubicBezTo>
                  <a:cubicBezTo>
                    <a:pt x="42438" y="78"/>
                    <a:pt x="38098" y="78"/>
                    <a:pt x="36238" y="78"/>
                  </a:cubicBezTo>
                  <a:cubicBezTo>
                    <a:pt x="21110" y="78"/>
                    <a:pt x="6107" y="7709"/>
                    <a:pt x="6107" y="17247"/>
                  </a:cubicBezTo>
                  <a:cubicBezTo>
                    <a:pt x="6107" y="22135"/>
                    <a:pt x="10819" y="25235"/>
                    <a:pt x="10943" y="25354"/>
                  </a:cubicBezTo>
                  <a:cubicBezTo>
                    <a:pt x="6355" y="27977"/>
                    <a:pt x="155" y="33223"/>
                    <a:pt x="155" y="40734"/>
                  </a:cubicBezTo>
                  <a:cubicBezTo>
                    <a:pt x="155" y="49438"/>
                    <a:pt x="9083" y="56234"/>
                    <a:pt x="22846" y="56234"/>
                  </a:cubicBezTo>
                  <a:cubicBezTo>
                    <a:pt x="41694" y="56234"/>
                    <a:pt x="48389" y="45504"/>
                    <a:pt x="48389" y="43596"/>
                  </a:cubicBezTo>
                  <a:cubicBezTo>
                    <a:pt x="48389" y="42761"/>
                    <a:pt x="47645" y="42046"/>
                    <a:pt x="46653" y="42046"/>
                  </a:cubicBezTo>
                  <a:cubicBezTo>
                    <a:pt x="45910" y="42046"/>
                    <a:pt x="45538" y="42523"/>
                    <a:pt x="45166" y="43000"/>
                  </a:cubicBezTo>
                  <a:cubicBezTo>
                    <a:pt x="42066" y="47650"/>
                    <a:pt x="37974" y="49676"/>
                    <a:pt x="24830" y="49676"/>
                  </a:cubicBezTo>
                  <a:cubicBezTo>
                    <a:pt x="21730" y="49676"/>
                    <a:pt x="15903" y="49676"/>
                    <a:pt x="11439" y="48007"/>
                  </a:cubicBezTo>
                  <a:cubicBezTo>
                    <a:pt x="6479" y="46219"/>
                    <a:pt x="4371" y="43000"/>
                    <a:pt x="4371" y="40019"/>
                  </a:cubicBezTo>
                  <a:cubicBezTo>
                    <a:pt x="4371" y="37277"/>
                    <a:pt x="6479" y="31435"/>
                    <a:pt x="14911" y="27262"/>
                  </a:cubicBezTo>
                  <a:close/>
                  <a:moveTo>
                    <a:pt x="20367" y="25235"/>
                  </a:moveTo>
                  <a:cubicBezTo>
                    <a:pt x="21730" y="24877"/>
                    <a:pt x="24210" y="24281"/>
                    <a:pt x="27930" y="24281"/>
                  </a:cubicBezTo>
                  <a:cubicBezTo>
                    <a:pt x="30658" y="24281"/>
                    <a:pt x="31278" y="24401"/>
                    <a:pt x="33758" y="24877"/>
                  </a:cubicBezTo>
                  <a:cubicBezTo>
                    <a:pt x="31898" y="25593"/>
                    <a:pt x="31526" y="25712"/>
                    <a:pt x="26938" y="25712"/>
                  </a:cubicBezTo>
                  <a:cubicBezTo>
                    <a:pt x="25078" y="25712"/>
                    <a:pt x="22598" y="25712"/>
                    <a:pt x="20367" y="25235"/>
                  </a:cubicBezTo>
                  <a:close/>
                </a:path>
              </a:pathLst>
            </a:custGeom>
            <a:solidFill>
              <a:srgbClr val="000000"/>
            </a:solidFill>
            <a:ln w="1778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70" name="任意形状 269">
              <a:extLst>
                <a:ext uri="{FF2B5EF4-FFF2-40B4-BE49-F238E27FC236}">
                  <a16:creationId xmlns:a16="http://schemas.microsoft.com/office/drawing/2014/main" id="{373EC6E2-C371-088C-C9EF-D5A823751497}"/>
                </a:ext>
              </a:extLst>
            </p:cNvPr>
            <p:cNvSpPr/>
            <p:nvPr>
              <p:custDataLst>
                <p:tags r:id="rId191"/>
              </p:custDataLst>
            </p:nvPr>
          </p:nvSpPr>
          <p:spPr>
            <a:xfrm>
              <a:off x="5395250" y="3727312"/>
              <a:ext cx="41095" cy="170322"/>
            </a:xfrm>
            <a:custGeom>
              <a:avLst/>
              <a:gdLst>
                <a:gd name="connsiteX0" fmla="*/ 41255 w 41095"/>
                <a:gd name="connsiteY0" fmla="*/ 168697 h 170322"/>
                <a:gd name="connsiteX1" fmla="*/ 38244 w 41095"/>
                <a:gd name="connsiteY1" fmla="*/ 164949 h 170322"/>
                <a:gd name="connsiteX2" fmla="*/ 10433 w 41095"/>
                <a:gd name="connsiteY2" fmla="*/ 85238 h 170322"/>
                <a:gd name="connsiteX3" fmla="*/ 38952 w 41095"/>
                <a:gd name="connsiteY3" fmla="*/ 4676 h 170322"/>
                <a:gd name="connsiteX4" fmla="*/ 41255 w 41095"/>
                <a:gd name="connsiteY4" fmla="*/ 1780 h 170322"/>
                <a:gd name="connsiteX5" fmla="*/ 39484 w 41095"/>
                <a:gd name="connsiteY5" fmla="*/ 77 h 170322"/>
                <a:gd name="connsiteX6" fmla="*/ 11319 w 41095"/>
                <a:gd name="connsiteY6" fmla="*/ 33290 h 170322"/>
                <a:gd name="connsiteX7" fmla="*/ 160 w 41095"/>
                <a:gd name="connsiteY7" fmla="*/ 85238 h 170322"/>
                <a:gd name="connsiteX8" fmla="*/ 11851 w 41095"/>
                <a:gd name="connsiteY8" fmla="*/ 138379 h 170322"/>
                <a:gd name="connsiteX9" fmla="*/ 39484 w 41095"/>
                <a:gd name="connsiteY9" fmla="*/ 170400 h 170322"/>
                <a:gd name="connsiteX10" fmla="*/ 41255 w 41095"/>
                <a:gd name="connsiteY10" fmla="*/ 168697 h 1703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41095" h="170322">
                  <a:moveTo>
                    <a:pt x="41255" y="168697"/>
                  </a:moveTo>
                  <a:cubicBezTo>
                    <a:pt x="41255" y="168186"/>
                    <a:pt x="41255" y="167845"/>
                    <a:pt x="38244" y="164949"/>
                  </a:cubicBezTo>
                  <a:cubicBezTo>
                    <a:pt x="16102" y="143489"/>
                    <a:pt x="10433" y="111298"/>
                    <a:pt x="10433" y="85238"/>
                  </a:cubicBezTo>
                  <a:cubicBezTo>
                    <a:pt x="10433" y="55602"/>
                    <a:pt x="17165" y="25966"/>
                    <a:pt x="38952" y="4676"/>
                  </a:cubicBezTo>
                  <a:cubicBezTo>
                    <a:pt x="41255" y="2632"/>
                    <a:pt x="41255" y="2291"/>
                    <a:pt x="41255" y="1780"/>
                  </a:cubicBezTo>
                  <a:cubicBezTo>
                    <a:pt x="41255" y="588"/>
                    <a:pt x="40547" y="77"/>
                    <a:pt x="39484" y="77"/>
                  </a:cubicBezTo>
                  <a:cubicBezTo>
                    <a:pt x="37712" y="77"/>
                    <a:pt x="21770" y="11659"/>
                    <a:pt x="11319" y="33290"/>
                  </a:cubicBezTo>
                  <a:cubicBezTo>
                    <a:pt x="2285" y="52025"/>
                    <a:pt x="160" y="70931"/>
                    <a:pt x="160" y="85238"/>
                  </a:cubicBezTo>
                  <a:cubicBezTo>
                    <a:pt x="160" y="98524"/>
                    <a:pt x="2108" y="119133"/>
                    <a:pt x="11851" y="138379"/>
                  </a:cubicBezTo>
                  <a:cubicBezTo>
                    <a:pt x="22479" y="159329"/>
                    <a:pt x="37712" y="170400"/>
                    <a:pt x="39484" y="170400"/>
                  </a:cubicBezTo>
                  <a:cubicBezTo>
                    <a:pt x="40547" y="170400"/>
                    <a:pt x="41255" y="169889"/>
                    <a:pt x="41255" y="168697"/>
                  </a:cubicBezTo>
                  <a:close/>
                </a:path>
              </a:pathLst>
            </a:custGeom>
            <a:solidFill>
              <a:srgbClr val="000000"/>
            </a:solidFill>
            <a:ln w="1778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71" name="任意形状 270">
              <a:extLst>
                <a:ext uri="{FF2B5EF4-FFF2-40B4-BE49-F238E27FC236}">
                  <a16:creationId xmlns:a16="http://schemas.microsoft.com/office/drawing/2014/main" id="{66689BA1-154D-37AE-BB3C-3C0808C86664}"/>
                </a:ext>
              </a:extLst>
            </p:cNvPr>
            <p:cNvSpPr/>
            <p:nvPr>
              <p:custDataLst>
                <p:tags r:id="rId192"/>
              </p:custDataLst>
            </p:nvPr>
          </p:nvSpPr>
          <p:spPr>
            <a:xfrm>
              <a:off x="5454040" y="3738723"/>
              <a:ext cx="177490" cy="116330"/>
            </a:xfrm>
            <a:custGeom>
              <a:avLst/>
              <a:gdLst>
                <a:gd name="connsiteX0" fmla="*/ 156751 w 177490"/>
                <a:gd name="connsiteY0" fmla="*/ 13192 h 116330"/>
                <a:gd name="connsiteX1" fmla="*/ 171985 w 177490"/>
                <a:gd name="connsiteY1" fmla="*/ 5357 h 116330"/>
                <a:gd name="connsiteX2" fmla="*/ 177653 w 177490"/>
                <a:gd name="connsiteY2" fmla="*/ 1950 h 116330"/>
                <a:gd name="connsiteX3" fmla="*/ 172871 w 177490"/>
                <a:gd name="connsiteY3" fmla="*/ 77 h 116330"/>
                <a:gd name="connsiteX4" fmla="*/ 149489 w 177490"/>
                <a:gd name="connsiteY4" fmla="*/ 77 h 116330"/>
                <a:gd name="connsiteX5" fmla="*/ 142581 w 177490"/>
                <a:gd name="connsiteY5" fmla="*/ 3313 h 116330"/>
                <a:gd name="connsiteX6" fmla="*/ 77926 w 177490"/>
                <a:gd name="connsiteY6" fmla="*/ 100397 h 116330"/>
                <a:gd name="connsiteX7" fmla="*/ 64109 w 177490"/>
                <a:gd name="connsiteY7" fmla="*/ 3994 h 116330"/>
                <a:gd name="connsiteX8" fmla="*/ 58618 w 177490"/>
                <a:gd name="connsiteY8" fmla="*/ 77 h 116330"/>
                <a:gd name="connsiteX9" fmla="*/ 34351 w 177490"/>
                <a:gd name="connsiteY9" fmla="*/ 77 h 116330"/>
                <a:gd name="connsiteX10" fmla="*/ 29037 w 177490"/>
                <a:gd name="connsiteY10" fmla="*/ 3313 h 116330"/>
                <a:gd name="connsiteX11" fmla="*/ 34174 w 177490"/>
                <a:gd name="connsiteY11" fmla="*/ 5357 h 116330"/>
                <a:gd name="connsiteX12" fmla="*/ 41790 w 177490"/>
                <a:gd name="connsiteY12" fmla="*/ 5698 h 116330"/>
                <a:gd name="connsiteX13" fmla="*/ 45687 w 177490"/>
                <a:gd name="connsiteY13" fmla="*/ 8423 h 116330"/>
                <a:gd name="connsiteX14" fmla="*/ 44979 w 177490"/>
                <a:gd name="connsiteY14" fmla="*/ 11659 h 116330"/>
                <a:gd name="connsiteX15" fmla="*/ 22483 w 177490"/>
                <a:gd name="connsiteY15" fmla="*/ 98353 h 116330"/>
                <a:gd name="connsiteX16" fmla="*/ 3352 w 177490"/>
                <a:gd name="connsiteY16" fmla="*/ 111127 h 116330"/>
                <a:gd name="connsiteX17" fmla="*/ 163 w 177490"/>
                <a:gd name="connsiteY17" fmla="*/ 114364 h 116330"/>
                <a:gd name="connsiteX18" fmla="*/ 2643 w 177490"/>
                <a:gd name="connsiteY18" fmla="*/ 116407 h 116330"/>
                <a:gd name="connsiteX19" fmla="*/ 20357 w 177490"/>
                <a:gd name="connsiteY19" fmla="*/ 115896 h 116330"/>
                <a:gd name="connsiteX20" fmla="*/ 38602 w 177490"/>
                <a:gd name="connsiteY20" fmla="*/ 116407 h 116330"/>
                <a:gd name="connsiteX21" fmla="*/ 41790 w 177490"/>
                <a:gd name="connsiteY21" fmla="*/ 113001 h 116330"/>
                <a:gd name="connsiteX22" fmla="*/ 38602 w 177490"/>
                <a:gd name="connsiteY22" fmla="*/ 111127 h 116330"/>
                <a:gd name="connsiteX23" fmla="*/ 26557 w 177490"/>
                <a:gd name="connsiteY23" fmla="*/ 103633 h 116330"/>
                <a:gd name="connsiteX24" fmla="*/ 27265 w 177490"/>
                <a:gd name="connsiteY24" fmla="*/ 99716 h 116330"/>
                <a:gd name="connsiteX25" fmla="*/ 51356 w 177490"/>
                <a:gd name="connsiteY25" fmla="*/ 6890 h 116330"/>
                <a:gd name="connsiteX26" fmla="*/ 51533 w 177490"/>
                <a:gd name="connsiteY26" fmla="*/ 6890 h 116330"/>
                <a:gd name="connsiteX27" fmla="*/ 66767 w 177490"/>
                <a:gd name="connsiteY27" fmla="*/ 112490 h 116330"/>
                <a:gd name="connsiteX28" fmla="*/ 69424 w 177490"/>
                <a:gd name="connsiteY28" fmla="*/ 116407 h 116330"/>
                <a:gd name="connsiteX29" fmla="*/ 73321 w 177490"/>
                <a:gd name="connsiteY29" fmla="*/ 113342 h 116330"/>
                <a:gd name="connsiteX30" fmla="*/ 144883 w 177490"/>
                <a:gd name="connsiteY30" fmla="*/ 5527 h 116330"/>
                <a:gd name="connsiteX31" fmla="*/ 145061 w 177490"/>
                <a:gd name="connsiteY31" fmla="*/ 5527 h 116330"/>
                <a:gd name="connsiteX32" fmla="*/ 119730 w 177490"/>
                <a:gd name="connsiteY32" fmla="*/ 103122 h 116330"/>
                <a:gd name="connsiteX33" fmla="*/ 103611 w 177490"/>
                <a:gd name="connsiteY33" fmla="*/ 111127 h 116330"/>
                <a:gd name="connsiteX34" fmla="*/ 98651 w 177490"/>
                <a:gd name="connsiteY34" fmla="*/ 114364 h 116330"/>
                <a:gd name="connsiteX35" fmla="*/ 101308 w 177490"/>
                <a:gd name="connsiteY35" fmla="*/ 116407 h 116330"/>
                <a:gd name="connsiteX36" fmla="*/ 123273 w 177490"/>
                <a:gd name="connsiteY36" fmla="*/ 115896 h 116330"/>
                <a:gd name="connsiteX37" fmla="*/ 145415 w 177490"/>
                <a:gd name="connsiteY37" fmla="*/ 116407 h 116330"/>
                <a:gd name="connsiteX38" fmla="*/ 148780 w 177490"/>
                <a:gd name="connsiteY38" fmla="*/ 113001 h 116330"/>
                <a:gd name="connsiteX39" fmla="*/ 143821 w 177490"/>
                <a:gd name="connsiteY39" fmla="*/ 111127 h 116330"/>
                <a:gd name="connsiteX40" fmla="*/ 132307 w 177490"/>
                <a:gd name="connsiteY40" fmla="*/ 108062 h 116330"/>
                <a:gd name="connsiteX41" fmla="*/ 133192 w 177490"/>
                <a:gd name="connsiteY41" fmla="*/ 103974 h 116330"/>
                <a:gd name="connsiteX42" fmla="*/ 156751 w 177490"/>
                <a:gd name="connsiteY42" fmla="*/ 13192 h 1163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</a:cxnLst>
              <a:rect l="l" t="t" r="r" b="b"/>
              <a:pathLst>
                <a:path w="177490" h="116330">
                  <a:moveTo>
                    <a:pt x="156751" y="13192"/>
                  </a:moveTo>
                  <a:cubicBezTo>
                    <a:pt x="158346" y="7060"/>
                    <a:pt x="158700" y="5357"/>
                    <a:pt x="171985" y="5357"/>
                  </a:cubicBezTo>
                  <a:cubicBezTo>
                    <a:pt x="176059" y="5357"/>
                    <a:pt x="177653" y="5357"/>
                    <a:pt x="177653" y="1950"/>
                  </a:cubicBezTo>
                  <a:cubicBezTo>
                    <a:pt x="177653" y="77"/>
                    <a:pt x="175882" y="77"/>
                    <a:pt x="172871" y="77"/>
                  </a:cubicBezTo>
                  <a:lnTo>
                    <a:pt x="149489" y="77"/>
                  </a:lnTo>
                  <a:cubicBezTo>
                    <a:pt x="144883" y="77"/>
                    <a:pt x="144706" y="77"/>
                    <a:pt x="142581" y="3313"/>
                  </a:cubicBezTo>
                  <a:lnTo>
                    <a:pt x="77926" y="100397"/>
                  </a:lnTo>
                  <a:lnTo>
                    <a:pt x="64109" y="3994"/>
                  </a:lnTo>
                  <a:cubicBezTo>
                    <a:pt x="63578" y="77"/>
                    <a:pt x="63224" y="77"/>
                    <a:pt x="58618" y="77"/>
                  </a:cubicBezTo>
                  <a:lnTo>
                    <a:pt x="34351" y="77"/>
                  </a:lnTo>
                  <a:cubicBezTo>
                    <a:pt x="30985" y="77"/>
                    <a:pt x="29037" y="77"/>
                    <a:pt x="29037" y="3313"/>
                  </a:cubicBezTo>
                  <a:cubicBezTo>
                    <a:pt x="29037" y="5357"/>
                    <a:pt x="30631" y="5357"/>
                    <a:pt x="34174" y="5357"/>
                  </a:cubicBezTo>
                  <a:cubicBezTo>
                    <a:pt x="36476" y="5357"/>
                    <a:pt x="39665" y="5527"/>
                    <a:pt x="41790" y="5698"/>
                  </a:cubicBezTo>
                  <a:cubicBezTo>
                    <a:pt x="44625" y="6038"/>
                    <a:pt x="45687" y="6549"/>
                    <a:pt x="45687" y="8423"/>
                  </a:cubicBezTo>
                  <a:cubicBezTo>
                    <a:pt x="45687" y="9104"/>
                    <a:pt x="45510" y="9615"/>
                    <a:pt x="44979" y="11659"/>
                  </a:cubicBezTo>
                  <a:lnTo>
                    <a:pt x="22483" y="98353"/>
                  </a:lnTo>
                  <a:cubicBezTo>
                    <a:pt x="20711" y="105166"/>
                    <a:pt x="17700" y="110616"/>
                    <a:pt x="3352" y="111127"/>
                  </a:cubicBezTo>
                  <a:cubicBezTo>
                    <a:pt x="2466" y="111127"/>
                    <a:pt x="163" y="111298"/>
                    <a:pt x="163" y="114364"/>
                  </a:cubicBezTo>
                  <a:cubicBezTo>
                    <a:pt x="163" y="115896"/>
                    <a:pt x="1226" y="116407"/>
                    <a:pt x="2643" y="116407"/>
                  </a:cubicBezTo>
                  <a:cubicBezTo>
                    <a:pt x="8312" y="116407"/>
                    <a:pt x="14511" y="115896"/>
                    <a:pt x="20357" y="115896"/>
                  </a:cubicBezTo>
                  <a:cubicBezTo>
                    <a:pt x="26380" y="115896"/>
                    <a:pt x="32756" y="116407"/>
                    <a:pt x="38602" y="116407"/>
                  </a:cubicBezTo>
                  <a:cubicBezTo>
                    <a:pt x="39488" y="116407"/>
                    <a:pt x="41790" y="116407"/>
                    <a:pt x="41790" y="113001"/>
                  </a:cubicBezTo>
                  <a:cubicBezTo>
                    <a:pt x="41790" y="111127"/>
                    <a:pt x="39842" y="111127"/>
                    <a:pt x="38602" y="111127"/>
                  </a:cubicBezTo>
                  <a:cubicBezTo>
                    <a:pt x="28505" y="110957"/>
                    <a:pt x="26557" y="107551"/>
                    <a:pt x="26557" y="103633"/>
                  </a:cubicBezTo>
                  <a:cubicBezTo>
                    <a:pt x="26557" y="102441"/>
                    <a:pt x="26734" y="101589"/>
                    <a:pt x="27265" y="99716"/>
                  </a:cubicBezTo>
                  <a:lnTo>
                    <a:pt x="51356" y="6890"/>
                  </a:lnTo>
                  <a:lnTo>
                    <a:pt x="51533" y="6890"/>
                  </a:lnTo>
                  <a:lnTo>
                    <a:pt x="66767" y="112490"/>
                  </a:lnTo>
                  <a:cubicBezTo>
                    <a:pt x="67121" y="114534"/>
                    <a:pt x="67298" y="116407"/>
                    <a:pt x="69424" y="116407"/>
                  </a:cubicBezTo>
                  <a:cubicBezTo>
                    <a:pt x="71372" y="116407"/>
                    <a:pt x="72435" y="114534"/>
                    <a:pt x="73321" y="113342"/>
                  </a:cubicBezTo>
                  <a:lnTo>
                    <a:pt x="144883" y="5527"/>
                  </a:lnTo>
                  <a:lnTo>
                    <a:pt x="145061" y="5527"/>
                  </a:lnTo>
                  <a:lnTo>
                    <a:pt x="119730" y="103122"/>
                  </a:lnTo>
                  <a:cubicBezTo>
                    <a:pt x="117959" y="109765"/>
                    <a:pt x="117604" y="111127"/>
                    <a:pt x="103611" y="111127"/>
                  </a:cubicBezTo>
                  <a:cubicBezTo>
                    <a:pt x="100599" y="111127"/>
                    <a:pt x="98651" y="111127"/>
                    <a:pt x="98651" y="114364"/>
                  </a:cubicBezTo>
                  <a:cubicBezTo>
                    <a:pt x="98651" y="116407"/>
                    <a:pt x="100777" y="116407"/>
                    <a:pt x="101308" y="116407"/>
                  </a:cubicBezTo>
                  <a:cubicBezTo>
                    <a:pt x="106268" y="116407"/>
                    <a:pt x="118313" y="115896"/>
                    <a:pt x="123273" y="115896"/>
                  </a:cubicBezTo>
                  <a:cubicBezTo>
                    <a:pt x="130535" y="115896"/>
                    <a:pt x="138152" y="116407"/>
                    <a:pt x="145415" y="116407"/>
                  </a:cubicBezTo>
                  <a:cubicBezTo>
                    <a:pt x="146478" y="116407"/>
                    <a:pt x="148780" y="116407"/>
                    <a:pt x="148780" y="113001"/>
                  </a:cubicBezTo>
                  <a:cubicBezTo>
                    <a:pt x="148780" y="111127"/>
                    <a:pt x="147186" y="111127"/>
                    <a:pt x="143821" y="111127"/>
                  </a:cubicBezTo>
                  <a:cubicBezTo>
                    <a:pt x="137267" y="111127"/>
                    <a:pt x="132307" y="111127"/>
                    <a:pt x="132307" y="108062"/>
                  </a:cubicBezTo>
                  <a:cubicBezTo>
                    <a:pt x="132307" y="107380"/>
                    <a:pt x="132307" y="107040"/>
                    <a:pt x="133192" y="103974"/>
                  </a:cubicBezTo>
                  <a:lnTo>
                    <a:pt x="156751" y="13192"/>
                  </a:lnTo>
                  <a:close/>
                </a:path>
              </a:pathLst>
            </a:custGeom>
            <a:solidFill>
              <a:srgbClr val="000000"/>
            </a:solidFill>
            <a:ln w="1778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72" name="任意形状 271">
              <a:extLst>
                <a:ext uri="{FF2B5EF4-FFF2-40B4-BE49-F238E27FC236}">
                  <a16:creationId xmlns:a16="http://schemas.microsoft.com/office/drawing/2014/main" id="{0D37F3CB-A773-4C85-B489-F543465DBE19}"/>
                </a:ext>
              </a:extLst>
            </p:cNvPr>
            <p:cNvSpPr/>
            <p:nvPr>
              <p:custDataLst>
                <p:tags r:id="rId193"/>
              </p:custDataLst>
            </p:nvPr>
          </p:nvSpPr>
          <p:spPr>
            <a:xfrm>
              <a:off x="5648795" y="3729289"/>
              <a:ext cx="50341" cy="51386"/>
            </a:xfrm>
            <a:custGeom>
              <a:avLst/>
              <a:gdLst>
                <a:gd name="connsiteX0" fmla="*/ 29189 w 50341"/>
                <a:gd name="connsiteY0" fmla="*/ 25826 h 51386"/>
                <a:gd name="connsiteX1" fmla="*/ 47044 w 50341"/>
                <a:gd name="connsiteY1" fmla="*/ 18434 h 51386"/>
                <a:gd name="connsiteX2" fmla="*/ 50516 w 50341"/>
                <a:gd name="connsiteY2" fmla="*/ 14738 h 51386"/>
                <a:gd name="connsiteX3" fmla="*/ 46672 w 50341"/>
                <a:gd name="connsiteY3" fmla="*/ 10922 h 51386"/>
                <a:gd name="connsiteX4" fmla="*/ 44068 w 50341"/>
                <a:gd name="connsiteY4" fmla="*/ 11995 h 51386"/>
                <a:gd name="connsiteX5" fmla="*/ 27205 w 50341"/>
                <a:gd name="connsiteY5" fmla="*/ 22845 h 51386"/>
                <a:gd name="connsiteX6" fmla="*/ 29065 w 50341"/>
                <a:gd name="connsiteY6" fmla="*/ 5200 h 51386"/>
                <a:gd name="connsiteX7" fmla="*/ 25345 w 50341"/>
                <a:gd name="connsiteY7" fmla="*/ 73 h 51386"/>
                <a:gd name="connsiteX8" fmla="*/ 21501 w 50341"/>
                <a:gd name="connsiteY8" fmla="*/ 3650 h 51386"/>
                <a:gd name="connsiteX9" fmla="*/ 22121 w 50341"/>
                <a:gd name="connsiteY9" fmla="*/ 9492 h 51386"/>
                <a:gd name="connsiteX10" fmla="*/ 23485 w 50341"/>
                <a:gd name="connsiteY10" fmla="*/ 22845 h 51386"/>
                <a:gd name="connsiteX11" fmla="*/ 6746 w 50341"/>
                <a:gd name="connsiteY11" fmla="*/ 11995 h 51386"/>
                <a:gd name="connsiteX12" fmla="*/ 4018 w 50341"/>
                <a:gd name="connsiteY12" fmla="*/ 10922 h 51386"/>
                <a:gd name="connsiteX13" fmla="*/ 174 w 50341"/>
                <a:gd name="connsiteY13" fmla="*/ 14738 h 51386"/>
                <a:gd name="connsiteX14" fmla="*/ 2778 w 50341"/>
                <a:gd name="connsiteY14" fmla="*/ 18195 h 51386"/>
                <a:gd name="connsiteX15" fmla="*/ 21501 w 50341"/>
                <a:gd name="connsiteY15" fmla="*/ 25706 h 51386"/>
                <a:gd name="connsiteX16" fmla="*/ 3646 w 50341"/>
                <a:gd name="connsiteY16" fmla="*/ 33098 h 51386"/>
                <a:gd name="connsiteX17" fmla="*/ 174 w 50341"/>
                <a:gd name="connsiteY17" fmla="*/ 36794 h 51386"/>
                <a:gd name="connsiteX18" fmla="*/ 4018 w 50341"/>
                <a:gd name="connsiteY18" fmla="*/ 40610 h 51386"/>
                <a:gd name="connsiteX19" fmla="*/ 6622 w 50341"/>
                <a:gd name="connsiteY19" fmla="*/ 39537 h 51386"/>
                <a:gd name="connsiteX20" fmla="*/ 23485 w 50341"/>
                <a:gd name="connsiteY20" fmla="*/ 28687 h 51386"/>
                <a:gd name="connsiteX21" fmla="*/ 21501 w 50341"/>
                <a:gd name="connsiteY21" fmla="*/ 47882 h 51386"/>
                <a:gd name="connsiteX22" fmla="*/ 25345 w 50341"/>
                <a:gd name="connsiteY22" fmla="*/ 51459 h 51386"/>
                <a:gd name="connsiteX23" fmla="*/ 29189 w 50341"/>
                <a:gd name="connsiteY23" fmla="*/ 47882 h 51386"/>
                <a:gd name="connsiteX24" fmla="*/ 28569 w 50341"/>
                <a:gd name="connsiteY24" fmla="*/ 42040 h 51386"/>
                <a:gd name="connsiteX25" fmla="*/ 27205 w 50341"/>
                <a:gd name="connsiteY25" fmla="*/ 28687 h 51386"/>
                <a:gd name="connsiteX26" fmla="*/ 42085 w 50341"/>
                <a:gd name="connsiteY26" fmla="*/ 38225 h 51386"/>
                <a:gd name="connsiteX27" fmla="*/ 46672 w 50341"/>
                <a:gd name="connsiteY27" fmla="*/ 40610 h 51386"/>
                <a:gd name="connsiteX28" fmla="*/ 50516 w 50341"/>
                <a:gd name="connsiteY28" fmla="*/ 36794 h 51386"/>
                <a:gd name="connsiteX29" fmla="*/ 47912 w 50341"/>
                <a:gd name="connsiteY29" fmla="*/ 33337 h 51386"/>
                <a:gd name="connsiteX30" fmla="*/ 29189 w 50341"/>
                <a:gd name="connsiteY30" fmla="*/ 25826 h 513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50341" h="51386">
                  <a:moveTo>
                    <a:pt x="29189" y="25826"/>
                  </a:moveTo>
                  <a:cubicBezTo>
                    <a:pt x="39357" y="21533"/>
                    <a:pt x="43944" y="19864"/>
                    <a:pt x="47044" y="18434"/>
                  </a:cubicBezTo>
                  <a:cubicBezTo>
                    <a:pt x="49400" y="17480"/>
                    <a:pt x="50516" y="17003"/>
                    <a:pt x="50516" y="14738"/>
                  </a:cubicBezTo>
                  <a:cubicBezTo>
                    <a:pt x="50516" y="12711"/>
                    <a:pt x="48904" y="10922"/>
                    <a:pt x="46672" y="10922"/>
                  </a:cubicBezTo>
                  <a:cubicBezTo>
                    <a:pt x="45804" y="10922"/>
                    <a:pt x="45556" y="10922"/>
                    <a:pt x="44068" y="11995"/>
                  </a:cubicBezTo>
                  <a:lnTo>
                    <a:pt x="27205" y="22845"/>
                  </a:lnTo>
                  <a:lnTo>
                    <a:pt x="29065" y="5200"/>
                  </a:lnTo>
                  <a:cubicBezTo>
                    <a:pt x="29313" y="3053"/>
                    <a:pt x="29065" y="73"/>
                    <a:pt x="25345" y="73"/>
                  </a:cubicBezTo>
                  <a:cubicBezTo>
                    <a:pt x="23857" y="73"/>
                    <a:pt x="21501" y="1027"/>
                    <a:pt x="21501" y="3650"/>
                  </a:cubicBezTo>
                  <a:cubicBezTo>
                    <a:pt x="21501" y="4723"/>
                    <a:pt x="21997" y="8299"/>
                    <a:pt x="22121" y="9492"/>
                  </a:cubicBezTo>
                  <a:cubicBezTo>
                    <a:pt x="22369" y="11518"/>
                    <a:pt x="23237" y="20103"/>
                    <a:pt x="23485" y="22845"/>
                  </a:cubicBezTo>
                  <a:lnTo>
                    <a:pt x="6746" y="11995"/>
                  </a:lnTo>
                  <a:cubicBezTo>
                    <a:pt x="5506" y="11280"/>
                    <a:pt x="5134" y="10922"/>
                    <a:pt x="4018" y="10922"/>
                  </a:cubicBezTo>
                  <a:cubicBezTo>
                    <a:pt x="1786" y="10922"/>
                    <a:pt x="174" y="12711"/>
                    <a:pt x="174" y="14738"/>
                  </a:cubicBezTo>
                  <a:cubicBezTo>
                    <a:pt x="174" y="17122"/>
                    <a:pt x="1662" y="17718"/>
                    <a:pt x="2778" y="18195"/>
                  </a:cubicBezTo>
                  <a:lnTo>
                    <a:pt x="21501" y="25706"/>
                  </a:lnTo>
                  <a:cubicBezTo>
                    <a:pt x="11334" y="29999"/>
                    <a:pt x="6746" y="31668"/>
                    <a:pt x="3646" y="33098"/>
                  </a:cubicBezTo>
                  <a:cubicBezTo>
                    <a:pt x="1290" y="34052"/>
                    <a:pt x="174" y="34529"/>
                    <a:pt x="174" y="36794"/>
                  </a:cubicBezTo>
                  <a:cubicBezTo>
                    <a:pt x="174" y="38821"/>
                    <a:pt x="1786" y="40610"/>
                    <a:pt x="4018" y="40610"/>
                  </a:cubicBezTo>
                  <a:cubicBezTo>
                    <a:pt x="4886" y="40610"/>
                    <a:pt x="5134" y="40610"/>
                    <a:pt x="6622" y="39537"/>
                  </a:cubicBezTo>
                  <a:lnTo>
                    <a:pt x="23485" y="28687"/>
                  </a:lnTo>
                  <a:lnTo>
                    <a:pt x="21501" y="47882"/>
                  </a:lnTo>
                  <a:cubicBezTo>
                    <a:pt x="21501" y="50505"/>
                    <a:pt x="23857" y="51459"/>
                    <a:pt x="25345" y="51459"/>
                  </a:cubicBezTo>
                  <a:cubicBezTo>
                    <a:pt x="26833" y="51459"/>
                    <a:pt x="29189" y="50505"/>
                    <a:pt x="29189" y="47882"/>
                  </a:cubicBezTo>
                  <a:cubicBezTo>
                    <a:pt x="29189" y="46809"/>
                    <a:pt x="28693" y="43233"/>
                    <a:pt x="28569" y="42040"/>
                  </a:cubicBezTo>
                  <a:cubicBezTo>
                    <a:pt x="28321" y="40014"/>
                    <a:pt x="27453" y="31429"/>
                    <a:pt x="27205" y="28687"/>
                  </a:cubicBezTo>
                  <a:lnTo>
                    <a:pt x="42085" y="38225"/>
                  </a:lnTo>
                  <a:cubicBezTo>
                    <a:pt x="45308" y="40610"/>
                    <a:pt x="45556" y="40610"/>
                    <a:pt x="46672" y="40610"/>
                  </a:cubicBezTo>
                  <a:cubicBezTo>
                    <a:pt x="48904" y="40610"/>
                    <a:pt x="50516" y="38821"/>
                    <a:pt x="50516" y="36794"/>
                  </a:cubicBezTo>
                  <a:cubicBezTo>
                    <a:pt x="50516" y="34410"/>
                    <a:pt x="49028" y="33814"/>
                    <a:pt x="47912" y="33337"/>
                  </a:cubicBezTo>
                  <a:lnTo>
                    <a:pt x="29189" y="25826"/>
                  </a:lnTo>
                  <a:close/>
                </a:path>
              </a:pathLst>
            </a:custGeom>
            <a:solidFill>
              <a:srgbClr val="000000"/>
            </a:solidFill>
            <a:ln w="1778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73" name="任意形状 272">
              <a:extLst>
                <a:ext uri="{FF2B5EF4-FFF2-40B4-BE49-F238E27FC236}">
                  <a16:creationId xmlns:a16="http://schemas.microsoft.com/office/drawing/2014/main" id="{E131217B-2DD0-9218-DF96-23EE4E0F2B8E}"/>
                </a:ext>
              </a:extLst>
            </p:cNvPr>
            <p:cNvSpPr/>
            <p:nvPr>
              <p:custDataLst>
                <p:tags r:id="rId194"/>
              </p:custDataLst>
            </p:nvPr>
          </p:nvSpPr>
          <p:spPr>
            <a:xfrm>
              <a:off x="5626258" y="3813225"/>
              <a:ext cx="55549" cy="85127"/>
            </a:xfrm>
            <a:custGeom>
              <a:avLst/>
              <a:gdLst>
                <a:gd name="connsiteX0" fmla="*/ 55723 w 55549"/>
                <a:gd name="connsiteY0" fmla="*/ 25951 h 85127"/>
                <a:gd name="connsiteX1" fmla="*/ 38612 w 55549"/>
                <a:gd name="connsiteY1" fmla="*/ 79 h 85127"/>
                <a:gd name="connsiteX2" fmla="*/ 173 w 55549"/>
                <a:gd name="connsiteY2" fmla="*/ 59335 h 85127"/>
                <a:gd name="connsiteX3" fmla="*/ 17284 w 55549"/>
                <a:gd name="connsiteY3" fmla="*/ 85207 h 85127"/>
                <a:gd name="connsiteX4" fmla="*/ 55723 w 55549"/>
                <a:gd name="connsiteY4" fmla="*/ 25951 h 85127"/>
                <a:gd name="connsiteX5" fmla="*/ 14185 w 55549"/>
                <a:gd name="connsiteY5" fmla="*/ 40497 h 85127"/>
                <a:gd name="connsiteX6" fmla="*/ 38488 w 55549"/>
                <a:gd name="connsiteY6" fmla="*/ 3418 h 85127"/>
                <a:gd name="connsiteX7" fmla="*/ 46423 w 55549"/>
                <a:gd name="connsiteY7" fmla="*/ 18917 h 85127"/>
                <a:gd name="connsiteX8" fmla="*/ 42827 w 55549"/>
                <a:gd name="connsiteY8" fmla="*/ 40497 h 85127"/>
                <a:gd name="connsiteX9" fmla="*/ 14185 w 55549"/>
                <a:gd name="connsiteY9" fmla="*/ 40497 h 85127"/>
                <a:gd name="connsiteX10" fmla="*/ 41711 w 55549"/>
                <a:gd name="connsiteY10" fmla="*/ 44789 h 85127"/>
                <a:gd name="connsiteX11" fmla="*/ 31668 w 55549"/>
                <a:gd name="connsiteY11" fmla="*/ 70065 h 85127"/>
                <a:gd name="connsiteX12" fmla="*/ 17408 w 55549"/>
                <a:gd name="connsiteY12" fmla="*/ 81868 h 85127"/>
                <a:gd name="connsiteX13" fmla="*/ 9473 w 55549"/>
                <a:gd name="connsiteY13" fmla="*/ 66369 h 85127"/>
                <a:gd name="connsiteX14" fmla="*/ 13069 w 55549"/>
                <a:gd name="connsiteY14" fmla="*/ 44789 h 85127"/>
                <a:gd name="connsiteX15" fmla="*/ 41711 w 55549"/>
                <a:gd name="connsiteY15" fmla="*/ 44789 h 851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55549" h="85127">
                  <a:moveTo>
                    <a:pt x="55723" y="25951"/>
                  </a:moveTo>
                  <a:cubicBezTo>
                    <a:pt x="55723" y="13433"/>
                    <a:pt x="50763" y="79"/>
                    <a:pt x="38612" y="79"/>
                  </a:cubicBezTo>
                  <a:cubicBezTo>
                    <a:pt x="20012" y="79"/>
                    <a:pt x="173" y="32032"/>
                    <a:pt x="173" y="59335"/>
                  </a:cubicBezTo>
                  <a:cubicBezTo>
                    <a:pt x="173" y="73523"/>
                    <a:pt x="5877" y="85207"/>
                    <a:pt x="17284" y="85207"/>
                  </a:cubicBezTo>
                  <a:cubicBezTo>
                    <a:pt x="36132" y="85207"/>
                    <a:pt x="55723" y="52658"/>
                    <a:pt x="55723" y="25951"/>
                  </a:cubicBezTo>
                  <a:close/>
                  <a:moveTo>
                    <a:pt x="14185" y="40497"/>
                  </a:moveTo>
                  <a:cubicBezTo>
                    <a:pt x="20508" y="14744"/>
                    <a:pt x="31172" y="3418"/>
                    <a:pt x="38488" y="3418"/>
                  </a:cubicBezTo>
                  <a:cubicBezTo>
                    <a:pt x="46423" y="3418"/>
                    <a:pt x="46423" y="16652"/>
                    <a:pt x="46423" y="18917"/>
                  </a:cubicBezTo>
                  <a:cubicBezTo>
                    <a:pt x="46423" y="23567"/>
                    <a:pt x="45431" y="30482"/>
                    <a:pt x="42827" y="40497"/>
                  </a:cubicBezTo>
                  <a:lnTo>
                    <a:pt x="14185" y="40497"/>
                  </a:lnTo>
                  <a:close/>
                  <a:moveTo>
                    <a:pt x="41711" y="44789"/>
                  </a:moveTo>
                  <a:cubicBezTo>
                    <a:pt x="38240" y="57785"/>
                    <a:pt x="35388" y="64223"/>
                    <a:pt x="31668" y="70065"/>
                  </a:cubicBezTo>
                  <a:cubicBezTo>
                    <a:pt x="27824" y="76265"/>
                    <a:pt x="22864" y="81868"/>
                    <a:pt x="17408" y="81868"/>
                  </a:cubicBezTo>
                  <a:cubicBezTo>
                    <a:pt x="10589" y="81868"/>
                    <a:pt x="9473" y="72807"/>
                    <a:pt x="9473" y="66369"/>
                  </a:cubicBezTo>
                  <a:cubicBezTo>
                    <a:pt x="9473" y="58500"/>
                    <a:pt x="11829" y="49200"/>
                    <a:pt x="13069" y="44789"/>
                  </a:cubicBezTo>
                  <a:lnTo>
                    <a:pt x="41711" y="44789"/>
                  </a:lnTo>
                  <a:close/>
                </a:path>
              </a:pathLst>
            </a:custGeom>
            <a:solidFill>
              <a:srgbClr val="000000"/>
            </a:solidFill>
            <a:ln w="1778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74" name="任意形状 273">
              <a:extLst>
                <a:ext uri="{FF2B5EF4-FFF2-40B4-BE49-F238E27FC236}">
                  <a16:creationId xmlns:a16="http://schemas.microsoft.com/office/drawing/2014/main" id="{6FE2EF31-B1F0-35B3-9FE9-BB2E47F279A3}"/>
                </a:ext>
              </a:extLst>
            </p:cNvPr>
            <p:cNvSpPr/>
            <p:nvPr>
              <p:custDataLst>
                <p:tags r:id="rId195"/>
              </p:custDataLst>
            </p:nvPr>
          </p:nvSpPr>
          <p:spPr>
            <a:xfrm>
              <a:off x="5729289" y="3727312"/>
              <a:ext cx="41095" cy="170322"/>
            </a:xfrm>
            <a:custGeom>
              <a:avLst/>
              <a:gdLst>
                <a:gd name="connsiteX0" fmla="*/ 41274 w 41095"/>
                <a:gd name="connsiteY0" fmla="*/ 85238 h 170322"/>
                <a:gd name="connsiteX1" fmla="*/ 29583 w 41095"/>
                <a:gd name="connsiteY1" fmla="*/ 32098 h 170322"/>
                <a:gd name="connsiteX2" fmla="*/ 1950 w 41095"/>
                <a:gd name="connsiteY2" fmla="*/ 77 h 170322"/>
                <a:gd name="connsiteX3" fmla="*/ 179 w 41095"/>
                <a:gd name="connsiteY3" fmla="*/ 1780 h 170322"/>
                <a:gd name="connsiteX4" fmla="*/ 3544 w 41095"/>
                <a:gd name="connsiteY4" fmla="*/ 5698 h 170322"/>
                <a:gd name="connsiteX5" fmla="*/ 31000 w 41095"/>
                <a:gd name="connsiteY5" fmla="*/ 85238 h 170322"/>
                <a:gd name="connsiteX6" fmla="*/ 2482 w 41095"/>
                <a:gd name="connsiteY6" fmla="*/ 165801 h 170322"/>
                <a:gd name="connsiteX7" fmla="*/ 179 w 41095"/>
                <a:gd name="connsiteY7" fmla="*/ 168697 h 170322"/>
                <a:gd name="connsiteX8" fmla="*/ 1950 w 41095"/>
                <a:gd name="connsiteY8" fmla="*/ 170400 h 170322"/>
                <a:gd name="connsiteX9" fmla="*/ 30115 w 41095"/>
                <a:gd name="connsiteY9" fmla="*/ 137187 h 170322"/>
                <a:gd name="connsiteX10" fmla="*/ 41274 w 41095"/>
                <a:gd name="connsiteY10" fmla="*/ 85238 h 1703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41095" h="170322">
                  <a:moveTo>
                    <a:pt x="41274" y="85238"/>
                  </a:moveTo>
                  <a:cubicBezTo>
                    <a:pt x="41274" y="71953"/>
                    <a:pt x="39326" y="51344"/>
                    <a:pt x="29583" y="32098"/>
                  </a:cubicBezTo>
                  <a:cubicBezTo>
                    <a:pt x="18955" y="11148"/>
                    <a:pt x="3722" y="77"/>
                    <a:pt x="1950" y="77"/>
                  </a:cubicBezTo>
                  <a:cubicBezTo>
                    <a:pt x="887" y="77"/>
                    <a:pt x="179" y="758"/>
                    <a:pt x="179" y="1780"/>
                  </a:cubicBezTo>
                  <a:cubicBezTo>
                    <a:pt x="179" y="2291"/>
                    <a:pt x="179" y="2632"/>
                    <a:pt x="3544" y="5698"/>
                  </a:cubicBezTo>
                  <a:cubicBezTo>
                    <a:pt x="20904" y="22560"/>
                    <a:pt x="31000" y="49641"/>
                    <a:pt x="31000" y="85238"/>
                  </a:cubicBezTo>
                  <a:cubicBezTo>
                    <a:pt x="31000" y="114364"/>
                    <a:pt x="24446" y="144340"/>
                    <a:pt x="2482" y="165801"/>
                  </a:cubicBezTo>
                  <a:cubicBezTo>
                    <a:pt x="179" y="167845"/>
                    <a:pt x="179" y="168186"/>
                    <a:pt x="179" y="168697"/>
                  </a:cubicBezTo>
                  <a:cubicBezTo>
                    <a:pt x="179" y="169718"/>
                    <a:pt x="887" y="170400"/>
                    <a:pt x="1950" y="170400"/>
                  </a:cubicBezTo>
                  <a:cubicBezTo>
                    <a:pt x="3722" y="170400"/>
                    <a:pt x="19664" y="158818"/>
                    <a:pt x="30115" y="137187"/>
                  </a:cubicBezTo>
                  <a:cubicBezTo>
                    <a:pt x="39149" y="118451"/>
                    <a:pt x="41274" y="99545"/>
                    <a:pt x="41274" y="85238"/>
                  </a:cubicBezTo>
                  <a:close/>
                </a:path>
              </a:pathLst>
            </a:custGeom>
            <a:solidFill>
              <a:srgbClr val="000000"/>
            </a:solidFill>
            <a:ln w="1778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75" name="任意形状 274">
              <a:extLst>
                <a:ext uri="{FF2B5EF4-FFF2-40B4-BE49-F238E27FC236}">
                  <a16:creationId xmlns:a16="http://schemas.microsoft.com/office/drawing/2014/main" id="{15E2F45B-5C53-B999-E48F-284BD6577ACE}"/>
                </a:ext>
              </a:extLst>
            </p:cNvPr>
            <p:cNvSpPr/>
            <p:nvPr>
              <p:custDataLst>
                <p:tags r:id="rId196"/>
              </p:custDataLst>
            </p:nvPr>
          </p:nvSpPr>
          <p:spPr>
            <a:xfrm>
              <a:off x="5847202" y="3792545"/>
              <a:ext cx="117795" cy="39855"/>
            </a:xfrm>
            <a:custGeom>
              <a:avLst/>
              <a:gdLst>
                <a:gd name="connsiteX0" fmla="*/ 111958 w 117795"/>
                <a:gd name="connsiteY0" fmla="*/ 6890 h 39855"/>
                <a:gd name="connsiteX1" fmla="*/ 117981 w 117795"/>
                <a:gd name="connsiteY1" fmla="*/ 3483 h 39855"/>
                <a:gd name="connsiteX2" fmla="*/ 112135 w 117795"/>
                <a:gd name="connsiteY2" fmla="*/ 77 h 39855"/>
                <a:gd name="connsiteX3" fmla="*/ 6031 w 117795"/>
                <a:gd name="connsiteY3" fmla="*/ 77 h 39855"/>
                <a:gd name="connsiteX4" fmla="*/ 185 w 117795"/>
                <a:gd name="connsiteY4" fmla="*/ 3483 h 39855"/>
                <a:gd name="connsiteX5" fmla="*/ 6208 w 117795"/>
                <a:gd name="connsiteY5" fmla="*/ 6890 h 39855"/>
                <a:gd name="connsiteX6" fmla="*/ 111958 w 117795"/>
                <a:gd name="connsiteY6" fmla="*/ 6890 h 39855"/>
                <a:gd name="connsiteX7" fmla="*/ 112135 w 117795"/>
                <a:gd name="connsiteY7" fmla="*/ 39932 h 39855"/>
                <a:gd name="connsiteX8" fmla="*/ 117981 w 117795"/>
                <a:gd name="connsiteY8" fmla="*/ 36526 h 39855"/>
                <a:gd name="connsiteX9" fmla="*/ 111958 w 117795"/>
                <a:gd name="connsiteY9" fmla="*/ 33120 h 39855"/>
                <a:gd name="connsiteX10" fmla="*/ 6208 w 117795"/>
                <a:gd name="connsiteY10" fmla="*/ 33120 h 39855"/>
                <a:gd name="connsiteX11" fmla="*/ 185 w 117795"/>
                <a:gd name="connsiteY11" fmla="*/ 36526 h 39855"/>
                <a:gd name="connsiteX12" fmla="*/ 6031 w 117795"/>
                <a:gd name="connsiteY12" fmla="*/ 39932 h 39855"/>
                <a:gd name="connsiteX13" fmla="*/ 112135 w 117795"/>
                <a:gd name="connsiteY13" fmla="*/ 39932 h 398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17795" h="39855">
                  <a:moveTo>
                    <a:pt x="111958" y="6890"/>
                  </a:moveTo>
                  <a:cubicBezTo>
                    <a:pt x="114615" y="6890"/>
                    <a:pt x="117981" y="6890"/>
                    <a:pt x="117981" y="3483"/>
                  </a:cubicBezTo>
                  <a:cubicBezTo>
                    <a:pt x="117981" y="77"/>
                    <a:pt x="114615" y="77"/>
                    <a:pt x="112135" y="77"/>
                  </a:cubicBezTo>
                  <a:lnTo>
                    <a:pt x="6031" y="77"/>
                  </a:lnTo>
                  <a:cubicBezTo>
                    <a:pt x="3551" y="77"/>
                    <a:pt x="185" y="77"/>
                    <a:pt x="185" y="3483"/>
                  </a:cubicBezTo>
                  <a:cubicBezTo>
                    <a:pt x="185" y="6890"/>
                    <a:pt x="3551" y="6890"/>
                    <a:pt x="6208" y="6890"/>
                  </a:cubicBezTo>
                  <a:lnTo>
                    <a:pt x="111958" y="6890"/>
                  </a:lnTo>
                  <a:close/>
                  <a:moveTo>
                    <a:pt x="112135" y="39932"/>
                  </a:moveTo>
                  <a:cubicBezTo>
                    <a:pt x="114615" y="39932"/>
                    <a:pt x="117981" y="39932"/>
                    <a:pt x="117981" y="36526"/>
                  </a:cubicBezTo>
                  <a:cubicBezTo>
                    <a:pt x="117981" y="33120"/>
                    <a:pt x="114615" y="33120"/>
                    <a:pt x="111958" y="33120"/>
                  </a:cubicBezTo>
                  <a:lnTo>
                    <a:pt x="6208" y="33120"/>
                  </a:lnTo>
                  <a:cubicBezTo>
                    <a:pt x="3551" y="33120"/>
                    <a:pt x="185" y="33120"/>
                    <a:pt x="185" y="36526"/>
                  </a:cubicBezTo>
                  <a:cubicBezTo>
                    <a:pt x="185" y="39932"/>
                    <a:pt x="3551" y="39932"/>
                    <a:pt x="6031" y="39932"/>
                  </a:cubicBezTo>
                  <a:lnTo>
                    <a:pt x="112135" y="39932"/>
                  </a:lnTo>
                  <a:close/>
                </a:path>
              </a:pathLst>
            </a:custGeom>
            <a:solidFill>
              <a:srgbClr val="000000"/>
            </a:solidFill>
            <a:ln w="1778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76" name="任意形状 275">
              <a:extLst>
                <a:ext uri="{FF2B5EF4-FFF2-40B4-BE49-F238E27FC236}">
                  <a16:creationId xmlns:a16="http://schemas.microsoft.com/office/drawing/2014/main" id="{6D0B151F-CFCB-9EEE-8A09-F1C968B88F3E}"/>
                </a:ext>
              </a:extLst>
            </p:cNvPr>
            <p:cNvSpPr/>
            <p:nvPr>
              <p:custDataLst>
                <p:tags r:id="rId197"/>
              </p:custDataLst>
            </p:nvPr>
          </p:nvSpPr>
          <p:spPr>
            <a:xfrm>
              <a:off x="6260674" y="3779771"/>
              <a:ext cx="138343" cy="75282"/>
            </a:xfrm>
            <a:custGeom>
              <a:avLst/>
              <a:gdLst>
                <a:gd name="connsiteX0" fmla="*/ 14026 w 138343"/>
                <a:gd name="connsiteY0" fmla="*/ 16769 h 75282"/>
                <a:gd name="connsiteX1" fmla="*/ 14026 w 138343"/>
                <a:gd name="connsiteY1" fmla="*/ 62415 h 75282"/>
                <a:gd name="connsiteX2" fmla="*/ 209 w 138343"/>
                <a:gd name="connsiteY2" fmla="*/ 70080 h 75282"/>
                <a:gd name="connsiteX3" fmla="*/ 209 w 138343"/>
                <a:gd name="connsiteY3" fmla="*/ 75360 h 75282"/>
                <a:gd name="connsiteX4" fmla="*/ 20225 w 138343"/>
                <a:gd name="connsiteY4" fmla="*/ 74849 h 75282"/>
                <a:gd name="connsiteX5" fmla="*/ 40065 w 138343"/>
                <a:gd name="connsiteY5" fmla="*/ 75360 h 75282"/>
                <a:gd name="connsiteX6" fmla="*/ 40065 w 138343"/>
                <a:gd name="connsiteY6" fmla="*/ 70080 h 75282"/>
                <a:gd name="connsiteX7" fmla="*/ 26248 w 138343"/>
                <a:gd name="connsiteY7" fmla="*/ 62415 h 75282"/>
                <a:gd name="connsiteX8" fmla="*/ 26248 w 138343"/>
                <a:gd name="connsiteY8" fmla="*/ 31076 h 75282"/>
                <a:gd name="connsiteX9" fmla="*/ 50161 w 138343"/>
                <a:gd name="connsiteY9" fmla="*/ 3824 h 75282"/>
                <a:gd name="connsiteX10" fmla="*/ 63269 w 138343"/>
                <a:gd name="connsiteY10" fmla="*/ 22730 h 75282"/>
                <a:gd name="connsiteX11" fmla="*/ 63269 w 138343"/>
                <a:gd name="connsiteY11" fmla="*/ 62415 h 75282"/>
                <a:gd name="connsiteX12" fmla="*/ 49453 w 138343"/>
                <a:gd name="connsiteY12" fmla="*/ 70080 h 75282"/>
                <a:gd name="connsiteX13" fmla="*/ 49453 w 138343"/>
                <a:gd name="connsiteY13" fmla="*/ 75360 h 75282"/>
                <a:gd name="connsiteX14" fmla="*/ 69469 w 138343"/>
                <a:gd name="connsiteY14" fmla="*/ 74849 h 75282"/>
                <a:gd name="connsiteX15" fmla="*/ 89308 w 138343"/>
                <a:gd name="connsiteY15" fmla="*/ 75360 h 75282"/>
                <a:gd name="connsiteX16" fmla="*/ 89308 w 138343"/>
                <a:gd name="connsiteY16" fmla="*/ 70080 h 75282"/>
                <a:gd name="connsiteX17" fmla="*/ 75492 w 138343"/>
                <a:gd name="connsiteY17" fmla="*/ 62415 h 75282"/>
                <a:gd name="connsiteX18" fmla="*/ 75492 w 138343"/>
                <a:gd name="connsiteY18" fmla="*/ 31076 h 75282"/>
                <a:gd name="connsiteX19" fmla="*/ 99405 w 138343"/>
                <a:gd name="connsiteY19" fmla="*/ 3824 h 75282"/>
                <a:gd name="connsiteX20" fmla="*/ 112513 w 138343"/>
                <a:gd name="connsiteY20" fmla="*/ 22730 h 75282"/>
                <a:gd name="connsiteX21" fmla="*/ 112513 w 138343"/>
                <a:gd name="connsiteY21" fmla="*/ 62415 h 75282"/>
                <a:gd name="connsiteX22" fmla="*/ 98696 w 138343"/>
                <a:gd name="connsiteY22" fmla="*/ 70080 h 75282"/>
                <a:gd name="connsiteX23" fmla="*/ 98696 w 138343"/>
                <a:gd name="connsiteY23" fmla="*/ 75360 h 75282"/>
                <a:gd name="connsiteX24" fmla="*/ 118713 w 138343"/>
                <a:gd name="connsiteY24" fmla="*/ 74849 h 75282"/>
                <a:gd name="connsiteX25" fmla="*/ 138552 w 138343"/>
                <a:gd name="connsiteY25" fmla="*/ 75360 h 75282"/>
                <a:gd name="connsiteX26" fmla="*/ 138552 w 138343"/>
                <a:gd name="connsiteY26" fmla="*/ 70080 h 75282"/>
                <a:gd name="connsiteX27" fmla="*/ 124735 w 138343"/>
                <a:gd name="connsiteY27" fmla="*/ 64970 h 75282"/>
                <a:gd name="connsiteX28" fmla="*/ 124735 w 138343"/>
                <a:gd name="connsiteY28" fmla="*/ 32438 h 75282"/>
                <a:gd name="connsiteX29" fmla="*/ 119244 w 138343"/>
                <a:gd name="connsiteY29" fmla="*/ 6379 h 75282"/>
                <a:gd name="connsiteX30" fmla="*/ 100645 w 138343"/>
                <a:gd name="connsiteY30" fmla="*/ 77 h 75282"/>
                <a:gd name="connsiteX31" fmla="*/ 74960 w 138343"/>
                <a:gd name="connsiteY31" fmla="*/ 16769 h 75282"/>
                <a:gd name="connsiteX32" fmla="*/ 51401 w 138343"/>
                <a:gd name="connsiteY32" fmla="*/ 77 h 75282"/>
                <a:gd name="connsiteX33" fmla="*/ 25185 w 138343"/>
                <a:gd name="connsiteY33" fmla="*/ 17961 h 75282"/>
                <a:gd name="connsiteX34" fmla="*/ 25185 w 138343"/>
                <a:gd name="connsiteY34" fmla="*/ 77 h 75282"/>
                <a:gd name="connsiteX35" fmla="*/ 209 w 138343"/>
                <a:gd name="connsiteY35" fmla="*/ 1950 h 75282"/>
                <a:gd name="connsiteX36" fmla="*/ 209 w 138343"/>
                <a:gd name="connsiteY36" fmla="*/ 7230 h 75282"/>
                <a:gd name="connsiteX37" fmla="*/ 14026 w 138343"/>
                <a:gd name="connsiteY37" fmla="*/ 16769 h 752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138343" h="75282">
                  <a:moveTo>
                    <a:pt x="14026" y="16769"/>
                  </a:moveTo>
                  <a:lnTo>
                    <a:pt x="14026" y="62415"/>
                  </a:lnTo>
                  <a:cubicBezTo>
                    <a:pt x="14026" y="70080"/>
                    <a:pt x="12077" y="70080"/>
                    <a:pt x="209" y="70080"/>
                  </a:cubicBezTo>
                  <a:lnTo>
                    <a:pt x="209" y="75360"/>
                  </a:lnTo>
                  <a:cubicBezTo>
                    <a:pt x="6409" y="75189"/>
                    <a:pt x="15443" y="74849"/>
                    <a:pt x="20225" y="74849"/>
                  </a:cubicBezTo>
                  <a:cubicBezTo>
                    <a:pt x="24831" y="74849"/>
                    <a:pt x="34042" y="75189"/>
                    <a:pt x="40065" y="75360"/>
                  </a:cubicBezTo>
                  <a:lnTo>
                    <a:pt x="40065" y="70080"/>
                  </a:lnTo>
                  <a:cubicBezTo>
                    <a:pt x="28196" y="70080"/>
                    <a:pt x="26248" y="70080"/>
                    <a:pt x="26248" y="62415"/>
                  </a:cubicBezTo>
                  <a:lnTo>
                    <a:pt x="26248" y="31076"/>
                  </a:lnTo>
                  <a:cubicBezTo>
                    <a:pt x="26248" y="13362"/>
                    <a:pt x="38825" y="3824"/>
                    <a:pt x="50161" y="3824"/>
                  </a:cubicBezTo>
                  <a:cubicBezTo>
                    <a:pt x="61321" y="3824"/>
                    <a:pt x="63269" y="13021"/>
                    <a:pt x="63269" y="22730"/>
                  </a:cubicBezTo>
                  <a:lnTo>
                    <a:pt x="63269" y="62415"/>
                  </a:lnTo>
                  <a:cubicBezTo>
                    <a:pt x="63269" y="70080"/>
                    <a:pt x="61321" y="70080"/>
                    <a:pt x="49453" y="70080"/>
                  </a:cubicBezTo>
                  <a:lnTo>
                    <a:pt x="49453" y="75360"/>
                  </a:lnTo>
                  <a:cubicBezTo>
                    <a:pt x="55652" y="75189"/>
                    <a:pt x="64686" y="74849"/>
                    <a:pt x="69469" y="74849"/>
                  </a:cubicBezTo>
                  <a:cubicBezTo>
                    <a:pt x="74075" y="74849"/>
                    <a:pt x="83286" y="75189"/>
                    <a:pt x="89308" y="75360"/>
                  </a:cubicBezTo>
                  <a:lnTo>
                    <a:pt x="89308" y="70080"/>
                  </a:lnTo>
                  <a:cubicBezTo>
                    <a:pt x="77440" y="70080"/>
                    <a:pt x="75492" y="70080"/>
                    <a:pt x="75492" y="62415"/>
                  </a:cubicBezTo>
                  <a:lnTo>
                    <a:pt x="75492" y="31076"/>
                  </a:lnTo>
                  <a:cubicBezTo>
                    <a:pt x="75492" y="13362"/>
                    <a:pt x="88068" y="3824"/>
                    <a:pt x="99405" y="3824"/>
                  </a:cubicBezTo>
                  <a:cubicBezTo>
                    <a:pt x="110565" y="3824"/>
                    <a:pt x="112513" y="13021"/>
                    <a:pt x="112513" y="22730"/>
                  </a:cubicBezTo>
                  <a:lnTo>
                    <a:pt x="112513" y="62415"/>
                  </a:lnTo>
                  <a:cubicBezTo>
                    <a:pt x="112513" y="70080"/>
                    <a:pt x="110565" y="70080"/>
                    <a:pt x="98696" y="70080"/>
                  </a:cubicBezTo>
                  <a:lnTo>
                    <a:pt x="98696" y="75360"/>
                  </a:lnTo>
                  <a:cubicBezTo>
                    <a:pt x="104896" y="75189"/>
                    <a:pt x="113930" y="74849"/>
                    <a:pt x="118713" y="74849"/>
                  </a:cubicBezTo>
                  <a:cubicBezTo>
                    <a:pt x="123318" y="74849"/>
                    <a:pt x="132529" y="75189"/>
                    <a:pt x="138552" y="75360"/>
                  </a:cubicBezTo>
                  <a:lnTo>
                    <a:pt x="138552" y="70080"/>
                  </a:lnTo>
                  <a:cubicBezTo>
                    <a:pt x="129341" y="70080"/>
                    <a:pt x="124913" y="70080"/>
                    <a:pt x="124735" y="64970"/>
                  </a:cubicBezTo>
                  <a:lnTo>
                    <a:pt x="124735" y="32438"/>
                  </a:lnTo>
                  <a:cubicBezTo>
                    <a:pt x="124735" y="17791"/>
                    <a:pt x="124735" y="12510"/>
                    <a:pt x="119244" y="6379"/>
                  </a:cubicBezTo>
                  <a:cubicBezTo>
                    <a:pt x="116764" y="3483"/>
                    <a:pt x="110919" y="77"/>
                    <a:pt x="100645" y="77"/>
                  </a:cubicBezTo>
                  <a:cubicBezTo>
                    <a:pt x="85766" y="77"/>
                    <a:pt x="77972" y="10296"/>
                    <a:pt x="74960" y="16769"/>
                  </a:cubicBezTo>
                  <a:cubicBezTo>
                    <a:pt x="72480" y="1950"/>
                    <a:pt x="59372" y="77"/>
                    <a:pt x="51401" y="77"/>
                  </a:cubicBezTo>
                  <a:cubicBezTo>
                    <a:pt x="38470" y="77"/>
                    <a:pt x="30145" y="7401"/>
                    <a:pt x="25185" y="17961"/>
                  </a:cubicBezTo>
                  <a:lnTo>
                    <a:pt x="25185" y="77"/>
                  </a:lnTo>
                  <a:lnTo>
                    <a:pt x="209" y="1950"/>
                  </a:lnTo>
                  <a:lnTo>
                    <a:pt x="209" y="7230"/>
                  </a:lnTo>
                  <a:cubicBezTo>
                    <a:pt x="12608" y="7230"/>
                    <a:pt x="14026" y="8423"/>
                    <a:pt x="14026" y="16769"/>
                  </a:cubicBezTo>
                  <a:close/>
                </a:path>
              </a:pathLst>
            </a:custGeom>
            <a:solidFill>
              <a:srgbClr val="000000"/>
            </a:solidFill>
            <a:ln w="1778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77" name="任意形状 276">
              <a:extLst>
                <a:ext uri="{FF2B5EF4-FFF2-40B4-BE49-F238E27FC236}">
                  <a16:creationId xmlns:a16="http://schemas.microsoft.com/office/drawing/2014/main" id="{44E4BA87-B0E1-CFD6-B614-C17D37609CCC}"/>
                </a:ext>
              </a:extLst>
            </p:cNvPr>
            <p:cNvSpPr/>
            <p:nvPr>
              <p:custDataLst>
                <p:tags r:id="rId198"/>
              </p:custDataLst>
            </p:nvPr>
          </p:nvSpPr>
          <p:spPr>
            <a:xfrm>
              <a:off x="6410059" y="3778749"/>
              <a:ext cx="79888" cy="78178"/>
            </a:xfrm>
            <a:custGeom>
              <a:avLst/>
              <a:gdLst>
                <a:gd name="connsiteX0" fmla="*/ 51764 w 79888"/>
                <a:gd name="connsiteY0" fmla="*/ 63437 h 78178"/>
                <a:gd name="connsiteX1" fmla="*/ 65580 w 79888"/>
                <a:gd name="connsiteY1" fmla="*/ 77403 h 78178"/>
                <a:gd name="connsiteX2" fmla="*/ 80105 w 79888"/>
                <a:gd name="connsiteY2" fmla="*/ 61223 h 78178"/>
                <a:gd name="connsiteX3" fmla="*/ 80105 w 79888"/>
                <a:gd name="connsiteY3" fmla="*/ 51685 h 78178"/>
                <a:gd name="connsiteX4" fmla="*/ 75677 w 79888"/>
                <a:gd name="connsiteY4" fmla="*/ 51685 h 78178"/>
                <a:gd name="connsiteX5" fmla="*/ 75677 w 79888"/>
                <a:gd name="connsiteY5" fmla="*/ 61223 h 78178"/>
                <a:gd name="connsiteX6" fmla="*/ 69300 w 79888"/>
                <a:gd name="connsiteY6" fmla="*/ 72123 h 78178"/>
                <a:gd name="connsiteX7" fmla="*/ 62746 w 79888"/>
                <a:gd name="connsiteY7" fmla="*/ 63607 h 78178"/>
                <a:gd name="connsiteX8" fmla="*/ 62746 w 79888"/>
                <a:gd name="connsiteY8" fmla="*/ 29543 h 78178"/>
                <a:gd name="connsiteX9" fmla="*/ 56369 w 79888"/>
                <a:gd name="connsiteY9" fmla="*/ 9445 h 78178"/>
                <a:gd name="connsiteX10" fmla="*/ 32102 w 79888"/>
                <a:gd name="connsiteY10" fmla="*/ 77 h 78178"/>
                <a:gd name="connsiteX11" fmla="*/ 5354 w 79888"/>
                <a:gd name="connsiteY11" fmla="*/ 19323 h 78178"/>
                <a:gd name="connsiteX12" fmla="*/ 13502 w 79888"/>
                <a:gd name="connsiteY12" fmla="*/ 27329 h 78178"/>
                <a:gd name="connsiteX13" fmla="*/ 21651 w 79888"/>
                <a:gd name="connsiteY13" fmla="*/ 19494 h 78178"/>
                <a:gd name="connsiteX14" fmla="*/ 12617 w 79888"/>
                <a:gd name="connsiteY14" fmla="*/ 11659 h 78178"/>
                <a:gd name="connsiteX15" fmla="*/ 31747 w 79888"/>
                <a:gd name="connsiteY15" fmla="*/ 3824 h 78178"/>
                <a:gd name="connsiteX16" fmla="*/ 50524 w 79888"/>
                <a:gd name="connsiteY16" fmla="*/ 25625 h 78178"/>
                <a:gd name="connsiteX17" fmla="*/ 50524 w 79888"/>
                <a:gd name="connsiteY17" fmla="*/ 31927 h 78178"/>
                <a:gd name="connsiteX18" fmla="*/ 17931 w 79888"/>
                <a:gd name="connsiteY18" fmla="*/ 38059 h 78178"/>
                <a:gd name="connsiteX19" fmla="*/ 217 w 79888"/>
                <a:gd name="connsiteY19" fmla="*/ 60201 h 78178"/>
                <a:gd name="connsiteX20" fmla="*/ 28559 w 79888"/>
                <a:gd name="connsiteY20" fmla="*/ 78255 h 78178"/>
                <a:gd name="connsiteX21" fmla="*/ 51764 w 79888"/>
                <a:gd name="connsiteY21" fmla="*/ 63437 h 78178"/>
                <a:gd name="connsiteX22" fmla="*/ 50524 w 79888"/>
                <a:gd name="connsiteY22" fmla="*/ 35504 h 78178"/>
                <a:gd name="connsiteX23" fmla="*/ 50524 w 79888"/>
                <a:gd name="connsiteY23" fmla="*/ 52536 h 78178"/>
                <a:gd name="connsiteX24" fmla="*/ 29799 w 79888"/>
                <a:gd name="connsiteY24" fmla="*/ 74508 h 78178"/>
                <a:gd name="connsiteX25" fmla="*/ 13857 w 79888"/>
                <a:gd name="connsiteY25" fmla="*/ 60031 h 78178"/>
                <a:gd name="connsiteX26" fmla="*/ 50524 w 79888"/>
                <a:gd name="connsiteY26" fmla="*/ 35504 h 78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79888" h="78178">
                  <a:moveTo>
                    <a:pt x="51764" y="63437"/>
                  </a:moveTo>
                  <a:cubicBezTo>
                    <a:pt x="52472" y="70250"/>
                    <a:pt x="57255" y="77403"/>
                    <a:pt x="65580" y="77403"/>
                  </a:cubicBezTo>
                  <a:cubicBezTo>
                    <a:pt x="69300" y="77403"/>
                    <a:pt x="80105" y="75019"/>
                    <a:pt x="80105" y="61223"/>
                  </a:cubicBezTo>
                  <a:lnTo>
                    <a:pt x="80105" y="51685"/>
                  </a:lnTo>
                  <a:lnTo>
                    <a:pt x="75677" y="51685"/>
                  </a:lnTo>
                  <a:lnTo>
                    <a:pt x="75677" y="61223"/>
                  </a:lnTo>
                  <a:cubicBezTo>
                    <a:pt x="75677" y="71102"/>
                    <a:pt x="71249" y="72123"/>
                    <a:pt x="69300" y="72123"/>
                  </a:cubicBezTo>
                  <a:cubicBezTo>
                    <a:pt x="63455" y="72123"/>
                    <a:pt x="62746" y="64459"/>
                    <a:pt x="62746" y="63607"/>
                  </a:cubicBezTo>
                  <a:lnTo>
                    <a:pt x="62746" y="29543"/>
                  </a:lnTo>
                  <a:cubicBezTo>
                    <a:pt x="62746" y="22389"/>
                    <a:pt x="62746" y="15747"/>
                    <a:pt x="56369" y="9445"/>
                  </a:cubicBezTo>
                  <a:cubicBezTo>
                    <a:pt x="49461" y="2802"/>
                    <a:pt x="40604" y="77"/>
                    <a:pt x="32102" y="77"/>
                  </a:cubicBezTo>
                  <a:cubicBezTo>
                    <a:pt x="17577" y="77"/>
                    <a:pt x="5354" y="8082"/>
                    <a:pt x="5354" y="19323"/>
                  </a:cubicBezTo>
                  <a:cubicBezTo>
                    <a:pt x="5354" y="24433"/>
                    <a:pt x="8897" y="27329"/>
                    <a:pt x="13502" y="27329"/>
                  </a:cubicBezTo>
                  <a:cubicBezTo>
                    <a:pt x="18462" y="27329"/>
                    <a:pt x="21651" y="23922"/>
                    <a:pt x="21651" y="19494"/>
                  </a:cubicBezTo>
                  <a:cubicBezTo>
                    <a:pt x="21651" y="17450"/>
                    <a:pt x="20765" y="11829"/>
                    <a:pt x="12617" y="11659"/>
                  </a:cubicBezTo>
                  <a:cubicBezTo>
                    <a:pt x="17399" y="5698"/>
                    <a:pt x="26079" y="3824"/>
                    <a:pt x="31747" y="3824"/>
                  </a:cubicBezTo>
                  <a:cubicBezTo>
                    <a:pt x="40427" y="3824"/>
                    <a:pt x="50524" y="10467"/>
                    <a:pt x="50524" y="25625"/>
                  </a:cubicBezTo>
                  <a:lnTo>
                    <a:pt x="50524" y="31927"/>
                  </a:lnTo>
                  <a:cubicBezTo>
                    <a:pt x="41490" y="32438"/>
                    <a:pt x="29090" y="32949"/>
                    <a:pt x="17931" y="38059"/>
                  </a:cubicBezTo>
                  <a:cubicBezTo>
                    <a:pt x="4646" y="43850"/>
                    <a:pt x="217" y="52707"/>
                    <a:pt x="217" y="60201"/>
                  </a:cubicBezTo>
                  <a:cubicBezTo>
                    <a:pt x="217" y="73997"/>
                    <a:pt x="17399" y="78255"/>
                    <a:pt x="28559" y="78255"/>
                  </a:cubicBezTo>
                  <a:cubicBezTo>
                    <a:pt x="40250" y="78255"/>
                    <a:pt x="48398" y="71442"/>
                    <a:pt x="51764" y="63437"/>
                  </a:cubicBezTo>
                  <a:close/>
                  <a:moveTo>
                    <a:pt x="50524" y="35504"/>
                  </a:moveTo>
                  <a:lnTo>
                    <a:pt x="50524" y="52536"/>
                  </a:lnTo>
                  <a:cubicBezTo>
                    <a:pt x="50524" y="68717"/>
                    <a:pt x="37770" y="74508"/>
                    <a:pt x="29799" y="74508"/>
                  </a:cubicBezTo>
                  <a:cubicBezTo>
                    <a:pt x="21119" y="74508"/>
                    <a:pt x="13857" y="68547"/>
                    <a:pt x="13857" y="60031"/>
                  </a:cubicBezTo>
                  <a:cubicBezTo>
                    <a:pt x="13857" y="50663"/>
                    <a:pt x="21296" y="36526"/>
                    <a:pt x="50524" y="35504"/>
                  </a:cubicBezTo>
                  <a:close/>
                </a:path>
              </a:pathLst>
            </a:custGeom>
            <a:solidFill>
              <a:srgbClr val="000000"/>
            </a:solidFill>
            <a:ln w="1778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78" name="任意形状 277">
              <a:extLst>
                <a:ext uri="{FF2B5EF4-FFF2-40B4-BE49-F238E27FC236}">
                  <a16:creationId xmlns:a16="http://schemas.microsoft.com/office/drawing/2014/main" id="{51D1119D-7D87-A386-B1FF-A4FDD3C1C720}"/>
                </a:ext>
              </a:extLst>
            </p:cNvPr>
            <p:cNvSpPr/>
            <p:nvPr>
              <p:custDataLst>
                <p:tags r:id="rId199"/>
              </p:custDataLst>
            </p:nvPr>
          </p:nvSpPr>
          <p:spPr>
            <a:xfrm>
              <a:off x="6493313" y="3781645"/>
              <a:ext cx="89276" cy="73409"/>
            </a:xfrm>
            <a:custGeom>
              <a:avLst/>
              <a:gdLst>
                <a:gd name="connsiteX0" fmla="*/ 48935 w 89276"/>
                <a:gd name="connsiteY0" fmla="*/ 33460 h 73409"/>
                <a:gd name="connsiteX1" fmla="*/ 65231 w 89276"/>
                <a:gd name="connsiteY1" fmla="*/ 14214 h 73409"/>
                <a:gd name="connsiteX2" fmla="*/ 86310 w 89276"/>
                <a:gd name="connsiteY2" fmla="*/ 5357 h 73409"/>
                <a:gd name="connsiteX3" fmla="*/ 86310 w 89276"/>
                <a:gd name="connsiteY3" fmla="*/ 77 h 73409"/>
                <a:gd name="connsiteX4" fmla="*/ 71785 w 89276"/>
                <a:gd name="connsiteY4" fmla="*/ 588 h 73409"/>
                <a:gd name="connsiteX5" fmla="*/ 54780 w 89276"/>
                <a:gd name="connsiteY5" fmla="*/ 77 h 73409"/>
                <a:gd name="connsiteX6" fmla="*/ 54780 w 89276"/>
                <a:gd name="connsiteY6" fmla="*/ 5357 h 73409"/>
                <a:gd name="connsiteX7" fmla="*/ 59917 w 89276"/>
                <a:gd name="connsiteY7" fmla="*/ 10637 h 73409"/>
                <a:gd name="connsiteX8" fmla="*/ 57260 w 89276"/>
                <a:gd name="connsiteY8" fmla="*/ 16598 h 73409"/>
                <a:gd name="connsiteX9" fmla="*/ 46278 w 89276"/>
                <a:gd name="connsiteY9" fmla="*/ 29883 h 73409"/>
                <a:gd name="connsiteX10" fmla="*/ 32461 w 89276"/>
                <a:gd name="connsiteY10" fmla="*/ 12681 h 73409"/>
                <a:gd name="connsiteX11" fmla="*/ 30867 w 89276"/>
                <a:gd name="connsiteY11" fmla="*/ 9615 h 73409"/>
                <a:gd name="connsiteX12" fmla="*/ 37066 w 89276"/>
                <a:gd name="connsiteY12" fmla="*/ 5357 h 73409"/>
                <a:gd name="connsiteX13" fmla="*/ 37066 w 89276"/>
                <a:gd name="connsiteY13" fmla="*/ 77 h 73409"/>
                <a:gd name="connsiteX14" fmla="*/ 17936 w 89276"/>
                <a:gd name="connsiteY14" fmla="*/ 588 h 73409"/>
                <a:gd name="connsiteX15" fmla="*/ 1108 w 89276"/>
                <a:gd name="connsiteY15" fmla="*/ 77 h 73409"/>
                <a:gd name="connsiteX16" fmla="*/ 1108 w 89276"/>
                <a:gd name="connsiteY16" fmla="*/ 5357 h 73409"/>
                <a:gd name="connsiteX17" fmla="*/ 22010 w 89276"/>
                <a:gd name="connsiteY17" fmla="*/ 15747 h 73409"/>
                <a:gd name="connsiteX18" fmla="*/ 39546 w 89276"/>
                <a:gd name="connsiteY18" fmla="*/ 37718 h 73409"/>
                <a:gd name="connsiteX19" fmla="*/ 22896 w 89276"/>
                <a:gd name="connsiteY19" fmla="*/ 57987 h 73409"/>
                <a:gd name="connsiteX20" fmla="*/ 222 w 89276"/>
                <a:gd name="connsiteY20" fmla="*/ 68206 h 73409"/>
                <a:gd name="connsiteX21" fmla="*/ 222 w 89276"/>
                <a:gd name="connsiteY21" fmla="*/ 73486 h 73409"/>
                <a:gd name="connsiteX22" fmla="*/ 14924 w 89276"/>
                <a:gd name="connsiteY22" fmla="*/ 72975 h 73409"/>
                <a:gd name="connsiteX23" fmla="*/ 31752 w 89276"/>
                <a:gd name="connsiteY23" fmla="*/ 73486 h 73409"/>
                <a:gd name="connsiteX24" fmla="*/ 31752 w 89276"/>
                <a:gd name="connsiteY24" fmla="*/ 68206 h 73409"/>
                <a:gd name="connsiteX25" fmla="*/ 26615 w 89276"/>
                <a:gd name="connsiteY25" fmla="*/ 62926 h 73409"/>
                <a:gd name="connsiteX26" fmla="*/ 42558 w 89276"/>
                <a:gd name="connsiteY26" fmla="*/ 41295 h 73409"/>
                <a:gd name="connsiteX27" fmla="*/ 56020 w 89276"/>
                <a:gd name="connsiteY27" fmla="*/ 58327 h 73409"/>
                <a:gd name="connsiteX28" fmla="*/ 59740 w 89276"/>
                <a:gd name="connsiteY28" fmla="*/ 63948 h 73409"/>
                <a:gd name="connsiteX29" fmla="*/ 53363 w 89276"/>
                <a:gd name="connsiteY29" fmla="*/ 68206 h 73409"/>
                <a:gd name="connsiteX30" fmla="*/ 53363 w 89276"/>
                <a:gd name="connsiteY30" fmla="*/ 73486 h 73409"/>
                <a:gd name="connsiteX31" fmla="*/ 72494 w 89276"/>
                <a:gd name="connsiteY31" fmla="*/ 72975 h 73409"/>
                <a:gd name="connsiteX32" fmla="*/ 89499 w 89276"/>
                <a:gd name="connsiteY32" fmla="*/ 73486 h 73409"/>
                <a:gd name="connsiteX33" fmla="*/ 89499 w 89276"/>
                <a:gd name="connsiteY33" fmla="*/ 68206 h 73409"/>
                <a:gd name="connsiteX34" fmla="*/ 72671 w 89276"/>
                <a:gd name="connsiteY34" fmla="*/ 62926 h 73409"/>
                <a:gd name="connsiteX35" fmla="*/ 48935 w 89276"/>
                <a:gd name="connsiteY35" fmla="*/ 33460 h 734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</a:cxnLst>
              <a:rect l="l" t="t" r="r" b="b"/>
              <a:pathLst>
                <a:path w="89276" h="73409">
                  <a:moveTo>
                    <a:pt x="48935" y="33460"/>
                  </a:moveTo>
                  <a:cubicBezTo>
                    <a:pt x="54249" y="26988"/>
                    <a:pt x="60980" y="18642"/>
                    <a:pt x="65231" y="14214"/>
                  </a:cubicBezTo>
                  <a:cubicBezTo>
                    <a:pt x="70722" y="8082"/>
                    <a:pt x="77985" y="5527"/>
                    <a:pt x="86310" y="5357"/>
                  </a:cubicBezTo>
                  <a:lnTo>
                    <a:pt x="86310" y="77"/>
                  </a:lnTo>
                  <a:cubicBezTo>
                    <a:pt x="81705" y="418"/>
                    <a:pt x="76391" y="588"/>
                    <a:pt x="71785" y="588"/>
                  </a:cubicBezTo>
                  <a:cubicBezTo>
                    <a:pt x="66471" y="588"/>
                    <a:pt x="57083" y="247"/>
                    <a:pt x="54780" y="77"/>
                  </a:cubicBezTo>
                  <a:lnTo>
                    <a:pt x="54780" y="5357"/>
                  </a:lnTo>
                  <a:cubicBezTo>
                    <a:pt x="58500" y="5698"/>
                    <a:pt x="59917" y="7912"/>
                    <a:pt x="59917" y="10637"/>
                  </a:cubicBezTo>
                  <a:cubicBezTo>
                    <a:pt x="59917" y="13362"/>
                    <a:pt x="58146" y="15576"/>
                    <a:pt x="57260" y="16598"/>
                  </a:cubicBezTo>
                  <a:lnTo>
                    <a:pt x="46278" y="29883"/>
                  </a:lnTo>
                  <a:lnTo>
                    <a:pt x="32461" y="12681"/>
                  </a:lnTo>
                  <a:cubicBezTo>
                    <a:pt x="30867" y="10978"/>
                    <a:pt x="30867" y="10637"/>
                    <a:pt x="30867" y="9615"/>
                  </a:cubicBezTo>
                  <a:cubicBezTo>
                    <a:pt x="30867" y="7060"/>
                    <a:pt x="33524" y="5527"/>
                    <a:pt x="37066" y="5357"/>
                  </a:cubicBezTo>
                  <a:lnTo>
                    <a:pt x="37066" y="77"/>
                  </a:lnTo>
                  <a:cubicBezTo>
                    <a:pt x="32461" y="247"/>
                    <a:pt x="20770" y="588"/>
                    <a:pt x="17936" y="588"/>
                  </a:cubicBezTo>
                  <a:cubicBezTo>
                    <a:pt x="14216" y="588"/>
                    <a:pt x="5891" y="418"/>
                    <a:pt x="1108" y="77"/>
                  </a:cubicBezTo>
                  <a:lnTo>
                    <a:pt x="1108" y="5357"/>
                  </a:lnTo>
                  <a:cubicBezTo>
                    <a:pt x="13507" y="5357"/>
                    <a:pt x="13685" y="5527"/>
                    <a:pt x="22010" y="15747"/>
                  </a:cubicBezTo>
                  <a:lnTo>
                    <a:pt x="39546" y="37718"/>
                  </a:lnTo>
                  <a:lnTo>
                    <a:pt x="22896" y="57987"/>
                  </a:lnTo>
                  <a:cubicBezTo>
                    <a:pt x="14393" y="67865"/>
                    <a:pt x="3942" y="68206"/>
                    <a:pt x="222" y="68206"/>
                  </a:cubicBezTo>
                  <a:lnTo>
                    <a:pt x="222" y="73486"/>
                  </a:lnTo>
                  <a:cubicBezTo>
                    <a:pt x="4828" y="73145"/>
                    <a:pt x="10319" y="72975"/>
                    <a:pt x="14924" y="72975"/>
                  </a:cubicBezTo>
                  <a:cubicBezTo>
                    <a:pt x="20061" y="72975"/>
                    <a:pt x="27501" y="73316"/>
                    <a:pt x="31752" y="73486"/>
                  </a:cubicBezTo>
                  <a:lnTo>
                    <a:pt x="31752" y="68206"/>
                  </a:lnTo>
                  <a:cubicBezTo>
                    <a:pt x="27855" y="67695"/>
                    <a:pt x="26615" y="65481"/>
                    <a:pt x="26615" y="62926"/>
                  </a:cubicBezTo>
                  <a:cubicBezTo>
                    <a:pt x="26615" y="59179"/>
                    <a:pt x="31752" y="53558"/>
                    <a:pt x="42558" y="41295"/>
                  </a:cubicBezTo>
                  <a:lnTo>
                    <a:pt x="56020" y="58327"/>
                  </a:lnTo>
                  <a:cubicBezTo>
                    <a:pt x="57437" y="60201"/>
                    <a:pt x="59740" y="62926"/>
                    <a:pt x="59740" y="63948"/>
                  </a:cubicBezTo>
                  <a:cubicBezTo>
                    <a:pt x="59740" y="65481"/>
                    <a:pt x="58146" y="68036"/>
                    <a:pt x="53363" y="68206"/>
                  </a:cubicBezTo>
                  <a:lnTo>
                    <a:pt x="53363" y="73486"/>
                  </a:lnTo>
                  <a:cubicBezTo>
                    <a:pt x="58677" y="73316"/>
                    <a:pt x="68597" y="72975"/>
                    <a:pt x="72494" y="72975"/>
                  </a:cubicBezTo>
                  <a:cubicBezTo>
                    <a:pt x="77276" y="72975"/>
                    <a:pt x="84185" y="73145"/>
                    <a:pt x="89499" y="73486"/>
                  </a:cubicBezTo>
                  <a:lnTo>
                    <a:pt x="89499" y="68206"/>
                  </a:lnTo>
                  <a:cubicBezTo>
                    <a:pt x="79933" y="68206"/>
                    <a:pt x="76745" y="67865"/>
                    <a:pt x="72671" y="62926"/>
                  </a:cubicBezTo>
                  <a:lnTo>
                    <a:pt x="48935" y="33460"/>
                  </a:lnTo>
                  <a:close/>
                </a:path>
              </a:pathLst>
            </a:custGeom>
            <a:solidFill>
              <a:srgbClr val="000000"/>
            </a:solidFill>
            <a:ln w="1778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79" name="任意形状 278">
              <a:extLst>
                <a:ext uri="{FF2B5EF4-FFF2-40B4-BE49-F238E27FC236}">
                  <a16:creationId xmlns:a16="http://schemas.microsoft.com/office/drawing/2014/main" id="{3C48E633-DC42-D1E6-86B7-F4C1A75851A2}"/>
                </a:ext>
              </a:extLst>
            </p:cNvPr>
            <p:cNvSpPr/>
            <p:nvPr>
              <p:custDataLst>
                <p:tags r:id="rId200"/>
              </p:custDataLst>
            </p:nvPr>
          </p:nvSpPr>
          <p:spPr>
            <a:xfrm>
              <a:off x="6033433" y="3891429"/>
              <a:ext cx="132178" cy="81431"/>
            </a:xfrm>
            <a:custGeom>
              <a:avLst/>
              <a:gdLst>
                <a:gd name="connsiteX0" fmla="*/ 117619 w 132178"/>
                <a:gd name="connsiteY0" fmla="*/ 9741 h 81431"/>
                <a:gd name="connsiteX1" fmla="*/ 128159 w 132178"/>
                <a:gd name="connsiteY1" fmla="*/ 4376 h 81431"/>
                <a:gd name="connsiteX2" fmla="*/ 132375 w 132178"/>
                <a:gd name="connsiteY2" fmla="*/ 1872 h 81431"/>
                <a:gd name="connsiteX3" fmla="*/ 128655 w 132178"/>
                <a:gd name="connsiteY3" fmla="*/ 84 h 81431"/>
                <a:gd name="connsiteX4" fmla="*/ 111791 w 132178"/>
                <a:gd name="connsiteY4" fmla="*/ 84 h 81431"/>
                <a:gd name="connsiteX5" fmla="*/ 106460 w 132178"/>
                <a:gd name="connsiteY5" fmla="*/ 2468 h 81431"/>
                <a:gd name="connsiteX6" fmla="*/ 58598 w 132178"/>
                <a:gd name="connsiteY6" fmla="*/ 70427 h 81431"/>
                <a:gd name="connsiteX7" fmla="*/ 46322 w 132178"/>
                <a:gd name="connsiteY7" fmla="*/ 3303 h 81431"/>
                <a:gd name="connsiteX8" fmla="*/ 41982 w 132178"/>
                <a:gd name="connsiteY8" fmla="*/ 84 h 81431"/>
                <a:gd name="connsiteX9" fmla="*/ 24251 w 132178"/>
                <a:gd name="connsiteY9" fmla="*/ 84 h 81431"/>
                <a:gd name="connsiteX10" fmla="*/ 20159 w 132178"/>
                <a:gd name="connsiteY10" fmla="*/ 2707 h 81431"/>
                <a:gd name="connsiteX11" fmla="*/ 24375 w 132178"/>
                <a:gd name="connsiteY11" fmla="*/ 4376 h 81431"/>
                <a:gd name="connsiteX12" fmla="*/ 29087 w 132178"/>
                <a:gd name="connsiteY12" fmla="*/ 4614 h 81431"/>
                <a:gd name="connsiteX13" fmla="*/ 31815 w 132178"/>
                <a:gd name="connsiteY13" fmla="*/ 6284 h 81431"/>
                <a:gd name="connsiteX14" fmla="*/ 31319 w 132178"/>
                <a:gd name="connsiteY14" fmla="*/ 8907 h 81431"/>
                <a:gd name="connsiteX15" fmla="*/ 15695 w 132178"/>
                <a:gd name="connsiteY15" fmla="*/ 68758 h 81431"/>
                <a:gd name="connsiteX16" fmla="*/ 2800 w 132178"/>
                <a:gd name="connsiteY16" fmla="*/ 77223 h 81431"/>
                <a:gd name="connsiteX17" fmla="*/ 196 w 132178"/>
                <a:gd name="connsiteY17" fmla="*/ 79846 h 81431"/>
                <a:gd name="connsiteX18" fmla="*/ 2056 w 132178"/>
                <a:gd name="connsiteY18" fmla="*/ 81515 h 81431"/>
                <a:gd name="connsiteX19" fmla="*/ 14951 w 132178"/>
                <a:gd name="connsiteY19" fmla="*/ 81038 h 81431"/>
                <a:gd name="connsiteX20" fmla="*/ 28095 w 132178"/>
                <a:gd name="connsiteY20" fmla="*/ 81515 h 81431"/>
                <a:gd name="connsiteX21" fmla="*/ 30575 w 132178"/>
                <a:gd name="connsiteY21" fmla="*/ 78892 h 81431"/>
                <a:gd name="connsiteX22" fmla="*/ 27847 w 132178"/>
                <a:gd name="connsiteY22" fmla="*/ 77223 h 81431"/>
                <a:gd name="connsiteX23" fmla="*/ 19911 w 132178"/>
                <a:gd name="connsiteY23" fmla="*/ 72216 h 81431"/>
                <a:gd name="connsiteX24" fmla="*/ 20407 w 132178"/>
                <a:gd name="connsiteY24" fmla="*/ 69235 h 81431"/>
                <a:gd name="connsiteX25" fmla="*/ 36898 w 132178"/>
                <a:gd name="connsiteY25" fmla="*/ 5807 h 81431"/>
                <a:gd name="connsiteX26" fmla="*/ 37022 w 132178"/>
                <a:gd name="connsiteY26" fmla="*/ 5807 h 81431"/>
                <a:gd name="connsiteX27" fmla="*/ 50290 w 132178"/>
                <a:gd name="connsiteY27" fmla="*/ 78296 h 81431"/>
                <a:gd name="connsiteX28" fmla="*/ 52770 w 132178"/>
                <a:gd name="connsiteY28" fmla="*/ 81515 h 81431"/>
                <a:gd name="connsiteX29" fmla="*/ 56366 w 132178"/>
                <a:gd name="connsiteY29" fmla="*/ 78892 h 81431"/>
                <a:gd name="connsiteX30" fmla="*/ 108444 w 132178"/>
                <a:gd name="connsiteY30" fmla="*/ 4614 h 81431"/>
                <a:gd name="connsiteX31" fmla="*/ 108568 w 132178"/>
                <a:gd name="connsiteY31" fmla="*/ 4734 h 81431"/>
                <a:gd name="connsiteX32" fmla="*/ 91084 w 132178"/>
                <a:gd name="connsiteY32" fmla="*/ 72216 h 81431"/>
                <a:gd name="connsiteX33" fmla="*/ 80173 w 132178"/>
                <a:gd name="connsiteY33" fmla="*/ 77223 h 81431"/>
                <a:gd name="connsiteX34" fmla="*/ 76453 w 132178"/>
                <a:gd name="connsiteY34" fmla="*/ 79846 h 81431"/>
                <a:gd name="connsiteX35" fmla="*/ 78437 w 132178"/>
                <a:gd name="connsiteY35" fmla="*/ 81515 h 81431"/>
                <a:gd name="connsiteX36" fmla="*/ 86125 w 132178"/>
                <a:gd name="connsiteY36" fmla="*/ 81157 h 81431"/>
                <a:gd name="connsiteX37" fmla="*/ 93936 w 132178"/>
                <a:gd name="connsiteY37" fmla="*/ 81038 h 81431"/>
                <a:gd name="connsiteX38" fmla="*/ 109684 w 132178"/>
                <a:gd name="connsiteY38" fmla="*/ 81515 h 81431"/>
                <a:gd name="connsiteX39" fmla="*/ 112287 w 132178"/>
                <a:gd name="connsiteY39" fmla="*/ 78892 h 81431"/>
                <a:gd name="connsiteX40" fmla="*/ 108320 w 132178"/>
                <a:gd name="connsiteY40" fmla="*/ 77223 h 81431"/>
                <a:gd name="connsiteX41" fmla="*/ 103608 w 132178"/>
                <a:gd name="connsiteY41" fmla="*/ 76985 h 81431"/>
                <a:gd name="connsiteX42" fmla="*/ 100756 w 132178"/>
                <a:gd name="connsiteY42" fmla="*/ 75196 h 81431"/>
                <a:gd name="connsiteX43" fmla="*/ 101252 w 132178"/>
                <a:gd name="connsiteY43" fmla="*/ 72573 h 81431"/>
                <a:gd name="connsiteX44" fmla="*/ 117619 w 132178"/>
                <a:gd name="connsiteY44" fmla="*/ 9741 h 814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132178" h="81431">
                  <a:moveTo>
                    <a:pt x="117619" y="9741"/>
                  </a:moveTo>
                  <a:cubicBezTo>
                    <a:pt x="118735" y="5330"/>
                    <a:pt x="118983" y="4376"/>
                    <a:pt x="128159" y="4376"/>
                  </a:cubicBezTo>
                  <a:cubicBezTo>
                    <a:pt x="130763" y="4376"/>
                    <a:pt x="132375" y="4376"/>
                    <a:pt x="132375" y="1872"/>
                  </a:cubicBezTo>
                  <a:cubicBezTo>
                    <a:pt x="132375" y="84"/>
                    <a:pt x="130887" y="84"/>
                    <a:pt x="128655" y="84"/>
                  </a:cubicBezTo>
                  <a:lnTo>
                    <a:pt x="111791" y="84"/>
                  </a:lnTo>
                  <a:cubicBezTo>
                    <a:pt x="108196" y="84"/>
                    <a:pt x="108072" y="203"/>
                    <a:pt x="106460" y="2468"/>
                  </a:cubicBezTo>
                  <a:lnTo>
                    <a:pt x="58598" y="70427"/>
                  </a:lnTo>
                  <a:lnTo>
                    <a:pt x="46322" y="3303"/>
                  </a:lnTo>
                  <a:cubicBezTo>
                    <a:pt x="45702" y="203"/>
                    <a:pt x="45702" y="84"/>
                    <a:pt x="41982" y="84"/>
                  </a:cubicBezTo>
                  <a:lnTo>
                    <a:pt x="24251" y="84"/>
                  </a:lnTo>
                  <a:cubicBezTo>
                    <a:pt x="21771" y="84"/>
                    <a:pt x="20159" y="84"/>
                    <a:pt x="20159" y="2707"/>
                  </a:cubicBezTo>
                  <a:cubicBezTo>
                    <a:pt x="20159" y="4376"/>
                    <a:pt x="21647" y="4376"/>
                    <a:pt x="24375" y="4376"/>
                  </a:cubicBezTo>
                  <a:cubicBezTo>
                    <a:pt x="26359" y="4376"/>
                    <a:pt x="26855" y="4376"/>
                    <a:pt x="29087" y="4614"/>
                  </a:cubicBezTo>
                  <a:cubicBezTo>
                    <a:pt x="31567" y="4853"/>
                    <a:pt x="31815" y="5091"/>
                    <a:pt x="31815" y="6284"/>
                  </a:cubicBezTo>
                  <a:cubicBezTo>
                    <a:pt x="31815" y="6403"/>
                    <a:pt x="31815" y="7118"/>
                    <a:pt x="31319" y="8907"/>
                  </a:cubicBezTo>
                  <a:lnTo>
                    <a:pt x="15695" y="68758"/>
                  </a:lnTo>
                  <a:cubicBezTo>
                    <a:pt x="14579" y="72812"/>
                    <a:pt x="12719" y="76865"/>
                    <a:pt x="2800" y="77223"/>
                  </a:cubicBezTo>
                  <a:cubicBezTo>
                    <a:pt x="1808" y="77223"/>
                    <a:pt x="196" y="77342"/>
                    <a:pt x="196" y="79846"/>
                  </a:cubicBezTo>
                  <a:cubicBezTo>
                    <a:pt x="196" y="79965"/>
                    <a:pt x="320" y="81515"/>
                    <a:pt x="2056" y="81515"/>
                  </a:cubicBezTo>
                  <a:cubicBezTo>
                    <a:pt x="5776" y="81515"/>
                    <a:pt x="10984" y="81038"/>
                    <a:pt x="14951" y="81038"/>
                  </a:cubicBezTo>
                  <a:cubicBezTo>
                    <a:pt x="17927" y="81038"/>
                    <a:pt x="25119" y="81515"/>
                    <a:pt x="28095" y="81515"/>
                  </a:cubicBezTo>
                  <a:cubicBezTo>
                    <a:pt x="28715" y="81515"/>
                    <a:pt x="30575" y="81515"/>
                    <a:pt x="30575" y="78892"/>
                  </a:cubicBezTo>
                  <a:cubicBezTo>
                    <a:pt x="30575" y="77342"/>
                    <a:pt x="28963" y="77223"/>
                    <a:pt x="27847" y="77223"/>
                  </a:cubicBezTo>
                  <a:cubicBezTo>
                    <a:pt x="19911" y="76985"/>
                    <a:pt x="19911" y="73885"/>
                    <a:pt x="19911" y="72216"/>
                  </a:cubicBezTo>
                  <a:cubicBezTo>
                    <a:pt x="19911" y="71739"/>
                    <a:pt x="19911" y="71142"/>
                    <a:pt x="20407" y="69235"/>
                  </a:cubicBezTo>
                  <a:lnTo>
                    <a:pt x="36898" y="5807"/>
                  </a:lnTo>
                  <a:lnTo>
                    <a:pt x="37022" y="5807"/>
                  </a:lnTo>
                  <a:lnTo>
                    <a:pt x="50290" y="78296"/>
                  </a:lnTo>
                  <a:cubicBezTo>
                    <a:pt x="50662" y="80442"/>
                    <a:pt x="50910" y="81515"/>
                    <a:pt x="52770" y="81515"/>
                  </a:cubicBezTo>
                  <a:cubicBezTo>
                    <a:pt x="54506" y="81515"/>
                    <a:pt x="55498" y="80204"/>
                    <a:pt x="56366" y="78892"/>
                  </a:cubicBezTo>
                  <a:lnTo>
                    <a:pt x="108444" y="4614"/>
                  </a:lnTo>
                  <a:lnTo>
                    <a:pt x="108568" y="4734"/>
                  </a:lnTo>
                  <a:lnTo>
                    <a:pt x="91084" y="72216"/>
                  </a:lnTo>
                  <a:cubicBezTo>
                    <a:pt x="90092" y="76269"/>
                    <a:pt x="89844" y="77223"/>
                    <a:pt x="80173" y="77223"/>
                  </a:cubicBezTo>
                  <a:cubicBezTo>
                    <a:pt x="77941" y="77223"/>
                    <a:pt x="76453" y="77223"/>
                    <a:pt x="76453" y="79846"/>
                  </a:cubicBezTo>
                  <a:cubicBezTo>
                    <a:pt x="76453" y="79965"/>
                    <a:pt x="76453" y="81515"/>
                    <a:pt x="78437" y="81515"/>
                  </a:cubicBezTo>
                  <a:cubicBezTo>
                    <a:pt x="80793" y="81515"/>
                    <a:pt x="83645" y="81157"/>
                    <a:pt x="86125" y="81157"/>
                  </a:cubicBezTo>
                  <a:cubicBezTo>
                    <a:pt x="88604" y="81157"/>
                    <a:pt x="91456" y="81038"/>
                    <a:pt x="93936" y="81038"/>
                  </a:cubicBezTo>
                  <a:cubicBezTo>
                    <a:pt x="97408" y="81038"/>
                    <a:pt x="106212" y="81515"/>
                    <a:pt x="109684" y="81515"/>
                  </a:cubicBezTo>
                  <a:cubicBezTo>
                    <a:pt x="110428" y="81515"/>
                    <a:pt x="112287" y="81515"/>
                    <a:pt x="112287" y="78892"/>
                  </a:cubicBezTo>
                  <a:cubicBezTo>
                    <a:pt x="112287" y="77223"/>
                    <a:pt x="110800" y="77223"/>
                    <a:pt x="108320" y="77223"/>
                  </a:cubicBezTo>
                  <a:cubicBezTo>
                    <a:pt x="108196" y="77223"/>
                    <a:pt x="105840" y="77223"/>
                    <a:pt x="103608" y="76985"/>
                  </a:cubicBezTo>
                  <a:cubicBezTo>
                    <a:pt x="100756" y="76746"/>
                    <a:pt x="100756" y="76388"/>
                    <a:pt x="100756" y="75196"/>
                  </a:cubicBezTo>
                  <a:cubicBezTo>
                    <a:pt x="100756" y="74481"/>
                    <a:pt x="101128" y="73289"/>
                    <a:pt x="101252" y="72573"/>
                  </a:cubicBezTo>
                  <a:lnTo>
                    <a:pt x="117619" y="9741"/>
                  </a:lnTo>
                  <a:close/>
                </a:path>
              </a:pathLst>
            </a:custGeom>
            <a:solidFill>
              <a:srgbClr val="000000"/>
            </a:solidFill>
            <a:ln w="1778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80" name="任意形状 279">
              <a:extLst>
                <a:ext uri="{FF2B5EF4-FFF2-40B4-BE49-F238E27FC236}">
                  <a16:creationId xmlns:a16="http://schemas.microsoft.com/office/drawing/2014/main" id="{2FEFFE65-1778-1C14-C929-BDAAA589CBB6}"/>
                </a:ext>
              </a:extLst>
            </p:cNvPr>
            <p:cNvSpPr/>
            <p:nvPr>
              <p:custDataLst>
                <p:tags r:id="rId201"/>
              </p:custDataLst>
            </p:nvPr>
          </p:nvSpPr>
          <p:spPr>
            <a:xfrm>
              <a:off x="6168902" y="3930895"/>
              <a:ext cx="43929" cy="60975"/>
            </a:xfrm>
            <a:custGeom>
              <a:avLst/>
              <a:gdLst>
                <a:gd name="connsiteX0" fmla="*/ 44133 w 43929"/>
                <a:gd name="connsiteY0" fmla="*/ 19757 h 60975"/>
                <a:gd name="connsiteX1" fmla="*/ 29697 w 43929"/>
                <a:gd name="connsiteY1" fmla="*/ 85 h 60975"/>
                <a:gd name="connsiteX2" fmla="*/ 204 w 43929"/>
                <a:gd name="connsiteY2" fmla="*/ 41388 h 60975"/>
                <a:gd name="connsiteX3" fmla="*/ 14552 w 43929"/>
                <a:gd name="connsiteY3" fmla="*/ 61060 h 60975"/>
                <a:gd name="connsiteX4" fmla="*/ 44133 w 43929"/>
                <a:gd name="connsiteY4" fmla="*/ 19757 h 60975"/>
                <a:gd name="connsiteX5" fmla="*/ 10832 w 43929"/>
                <a:gd name="connsiteY5" fmla="*/ 28614 h 60975"/>
                <a:gd name="connsiteX6" fmla="*/ 29608 w 43929"/>
                <a:gd name="connsiteY6" fmla="*/ 2980 h 60975"/>
                <a:gd name="connsiteX7" fmla="*/ 36605 w 43929"/>
                <a:gd name="connsiteY7" fmla="*/ 15073 h 60975"/>
                <a:gd name="connsiteX8" fmla="*/ 34479 w 43929"/>
                <a:gd name="connsiteY8" fmla="*/ 28614 h 60975"/>
                <a:gd name="connsiteX9" fmla="*/ 10832 w 43929"/>
                <a:gd name="connsiteY9" fmla="*/ 28614 h 60975"/>
                <a:gd name="connsiteX10" fmla="*/ 33417 w 43929"/>
                <a:gd name="connsiteY10" fmla="*/ 32531 h 60975"/>
                <a:gd name="connsiteX11" fmla="*/ 14729 w 43929"/>
                <a:gd name="connsiteY11" fmla="*/ 58165 h 60975"/>
                <a:gd name="connsiteX12" fmla="*/ 7643 w 43929"/>
                <a:gd name="connsiteY12" fmla="*/ 46157 h 60975"/>
                <a:gd name="connsiteX13" fmla="*/ 9769 w 43929"/>
                <a:gd name="connsiteY13" fmla="*/ 32531 h 60975"/>
                <a:gd name="connsiteX14" fmla="*/ 33417 w 43929"/>
                <a:gd name="connsiteY14" fmla="*/ 32531 h 609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43929" h="60975">
                  <a:moveTo>
                    <a:pt x="44133" y="19757"/>
                  </a:moveTo>
                  <a:cubicBezTo>
                    <a:pt x="44133" y="9453"/>
                    <a:pt x="39262" y="85"/>
                    <a:pt x="29697" y="85"/>
                  </a:cubicBezTo>
                  <a:cubicBezTo>
                    <a:pt x="15526" y="85"/>
                    <a:pt x="204" y="21460"/>
                    <a:pt x="204" y="41388"/>
                  </a:cubicBezTo>
                  <a:cubicBezTo>
                    <a:pt x="204" y="52970"/>
                    <a:pt x="5872" y="61060"/>
                    <a:pt x="14552" y="61060"/>
                  </a:cubicBezTo>
                  <a:cubicBezTo>
                    <a:pt x="29077" y="61060"/>
                    <a:pt x="44133" y="39089"/>
                    <a:pt x="44133" y="19757"/>
                  </a:cubicBezTo>
                  <a:close/>
                  <a:moveTo>
                    <a:pt x="10832" y="28614"/>
                  </a:moveTo>
                  <a:cubicBezTo>
                    <a:pt x="16500" y="7409"/>
                    <a:pt x="25445" y="2980"/>
                    <a:pt x="29608" y="2980"/>
                  </a:cubicBezTo>
                  <a:cubicBezTo>
                    <a:pt x="34568" y="2980"/>
                    <a:pt x="36605" y="8346"/>
                    <a:pt x="36605" y="15073"/>
                  </a:cubicBezTo>
                  <a:cubicBezTo>
                    <a:pt x="36605" y="17628"/>
                    <a:pt x="36428" y="21035"/>
                    <a:pt x="34479" y="28614"/>
                  </a:cubicBezTo>
                  <a:lnTo>
                    <a:pt x="10832" y="28614"/>
                  </a:lnTo>
                  <a:close/>
                  <a:moveTo>
                    <a:pt x="33417" y="32531"/>
                  </a:moveTo>
                  <a:cubicBezTo>
                    <a:pt x="28102" y="52970"/>
                    <a:pt x="19157" y="58165"/>
                    <a:pt x="14729" y="58165"/>
                  </a:cubicBezTo>
                  <a:cubicBezTo>
                    <a:pt x="8086" y="58165"/>
                    <a:pt x="7643" y="48712"/>
                    <a:pt x="7643" y="46157"/>
                  </a:cubicBezTo>
                  <a:cubicBezTo>
                    <a:pt x="7643" y="42836"/>
                    <a:pt x="8263" y="38833"/>
                    <a:pt x="9769" y="32531"/>
                  </a:cubicBezTo>
                  <a:lnTo>
                    <a:pt x="33417" y="32531"/>
                  </a:lnTo>
                  <a:close/>
                </a:path>
              </a:pathLst>
            </a:custGeom>
            <a:solidFill>
              <a:srgbClr val="000000"/>
            </a:solidFill>
            <a:ln w="1778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81" name="任意形状 280">
              <a:extLst>
                <a:ext uri="{FF2B5EF4-FFF2-40B4-BE49-F238E27FC236}">
                  <a16:creationId xmlns:a16="http://schemas.microsoft.com/office/drawing/2014/main" id="{6D99BC57-D855-DA92-BB81-F026AB82BAEC}"/>
                </a:ext>
              </a:extLst>
            </p:cNvPr>
            <p:cNvSpPr/>
            <p:nvPr>
              <p:custDataLst>
                <p:tags r:id="rId202"/>
              </p:custDataLst>
            </p:nvPr>
          </p:nvSpPr>
          <p:spPr>
            <a:xfrm>
              <a:off x="6244629" y="3904067"/>
              <a:ext cx="68569" cy="77854"/>
            </a:xfrm>
            <a:custGeom>
              <a:avLst/>
              <a:gdLst>
                <a:gd name="connsiteX0" fmla="*/ 63817 w 68569"/>
                <a:gd name="connsiteY0" fmla="*/ 41932 h 77854"/>
                <a:gd name="connsiteX1" fmla="*/ 68777 w 68569"/>
                <a:gd name="connsiteY1" fmla="*/ 39071 h 77854"/>
                <a:gd name="connsiteX2" fmla="*/ 63817 w 68569"/>
                <a:gd name="connsiteY2" fmla="*/ 36090 h 77854"/>
                <a:gd name="connsiteX3" fmla="*/ 6407 w 68569"/>
                <a:gd name="connsiteY3" fmla="*/ 36090 h 77854"/>
                <a:gd name="connsiteX4" fmla="*/ 42614 w 68569"/>
                <a:gd name="connsiteY4" fmla="*/ 5926 h 77854"/>
                <a:gd name="connsiteX5" fmla="*/ 63817 w 68569"/>
                <a:gd name="connsiteY5" fmla="*/ 5926 h 77854"/>
                <a:gd name="connsiteX6" fmla="*/ 68777 w 68569"/>
                <a:gd name="connsiteY6" fmla="*/ 3064 h 77854"/>
                <a:gd name="connsiteX7" fmla="*/ 63817 w 68569"/>
                <a:gd name="connsiteY7" fmla="*/ 84 h 77854"/>
                <a:gd name="connsiteX8" fmla="*/ 42118 w 68569"/>
                <a:gd name="connsiteY8" fmla="*/ 84 h 77854"/>
                <a:gd name="connsiteX9" fmla="*/ 208 w 68569"/>
                <a:gd name="connsiteY9" fmla="*/ 38951 h 77854"/>
                <a:gd name="connsiteX10" fmla="*/ 42118 w 68569"/>
                <a:gd name="connsiteY10" fmla="*/ 77938 h 77854"/>
                <a:gd name="connsiteX11" fmla="*/ 63817 w 68569"/>
                <a:gd name="connsiteY11" fmla="*/ 77938 h 77854"/>
                <a:gd name="connsiteX12" fmla="*/ 68777 w 68569"/>
                <a:gd name="connsiteY12" fmla="*/ 75077 h 77854"/>
                <a:gd name="connsiteX13" fmla="*/ 63817 w 68569"/>
                <a:gd name="connsiteY13" fmla="*/ 72096 h 77854"/>
                <a:gd name="connsiteX14" fmla="*/ 42614 w 68569"/>
                <a:gd name="connsiteY14" fmla="*/ 72096 h 77854"/>
                <a:gd name="connsiteX15" fmla="*/ 6407 w 68569"/>
                <a:gd name="connsiteY15" fmla="*/ 41932 h 77854"/>
                <a:gd name="connsiteX16" fmla="*/ 63817 w 68569"/>
                <a:gd name="connsiteY16" fmla="*/ 41932 h 778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68569" h="77854">
                  <a:moveTo>
                    <a:pt x="63817" y="41932"/>
                  </a:moveTo>
                  <a:cubicBezTo>
                    <a:pt x="65801" y="41932"/>
                    <a:pt x="68777" y="41932"/>
                    <a:pt x="68777" y="39071"/>
                  </a:cubicBezTo>
                  <a:cubicBezTo>
                    <a:pt x="68777" y="36090"/>
                    <a:pt x="65925" y="36090"/>
                    <a:pt x="63817" y="36090"/>
                  </a:cubicBezTo>
                  <a:lnTo>
                    <a:pt x="6407" y="36090"/>
                  </a:lnTo>
                  <a:cubicBezTo>
                    <a:pt x="8267" y="18802"/>
                    <a:pt x="23271" y="5926"/>
                    <a:pt x="42614" y="5926"/>
                  </a:cubicBezTo>
                  <a:lnTo>
                    <a:pt x="63817" y="5926"/>
                  </a:lnTo>
                  <a:cubicBezTo>
                    <a:pt x="65801" y="5926"/>
                    <a:pt x="68777" y="5926"/>
                    <a:pt x="68777" y="3064"/>
                  </a:cubicBezTo>
                  <a:cubicBezTo>
                    <a:pt x="68777" y="84"/>
                    <a:pt x="65925" y="84"/>
                    <a:pt x="63817" y="84"/>
                  </a:cubicBezTo>
                  <a:lnTo>
                    <a:pt x="42118" y="84"/>
                  </a:lnTo>
                  <a:cubicBezTo>
                    <a:pt x="19055" y="84"/>
                    <a:pt x="208" y="17491"/>
                    <a:pt x="208" y="38951"/>
                  </a:cubicBezTo>
                  <a:cubicBezTo>
                    <a:pt x="208" y="60889"/>
                    <a:pt x="19303" y="77938"/>
                    <a:pt x="42118" y="77938"/>
                  </a:cubicBezTo>
                  <a:lnTo>
                    <a:pt x="63817" y="77938"/>
                  </a:lnTo>
                  <a:cubicBezTo>
                    <a:pt x="65801" y="77938"/>
                    <a:pt x="68777" y="77938"/>
                    <a:pt x="68777" y="75077"/>
                  </a:cubicBezTo>
                  <a:cubicBezTo>
                    <a:pt x="68777" y="72096"/>
                    <a:pt x="65925" y="72096"/>
                    <a:pt x="63817" y="72096"/>
                  </a:cubicBezTo>
                  <a:lnTo>
                    <a:pt x="42614" y="72096"/>
                  </a:lnTo>
                  <a:cubicBezTo>
                    <a:pt x="23271" y="72096"/>
                    <a:pt x="8267" y="59220"/>
                    <a:pt x="6407" y="41932"/>
                  </a:cubicBezTo>
                  <a:lnTo>
                    <a:pt x="63817" y="41932"/>
                  </a:lnTo>
                  <a:close/>
                </a:path>
              </a:pathLst>
            </a:custGeom>
            <a:solidFill>
              <a:srgbClr val="000000"/>
            </a:solidFill>
            <a:ln w="1778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82" name="任意形状 281">
              <a:extLst>
                <a:ext uri="{FF2B5EF4-FFF2-40B4-BE49-F238E27FC236}">
                  <a16:creationId xmlns:a16="http://schemas.microsoft.com/office/drawing/2014/main" id="{DCF3E6B8-DB7D-6364-D4D0-765DA2190D7F}"/>
                </a:ext>
              </a:extLst>
            </p:cNvPr>
            <p:cNvSpPr/>
            <p:nvPr>
              <p:custDataLst>
                <p:tags r:id="rId203"/>
              </p:custDataLst>
            </p:nvPr>
          </p:nvSpPr>
          <p:spPr>
            <a:xfrm>
              <a:off x="6335994" y="3889044"/>
              <a:ext cx="78736" cy="86200"/>
            </a:xfrm>
            <a:custGeom>
              <a:avLst/>
              <a:gdLst>
                <a:gd name="connsiteX0" fmla="*/ 78950 w 78736"/>
                <a:gd name="connsiteY0" fmla="*/ 1634 h 86200"/>
                <a:gd name="connsiteX1" fmla="*/ 77338 w 78736"/>
                <a:gd name="connsiteY1" fmla="*/ 84 h 86200"/>
                <a:gd name="connsiteX2" fmla="*/ 74858 w 78736"/>
                <a:gd name="connsiteY2" fmla="*/ 1753 h 86200"/>
                <a:gd name="connsiteX3" fmla="*/ 68782 w 78736"/>
                <a:gd name="connsiteY3" fmla="*/ 8549 h 86200"/>
                <a:gd name="connsiteX4" fmla="*/ 48695 w 78736"/>
                <a:gd name="connsiteY4" fmla="*/ 84 h 86200"/>
                <a:gd name="connsiteX5" fmla="*/ 15712 w 78736"/>
                <a:gd name="connsiteY5" fmla="*/ 27387 h 86200"/>
                <a:gd name="connsiteX6" fmla="*/ 19804 w 78736"/>
                <a:gd name="connsiteY6" fmla="*/ 38355 h 86200"/>
                <a:gd name="connsiteX7" fmla="*/ 37039 w 78736"/>
                <a:gd name="connsiteY7" fmla="*/ 46105 h 86200"/>
                <a:gd name="connsiteX8" fmla="*/ 47579 w 78736"/>
                <a:gd name="connsiteY8" fmla="*/ 48490 h 86200"/>
                <a:gd name="connsiteX9" fmla="*/ 59111 w 78736"/>
                <a:gd name="connsiteY9" fmla="*/ 61008 h 86200"/>
                <a:gd name="connsiteX10" fmla="*/ 34436 w 78736"/>
                <a:gd name="connsiteY10" fmla="*/ 81992 h 86200"/>
                <a:gd name="connsiteX11" fmla="*/ 10381 w 78736"/>
                <a:gd name="connsiteY11" fmla="*/ 65062 h 86200"/>
                <a:gd name="connsiteX12" fmla="*/ 11125 w 78736"/>
                <a:gd name="connsiteY12" fmla="*/ 59101 h 86200"/>
                <a:gd name="connsiteX13" fmla="*/ 11249 w 78736"/>
                <a:gd name="connsiteY13" fmla="*/ 58385 h 86200"/>
                <a:gd name="connsiteX14" fmla="*/ 9265 w 78736"/>
                <a:gd name="connsiteY14" fmla="*/ 56835 h 86200"/>
                <a:gd name="connsiteX15" fmla="*/ 6909 w 78736"/>
                <a:gd name="connsiteY15" fmla="*/ 59220 h 86200"/>
                <a:gd name="connsiteX16" fmla="*/ 585 w 78736"/>
                <a:gd name="connsiteY16" fmla="*/ 83065 h 86200"/>
                <a:gd name="connsiteX17" fmla="*/ 213 w 78736"/>
                <a:gd name="connsiteY17" fmla="*/ 84853 h 86200"/>
                <a:gd name="connsiteX18" fmla="*/ 1949 w 78736"/>
                <a:gd name="connsiteY18" fmla="*/ 86284 h 86200"/>
                <a:gd name="connsiteX19" fmla="*/ 4429 w 78736"/>
                <a:gd name="connsiteY19" fmla="*/ 84615 h 86200"/>
                <a:gd name="connsiteX20" fmla="*/ 10381 w 78736"/>
                <a:gd name="connsiteY20" fmla="*/ 77938 h 86200"/>
                <a:gd name="connsiteX21" fmla="*/ 34064 w 78736"/>
                <a:gd name="connsiteY21" fmla="*/ 86284 h 86200"/>
                <a:gd name="connsiteX22" fmla="*/ 67914 w 78736"/>
                <a:gd name="connsiteY22" fmla="*/ 56716 h 86200"/>
                <a:gd name="connsiteX23" fmla="*/ 62954 w 78736"/>
                <a:gd name="connsiteY23" fmla="*/ 43959 h 86200"/>
                <a:gd name="connsiteX24" fmla="*/ 40759 w 78736"/>
                <a:gd name="connsiteY24" fmla="*/ 35613 h 86200"/>
                <a:gd name="connsiteX25" fmla="*/ 32948 w 78736"/>
                <a:gd name="connsiteY25" fmla="*/ 33706 h 86200"/>
                <a:gd name="connsiteX26" fmla="*/ 24640 w 78736"/>
                <a:gd name="connsiteY26" fmla="*/ 22856 h 86200"/>
                <a:gd name="connsiteX27" fmla="*/ 48571 w 78736"/>
                <a:gd name="connsiteY27" fmla="*/ 3899 h 86200"/>
                <a:gd name="connsiteX28" fmla="*/ 68410 w 78736"/>
                <a:gd name="connsiteY28" fmla="*/ 22498 h 86200"/>
                <a:gd name="connsiteX29" fmla="*/ 67914 w 78736"/>
                <a:gd name="connsiteY29" fmla="*/ 27863 h 86200"/>
                <a:gd name="connsiteX30" fmla="*/ 70022 w 78736"/>
                <a:gd name="connsiteY30" fmla="*/ 29533 h 86200"/>
                <a:gd name="connsiteX31" fmla="*/ 72502 w 78736"/>
                <a:gd name="connsiteY31" fmla="*/ 26910 h 86200"/>
                <a:gd name="connsiteX32" fmla="*/ 78950 w 78736"/>
                <a:gd name="connsiteY32" fmla="*/ 1634 h 86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78736" h="86200">
                  <a:moveTo>
                    <a:pt x="78950" y="1634"/>
                  </a:moveTo>
                  <a:cubicBezTo>
                    <a:pt x="78950" y="1038"/>
                    <a:pt x="78578" y="84"/>
                    <a:pt x="77338" y="84"/>
                  </a:cubicBezTo>
                  <a:cubicBezTo>
                    <a:pt x="76594" y="84"/>
                    <a:pt x="76470" y="203"/>
                    <a:pt x="74858" y="1753"/>
                  </a:cubicBezTo>
                  <a:lnTo>
                    <a:pt x="68782" y="8549"/>
                  </a:lnTo>
                  <a:cubicBezTo>
                    <a:pt x="64070" y="2230"/>
                    <a:pt x="56259" y="84"/>
                    <a:pt x="48695" y="84"/>
                  </a:cubicBezTo>
                  <a:cubicBezTo>
                    <a:pt x="31212" y="84"/>
                    <a:pt x="15712" y="13676"/>
                    <a:pt x="15712" y="27387"/>
                  </a:cubicBezTo>
                  <a:cubicBezTo>
                    <a:pt x="15712" y="29175"/>
                    <a:pt x="16084" y="33944"/>
                    <a:pt x="19804" y="38355"/>
                  </a:cubicBezTo>
                  <a:cubicBezTo>
                    <a:pt x="24020" y="43124"/>
                    <a:pt x="28608" y="44197"/>
                    <a:pt x="37039" y="46105"/>
                  </a:cubicBezTo>
                  <a:cubicBezTo>
                    <a:pt x="39519" y="46701"/>
                    <a:pt x="45719" y="48013"/>
                    <a:pt x="47579" y="48490"/>
                  </a:cubicBezTo>
                  <a:cubicBezTo>
                    <a:pt x="51547" y="49443"/>
                    <a:pt x="59111" y="52066"/>
                    <a:pt x="59111" y="61008"/>
                  </a:cubicBezTo>
                  <a:cubicBezTo>
                    <a:pt x="59111" y="70666"/>
                    <a:pt x="48571" y="81992"/>
                    <a:pt x="34436" y="81992"/>
                  </a:cubicBezTo>
                  <a:cubicBezTo>
                    <a:pt x="23524" y="81992"/>
                    <a:pt x="10381" y="78296"/>
                    <a:pt x="10381" y="65062"/>
                  </a:cubicBezTo>
                  <a:cubicBezTo>
                    <a:pt x="10381" y="63870"/>
                    <a:pt x="10629" y="61247"/>
                    <a:pt x="11125" y="59101"/>
                  </a:cubicBezTo>
                  <a:cubicBezTo>
                    <a:pt x="11249" y="58624"/>
                    <a:pt x="11249" y="58505"/>
                    <a:pt x="11249" y="58385"/>
                  </a:cubicBezTo>
                  <a:cubicBezTo>
                    <a:pt x="11249" y="56835"/>
                    <a:pt x="9761" y="56835"/>
                    <a:pt x="9265" y="56835"/>
                  </a:cubicBezTo>
                  <a:cubicBezTo>
                    <a:pt x="7529" y="56835"/>
                    <a:pt x="7405" y="57074"/>
                    <a:pt x="6909" y="59220"/>
                  </a:cubicBezTo>
                  <a:lnTo>
                    <a:pt x="585" y="83065"/>
                  </a:lnTo>
                  <a:cubicBezTo>
                    <a:pt x="461" y="83542"/>
                    <a:pt x="213" y="84257"/>
                    <a:pt x="213" y="84853"/>
                  </a:cubicBezTo>
                  <a:cubicBezTo>
                    <a:pt x="213" y="85569"/>
                    <a:pt x="709" y="86284"/>
                    <a:pt x="1949" y="86284"/>
                  </a:cubicBezTo>
                  <a:cubicBezTo>
                    <a:pt x="2693" y="86284"/>
                    <a:pt x="2817" y="86165"/>
                    <a:pt x="4429" y="84615"/>
                  </a:cubicBezTo>
                  <a:cubicBezTo>
                    <a:pt x="5793" y="83184"/>
                    <a:pt x="9017" y="79369"/>
                    <a:pt x="10381" y="77938"/>
                  </a:cubicBezTo>
                  <a:cubicBezTo>
                    <a:pt x="16952" y="84853"/>
                    <a:pt x="26624" y="86284"/>
                    <a:pt x="34064" y="86284"/>
                  </a:cubicBezTo>
                  <a:cubicBezTo>
                    <a:pt x="52787" y="86284"/>
                    <a:pt x="67914" y="70785"/>
                    <a:pt x="67914" y="56716"/>
                  </a:cubicBezTo>
                  <a:cubicBezTo>
                    <a:pt x="67914" y="51470"/>
                    <a:pt x="65682" y="46701"/>
                    <a:pt x="62954" y="43959"/>
                  </a:cubicBezTo>
                  <a:cubicBezTo>
                    <a:pt x="58615" y="39667"/>
                    <a:pt x="56755" y="39190"/>
                    <a:pt x="40759" y="35613"/>
                  </a:cubicBezTo>
                  <a:cubicBezTo>
                    <a:pt x="38155" y="35017"/>
                    <a:pt x="34064" y="34063"/>
                    <a:pt x="32948" y="33706"/>
                  </a:cubicBezTo>
                  <a:cubicBezTo>
                    <a:pt x="29848" y="32632"/>
                    <a:pt x="24640" y="29652"/>
                    <a:pt x="24640" y="22856"/>
                  </a:cubicBezTo>
                  <a:cubicBezTo>
                    <a:pt x="24640" y="13437"/>
                    <a:pt x="35676" y="3899"/>
                    <a:pt x="48571" y="3899"/>
                  </a:cubicBezTo>
                  <a:cubicBezTo>
                    <a:pt x="61962" y="3899"/>
                    <a:pt x="68410" y="11172"/>
                    <a:pt x="68410" y="22498"/>
                  </a:cubicBezTo>
                  <a:cubicBezTo>
                    <a:pt x="68410" y="24048"/>
                    <a:pt x="67914" y="26790"/>
                    <a:pt x="67914" y="27863"/>
                  </a:cubicBezTo>
                  <a:cubicBezTo>
                    <a:pt x="67914" y="29533"/>
                    <a:pt x="69402" y="29533"/>
                    <a:pt x="70022" y="29533"/>
                  </a:cubicBezTo>
                  <a:cubicBezTo>
                    <a:pt x="71882" y="29533"/>
                    <a:pt x="72006" y="28936"/>
                    <a:pt x="72502" y="26910"/>
                  </a:cubicBezTo>
                  <a:lnTo>
                    <a:pt x="78950" y="1634"/>
                  </a:lnTo>
                  <a:close/>
                </a:path>
              </a:pathLst>
            </a:custGeom>
            <a:solidFill>
              <a:srgbClr val="000000"/>
            </a:solidFill>
            <a:ln w="1778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83" name="任意形状 282">
              <a:extLst>
                <a:ext uri="{FF2B5EF4-FFF2-40B4-BE49-F238E27FC236}">
                  <a16:creationId xmlns:a16="http://schemas.microsoft.com/office/drawing/2014/main" id="{752C9791-ED34-20A7-63C6-F7E58206E7FF}"/>
                </a:ext>
              </a:extLst>
            </p:cNvPr>
            <p:cNvSpPr/>
            <p:nvPr>
              <p:custDataLst>
                <p:tags r:id="rId204"/>
              </p:custDataLst>
            </p:nvPr>
          </p:nvSpPr>
          <p:spPr>
            <a:xfrm>
              <a:off x="6421735" y="3951314"/>
              <a:ext cx="42778" cy="40451"/>
            </a:xfrm>
            <a:custGeom>
              <a:avLst/>
              <a:gdLst>
                <a:gd name="connsiteX0" fmla="*/ 11643 w 42778"/>
                <a:gd name="connsiteY0" fmla="*/ 19927 h 40451"/>
                <a:gd name="connsiteX1" fmla="*/ 21386 w 42778"/>
                <a:gd name="connsiteY1" fmla="*/ 21290 h 40451"/>
                <a:gd name="connsiteX2" fmla="*/ 30597 w 42778"/>
                <a:gd name="connsiteY2" fmla="*/ 17798 h 40451"/>
                <a:gd name="connsiteX3" fmla="*/ 22448 w 42778"/>
                <a:gd name="connsiteY3" fmla="*/ 14818 h 40451"/>
                <a:gd name="connsiteX4" fmla="*/ 12529 w 42778"/>
                <a:gd name="connsiteY4" fmla="*/ 16351 h 40451"/>
                <a:gd name="connsiteX5" fmla="*/ 11732 w 42778"/>
                <a:gd name="connsiteY5" fmla="*/ 16521 h 40451"/>
                <a:gd name="connsiteX6" fmla="*/ 8189 w 42778"/>
                <a:gd name="connsiteY6" fmla="*/ 12433 h 40451"/>
                <a:gd name="connsiteX7" fmla="*/ 27320 w 42778"/>
                <a:gd name="connsiteY7" fmla="*/ 5365 h 40451"/>
                <a:gd name="connsiteX8" fmla="*/ 37859 w 42778"/>
                <a:gd name="connsiteY8" fmla="*/ 7749 h 40451"/>
                <a:gd name="connsiteX9" fmla="*/ 39896 w 42778"/>
                <a:gd name="connsiteY9" fmla="*/ 8431 h 40451"/>
                <a:gd name="connsiteX10" fmla="*/ 42996 w 42778"/>
                <a:gd name="connsiteY10" fmla="*/ 5450 h 40451"/>
                <a:gd name="connsiteX11" fmla="*/ 41136 w 42778"/>
                <a:gd name="connsiteY11" fmla="*/ 3151 h 40451"/>
                <a:gd name="connsiteX12" fmla="*/ 28471 w 42778"/>
                <a:gd name="connsiteY12" fmla="*/ 85 h 40451"/>
                <a:gd name="connsiteX13" fmla="*/ 4469 w 42778"/>
                <a:gd name="connsiteY13" fmla="*/ 12518 h 40451"/>
                <a:gd name="connsiteX14" fmla="*/ 8189 w 42778"/>
                <a:gd name="connsiteY14" fmla="*/ 18224 h 40451"/>
                <a:gd name="connsiteX15" fmla="*/ 218 w 42778"/>
                <a:gd name="connsiteY15" fmla="*/ 28955 h 40451"/>
                <a:gd name="connsiteX16" fmla="*/ 18994 w 42778"/>
                <a:gd name="connsiteY16" fmla="*/ 40536 h 40451"/>
                <a:gd name="connsiteX17" fmla="*/ 32014 w 42778"/>
                <a:gd name="connsiteY17" fmla="*/ 38152 h 40451"/>
                <a:gd name="connsiteX18" fmla="*/ 39276 w 42778"/>
                <a:gd name="connsiteY18" fmla="*/ 31254 h 40451"/>
                <a:gd name="connsiteX19" fmla="*/ 37859 w 42778"/>
                <a:gd name="connsiteY19" fmla="*/ 29806 h 40451"/>
                <a:gd name="connsiteX20" fmla="*/ 36442 w 42778"/>
                <a:gd name="connsiteY20" fmla="*/ 30913 h 40451"/>
                <a:gd name="connsiteX21" fmla="*/ 20411 w 42778"/>
                <a:gd name="connsiteY21" fmla="*/ 35256 h 40451"/>
                <a:gd name="connsiteX22" fmla="*/ 4026 w 42778"/>
                <a:gd name="connsiteY22" fmla="*/ 28529 h 40451"/>
                <a:gd name="connsiteX23" fmla="*/ 11643 w 42778"/>
                <a:gd name="connsiteY23" fmla="*/ 19927 h 40451"/>
                <a:gd name="connsiteX24" fmla="*/ 26080 w 42778"/>
                <a:gd name="connsiteY24" fmla="*/ 18139 h 40451"/>
                <a:gd name="connsiteX25" fmla="*/ 21474 w 42778"/>
                <a:gd name="connsiteY25" fmla="*/ 18395 h 40451"/>
                <a:gd name="connsiteX26" fmla="*/ 17046 w 42778"/>
                <a:gd name="connsiteY26" fmla="*/ 18224 h 40451"/>
                <a:gd name="connsiteX27" fmla="*/ 22271 w 42778"/>
                <a:gd name="connsiteY27" fmla="*/ 17713 h 40451"/>
                <a:gd name="connsiteX28" fmla="*/ 26080 w 42778"/>
                <a:gd name="connsiteY28" fmla="*/ 18054 h 40451"/>
                <a:gd name="connsiteX29" fmla="*/ 26080 w 42778"/>
                <a:gd name="connsiteY29" fmla="*/ 18139 h 404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42778" h="40451">
                  <a:moveTo>
                    <a:pt x="11643" y="19927"/>
                  </a:moveTo>
                  <a:cubicBezTo>
                    <a:pt x="15629" y="21290"/>
                    <a:pt x="18374" y="21290"/>
                    <a:pt x="21386" y="21290"/>
                  </a:cubicBezTo>
                  <a:cubicBezTo>
                    <a:pt x="24751" y="21290"/>
                    <a:pt x="30597" y="21290"/>
                    <a:pt x="30597" y="17798"/>
                  </a:cubicBezTo>
                  <a:cubicBezTo>
                    <a:pt x="30597" y="15158"/>
                    <a:pt x="26611" y="14818"/>
                    <a:pt x="22448" y="14818"/>
                  </a:cubicBezTo>
                  <a:cubicBezTo>
                    <a:pt x="19791" y="14818"/>
                    <a:pt x="16426" y="15073"/>
                    <a:pt x="12529" y="16351"/>
                  </a:cubicBezTo>
                  <a:cubicBezTo>
                    <a:pt x="11997" y="16521"/>
                    <a:pt x="11820" y="16521"/>
                    <a:pt x="11732" y="16521"/>
                  </a:cubicBezTo>
                  <a:cubicBezTo>
                    <a:pt x="11555" y="16521"/>
                    <a:pt x="8189" y="15244"/>
                    <a:pt x="8189" y="12433"/>
                  </a:cubicBezTo>
                  <a:cubicBezTo>
                    <a:pt x="8189" y="7834"/>
                    <a:pt x="18197" y="5365"/>
                    <a:pt x="27320" y="5365"/>
                  </a:cubicBezTo>
                  <a:cubicBezTo>
                    <a:pt x="29091" y="5365"/>
                    <a:pt x="33342" y="5365"/>
                    <a:pt x="37859" y="7749"/>
                  </a:cubicBezTo>
                  <a:cubicBezTo>
                    <a:pt x="39011" y="8345"/>
                    <a:pt x="39188" y="8431"/>
                    <a:pt x="39896" y="8431"/>
                  </a:cubicBezTo>
                  <a:cubicBezTo>
                    <a:pt x="41490" y="8431"/>
                    <a:pt x="42996" y="6983"/>
                    <a:pt x="42996" y="5450"/>
                  </a:cubicBezTo>
                  <a:cubicBezTo>
                    <a:pt x="42996" y="4002"/>
                    <a:pt x="42022" y="3576"/>
                    <a:pt x="41136" y="3151"/>
                  </a:cubicBezTo>
                  <a:cubicBezTo>
                    <a:pt x="38391" y="1703"/>
                    <a:pt x="34405" y="85"/>
                    <a:pt x="28471" y="85"/>
                  </a:cubicBezTo>
                  <a:cubicBezTo>
                    <a:pt x="16603" y="85"/>
                    <a:pt x="4469" y="5365"/>
                    <a:pt x="4469" y="12518"/>
                  </a:cubicBezTo>
                  <a:cubicBezTo>
                    <a:pt x="4469" y="14988"/>
                    <a:pt x="5975" y="16947"/>
                    <a:pt x="8189" y="18224"/>
                  </a:cubicBezTo>
                  <a:cubicBezTo>
                    <a:pt x="2255" y="21545"/>
                    <a:pt x="218" y="25804"/>
                    <a:pt x="218" y="28955"/>
                  </a:cubicBezTo>
                  <a:cubicBezTo>
                    <a:pt x="218" y="34745"/>
                    <a:pt x="6595" y="40536"/>
                    <a:pt x="18994" y="40536"/>
                  </a:cubicBezTo>
                  <a:cubicBezTo>
                    <a:pt x="23511" y="40536"/>
                    <a:pt x="28382" y="39855"/>
                    <a:pt x="32014" y="38152"/>
                  </a:cubicBezTo>
                  <a:cubicBezTo>
                    <a:pt x="37151" y="35767"/>
                    <a:pt x="39276" y="32191"/>
                    <a:pt x="39276" y="31254"/>
                  </a:cubicBezTo>
                  <a:cubicBezTo>
                    <a:pt x="39276" y="30402"/>
                    <a:pt x="38479" y="29806"/>
                    <a:pt x="37859" y="29806"/>
                  </a:cubicBezTo>
                  <a:cubicBezTo>
                    <a:pt x="37151" y="29806"/>
                    <a:pt x="36885" y="30232"/>
                    <a:pt x="36442" y="30913"/>
                  </a:cubicBezTo>
                  <a:cubicBezTo>
                    <a:pt x="33874" y="34405"/>
                    <a:pt x="29357" y="35256"/>
                    <a:pt x="20411" y="35256"/>
                  </a:cubicBezTo>
                  <a:cubicBezTo>
                    <a:pt x="17134" y="35256"/>
                    <a:pt x="4026" y="35256"/>
                    <a:pt x="4026" y="28529"/>
                  </a:cubicBezTo>
                  <a:cubicBezTo>
                    <a:pt x="4026" y="25633"/>
                    <a:pt x="6860" y="22142"/>
                    <a:pt x="11643" y="19927"/>
                  </a:cubicBezTo>
                  <a:close/>
                  <a:moveTo>
                    <a:pt x="26080" y="18139"/>
                  </a:moveTo>
                  <a:cubicBezTo>
                    <a:pt x="24840" y="18395"/>
                    <a:pt x="23334" y="18395"/>
                    <a:pt x="21474" y="18395"/>
                  </a:cubicBezTo>
                  <a:cubicBezTo>
                    <a:pt x="20146" y="18395"/>
                    <a:pt x="18286" y="18395"/>
                    <a:pt x="17046" y="18224"/>
                  </a:cubicBezTo>
                  <a:cubicBezTo>
                    <a:pt x="17577" y="18139"/>
                    <a:pt x="19349" y="17713"/>
                    <a:pt x="22271" y="17713"/>
                  </a:cubicBezTo>
                  <a:cubicBezTo>
                    <a:pt x="23688" y="17713"/>
                    <a:pt x="24840" y="17884"/>
                    <a:pt x="26080" y="18054"/>
                  </a:cubicBezTo>
                  <a:lnTo>
                    <a:pt x="26080" y="18139"/>
                  </a:lnTo>
                  <a:close/>
                </a:path>
              </a:pathLst>
            </a:custGeom>
            <a:solidFill>
              <a:srgbClr val="000000"/>
            </a:solidFill>
            <a:ln w="1778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84" name="任意形状 283">
              <a:extLst>
                <a:ext uri="{FF2B5EF4-FFF2-40B4-BE49-F238E27FC236}">
                  <a16:creationId xmlns:a16="http://schemas.microsoft.com/office/drawing/2014/main" id="{717B2864-4A5A-4FEF-79BF-B124E6916FDB}"/>
                </a:ext>
              </a:extLst>
            </p:cNvPr>
            <p:cNvSpPr/>
            <p:nvPr>
              <p:custDataLst>
                <p:tags r:id="rId205"/>
              </p:custDataLst>
            </p:nvPr>
          </p:nvSpPr>
          <p:spPr>
            <a:xfrm>
              <a:off x="6496545" y="3883441"/>
              <a:ext cx="32238" cy="119106"/>
            </a:xfrm>
            <a:custGeom>
              <a:avLst/>
              <a:gdLst>
                <a:gd name="connsiteX0" fmla="*/ 29981 w 32238"/>
                <a:gd name="connsiteY0" fmla="*/ 84 h 119106"/>
                <a:gd name="connsiteX1" fmla="*/ 222 w 32238"/>
                <a:gd name="connsiteY1" fmla="*/ 59578 h 119106"/>
                <a:gd name="connsiteX2" fmla="*/ 29981 w 32238"/>
                <a:gd name="connsiteY2" fmla="*/ 119191 h 119106"/>
                <a:gd name="connsiteX3" fmla="*/ 32460 w 32238"/>
                <a:gd name="connsiteY3" fmla="*/ 117760 h 119106"/>
                <a:gd name="connsiteX4" fmla="*/ 31220 w 32238"/>
                <a:gd name="connsiteY4" fmla="*/ 115971 h 119106"/>
                <a:gd name="connsiteX5" fmla="*/ 8653 w 32238"/>
                <a:gd name="connsiteY5" fmla="*/ 59697 h 119106"/>
                <a:gd name="connsiteX6" fmla="*/ 31592 w 32238"/>
                <a:gd name="connsiteY6" fmla="*/ 2945 h 119106"/>
                <a:gd name="connsiteX7" fmla="*/ 32460 w 32238"/>
                <a:gd name="connsiteY7" fmla="*/ 1515 h 119106"/>
                <a:gd name="connsiteX8" fmla="*/ 29981 w 32238"/>
                <a:gd name="connsiteY8" fmla="*/ 84 h 1191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2238" h="119106">
                  <a:moveTo>
                    <a:pt x="29981" y="84"/>
                  </a:moveTo>
                  <a:cubicBezTo>
                    <a:pt x="6421" y="16060"/>
                    <a:pt x="222" y="41336"/>
                    <a:pt x="222" y="59578"/>
                  </a:cubicBezTo>
                  <a:cubicBezTo>
                    <a:pt x="222" y="76388"/>
                    <a:pt x="5430" y="102499"/>
                    <a:pt x="29981" y="119191"/>
                  </a:cubicBezTo>
                  <a:cubicBezTo>
                    <a:pt x="30972" y="119191"/>
                    <a:pt x="32460" y="119191"/>
                    <a:pt x="32460" y="117760"/>
                  </a:cubicBezTo>
                  <a:cubicBezTo>
                    <a:pt x="32460" y="117044"/>
                    <a:pt x="32088" y="116806"/>
                    <a:pt x="31220" y="115971"/>
                  </a:cubicBezTo>
                  <a:cubicBezTo>
                    <a:pt x="14729" y="101664"/>
                    <a:pt x="8653" y="81396"/>
                    <a:pt x="8653" y="59697"/>
                  </a:cubicBezTo>
                  <a:cubicBezTo>
                    <a:pt x="8653" y="27506"/>
                    <a:pt x="21425" y="11768"/>
                    <a:pt x="31592" y="2945"/>
                  </a:cubicBezTo>
                  <a:cubicBezTo>
                    <a:pt x="32088" y="2468"/>
                    <a:pt x="32460" y="2111"/>
                    <a:pt x="32460" y="1515"/>
                  </a:cubicBezTo>
                  <a:cubicBezTo>
                    <a:pt x="32460" y="84"/>
                    <a:pt x="30972" y="84"/>
                    <a:pt x="29981" y="84"/>
                  </a:cubicBezTo>
                  <a:close/>
                </a:path>
              </a:pathLst>
            </a:custGeom>
            <a:solidFill>
              <a:srgbClr val="000000"/>
            </a:solidFill>
            <a:ln w="1778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85" name="任意形状 284">
              <a:extLst>
                <a:ext uri="{FF2B5EF4-FFF2-40B4-BE49-F238E27FC236}">
                  <a16:creationId xmlns:a16="http://schemas.microsoft.com/office/drawing/2014/main" id="{3E59AF1F-82A1-C78D-786C-983B04D8DA2E}"/>
                </a:ext>
              </a:extLst>
            </p:cNvPr>
            <p:cNvSpPr/>
            <p:nvPr>
              <p:custDataLst>
                <p:tags r:id="rId206"/>
              </p:custDataLst>
            </p:nvPr>
          </p:nvSpPr>
          <p:spPr>
            <a:xfrm>
              <a:off x="6546816" y="3891429"/>
              <a:ext cx="132178" cy="81431"/>
            </a:xfrm>
            <a:custGeom>
              <a:avLst/>
              <a:gdLst>
                <a:gd name="connsiteX0" fmla="*/ 117648 w 132178"/>
                <a:gd name="connsiteY0" fmla="*/ 9741 h 81431"/>
                <a:gd name="connsiteX1" fmla="*/ 128188 w 132178"/>
                <a:gd name="connsiteY1" fmla="*/ 4376 h 81431"/>
                <a:gd name="connsiteX2" fmla="*/ 132404 w 132178"/>
                <a:gd name="connsiteY2" fmla="*/ 1872 h 81431"/>
                <a:gd name="connsiteX3" fmla="*/ 128684 w 132178"/>
                <a:gd name="connsiteY3" fmla="*/ 84 h 81431"/>
                <a:gd name="connsiteX4" fmla="*/ 111820 w 132178"/>
                <a:gd name="connsiteY4" fmla="*/ 84 h 81431"/>
                <a:gd name="connsiteX5" fmla="*/ 106489 w 132178"/>
                <a:gd name="connsiteY5" fmla="*/ 2468 h 81431"/>
                <a:gd name="connsiteX6" fmla="*/ 58626 w 132178"/>
                <a:gd name="connsiteY6" fmla="*/ 70427 h 81431"/>
                <a:gd name="connsiteX7" fmla="*/ 46351 w 132178"/>
                <a:gd name="connsiteY7" fmla="*/ 3303 h 81431"/>
                <a:gd name="connsiteX8" fmla="*/ 42011 w 132178"/>
                <a:gd name="connsiteY8" fmla="*/ 84 h 81431"/>
                <a:gd name="connsiteX9" fmla="*/ 24280 w 132178"/>
                <a:gd name="connsiteY9" fmla="*/ 84 h 81431"/>
                <a:gd name="connsiteX10" fmla="*/ 20188 w 132178"/>
                <a:gd name="connsiteY10" fmla="*/ 2707 h 81431"/>
                <a:gd name="connsiteX11" fmla="*/ 24404 w 132178"/>
                <a:gd name="connsiteY11" fmla="*/ 4376 h 81431"/>
                <a:gd name="connsiteX12" fmla="*/ 29116 w 132178"/>
                <a:gd name="connsiteY12" fmla="*/ 4614 h 81431"/>
                <a:gd name="connsiteX13" fmla="*/ 31844 w 132178"/>
                <a:gd name="connsiteY13" fmla="*/ 6284 h 81431"/>
                <a:gd name="connsiteX14" fmla="*/ 31348 w 132178"/>
                <a:gd name="connsiteY14" fmla="*/ 8907 h 81431"/>
                <a:gd name="connsiteX15" fmla="*/ 15724 w 132178"/>
                <a:gd name="connsiteY15" fmla="*/ 68758 h 81431"/>
                <a:gd name="connsiteX16" fmla="*/ 2829 w 132178"/>
                <a:gd name="connsiteY16" fmla="*/ 77223 h 81431"/>
                <a:gd name="connsiteX17" fmla="*/ 225 w 132178"/>
                <a:gd name="connsiteY17" fmla="*/ 79846 h 81431"/>
                <a:gd name="connsiteX18" fmla="*/ 2085 w 132178"/>
                <a:gd name="connsiteY18" fmla="*/ 81515 h 81431"/>
                <a:gd name="connsiteX19" fmla="*/ 14980 w 132178"/>
                <a:gd name="connsiteY19" fmla="*/ 81038 h 81431"/>
                <a:gd name="connsiteX20" fmla="*/ 28124 w 132178"/>
                <a:gd name="connsiteY20" fmla="*/ 81515 h 81431"/>
                <a:gd name="connsiteX21" fmla="*/ 30604 w 132178"/>
                <a:gd name="connsiteY21" fmla="*/ 78892 h 81431"/>
                <a:gd name="connsiteX22" fmla="*/ 27876 w 132178"/>
                <a:gd name="connsiteY22" fmla="*/ 77223 h 81431"/>
                <a:gd name="connsiteX23" fmla="*/ 19940 w 132178"/>
                <a:gd name="connsiteY23" fmla="*/ 72216 h 81431"/>
                <a:gd name="connsiteX24" fmla="*/ 20436 w 132178"/>
                <a:gd name="connsiteY24" fmla="*/ 69235 h 81431"/>
                <a:gd name="connsiteX25" fmla="*/ 36927 w 132178"/>
                <a:gd name="connsiteY25" fmla="*/ 5807 h 81431"/>
                <a:gd name="connsiteX26" fmla="*/ 37051 w 132178"/>
                <a:gd name="connsiteY26" fmla="*/ 5807 h 81431"/>
                <a:gd name="connsiteX27" fmla="*/ 50319 w 132178"/>
                <a:gd name="connsiteY27" fmla="*/ 78296 h 81431"/>
                <a:gd name="connsiteX28" fmla="*/ 52799 w 132178"/>
                <a:gd name="connsiteY28" fmla="*/ 81515 h 81431"/>
                <a:gd name="connsiteX29" fmla="*/ 56395 w 132178"/>
                <a:gd name="connsiteY29" fmla="*/ 78892 h 81431"/>
                <a:gd name="connsiteX30" fmla="*/ 108472 w 132178"/>
                <a:gd name="connsiteY30" fmla="*/ 4614 h 81431"/>
                <a:gd name="connsiteX31" fmla="*/ 108596 w 132178"/>
                <a:gd name="connsiteY31" fmla="*/ 4734 h 81431"/>
                <a:gd name="connsiteX32" fmla="*/ 91113 w 132178"/>
                <a:gd name="connsiteY32" fmla="*/ 72216 h 81431"/>
                <a:gd name="connsiteX33" fmla="*/ 80202 w 132178"/>
                <a:gd name="connsiteY33" fmla="*/ 77223 h 81431"/>
                <a:gd name="connsiteX34" fmla="*/ 76482 w 132178"/>
                <a:gd name="connsiteY34" fmla="*/ 79846 h 81431"/>
                <a:gd name="connsiteX35" fmla="*/ 78466 w 132178"/>
                <a:gd name="connsiteY35" fmla="*/ 81515 h 81431"/>
                <a:gd name="connsiteX36" fmla="*/ 86153 w 132178"/>
                <a:gd name="connsiteY36" fmla="*/ 81157 h 81431"/>
                <a:gd name="connsiteX37" fmla="*/ 93965 w 132178"/>
                <a:gd name="connsiteY37" fmla="*/ 81038 h 81431"/>
                <a:gd name="connsiteX38" fmla="*/ 109712 w 132178"/>
                <a:gd name="connsiteY38" fmla="*/ 81515 h 81431"/>
                <a:gd name="connsiteX39" fmla="*/ 112316 w 132178"/>
                <a:gd name="connsiteY39" fmla="*/ 78892 h 81431"/>
                <a:gd name="connsiteX40" fmla="*/ 108348 w 132178"/>
                <a:gd name="connsiteY40" fmla="*/ 77223 h 81431"/>
                <a:gd name="connsiteX41" fmla="*/ 103637 w 132178"/>
                <a:gd name="connsiteY41" fmla="*/ 76985 h 81431"/>
                <a:gd name="connsiteX42" fmla="*/ 100785 w 132178"/>
                <a:gd name="connsiteY42" fmla="*/ 75196 h 81431"/>
                <a:gd name="connsiteX43" fmla="*/ 101281 w 132178"/>
                <a:gd name="connsiteY43" fmla="*/ 72573 h 81431"/>
                <a:gd name="connsiteX44" fmla="*/ 117648 w 132178"/>
                <a:gd name="connsiteY44" fmla="*/ 9741 h 814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132178" h="81431">
                  <a:moveTo>
                    <a:pt x="117648" y="9741"/>
                  </a:moveTo>
                  <a:cubicBezTo>
                    <a:pt x="118764" y="5330"/>
                    <a:pt x="119012" y="4376"/>
                    <a:pt x="128188" y="4376"/>
                  </a:cubicBezTo>
                  <a:cubicBezTo>
                    <a:pt x="130792" y="4376"/>
                    <a:pt x="132404" y="4376"/>
                    <a:pt x="132404" y="1872"/>
                  </a:cubicBezTo>
                  <a:cubicBezTo>
                    <a:pt x="132404" y="84"/>
                    <a:pt x="130916" y="84"/>
                    <a:pt x="128684" y="84"/>
                  </a:cubicBezTo>
                  <a:lnTo>
                    <a:pt x="111820" y="84"/>
                  </a:lnTo>
                  <a:cubicBezTo>
                    <a:pt x="108224" y="84"/>
                    <a:pt x="108101" y="203"/>
                    <a:pt x="106489" y="2468"/>
                  </a:cubicBezTo>
                  <a:lnTo>
                    <a:pt x="58626" y="70427"/>
                  </a:lnTo>
                  <a:lnTo>
                    <a:pt x="46351" y="3303"/>
                  </a:lnTo>
                  <a:cubicBezTo>
                    <a:pt x="45731" y="203"/>
                    <a:pt x="45731" y="84"/>
                    <a:pt x="42011" y="84"/>
                  </a:cubicBezTo>
                  <a:lnTo>
                    <a:pt x="24280" y="84"/>
                  </a:lnTo>
                  <a:cubicBezTo>
                    <a:pt x="21800" y="84"/>
                    <a:pt x="20188" y="84"/>
                    <a:pt x="20188" y="2707"/>
                  </a:cubicBezTo>
                  <a:cubicBezTo>
                    <a:pt x="20188" y="4376"/>
                    <a:pt x="21676" y="4376"/>
                    <a:pt x="24404" y="4376"/>
                  </a:cubicBezTo>
                  <a:cubicBezTo>
                    <a:pt x="26388" y="4376"/>
                    <a:pt x="26884" y="4376"/>
                    <a:pt x="29116" y="4614"/>
                  </a:cubicBezTo>
                  <a:cubicBezTo>
                    <a:pt x="31596" y="4853"/>
                    <a:pt x="31844" y="5091"/>
                    <a:pt x="31844" y="6284"/>
                  </a:cubicBezTo>
                  <a:cubicBezTo>
                    <a:pt x="31844" y="6403"/>
                    <a:pt x="31844" y="7118"/>
                    <a:pt x="31348" y="8907"/>
                  </a:cubicBezTo>
                  <a:lnTo>
                    <a:pt x="15724" y="68758"/>
                  </a:lnTo>
                  <a:cubicBezTo>
                    <a:pt x="14608" y="72812"/>
                    <a:pt x="12748" y="76865"/>
                    <a:pt x="2829" y="77223"/>
                  </a:cubicBezTo>
                  <a:cubicBezTo>
                    <a:pt x="1837" y="77223"/>
                    <a:pt x="225" y="77342"/>
                    <a:pt x="225" y="79846"/>
                  </a:cubicBezTo>
                  <a:cubicBezTo>
                    <a:pt x="225" y="79965"/>
                    <a:pt x="349" y="81515"/>
                    <a:pt x="2085" y="81515"/>
                  </a:cubicBezTo>
                  <a:cubicBezTo>
                    <a:pt x="5805" y="81515"/>
                    <a:pt x="11012" y="81038"/>
                    <a:pt x="14980" y="81038"/>
                  </a:cubicBezTo>
                  <a:cubicBezTo>
                    <a:pt x="17956" y="81038"/>
                    <a:pt x="25148" y="81515"/>
                    <a:pt x="28124" y="81515"/>
                  </a:cubicBezTo>
                  <a:cubicBezTo>
                    <a:pt x="28744" y="81515"/>
                    <a:pt x="30604" y="81515"/>
                    <a:pt x="30604" y="78892"/>
                  </a:cubicBezTo>
                  <a:cubicBezTo>
                    <a:pt x="30604" y="77342"/>
                    <a:pt x="28992" y="77223"/>
                    <a:pt x="27876" y="77223"/>
                  </a:cubicBezTo>
                  <a:cubicBezTo>
                    <a:pt x="19940" y="76985"/>
                    <a:pt x="19940" y="73885"/>
                    <a:pt x="19940" y="72216"/>
                  </a:cubicBezTo>
                  <a:cubicBezTo>
                    <a:pt x="19940" y="71739"/>
                    <a:pt x="19940" y="71142"/>
                    <a:pt x="20436" y="69235"/>
                  </a:cubicBezTo>
                  <a:lnTo>
                    <a:pt x="36927" y="5807"/>
                  </a:lnTo>
                  <a:lnTo>
                    <a:pt x="37051" y="5807"/>
                  </a:lnTo>
                  <a:lnTo>
                    <a:pt x="50319" y="78296"/>
                  </a:lnTo>
                  <a:cubicBezTo>
                    <a:pt x="50691" y="80442"/>
                    <a:pt x="50939" y="81515"/>
                    <a:pt x="52799" y="81515"/>
                  </a:cubicBezTo>
                  <a:cubicBezTo>
                    <a:pt x="54535" y="81515"/>
                    <a:pt x="55527" y="80204"/>
                    <a:pt x="56395" y="78892"/>
                  </a:cubicBezTo>
                  <a:lnTo>
                    <a:pt x="108472" y="4614"/>
                  </a:lnTo>
                  <a:lnTo>
                    <a:pt x="108596" y="4734"/>
                  </a:lnTo>
                  <a:lnTo>
                    <a:pt x="91113" y="72216"/>
                  </a:lnTo>
                  <a:cubicBezTo>
                    <a:pt x="90121" y="76269"/>
                    <a:pt x="89873" y="77223"/>
                    <a:pt x="80202" y="77223"/>
                  </a:cubicBezTo>
                  <a:cubicBezTo>
                    <a:pt x="77970" y="77223"/>
                    <a:pt x="76482" y="77223"/>
                    <a:pt x="76482" y="79846"/>
                  </a:cubicBezTo>
                  <a:cubicBezTo>
                    <a:pt x="76482" y="79965"/>
                    <a:pt x="76482" y="81515"/>
                    <a:pt x="78466" y="81515"/>
                  </a:cubicBezTo>
                  <a:cubicBezTo>
                    <a:pt x="80822" y="81515"/>
                    <a:pt x="83673" y="81157"/>
                    <a:pt x="86153" y="81157"/>
                  </a:cubicBezTo>
                  <a:cubicBezTo>
                    <a:pt x="88633" y="81157"/>
                    <a:pt x="91485" y="81038"/>
                    <a:pt x="93965" y="81038"/>
                  </a:cubicBezTo>
                  <a:cubicBezTo>
                    <a:pt x="97437" y="81038"/>
                    <a:pt x="106241" y="81515"/>
                    <a:pt x="109712" y="81515"/>
                  </a:cubicBezTo>
                  <a:cubicBezTo>
                    <a:pt x="110456" y="81515"/>
                    <a:pt x="112316" y="81515"/>
                    <a:pt x="112316" y="78892"/>
                  </a:cubicBezTo>
                  <a:cubicBezTo>
                    <a:pt x="112316" y="77223"/>
                    <a:pt x="110828" y="77223"/>
                    <a:pt x="108348" y="77223"/>
                  </a:cubicBezTo>
                  <a:cubicBezTo>
                    <a:pt x="108224" y="77223"/>
                    <a:pt x="105869" y="77223"/>
                    <a:pt x="103637" y="76985"/>
                  </a:cubicBezTo>
                  <a:cubicBezTo>
                    <a:pt x="100785" y="76746"/>
                    <a:pt x="100785" y="76388"/>
                    <a:pt x="100785" y="75196"/>
                  </a:cubicBezTo>
                  <a:cubicBezTo>
                    <a:pt x="100785" y="74481"/>
                    <a:pt x="101157" y="73289"/>
                    <a:pt x="101281" y="72573"/>
                  </a:cubicBezTo>
                  <a:lnTo>
                    <a:pt x="117648" y="9741"/>
                  </a:lnTo>
                  <a:close/>
                </a:path>
              </a:pathLst>
            </a:custGeom>
            <a:solidFill>
              <a:srgbClr val="000000"/>
            </a:solidFill>
            <a:ln w="1778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86" name="任意形状 285">
              <a:extLst>
                <a:ext uri="{FF2B5EF4-FFF2-40B4-BE49-F238E27FC236}">
                  <a16:creationId xmlns:a16="http://schemas.microsoft.com/office/drawing/2014/main" id="{B176BF13-539B-B551-A35C-97AC61B28AEF}"/>
                </a:ext>
              </a:extLst>
            </p:cNvPr>
            <p:cNvSpPr/>
            <p:nvPr>
              <p:custDataLst>
                <p:tags r:id="rId207"/>
              </p:custDataLst>
            </p:nvPr>
          </p:nvSpPr>
          <p:spPr>
            <a:xfrm>
              <a:off x="6698328" y="3892194"/>
              <a:ext cx="40564" cy="36704"/>
            </a:xfrm>
            <a:custGeom>
              <a:avLst/>
              <a:gdLst>
                <a:gd name="connsiteX0" fmla="*/ 22021 w 40564"/>
                <a:gd name="connsiteY0" fmla="*/ 16177 h 36704"/>
                <a:gd name="connsiteX1" fmla="*/ 23615 w 40564"/>
                <a:gd name="connsiteY1" fmla="*/ 2807 h 36704"/>
                <a:gd name="connsiteX2" fmla="*/ 20515 w 40564"/>
                <a:gd name="connsiteY2" fmla="*/ 81 h 36704"/>
                <a:gd name="connsiteX3" fmla="*/ 17415 w 40564"/>
                <a:gd name="connsiteY3" fmla="*/ 2721 h 36704"/>
                <a:gd name="connsiteX4" fmla="*/ 19010 w 40564"/>
                <a:gd name="connsiteY4" fmla="*/ 16177 h 36704"/>
                <a:gd name="connsiteX5" fmla="*/ 5282 w 40564"/>
                <a:gd name="connsiteY5" fmla="*/ 8257 h 36704"/>
                <a:gd name="connsiteX6" fmla="*/ 3244 w 40564"/>
                <a:gd name="connsiteY6" fmla="*/ 7490 h 36704"/>
                <a:gd name="connsiteX7" fmla="*/ 233 w 40564"/>
                <a:gd name="connsiteY7" fmla="*/ 10641 h 36704"/>
                <a:gd name="connsiteX8" fmla="*/ 2093 w 40564"/>
                <a:gd name="connsiteY8" fmla="*/ 13196 h 36704"/>
                <a:gd name="connsiteX9" fmla="*/ 16973 w 40564"/>
                <a:gd name="connsiteY9" fmla="*/ 18391 h 36704"/>
                <a:gd name="connsiteX10" fmla="*/ 2359 w 40564"/>
                <a:gd name="connsiteY10" fmla="*/ 23586 h 36704"/>
                <a:gd name="connsiteX11" fmla="*/ 233 w 40564"/>
                <a:gd name="connsiteY11" fmla="*/ 26226 h 36704"/>
                <a:gd name="connsiteX12" fmla="*/ 3244 w 40564"/>
                <a:gd name="connsiteY12" fmla="*/ 29377 h 36704"/>
                <a:gd name="connsiteX13" fmla="*/ 19010 w 40564"/>
                <a:gd name="connsiteY13" fmla="*/ 20690 h 36704"/>
                <a:gd name="connsiteX14" fmla="*/ 17415 w 40564"/>
                <a:gd name="connsiteY14" fmla="*/ 34146 h 36704"/>
                <a:gd name="connsiteX15" fmla="*/ 20515 w 40564"/>
                <a:gd name="connsiteY15" fmla="*/ 36786 h 36704"/>
                <a:gd name="connsiteX16" fmla="*/ 23615 w 40564"/>
                <a:gd name="connsiteY16" fmla="*/ 34061 h 36704"/>
                <a:gd name="connsiteX17" fmla="*/ 22021 w 40564"/>
                <a:gd name="connsiteY17" fmla="*/ 20690 h 36704"/>
                <a:gd name="connsiteX18" fmla="*/ 36015 w 40564"/>
                <a:gd name="connsiteY18" fmla="*/ 28781 h 36704"/>
                <a:gd name="connsiteX19" fmla="*/ 37786 w 40564"/>
                <a:gd name="connsiteY19" fmla="*/ 29377 h 36704"/>
                <a:gd name="connsiteX20" fmla="*/ 40797 w 40564"/>
                <a:gd name="connsiteY20" fmla="*/ 26226 h 36704"/>
                <a:gd name="connsiteX21" fmla="*/ 38937 w 40564"/>
                <a:gd name="connsiteY21" fmla="*/ 23671 h 36704"/>
                <a:gd name="connsiteX22" fmla="*/ 24058 w 40564"/>
                <a:gd name="connsiteY22" fmla="*/ 18476 h 36704"/>
                <a:gd name="connsiteX23" fmla="*/ 38672 w 40564"/>
                <a:gd name="connsiteY23" fmla="*/ 13281 h 36704"/>
                <a:gd name="connsiteX24" fmla="*/ 40797 w 40564"/>
                <a:gd name="connsiteY24" fmla="*/ 10641 h 36704"/>
                <a:gd name="connsiteX25" fmla="*/ 37786 w 40564"/>
                <a:gd name="connsiteY25" fmla="*/ 7490 h 36704"/>
                <a:gd name="connsiteX26" fmla="*/ 35749 w 40564"/>
                <a:gd name="connsiteY26" fmla="*/ 8257 h 36704"/>
                <a:gd name="connsiteX27" fmla="*/ 22021 w 40564"/>
                <a:gd name="connsiteY27" fmla="*/ 16177 h 367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40564" h="36704">
                  <a:moveTo>
                    <a:pt x="22021" y="16177"/>
                  </a:moveTo>
                  <a:cubicBezTo>
                    <a:pt x="22198" y="14474"/>
                    <a:pt x="23615" y="3573"/>
                    <a:pt x="23615" y="2807"/>
                  </a:cubicBezTo>
                  <a:cubicBezTo>
                    <a:pt x="23615" y="1274"/>
                    <a:pt x="22287" y="81"/>
                    <a:pt x="20515" y="81"/>
                  </a:cubicBezTo>
                  <a:cubicBezTo>
                    <a:pt x="18655" y="81"/>
                    <a:pt x="17415" y="1444"/>
                    <a:pt x="17415" y="2721"/>
                  </a:cubicBezTo>
                  <a:cubicBezTo>
                    <a:pt x="17415" y="3573"/>
                    <a:pt x="18744" y="14389"/>
                    <a:pt x="19010" y="16177"/>
                  </a:cubicBezTo>
                  <a:lnTo>
                    <a:pt x="5282" y="8257"/>
                  </a:lnTo>
                  <a:cubicBezTo>
                    <a:pt x="4396" y="7746"/>
                    <a:pt x="4042" y="7490"/>
                    <a:pt x="3244" y="7490"/>
                  </a:cubicBezTo>
                  <a:cubicBezTo>
                    <a:pt x="1827" y="7490"/>
                    <a:pt x="233" y="8768"/>
                    <a:pt x="233" y="10641"/>
                  </a:cubicBezTo>
                  <a:cubicBezTo>
                    <a:pt x="233" y="12004"/>
                    <a:pt x="1119" y="12856"/>
                    <a:pt x="2093" y="13196"/>
                  </a:cubicBezTo>
                  <a:cubicBezTo>
                    <a:pt x="6964" y="15070"/>
                    <a:pt x="12013" y="16773"/>
                    <a:pt x="16973" y="18391"/>
                  </a:cubicBezTo>
                  <a:cubicBezTo>
                    <a:pt x="12013" y="20180"/>
                    <a:pt x="3864" y="22990"/>
                    <a:pt x="2359" y="23586"/>
                  </a:cubicBezTo>
                  <a:cubicBezTo>
                    <a:pt x="1739" y="23841"/>
                    <a:pt x="233" y="24352"/>
                    <a:pt x="233" y="26226"/>
                  </a:cubicBezTo>
                  <a:cubicBezTo>
                    <a:pt x="233" y="28100"/>
                    <a:pt x="1827" y="29377"/>
                    <a:pt x="3244" y="29377"/>
                  </a:cubicBezTo>
                  <a:cubicBezTo>
                    <a:pt x="4219" y="29377"/>
                    <a:pt x="6964" y="27759"/>
                    <a:pt x="19010" y="20690"/>
                  </a:cubicBezTo>
                  <a:cubicBezTo>
                    <a:pt x="18744" y="22479"/>
                    <a:pt x="17415" y="33294"/>
                    <a:pt x="17415" y="34146"/>
                  </a:cubicBezTo>
                  <a:cubicBezTo>
                    <a:pt x="17415" y="35423"/>
                    <a:pt x="18655" y="36786"/>
                    <a:pt x="20515" y="36786"/>
                  </a:cubicBezTo>
                  <a:cubicBezTo>
                    <a:pt x="22287" y="36786"/>
                    <a:pt x="23615" y="35594"/>
                    <a:pt x="23615" y="34061"/>
                  </a:cubicBezTo>
                  <a:cubicBezTo>
                    <a:pt x="23615" y="33294"/>
                    <a:pt x="22198" y="22394"/>
                    <a:pt x="22021" y="20690"/>
                  </a:cubicBezTo>
                  <a:lnTo>
                    <a:pt x="36015" y="28781"/>
                  </a:lnTo>
                  <a:cubicBezTo>
                    <a:pt x="36635" y="29121"/>
                    <a:pt x="36989" y="29377"/>
                    <a:pt x="37786" y="29377"/>
                  </a:cubicBezTo>
                  <a:cubicBezTo>
                    <a:pt x="39203" y="29377"/>
                    <a:pt x="40797" y="28100"/>
                    <a:pt x="40797" y="26226"/>
                  </a:cubicBezTo>
                  <a:cubicBezTo>
                    <a:pt x="40797" y="24863"/>
                    <a:pt x="39912" y="24012"/>
                    <a:pt x="38937" y="23671"/>
                  </a:cubicBezTo>
                  <a:cubicBezTo>
                    <a:pt x="34066" y="21798"/>
                    <a:pt x="29018" y="20094"/>
                    <a:pt x="24058" y="18476"/>
                  </a:cubicBezTo>
                  <a:cubicBezTo>
                    <a:pt x="29018" y="16688"/>
                    <a:pt x="37166" y="13878"/>
                    <a:pt x="38672" y="13281"/>
                  </a:cubicBezTo>
                  <a:cubicBezTo>
                    <a:pt x="39292" y="13026"/>
                    <a:pt x="40797" y="12515"/>
                    <a:pt x="40797" y="10641"/>
                  </a:cubicBezTo>
                  <a:cubicBezTo>
                    <a:pt x="40797" y="8768"/>
                    <a:pt x="39203" y="7490"/>
                    <a:pt x="37786" y="7490"/>
                  </a:cubicBezTo>
                  <a:cubicBezTo>
                    <a:pt x="36989" y="7490"/>
                    <a:pt x="36635" y="7746"/>
                    <a:pt x="35749" y="8257"/>
                  </a:cubicBezTo>
                  <a:lnTo>
                    <a:pt x="22021" y="16177"/>
                  </a:lnTo>
                  <a:close/>
                </a:path>
              </a:pathLst>
            </a:custGeom>
            <a:solidFill>
              <a:srgbClr val="000000"/>
            </a:solidFill>
            <a:ln w="1778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87" name="任意形状 286">
              <a:extLst>
                <a:ext uri="{FF2B5EF4-FFF2-40B4-BE49-F238E27FC236}">
                  <a16:creationId xmlns:a16="http://schemas.microsoft.com/office/drawing/2014/main" id="{4DD78046-2747-5E9A-6717-F2DE15822F7E}"/>
                </a:ext>
              </a:extLst>
            </p:cNvPr>
            <p:cNvSpPr/>
            <p:nvPr>
              <p:custDataLst>
                <p:tags r:id="rId208"/>
              </p:custDataLst>
            </p:nvPr>
          </p:nvSpPr>
          <p:spPr>
            <a:xfrm>
              <a:off x="6682285" y="3954057"/>
              <a:ext cx="43929" cy="60975"/>
            </a:xfrm>
            <a:custGeom>
              <a:avLst/>
              <a:gdLst>
                <a:gd name="connsiteX0" fmla="*/ 44162 w 43929"/>
                <a:gd name="connsiteY0" fmla="*/ 19759 h 60975"/>
                <a:gd name="connsiteX1" fmla="*/ 29726 w 43929"/>
                <a:gd name="connsiteY1" fmla="*/ 86 h 60975"/>
                <a:gd name="connsiteX2" fmla="*/ 232 w 43929"/>
                <a:gd name="connsiteY2" fmla="*/ 41390 h 60975"/>
                <a:gd name="connsiteX3" fmla="*/ 14580 w 43929"/>
                <a:gd name="connsiteY3" fmla="*/ 61062 h 60975"/>
                <a:gd name="connsiteX4" fmla="*/ 44162 w 43929"/>
                <a:gd name="connsiteY4" fmla="*/ 19759 h 60975"/>
                <a:gd name="connsiteX5" fmla="*/ 10861 w 43929"/>
                <a:gd name="connsiteY5" fmla="*/ 28615 h 60975"/>
                <a:gd name="connsiteX6" fmla="*/ 29637 w 43929"/>
                <a:gd name="connsiteY6" fmla="*/ 2982 h 60975"/>
                <a:gd name="connsiteX7" fmla="*/ 36634 w 43929"/>
                <a:gd name="connsiteY7" fmla="*/ 15075 h 60975"/>
                <a:gd name="connsiteX8" fmla="*/ 34508 w 43929"/>
                <a:gd name="connsiteY8" fmla="*/ 28615 h 60975"/>
                <a:gd name="connsiteX9" fmla="*/ 10861 w 43929"/>
                <a:gd name="connsiteY9" fmla="*/ 28615 h 60975"/>
                <a:gd name="connsiteX10" fmla="*/ 33445 w 43929"/>
                <a:gd name="connsiteY10" fmla="*/ 32533 h 60975"/>
                <a:gd name="connsiteX11" fmla="*/ 14758 w 43929"/>
                <a:gd name="connsiteY11" fmla="*/ 58166 h 60975"/>
                <a:gd name="connsiteX12" fmla="*/ 7672 w 43929"/>
                <a:gd name="connsiteY12" fmla="*/ 46159 h 60975"/>
                <a:gd name="connsiteX13" fmla="*/ 9798 w 43929"/>
                <a:gd name="connsiteY13" fmla="*/ 32533 h 60975"/>
                <a:gd name="connsiteX14" fmla="*/ 33445 w 43929"/>
                <a:gd name="connsiteY14" fmla="*/ 32533 h 609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43929" h="60975">
                  <a:moveTo>
                    <a:pt x="44162" y="19759"/>
                  </a:moveTo>
                  <a:cubicBezTo>
                    <a:pt x="44162" y="9454"/>
                    <a:pt x="39291" y="86"/>
                    <a:pt x="29726" y="86"/>
                  </a:cubicBezTo>
                  <a:cubicBezTo>
                    <a:pt x="15555" y="86"/>
                    <a:pt x="232" y="21462"/>
                    <a:pt x="232" y="41390"/>
                  </a:cubicBezTo>
                  <a:cubicBezTo>
                    <a:pt x="232" y="52971"/>
                    <a:pt x="5901" y="61062"/>
                    <a:pt x="14580" y="61062"/>
                  </a:cubicBezTo>
                  <a:cubicBezTo>
                    <a:pt x="29106" y="61062"/>
                    <a:pt x="44162" y="39090"/>
                    <a:pt x="44162" y="19759"/>
                  </a:cubicBezTo>
                  <a:close/>
                  <a:moveTo>
                    <a:pt x="10861" y="28615"/>
                  </a:moveTo>
                  <a:cubicBezTo>
                    <a:pt x="16529" y="7410"/>
                    <a:pt x="25474" y="2982"/>
                    <a:pt x="29637" y="2982"/>
                  </a:cubicBezTo>
                  <a:cubicBezTo>
                    <a:pt x="34597" y="2982"/>
                    <a:pt x="36634" y="8347"/>
                    <a:pt x="36634" y="15075"/>
                  </a:cubicBezTo>
                  <a:cubicBezTo>
                    <a:pt x="36634" y="17629"/>
                    <a:pt x="36457" y="21036"/>
                    <a:pt x="34508" y="28615"/>
                  </a:cubicBezTo>
                  <a:lnTo>
                    <a:pt x="10861" y="28615"/>
                  </a:lnTo>
                  <a:close/>
                  <a:moveTo>
                    <a:pt x="33445" y="32533"/>
                  </a:moveTo>
                  <a:cubicBezTo>
                    <a:pt x="28131" y="52971"/>
                    <a:pt x="19186" y="58166"/>
                    <a:pt x="14758" y="58166"/>
                  </a:cubicBezTo>
                  <a:cubicBezTo>
                    <a:pt x="8115" y="58166"/>
                    <a:pt x="7672" y="48713"/>
                    <a:pt x="7672" y="46159"/>
                  </a:cubicBezTo>
                  <a:cubicBezTo>
                    <a:pt x="7672" y="42837"/>
                    <a:pt x="8292" y="38835"/>
                    <a:pt x="9798" y="32533"/>
                  </a:cubicBezTo>
                  <a:lnTo>
                    <a:pt x="33445" y="32533"/>
                  </a:lnTo>
                  <a:close/>
                </a:path>
              </a:pathLst>
            </a:custGeom>
            <a:solidFill>
              <a:srgbClr val="000000"/>
            </a:solidFill>
            <a:ln w="1778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88" name="任意形状 287">
              <a:extLst>
                <a:ext uri="{FF2B5EF4-FFF2-40B4-BE49-F238E27FC236}">
                  <a16:creationId xmlns:a16="http://schemas.microsoft.com/office/drawing/2014/main" id="{790B9E18-B0AF-7DAB-DFE1-EDFA4402DB5B}"/>
                </a:ext>
              </a:extLst>
            </p:cNvPr>
            <p:cNvSpPr/>
            <p:nvPr>
              <p:custDataLst>
                <p:tags r:id="rId209"/>
              </p:custDataLst>
            </p:nvPr>
          </p:nvSpPr>
          <p:spPr>
            <a:xfrm>
              <a:off x="6768873" y="3883441"/>
              <a:ext cx="32114" cy="119106"/>
            </a:xfrm>
            <a:custGeom>
              <a:avLst/>
              <a:gdLst>
                <a:gd name="connsiteX0" fmla="*/ 2593 w 32114"/>
                <a:gd name="connsiteY0" fmla="*/ 84 h 119106"/>
                <a:gd name="connsiteX1" fmla="*/ 237 w 32114"/>
                <a:gd name="connsiteY1" fmla="*/ 1515 h 119106"/>
                <a:gd name="connsiteX2" fmla="*/ 1353 w 32114"/>
                <a:gd name="connsiteY2" fmla="*/ 3303 h 119106"/>
                <a:gd name="connsiteX3" fmla="*/ 23920 w 32114"/>
                <a:gd name="connsiteY3" fmla="*/ 59578 h 119106"/>
                <a:gd name="connsiteX4" fmla="*/ 2469 w 32114"/>
                <a:gd name="connsiteY4" fmla="*/ 115018 h 119106"/>
                <a:gd name="connsiteX5" fmla="*/ 237 w 32114"/>
                <a:gd name="connsiteY5" fmla="*/ 117760 h 119106"/>
                <a:gd name="connsiteX6" fmla="*/ 1849 w 32114"/>
                <a:gd name="connsiteY6" fmla="*/ 119191 h 119106"/>
                <a:gd name="connsiteX7" fmla="*/ 23300 w 32114"/>
                <a:gd name="connsiteY7" fmla="*/ 96418 h 119106"/>
                <a:gd name="connsiteX8" fmla="*/ 32352 w 32114"/>
                <a:gd name="connsiteY8" fmla="*/ 59697 h 119106"/>
                <a:gd name="connsiteX9" fmla="*/ 2593 w 32114"/>
                <a:gd name="connsiteY9" fmla="*/ 84 h 1191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2114" h="119106">
                  <a:moveTo>
                    <a:pt x="2593" y="84"/>
                  </a:moveTo>
                  <a:cubicBezTo>
                    <a:pt x="1725" y="84"/>
                    <a:pt x="237" y="84"/>
                    <a:pt x="237" y="1515"/>
                  </a:cubicBezTo>
                  <a:cubicBezTo>
                    <a:pt x="237" y="2111"/>
                    <a:pt x="609" y="2468"/>
                    <a:pt x="1353" y="3303"/>
                  </a:cubicBezTo>
                  <a:cubicBezTo>
                    <a:pt x="12017" y="12722"/>
                    <a:pt x="23920" y="28817"/>
                    <a:pt x="23920" y="59578"/>
                  </a:cubicBezTo>
                  <a:cubicBezTo>
                    <a:pt x="23920" y="84496"/>
                    <a:pt x="15861" y="103334"/>
                    <a:pt x="2469" y="115018"/>
                  </a:cubicBezTo>
                  <a:cubicBezTo>
                    <a:pt x="361" y="117044"/>
                    <a:pt x="237" y="117164"/>
                    <a:pt x="237" y="117760"/>
                  </a:cubicBezTo>
                  <a:cubicBezTo>
                    <a:pt x="237" y="118356"/>
                    <a:pt x="609" y="119191"/>
                    <a:pt x="1849" y="119191"/>
                  </a:cubicBezTo>
                  <a:cubicBezTo>
                    <a:pt x="3337" y="119191"/>
                    <a:pt x="15117" y="111322"/>
                    <a:pt x="23300" y="96418"/>
                  </a:cubicBezTo>
                  <a:cubicBezTo>
                    <a:pt x="28756" y="86523"/>
                    <a:pt x="32352" y="73646"/>
                    <a:pt x="32352" y="59697"/>
                  </a:cubicBezTo>
                  <a:cubicBezTo>
                    <a:pt x="32352" y="42886"/>
                    <a:pt x="27144" y="16775"/>
                    <a:pt x="2593" y="84"/>
                  </a:cubicBezTo>
                  <a:close/>
                </a:path>
              </a:pathLst>
            </a:custGeom>
            <a:solidFill>
              <a:srgbClr val="000000"/>
            </a:solidFill>
            <a:ln w="1778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89" name="任意形状 288">
              <a:extLst>
                <a:ext uri="{FF2B5EF4-FFF2-40B4-BE49-F238E27FC236}">
                  <a16:creationId xmlns:a16="http://schemas.microsoft.com/office/drawing/2014/main" id="{69397696-52E2-6BF7-18AF-CC7CE24826B9}"/>
                </a:ext>
              </a:extLst>
            </p:cNvPr>
            <p:cNvSpPr/>
            <p:nvPr>
              <p:custDataLst>
                <p:tags r:id="rId210"/>
              </p:custDataLst>
            </p:nvPr>
          </p:nvSpPr>
          <p:spPr>
            <a:xfrm>
              <a:off x="6950946" y="3626394"/>
              <a:ext cx="58454" cy="113434"/>
            </a:xfrm>
            <a:custGeom>
              <a:avLst/>
              <a:gdLst>
                <a:gd name="connsiteX0" fmla="*/ 36560 w 58454"/>
                <a:gd name="connsiteY0" fmla="*/ 4499 h 113434"/>
                <a:gd name="connsiteX1" fmla="*/ 32486 w 58454"/>
                <a:gd name="connsiteY1" fmla="*/ 70 h 113434"/>
                <a:gd name="connsiteX2" fmla="*/ 247 w 58454"/>
                <a:gd name="connsiteY2" fmla="*/ 10971 h 113434"/>
                <a:gd name="connsiteX3" fmla="*/ 247 w 58454"/>
                <a:gd name="connsiteY3" fmla="*/ 16251 h 113434"/>
                <a:gd name="connsiteX4" fmla="*/ 23452 w 58454"/>
                <a:gd name="connsiteY4" fmla="*/ 11822 h 113434"/>
                <a:gd name="connsiteX5" fmla="*/ 23452 w 58454"/>
                <a:gd name="connsiteY5" fmla="*/ 100050 h 113434"/>
                <a:gd name="connsiteX6" fmla="*/ 6978 w 58454"/>
                <a:gd name="connsiteY6" fmla="*/ 108225 h 113434"/>
                <a:gd name="connsiteX7" fmla="*/ 1310 w 58454"/>
                <a:gd name="connsiteY7" fmla="*/ 108225 h 113434"/>
                <a:gd name="connsiteX8" fmla="*/ 1310 w 58454"/>
                <a:gd name="connsiteY8" fmla="*/ 113505 h 113434"/>
                <a:gd name="connsiteX9" fmla="*/ 30006 w 58454"/>
                <a:gd name="connsiteY9" fmla="*/ 112994 h 113434"/>
                <a:gd name="connsiteX10" fmla="*/ 58702 w 58454"/>
                <a:gd name="connsiteY10" fmla="*/ 113505 h 113434"/>
                <a:gd name="connsiteX11" fmla="*/ 58702 w 58454"/>
                <a:gd name="connsiteY11" fmla="*/ 108225 h 113434"/>
                <a:gd name="connsiteX12" fmla="*/ 53034 w 58454"/>
                <a:gd name="connsiteY12" fmla="*/ 108225 h 113434"/>
                <a:gd name="connsiteX13" fmla="*/ 36560 w 58454"/>
                <a:gd name="connsiteY13" fmla="*/ 100050 h 113434"/>
                <a:gd name="connsiteX14" fmla="*/ 36560 w 58454"/>
                <a:gd name="connsiteY14" fmla="*/ 4499 h 1134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58454" h="113434">
                  <a:moveTo>
                    <a:pt x="36560" y="4499"/>
                  </a:moveTo>
                  <a:cubicBezTo>
                    <a:pt x="36560" y="411"/>
                    <a:pt x="36560" y="70"/>
                    <a:pt x="32486" y="70"/>
                  </a:cubicBezTo>
                  <a:cubicBezTo>
                    <a:pt x="21503" y="10971"/>
                    <a:pt x="5916" y="10971"/>
                    <a:pt x="247" y="10971"/>
                  </a:cubicBezTo>
                  <a:lnTo>
                    <a:pt x="247" y="16251"/>
                  </a:lnTo>
                  <a:cubicBezTo>
                    <a:pt x="3790" y="16251"/>
                    <a:pt x="14241" y="16251"/>
                    <a:pt x="23452" y="11822"/>
                  </a:cubicBezTo>
                  <a:lnTo>
                    <a:pt x="23452" y="100050"/>
                  </a:lnTo>
                  <a:cubicBezTo>
                    <a:pt x="23452" y="106181"/>
                    <a:pt x="22921" y="108225"/>
                    <a:pt x="6978" y="108225"/>
                  </a:cubicBezTo>
                  <a:lnTo>
                    <a:pt x="1310" y="108225"/>
                  </a:lnTo>
                  <a:lnTo>
                    <a:pt x="1310" y="113505"/>
                  </a:lnTo>
                  <a:cubicBezTo>
                    <a:pt x="7510" y="112994"/>
                    <a:pt x="22921" y="112994"/>
                    <a:pt x="30006" y="112994"/>
                  </a:cubicBezTo>
                  <a:cubicBezTo>
                    <a:pt x="37091" y="112994"/>
                    <a:pt x="52502" y="112994"/>
                    <a:pt x="58702" y="113505"/>
                  </a:cubicBezTo>
                  <a:lnTo>
                    <a:pt x="58702" y="108225"/>
                  </a:lnTo>
                  <a:lnTo>
                    <a:pt x="53034" y="108225"/>
                  </a:lnTo>
                  <a:cubicBezTo>
                    <a:pt x="37091" y="108225"/>
                    <a:pt x="36560" y="106352"/>
                    <a:pt x="36560" y="100050"/>
                  </a:cubicBezTo>
                  <a:lnTo>
                    <a:pt x="36560" y="4499"/>
                  </a:lnTo>
                  <a:close/>
                </a:path>
              </a:pathLst>
            </a:custGeom>
            <a:solidFill>
              <a:srgbClr val="000000"/>
            </a:solidFill>
            <a:ln w="1778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90" name="任意形状 289">
              <a:extLst>
                <a:ext uri="{FF2B5EF4-FFF2-40B4-BE49-F238E27FC236}">
                  <a16:creationId xmlns:a16="http://schemas.microsoft.com/office/drawing/2014/main" id="{2EC08C64-6A5A-5B87-218B-4ABF9B30DE3F}"/>
                </a:ext>
              </a:extLst>
            </p:cNvPr>
            <p:cNvSpPr/>
            <p:nvPr>
              <p:custDataLst>
                <p:tags r:id="rId211"/>
              </p:custDataLst>
            </p:nvPr>
          </p:nvSpPr>
          <p:spPr>
            <a:xfrm>
              <a:off x="6866203" y="3809067"/>
              <a:ext cx="226525" cy="6812"/>
            </a:xfrm>
            <a:custGeom>
              <a:avLst/>
              <a:gdLst>
                <a:gd name="connsiteX0" fmla="*/ 0 w 226525"/>
                <a:gd name="connsiteY0" fmla="*/ 0 h 6812"/>
                <a:gd name="connsiteX1" fmla="*/ 226525 w 226525"/>
                <a:gd name="connsiteY1" fmla="*/ 0 h 6812"/>
                <a:gd name="connsiteX2" fmla="*/ 226525 w 226525"/>
                <a:gd name="connsiteY2" fmla="*/ 6813 h 6812"/>
                <a:gd name="connsiteX3" fmla="*/ 0 w 226525"/>
                <a:gd name="connsiteY3" fmla="*/ 6813 h 68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6525" h="6812">
                  <a:moveTo>
                    <a:pt x="0" y="0"/>
                  </a:moveTo>
                  <a:lnTo>
                    <a:pt x="226525" y="0"/>
                  </a:lnTo>
                  <a:lnTo>
                    <a:pt x="226525" y="6813"/>
                  </a:lnTo>
                  <a:lnTo>
                    <a:pt x="0" y="6813"/>
                  </a:lnTo>
                  <a:close/>
                </a:path>
              </a:pathLst>
            </a:custGeom>
            <a:solidFill>
              <a:srgbClr val="000000"/>
            </a:solidFill>
            <a:ln w="1778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91" name="任意形状 290">
              <a:extLst>
                <a:ext uri="{FF2B5EF4-FFF2-40B4-BE49-F238E27FC236}">
                  <a16:creationId xmlns:a16="http://schemas.microsoft.com/office/drawing/2014/main" id="{2BBE26C1-349B-2CE0-F7FC-4F68513F1BA7}"/>
                </a:ext>
              </a:extLst>
            </p:cNvPr>
            <p:cNvSpPr/>
            <p:nvPr>
              <p:custDataLst>
                <p:tags r:id="rId212"/>
              </p:custDataLst>
            </p:nvPr>
          </p:nvSpPr>
          <p:spPr>
            <a:xfrm>
              <a:off x="6887282" y="3844145"/>
              <a:ext cx="7085" cy="170322"/>
            </a:xfrm>
            <a:custGeom>
              <a:avLst/>
              <a:gdLst>
                <a:gd name="connsiteX0" fmla="*/ 7329 w 7085"/>
                <a:gd name="connsiteY0" fmla="*/ 6215 h 170322"/>
                <a:gd name="connsiteX1" fmla="*/ 3786 w 7085"/>
                <a:gd name="connsiteY1" fmla="*/ 84 h 170322"/>
                <a:gd name="connsiteX2" fmla="*/ 243 w 7085"/>
                <a:gd name="connsiteY2" fmla="*/ 6215 h 170322"/>
                <a:gd name="connsiteX3" fmla="*/ 243 w 7085"/>
                <a:gd name="connsiteY3" fmla="*/ 164275 h 170322"/>
                <a:gd name="connsiteX4" fmla="*/ 3786 w 7085"/>
                <a:gd name="connsiteY4" fmla="*/ 170407 h 170322"/>
                <a:gd name="connsiteX5" fmla="*/ 7329 w 7085"/>
                <a:gd name="connsiteY5" fmla="*/ 164275 h 170322"/>
                <a:gd name="connsiteX6" fmla="*/ 7329 w 7085"/>
                <a:gd name="connsiteY6" fmla="*/ 6215 h 1703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085" h="170322">
                  <a:moveTo>
                    <a:pt x="7329" y="6215"/>
                  </a:moveTo>
                  <a:cubicBezTo>
                    <a:pt x="7329" y="3150"/>
                    <a:pt x="7329" y="84"/>
                    <a:pt x="3786" y="84"/>
                  </a:cubicBezTo>
                  <a:cubicBezTo>
                    <a:pt x="243" y="84"/>
                    <a:pt x="243" y="3150"/>
                    <a:pt x="243" y="6215"/>
                  </a:cubicBezTo>
                  <a:lnTo>
                    <a:pt x="243" y="164275"/>
                  </a:lnTo>
                  <a:cubicBezTo>
                    <a:pt x="243" y="167341"/>
                    <a:pt x="243" y="170407"/>
                    <a:pt x="3786" y="170407"/>
                  </a:cubicBezTo>
                  <a:cubicBezTo>
                    <a:pt x="7329" y="170407"/>
                    <a:pt x="7329" y="167341"/>
                    <a:pt x="7329" y="164275"/>
                  </a:cubicBezTo>
                  <a:lnTo>
                    <a:pt x="7329" y="6215"/>
                  </a:lnTo>
                  <a:close/>
                </a:path>
              </a:pathLst>
            </a:custGeom>
            <a:solidFill>
              <a:srgbClr val="000000"/>
            </a:solidFill>
            <a:ln w="1778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92" name="任意形状 291">
              <a:extLst>
                <a:ext uri="{FF2B5EF4-FFF2-40B4-BE49-F238E27FC236}">
                  <a16:creationId xmlns:a16="http://schemas.microsoft.com/office/drawing/2014/main" id="{AD421480-805F-892C-7C3E-DAC554285D13}"/>
                </a:ext>
              </a:extLst>
            </p:cNvPr>
            <p:cNvSpPr/>
            <p:nvPr>
              <p:custDataLst>
                <p:tags r:id="rId213"/>
              </p:custDataLst>
            </p:nvPr>
          </p:nvSpPr>
          <p:spPr>
            <a:xfrm>
              <a:off x="6919658" y="3856578"/>
              <a:ext cx="120452" cy="115308"/>
            </a:xfrm>
            <a:custGeom>
              <a:avLst/>
              <a:gdLst>
                <a:gd name="connsiteX0" fmla="*/ 71632 w 120452"/>
                <a:gd name="connsiteY0" fmla="*/ 12006 h 115308"/>
                <a:gd name="connsiteX1" fmla="*/ 75706 w 120452"/>
                <a:gd name="connsiteY1" fmla="*/ 5704 h 115308"/>
                <a:gd name="connsiteX2" fmla="*/ 86865 w 120452"/>
                <a:gd name="connsiteY2" fmla="*/ 5364 h 115308"/>
                <a:gd name="connsiteX3" fmla="*/ 112727 w 120452"/>
                <a:gd name="connsiteY3" fmla="*/ 19330 h 115308"/>
                <a:gd name="connsiteX4" fmla="*/ 111310 w 120452"/>
                <a:gd name="connsiteY4" fmla="*/ 32956 h 115308"/>
                <a:gd name="connsiteX5" fmla="*/ 110779 w 120452"/>
                <a:gd name="connsiteY5" fmla="*/ 36192 h 115308"/>
                <a:gd name="connsiteX6" fmla="*/ 112904 w 120452"/>
                <a:gd name="connsiteY6" fmla="*/ 38406 h 115308"/>
                <a:gd name="connsiteX7" fmla="*/ 115561 w 120452"/>
                <a:gd name="connsiteY7" fmla="*/ 34489 h 115308"/>
                <a:gd name="connsiteX8" fmla="*/ 120344 w 120452"/>
                <a:gd name="connsiteY8" fmla="*/ 4853 h 115308"/>
                <a:gd name="connsiteX9" fmla="*/ 120698 w 120452"/>
                <a:gd name="connsiteY9" fmla="*/ 1957 h 115308"/>
                <a:gd name="connsiteX10" fmla="*/ 115916 w 120452"/>
                <a:gd name="connsiteY10" fmla="*/ 84 h 115308"/>
                <a:gd name="connsiteX11" fmla="*/ 17605 w 120452"/>
                <a:gd name="connsiteY11" fmla="*/ 84 h 115308"/>
                <a:gd name="connsiteX12" fmla="*/ 11937 w 120452"/>
                <a:gd name="connsiteY12" fmla="*/ 3490 h 115308"/>
                <a:gd name="connsiteX13" fmla="*/ 1309 w 120452"/>
                <a:gd name="connsiteY13" fmla="*/ 33467 h 115308"/>
                <a:gd name="connsiteX14" fmla="*/ 246 w 120452"/>
                <a:gd name="connsiteY14" fmla="*/ 36533 h 115308"/>
                <a:gd name="connsiteX15" fmla="*/ 2372 w 120452"/>
                <a:gd name="connsiteY15" fmla="*/ 38406 h 115308"/>
                <a:gd name="connsiteX16" fmla="*/ 5383 w 120452"/>
                <a:gd name="connsiteY16" fmla="*/ 34830 h 115308"/>
                <a:gd name="connsiteX17" fmla="*/ 45770 w 120452"/>
                <a:gd name="connsiteY17" fmla="*/ 5364 h 115308"/>
                <a:gd name="connsiteX18" fmla="*/ 52678 w 120452"/>
                <a:gd name="connsiteY18" fmla="*/ 5364 h 115308"/>
                <a:gd name="connsiteX19" fmla="*/ 57638 w 120452"/>
                <a:gd name="connsiteY19" fmla="*/ 7408 h 115308"/>
                <a:gd name="connsiteX20" fmla="*/ 56930 w 120452"/>
                <a:gd name="connsiteY20" fmla="*/ 10984 h 115308"/>
                <a:gd name="connsiteX21" fmla="*/ 33193 w 120452"/>
                <a:gd name="connsiteY21" fmla="*/ 101937 h 115308"/>
                <a:gd name="connsiteX22" fmla="*/ 12114 w 120452"/>
                <a:gd name="connsiteY22" fmla="*/ 110112 h 115308"/>
                <a:gd name="connsiteX23" fmla="*/ 4674 w 120452"/>
                <a:gd name="connsiteY23" fmla="*/ 113348 h 115308"/>
                <a:gd name="connsiteX24" fmla="*/ 7686 w 120452"/>
                <a:gd name="connsiteY24" fmla="*/ 115392 h 115308"/>
                <a:gd name="connsiteX25" fmla="*/ 22211 w 120452"/>
                <a:gd name="connsiteY25" fmla="*/ 115052 h 115308"/>
                <a:gd name="connsiteX26" fmla="*/ 37267 w 120452"/>
                <a:gd name="connsiteY26" fmla="*/ 114881 h 115308"/>
                <a:gd name="connsiteX27" fmla="*/ 51970 w 120452"/>
                <a:gd name="connsiteY27" fmla="*/ 115052 h 115308"/>
                <a:gd name="connsiteX28" fmla="*/ 67381 w 120452"/>
                <a:gd name="connsiteY28" fmla="*/ 115392 h 115308"/>
                <a:gd name="connsiteX29" fmla="*/ 71278 w 120452"/>
                <a:gd name="connsiteY29" fmla="*/ 111986 h 115308"/>
                <a:gd name="connsiteX30" fmla="*/ 65255 w 120452"/>
                <a:gd name="connsiteY30" fmla="*/ 110112 h 115308"/>
                <a:gd name="connsiteX31" fmla="*/ 53918 w 120452"/>
                <a:gd name="connsiteY31" fmla="*/ 109772 h 115308"/>
                <a:gd name="connsiteX32" fmla="*/ 47364 w 120452"/>
                <a:gd name="connsiteY32" fmla="*/ 106025 h 115308"/>
                <a:gd name="connsiteX33" fmla="*/ 48073 w 120452"/>
                <a:gd name="connsiteY33" fmla="*/ 102448 h 115308"/>
                <a:gd name="connsiteX34" fmla="*/ 71632 w 120452"/>
                <a:gd name="connsiteY34" fmla="*/ 12006 h 1153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120452" h="115308">
                  <a:moveTo>
                    <a:pt x="71632" y="12006"/>
                  </a:moveTo>
                  <a:cubicBezTo>
                    <a:pt x="72872" y="7237"/>
                    <a:pt x="73580" y="6215"/>
                    <a:pt x="75706" y="5704"/>
                  </a:cubicBezTo>
                  <a:cubicBezTo>
                    <a:pt x="77300" y="5364"/>
                    <a:pt x="83146" y="5364"/>
                    <a:pt x="86865" y="5364"/>
                  </a:cubicBezTo>
                  <a:cubicBezTo>
                    <a:pt x="104756" y="5364"/>
                    <a:pt x="112727" y="6045"/>
                    <a:pt x="112727" y="19330"/>
                  </a:cubicBezTo>
                  <a:cubicBezTo>
                    <a:pt x="112727" y="21885"/>
                    <a:pt x="112019" y="28528"/>
                    <a:pt x="111310" y="32956"/>
                  </a:cubicBezTo>
                  <a:cubicBezTo>
                    <a:pt x="111133" y="33637"/>
                    <a:pt x="110779" y="35681"/>
                    <a:pt x="110779" y="36192"/>
                  </a:cubicBezTo>
                  <a:cubicBezTo>
                    <a:pt x="110779" y="37214"/>
                    <a:pt x="111310" y="38406"/>
                    <a:pt x="112904" y="38406"/>
                  </a:cubicBezTo>
                  <a:cubicBezTo>
                    <a:pt x="114853" y="38406"/>
                    <a:pt x="115207" y="37044"/>
                    <a:pt x="115561" y="34489"/>
                  </a:cubicBezTo>
                  <a:lnTo>
                    <a:pt x="120344" y="4853"/>
                  </a:lnTo>
                  <a:cubicBezTo>
                    <a:pt x="120521" y="4172"/>
                    <a:pt x="120698" y="2468"/>
                    <a:pt x="120698" y="1957"/>
                  </a:cubicBezTo>
                  <a:cubicBezTo>
                    <a:pt x="120698" y="84"/>
                    <a:pt x="118927" y="84"/>
                    <a:pt x="115916" y="84"/>
                  </a:cubicBezTo>
                  <a:lnTo>
                    <a:pt x="17605" y="84"/>
                  </a:lnTo>
                  <a:cubicBezTo>
                    <a:pt x="13354" y="84"/>
                    <a:pt x="13177" y="254"/>
                    <a:pt x="11937" y="3490"/>
                  </a:cubicBezTo>
                  <a:lnTo>
                    <a:pt x="1309" y="33467"/>
                  </a:lnTo>
                  <a:cubicBezTo>
                    <a:pt x="1132" y="33808"/>
                    <a:pt x="246" y="36192"/>
                    <a:pt x="246" y="36533"/>
                  </a:cubicBezTo>
                  <a:cubicBezTo>
                    <a:pt x="246" y="37555"/>
                    <a:pt x="1132" y="38406"/>
                    <a:pt x="2372" y="38406"/>
                  </a:cubicBezTo>
                  <a:cubicBezTo>
                    <a:pt x="4143" y="38406"/>
                    <a:pt x="4320" y="37555"/>
                    <a:pt x="5383" y="34830"/>
                  </a:cubicBezTo>
                  <a:cubicBezTo>
                    <a:pt x="14948" y="8430"/>
                    <a:pt x="19554" y="5364"/>
                    <a:pt x="45770" y="5364"/>
                  </a:cubicBezTo>
                  <a:lnTo>
                    <a:pt x="52678" y="5364"/>
                  </a:lnTo>
                  <a:cubicBezTo>
                    <a:pt x="57638" y="5364"/>
                    <a:pt x="57638" y="6045"/>
                    <a:pt x="57638" y="7408"/>
                  </a:cubicBezTo>
                  <a:cubicBezTo>
                    <a:pt x="57638" y="8430"/>
                    <a:pt x="57107" y="10473"/>
                    <a:pt x="56930" y="10984"/>
                  </a:cubicBezTo>
                  <a:lnTo>
                    <a:pt x="33193" y="101937"/>
                  </a:lnTo>
                  <a:cubicBezTo>
                    <a:pt x="31599" y="108239"/>
                    <a:pt x="31068" y="110112"/>
                    <a:pt x="12114" y="110112"/>
                  </a:cubicBezTo>
                  <a:cubicBezTo>
                    <a:pt x="5737" y="110112"/>
                    <a:pt x="4674" y="110112"/>
                    <a:pt x="4674" y="113348"/>
                  </a:cubicBezTo>
                  <a:cubicBezTo>
                    <a:pt x="4674" y="115392"/>
                    <a:pt x="6623" y="115392"/>
                    <a:pt x="7686" y="115392"/>
                  </a:cubicBezTo>
                  <a:cubicBezTo>
                    <a:pt x="12468" y="115392"/>
                    <a:pt x="17428" y="115052"/>
                    <a:pt x="22211" y="115052"/>
                  </a:cubicBezTo>
                  <a:cubicBezTo>
                    <a:pt x="27171" y="115052"/>
                    <a:pt x="32308" y="114881"/>
                    <a:pt x="37267" y="114881"/>
                  </a:cubicBezTo>
                  <a:cubicBezTo>
                    <a:pt x="42227" y="114881"/>
                    <a:pt x="47187" y="115052"/>
                    <a:pt x="51970" y="115052"/>
                  </a:cubicBezTo>
                  <a:cubicBezTo>
                    <a:pt x="57107" y="115052"/>
                    <a:pt x="62421" y="115392"/>
                    <a:pt x="67381" y="115392"/>
                  </a:cubicBezTo>
                  <a:cubicBezTo>
                    <a:pt x="69152" y="115392"/>
                    <a:pt x="71278" y="115392"/>
                    <a:pt x="71278" y="111986"/>
                  </a:cubicBezTo>
                  <a:cubicBezTo>
                    <a:pt x="71278" y="110112"/>
                    <a:pt x="69860" y="110112"/>
                    <a:pt x="65255" y="110112"/>
                  </a:cubicBezTo>
                  <a:cubicBezTo>
                    <a:pt x="60827" y="110112"/>
                    <a:pt x="58524" y="110112"/>
                    <a:pt x="53918" y="109772"/>
                  </a:cubicBezTo>
                  <a:cubicBezTo>
                    <a:pt x="48781" y="109261"/>
                    <a:pt x="47364" y="108750"/>
                    <a:pt x="47364" y="106025"/>
                  </a:cubicBezTo>
                  <a:cubicBezTo>
                    <a:pt x="47364" y="105854"/>
                    <a:pt x="47364" y="105003"/>
                    <a:pt x="48073" y="102448"/>
                  </a:cubicBezTo>
                  <a:lnTo>
                    <a:pt x="71632" y="12006"/>
                  </a:lnTo>
                  <a:close/>
                </a:path>
              </a:pathLst>
            </a:custGeom>
            <a:solidFill>
              <a:srgbClr val="000000"/>
            </a:solidFill>
            <a:ln w="1778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93" name="任意形状 292">
              <a:extLst>
                <a:ext uri="{FF2B5EF4-FFF2-40B4-BE49-F238E27FC236}">
                  <a16:creationId xmlns:a16="http://schemas.microsoft.com/office/drawing/2014/main" id="{DCCC7C06-B9CB-A515-E187-74A29ADE4952}"/>
                </a:ext>
              </a:extLst>
            </p:cNvPr>
            <p:cNvSpPr/>
            <p:nvPr>
              <p:custDataLst>
                <p:tags r:id="rId214"/>
              </p:custDataLst>
            </p:nvPr>
          </p:nvSpPr>
          <p:spPr>
            <a:xfrm>
              <a:off x="7064603" y="3844145"/>
              <a:ext cx="7085" cy="170322"/>
            </a:xfrm>
            <a:custGeom>
              <a:avLst/>
              <a:gdLst>
                <a:gd name="connsiteX0" fmla="*/ 7339 w 7085"/>
                <a:gd name="connsiteY0" fmla="*/ 6215 h 170322"/>
                <a:gd name="connsiteX1" fmla="*/ 3796 w 7085"/>
                <a:gd name="connsiteY1" fmla="*/ 84 h 170322"/>
                <a:gd name="connsiteX2" fmla="*/ 253 w 7085"/>
                <a:gd name="connsiteY2" fmla="*/ 6215 h 170322"/>
                <a:gd name="connsiteX3" fmla="*/ 253 w 7085"/>
                <a:gd name="connsiteY3" fmla="*/ 164275 h 170322"/>
                <a:gd name="connsiteX4" fmla="*/ 3796 w 7085"/>
                <a:gd name="connsiteY4" fmla="*/ 170407 h 170322"/>
                <a:gd name="connsiteX5" fmla="*/ 7339 w 7085"/>
                <a:gd name="connsiteY5" fmla="*/ 164275 h 170322"/>
                <a:gd name="connsiteX6" fmla="*/ 7339 w 7085"/>
                <a:gd name="connsiteY6" fmla="*/ 6215 h 1703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085" h="170322">
                  <a:moveTo>
                    <a:pt x="7339" y="6215"/>
                  </a:moveTo>
                  <a:cubicBezTo>
                    <a:pt x="7339" y="3150"/>
                    <a:pt x="7339" y="84"/>
                    <a:pt x="3796" y="84"/>
                  </a:cubicBezTo>
                  <a:cubicBezTo>
                    <a:pt x="253" y="84"/>
                    <a:pt x="253" y="3150"/>
                    <a:pt x="253" y="6215"/>
                  </a:cubicBezTo>
                  <a:lnTo>
                    <a:pt x="253" y="164275"/>
                  </a:lnTo>
                  <a:cubicBezTo>
                    <a:pt x="253" y="167341"/>
                    <a:pt x="253" y="170407"/>
                    <a:pt x="3796" y="170407"/>
                  </a:cubicBezTo>
                  <a:cubicBezTo>
                    <a:pt x="7339" y="170407"/>
                    <a:pt x="7339" y="167341"/>
                    <a:pt x="7339" y="164275"/>
                  </a:cubicBezTo>
                  <a:lnTo>
                    <a:pt x="7339" y="6215"/>
                  </a:lnTo>
                  <a:close/>
                </a:path>
              </a:pathLst>
            </a:custGeom>
            <a:solidFill>
              <a:srgbClr val="000000"/>
            </a:solidFill>
            <a:ln w="1778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94" name="任意形状 293">
              <a:extLst>
                <a:ext uri="{FF2B5EF4-FFF2-40B4-BE49-F238E27FC236}">
                  <a16:creationId xmlns:a16="http://schemas.microsoft.com/office/drawing/2014/main" id="{44E0C934-1C7C-0980-AA9B-6D38ACEA557F}"/>
                </a:ext>
              </a:extLst>
            </p:cNvPr>
            <p:cNvSpPr/>
            <p:nvPr>
              <p:custDataLst>
                <p:tags r:id="rId215"/>
              </p:custDataLst>
            </p:nvPr>
          </p:nvSpPr>
          <p:spPr>
            <a:xfrm>
              <a:off x="7164417" y="3693246"/>
              <a:ext cx="235767" cy="238451"/>
            </a:xfrm>
            <a:custGeom>
              <a:avLst/>
              <a:gdLst>
                <a:gd name="connsiteX0" fmla="*/ 214594 w 235767"/>
                <a:gd name="connsiteY0" fmla="*/ 238519 h 238451"/>
                <a:gd name="connsiteX1" fmla="*/ 236027 w 235767"/>
                <a:gd name="connsiteY1" fmla="*/ 184016 h 238451"/>
                <a:gd name="connsiteX2" fmla="*/ 231599 w 235767"/>
                <a:gd name="connsiteY2" fmla="*/ 184016 h 238451"/>
                <a:gd name="connsiteX3" fmla="*/ 185544 w 235767"/>
                <a:gd name="connsiteY3" fmla="*/ 218421 h 238451"/>
                <a:gd name="connsiteX4" fmla="*/ 130454 w 235767"/>
                <a:gd name="connsiteY4" fmla="*/ 223701 h 238451"/>
                <a:gd name="connsiteX5" fmla="*/ 23641 w 235767"/>
                <a:gd name="connsiteY5" fmla="*/ 223701 h 238451"/>
                <a:gd name="connsiteX6" fmla="*/ 113804 w 235767"/>
                <a:gd name="connsiteY6" fmla="*/ 122019 h 238451"/>
                <a:gd name="connsiteX7" fmla="*/ 115398 w 235767"/>
                <a:gd name="connsiteY7" fmla="*/ 119293 h 238451"/>
                <a:gd name="connsiteX8" fmla="*/ 114158 w 235767"/>
                <a:gd name="connsiteY8" fmla="*/ 116739 h 238451"/>
                <a:gd name="connsiteX9" fmla="*/ 31613 w 235767"/>
                <a:gd name="connsiteY9" fmla="*/ 8243 h 238451"/>
                <a:gd name="connsiteX10" fmla="*/ 128683 w 235767"/>
                <a:gd name="connsiteY10" fmla="*/ 8243 h 238451"/>
                <a:gd name="connsiteX11" fmla="*/ 170133 w 235767"/>
                <a:gd name="connsiteY11" fmla="*/ 10968 h 238451"/>
                <a:gd name="connsiteX12" fmla="*/ 209103 w 235767"/>
                <a:gd name="connsiteY12" fmla="*/ 23742 h 238451"/>
                <a:gd name="connsiteX13" fmla="*/ 231599 w 235767"/>
                <a:gd name="connsiteY13" fmla="*/ 47928 h 238451"/>
                <a:gd name="connsiteX14" fmla="*/ 236027 w 235767"/>
                <a:gd name="connsiteY14" fmla="*/ 47928 h 238451"/>
                <a:gd name="connsiteX15" fmla="*/ 214594 w 235767"/>
                <a:gd name="connsiteY15" fmla="*/ 67 h 238451"/>
                <a:gd name="connsiteX16" fmla="*/ 5219 w 235767"/>
                <a:gd name="connsiteY16" fmla="*/ 67 h 238451"/>
                <a:gd name="connsiteX17" fmla="*/ 437 w 235767"/>
                <a:gd name="connsiteY17" fmla="*/ 1260 h 238451"/>
                <a:gd name="connsiteX18" fmla="*/ 260 w 235767"/>
                <a:gd name="connsiteY18" fmla="*/ 6880 h 238451"/>
                <a:gd name="connsiteX19" fmla="*/ 93964 w 235767"/>
                <a:gd name="connsiteY19" fmla="*/ 130194 h 238451"/>
                <a:gd name="connsiteX20" fmla="*/ 2208 w 235767"/>
                <a:gd name="connsiteY20" fmla="*/ 233580 h 238451"/>
                <a:gd name="connsiteX21" fmla="*/ 437 w 235767"/>
                <a:gd name="connsiteY21" fmla="*/ 236646 h 238451"/>
                <a:gd name="connsiteX22" fmla="*/ 5219 w 235767"/>
                <a:gd name="connsiteY22" fmla="*/ 238519 h 238451"/>
                <a:gd name="connsiteX23" fmla="*/ 214594 w 235767"/>
                <a:gd name="connsiteY23" fmla="*/ 238519 h 2384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35767" h="238451">
                  <a:moveTo>
                    <a:pt x="214594" y="238519"/>
                  </a:moveTo>
                  <a:lnTo>
                    <a:pt x="236027" y="184016"/>
                  </a:lnTo>
                  <a:lnTo>
                    <a:pt x="231599" y="184016"/>
                  </a:lnTo>
                  <a:cubicBezTo>
                    <a:pt x="224691" y="201730"/>
                    <a:pt x="205914" y="213312"/>
                    <a:pt x="185544" y="218421"/>
                  </a:cubicBezTo>
                  <a:cubicBezTo>
                    <a:pt x="181824" y="219273"/>
                    <a:pt x="164464" y="223701"/>
                    <a:pt x="130454" y="223701"/>
                  </a:cubicBezTo>
                  <a:lnTo>
                    <a:pt x="23641" y="223701"/>
                  </a:lnTo>
                  <a:lnTo>
                    <a:pt x="113804" y="122019"/>
                  </a:lnTo>
                  <a:cubicBezTo>
                    <a:pt x="115044" y="120656"/>
                    <a:pt x="115398" y="120145"/>
                    <a:pt x="115398" y="119293"/>
                  </a:cubicBezTo>
                  <a:cubicBezTo>
                    <a:pt x="115398" y="118953"/>
                    <a:pt x="115398" y="118442"/>
                    <a:pt x="114158" y="116739"/>
                  </a:cubicBezTo>
                  <a:lnTo>
                    <a:pt x="31613" y="8243"/>
                  </a:lnTo>
                  <a:lnTo>
                    <a:pt x="128683" y="8243"/>
                  </a:lnTo>
                  <a:cubicBezTo>
                    <a:pt x="152419" y="8243"/>
                    <a:pt x="168538" y="10627"/>
                    <a:pt x="170133" y="10968"/>
                  </a:cubicBezTo>
                  <a:cubicBezTo>
                    <a:pt x="179698" y="12331"/>
                    <a:pt x="195109" y="15226"/>
                    <a:pt x="209103" y="23742"/>
                  </a:cubicBezTo>
                  <a:cubicBezTo>
                    <a:pt x="213531" y="26467"/>
                    <a:pt x="225576" y="34132"/>
                    <a:pt x="231599" y="47928"/>
                  </a:cubicBezTo>
                  <a:lnTo>
                    <a:pt x="236027" y="47928"/>
                  </a:lnTo>
                  <a:lnTo>
                    <a:pt x="214594" y="67"/>
                  </a:lnTo>
                  <a:lnTo>
                    <a:pt x="5219" y="67"/>
                  </a:lnTo>
                  <a:cubicBezTo>
                    <a:pt x="1145" y="67"/>
                    <a:pt x="968" y="238"/>
                    <a:pt x="437" y="1260"/>
                  </a:cubicBezTo>
                  <a:cubicBezTo>
                    <a:pt x="260" y="1771"/>
                    <a:pt x="260" y="5007"/>
                    <a:pt x="260" y="6880"/>
                  </a:cubicBezTo>
                  <a:lnTo>
                    <a:pt x="93964" y="130194"/>
                  </a:lnTo>
                  <a:lnTo>
                    <a:pt x="2208" y="233580"/>
                  </a:lnTo>
                  <a:cubicBezTo>
                    <a:pt x="437" y="235624"/>
                    <a:pt x="437" y="236476"/>
                    <a:pt x="437" y="236646"/>
                  </a:cubicBezTo>
                  <a:cubicBezTo>
                    <a:pt x="437" y="238519"/>
                    <a:pt x="2031" y="238519"/>
                    <a:pt x="5219" y="238519"/>
                  </a:cubicBezTo>
                  <a:lnTo>
                    <a:pt x="214594" y="238519"/>
                  </a:lnTo>
                  <a:close/>
                </a:path>
              </a:pathLst>
            </a:custGeom>
            <a:solidFill>
              <a:srgbClr val="000000"/>
            </a:solidFill>
            <a:ln w="1778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95" name="任意形状 294">
              <a:extLst>
                <a:ext uri="{FF2B5EF4-FFF2-40B4-BE49-F238E27FC236}">
                  <a16:creationId xmlns:a16="http://schemas.microsoft.com/office/drawing/2014/main" id="{1E947753-8157-87D3-10DF-B5E986151431}"/>
                </a:ext>
              </a:extLst>
            </p:cNvPr>
            <p:cNvSpPr/>
            <p:nvPr>
              <p:custDataLst>
                <p:tags r:id="rId216"/>
              </p:custDataLst>
            </p:nvPr>
          </p:nvSpPr>
          <p:spPr>
            <a:xfrm>
              <a:off x="7149086" y="4007204"/>
              <a:ext cx="66585" cy="52817"/>
            </a:xfrm>
            <a:custGeom>
              <a:avLst/>
              <a:gdLst>
                <a:gd name="connsiteX0" fmla="*/ 37209 w 66585"/>
                <a:gd name="connsiteY0" fmla="*/ 8196 h 52817"/>
                <a:gd name="connsiteX1" fmla="*/ 60273 w 66585"/>
                <a:gd name="connsiteY1" fmla="*/ 8196 h 52817"/>
                <a:gd name="connsiteX2" fmla="*/ 66844 w 66585"/>
                <a:gd name="connsiteY2" fmla="*/ 3427 h 52817"/>
                <a:gd name="connsiteX3" fmla="*/ 61512 w 66585"/>
                <a:gd name="connsiteY3" fmla="*/ 89 h 52817"/>
                <a:gd name="connsiteX4" fmla="*/ 22454 w 66585"/>
                <a:gd name="connsiteY4" fmla="*/ 89 h 52817"/>
                <a:gd name="connsiteX5" fmla="*/ 8443 w 66585"/>
                <a:gd name="connsiteY5" fmla="*/ 6050 h 52817"/>
                <a:gd name="connsiteX6" fmla="*/ 259 w 66585"/>
                <a:gd name="connsiteY6" fmla="*/ 16423 h 52817"/>
                <a:gd name="connsiteX7" fmla="*/ 2367 w 66585"/>
                <a:gd name="connsiteY7" fmla="*/ 17854 h 52817"/>
                <a:gd name="connsiteX8" fmla="*/ 4599 w 66585"/>
                <a:gd name="connsiteY8" fmla="*/ 16542 h 52817"/>
                <a:gd name="connsiteX9" fmla="*/ 21338 w 66585"/>
                <a:gd name="connsiteY9" fmla="*/ 8196 h 52817"/>
                <a:gd name="connsiteX10" fmla="*/ 32374 w 66585"/>
                <a:gd name="connsiteY10" fmla="*/ 8196 h 52817"/>
                <a:gd name="connsiteX11" fmla="*/ 20098 w 66585"/>
                <a:gd name="connsiteY11" fmla="*/ 46349 h 52817"/>
                <a:gd name="connsiteX12" fmla="*/ 19478 w 66585"/>
                <a:gd name="connsiteY12" fmla="*/ 49091 h 52817"/>
                <a:gd name="connsiteX13" fmla="*/ 23570 w 66585"/>
                <a:gd name="connsiteY13" fmla="*/ 52906 h 52817"/>
                <a:gd name="connsiteX14" fmla="*/ 29522 w 66585"/>
                <a:gd name="connsiteY14" fmla="*/ 46945 h 52817"/>
                <a:gd name="connsiteX15" fmla="*/ 37209 w 66585"/>
                <a:gd name="connsiteY15" fmla="*/ 8196 h 528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66585" h="52817">
                  <a:moveTo>
                    <a:pt x="37209" y="8196"/>
                  </a:moveTo>
                  <a:lnTo>
                    <a:pt x="60273" y="8196"/>
                  </a:lnTo>
                  <a:cubicBezTo>
                    <a:pt x="61636" y="8196"/>
                    <a:pt x="66844" y="8196"/>
                    <a:pt x="66844" y="3427"/>
                  </a:cubicBezTo>
                  <a:cubicBezTo>
                    <a:pt x="66844" y="89"/>
                    <a:pt x="63620" y="89"/>
                    <a:pt x="61512" y="89"/>
                  </a:cubicBezTo>
                  <a:lnTo>
                    <a:pt x="22454" y="89"/>
                  </a:lnTo>
                  <a:cubicBezTo>
                    <a:pt x="18858" y="89"/>
                    <a:pt x="14890" y="327"/>
                    <a:pt x="8443" y="6050"/>
                  </a:cubicBezTo>
                  <a:cubicBezTo>
                    <a:pt x="4847" y="9150"/>
                    <a:pt x="259" y="15469"/>
                    <a:pt x="259" y="16423"/>
                  </a:cubicBezTo>
                  <a:cubicBezTo>
                    <a:pt x="259" y="17854"/>
                    <a:pt x="1871" y="17854"/>
                    <a:pt x="2367" y="17854"/>
                  </a:cubicBezTo>
                  <a:cubicBezTo>
                    <a:pt x="3731" y="17854"/>
                    <a:pt x="3855" y="17615"/>
                    <a:pt x="4599" y="16542"/>
                  </a:cubicBezTo>
                  <a:cubicBezTo>
                    <a:pt x="10922" y="8196"/>
                    <a:pt x="18486" y="8196"/>
                    <a:pt x="21338" y="8196"/>
                  </a:cubicBezTo>
                  <a:lnTo>
                    <a:pt x="32374" y="8196"/>
                  </a:lnTo>
                  <a:lnTo>
                    <a:pt x="20098" y="46349"/>
                  </a:lnTo>
                  <a:cubicBezTo>
                    <a:pt x="19478" y="48256"/>
                    <a:pt x="19478" y="48375"/>
                    <a:pt x="19478" y="49091"/>
                  </a:cubicBezTo>
                  <a:cubicBezTo>
                    <a:pt x="19478" y="52310"/>
                    <a:pt x="22578" y="52906"/>
                    <a:pt x="23570" y="52906"/>
                  </a:cubicBezTo>
                  <a:cubicBezTo>
                    <a:pt x="28282" y="52906"/>
                    <a:pt x="29150" y="48614"/>
                    <a:pt x="29522" y="46945"/>
                  </a:cubicBezTo>
                  <a:lnTo>
                    <a:pt x="37209" y="8196"/>
                  </a:lnTo>
                  <a:close/>
                </a:path>
              </a:pathLst>
            </a:custGeom>
            <a:solidFill>
              <a:srgbClr val="000000"/>
            </a:solidFill>
            <a:ln w="1778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96" name="任意形状 295">
              <a:extLst>
                <a:ext uri="{FF2B5EF4-FFF2-40B4-BE49-F238E27FC236}">
                  <a16:creationId xmlns:a16="http://schemas.microsoft.com/office/drawing/2014/main" id="{88BCC11C-A8A2-FFAD-5FC1-3D356B2BC81F}"/>
                </a:ext>
              </a:extLst>
            </p:cNvPr>
            <p:cNvSpPr/>
            <p:nvPr>
              <p:custDataLst>
                <p:tags r:id="rId217"/>
              </p:custDataLst>
            </p:nvPr>
          </p:nvSpPr>
          <p:spPr>
            <a:xfrm>
              <a:off x="7236554" y="3989797"/>
              <a:ext cx="68569" cy="77854"/>
            </a:xfrm>
            <a:custGeom>
              <a:avLst/>
              <a:gdLst>
                <a:gd name="connsiteX0" fmla="*/ 63873 w 68569"/>
                <a:gd name="connsiteY0" fmla="*/ 41937 h 77854"/>
                <a:gd name="connsiteX1" fmla="*/ 68833 w 68569"/>
                <a:gd name="connsiteY1" fmla="*/ 39076 h 77854"/>
                <a:gd name="connsiteX2" fmla="*/ 63873 w 68569"/>
                <a:gd name="connsiteY2" fmla="*/ 36095 h 77854"/>
                <a:gd name="connsiteX3" fmla="*/ 6463 w 68569"/>
                <a:gd name="connsiteY3" fmla="*/ 36095 h 77854"/>
                <a:gd name="connsiteX4" fmla="*/ 42670 w 68569"/>
                <a:gd name="connsiteY4" fmla="*/ 5931 h 77854"/>
                <a:gd name="connsiteX5" fmla="*/ 63873 w 68569"/>
                <a:gd name="connsiteY5" fmla="*/ 5931 h 77854"/>
                <a:gd name="connsiteX6" fmla="*/ 68833 w 68569"/>
                <a:gd name="connsiteY6" fmla="*/ 3069 h 77854"/>
                <a:gd name="connsiteX7" fmla="*/ 63873 w 68569"/>
                <a:gd name="connsiteY7" fmla="*/ 89 h 77854"/>
                <a:gd name="connsiteX8" fmla="*/ 42174 w 68569"/>
                <a:gd name="connsiteY8" fmla="*/ 89 h 77854"/>
                <a:gd name="connsiteX9" fmla="*/ 263 w 68569"/>
                <a:gd name="connsiteY9" fmla="*/ 38956 h 77854"/>
                <a:gd name="connsiteX10" fmla="*/ 42174 w 68569"/>
                <a:gd name="connsiteY10" fmla="*/ 77943 h 77854"/>
                <a:gd name="connsiteX11" fmla="*/ 63873 w 68569"/>
                <a:gd name="connsiteY11" fmla="*/ 77943 h 77854"/>
                <a:gd name="connsiteX12" fmla="*/ 68833 w 68569"/>
                <a:gd name="connsiteY12" fmla="*/ 75082 h 77854"/>
                <a:gd name="connsiteX13" fmla="*/ 63873 w 68569"/>
                <a:gd name="connsiteY13" fmla="*/ 72101 h 77854"/>
                <a:gd name="connsiteX14" fmla="*/ 42670 w 68569"/>
                <a:gd name="connsiteY14" fmla="*/ 72101 h 77854"/>
                <a:gd name="connsiteX15" fmla="*/ 6463 w 68569"/>
                <a:gd name="connsiteY15" fmla="*/ 41937 h 77854"/>
                <a:gd name="connsiteX16" fmla="*/ 63873 w 68569"/>
                <a:gd name="connsiteY16" fmla="*/ 41937 h 778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68569" h="77854">
                  <a:moveTo>
                    <a:pt x="63873" y="41937"/>
                  </a:moveTo>
                  <a:cubicBezTo>
                    <a:pt x="65857" y="41937"/>
                    <a:pt x="68833" y="41937"/>
                    <a:pt x="68833" y="39076"/>
                  </a:cubicBezTo>
                  <a:cubicBezTo>
                    <a:pt x="68833" y="36095"/>
                    <a:pt x="65981" y="36095"/>
                    <a:pt x="63873" y="36095"/>
                  </a:cubicBezTo>
                  <a:lnTo>
                    <a:pt x="6463" y="36095"/>
                  </a:lnTo>
                  <a:cubicBezTo>
                    <a:pt x="8323" y="18807"/>
                    <a:pt x="23326" y="5931"/>
                    <a:pt x="42670" y="5931"/>
                  </a:cubicBezTo>
                  <a:lnTo>
                    <a:pt x="63873" y="5931"/>
                  </a:lnTo>
                  <a:cubicBezTo>
                    <a:pt x="65857" y="5931"/>
                    <a:pt x="68833" y="5931"/>
                    <a:pt x="68833" y="3069"/>
                  </a:cubicBezTo>
                  <a:cubicBezTo>
                    <a:pt x="68833" y="89"/>
                    <a:pt x="65981" y="89"/>
                    <a:pt x="63873" y="89"/>
                  </a:cubicBezTo>
                  <a:lnTo>
                    <a:pt x="42174" y="89"/>
                  </a:lnTo>
                  <a:cubicBezTo>
                    <a:pt x="19111" y="89"/>
                    <a:pt x="263" y="17496"/>
                    <a:pt x="263" y="38956"/>
                  </a:cubicBezTo>
                  <a:cubicBezTo>
                    <a:pt x="263" y="60894"/>
                    <a:pt x="19359" y="77943"/>
                    <a:pt x="42174" y="77943"/>
                  </a:cubicBezTo>
                  <a:lnTo>
                    <a:pt x="63873" y="77943"/>
                  </a:lnTo>
                  <a:cubicBezTo>
                    <a:pt x="65857" y="77943"/>
                    <a:pt x="68833" y="77943"/>
                    <a:pt x="68833" y="75082"/>
                  </a:cubicBezTo>
                  <a:cubicBezTo>
                    <a:pt x="68833" y="72101"/>
                    <a:pt x="65981" y="72101"/>
                    <a:pt x="63873" y="72101"/>
                  </a:cubicBezTo>
                  <a:lnTo>
                    <a:pt x="42670" y="72101"/>
                  </a:lnTo>
                  <a:cubicBezTo>
                    <a:pt x="23326" y="72101"/>
                    <a:pt x="8323" y="59225"/>
                    <a:pt x="6463" y="41937"/>
                  </a:cubicBezTo>
                  <a:lnTo>
                    <a:pt x="63873" y="41937"/>
                  </a:lnTo>
                  <a:close/>
                </a:path>
              </a:pathLst>
            </a:custGeom>
            <a:solidFill>
              <a:srgbClr val="000000"/>
            </a:solidFill>
            <a:ln w="1778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97" name="任意形状 296">
              <a:extLst>
                <a:ext uri="{FF2B5EF4-FFF2-40B4-BE49-F238E27FC236}">
                  <a16:creationId xmlns:a16="http://schemas.microsoft.com/office/drawing/2014/main" id="{C87184E6-E2A3-4465-61ED-71FDBE478393}"/>
                </a:ext>
              </a:extLst>
            </p:cNvPr>
            <p:cNvSpPr/>
            <p:nvPr>
              <p:custDataLst>
                <p:tags r:id="rId218"/>
              </p:custDataLst>
            </p:nvPr>
          </p:nvSpPr>
          <p:spPr>
            <a:xfrm>
              <a:off x="7323951" y="3977994"/>
              <a:ext cx="92624" cy="80596"/>
            </a:xfrm>
            <a:custGeom>
              <a:avLst/>
              <a:gdLst>
                <a:gd name="connsiteX0" fmla="*/ 55199 w 92624"/>
                <a:gd name="connsiteY0" fmla="*/ 8554 h 80596"/>
                <a:gd name="connsiteX1" fmla="*/ 59042 w 92624"/>
                <a:gd name="connsiteY1" fmla="*/ 4500 h 80596"/>
                <a:gd name="connsiteX2" fmla="*/ 66482 w 92624"/>
                <a:gd name="connsiteY2" fmla="*/ 4381 h 80596"/>
                <a:gd name="connsiteX3" fmla="*/ 80370 w 92624"/>
                <a:gd name="connsiteY3" fmla="*/ 5335 h 80596"/>
                <a:gd name="connsiteX4" fmla="*/ 86197 w 92624"/>
                <a:gd name="connsiteY4" fmla="*/ 14754 h 80596"/>
                <a:gd name="connsiteX5" fmla="*/ 85329 w 92624"/>
                <a:gd name="connsiteY5" fmla="*/ 24411 h 80596"/>
                <a:gd name="connsiteX6" fmla="*/ 85081 w 92624"/>
                <a:gd name="connsiteY6" fmla="*/ 25722 h 80596"/>
                <a:gd name="connsiteX7" fmla="*/ 87189 w 92624"/>
                <a:gd name="connsiteY7" fmla="*/ 27511 h 80596"/>
                <a:gd name="connsiteX8" fmla="*/ 89545 w 92624"/>
                <a:gd name="connsiteY8" fmla="*/ 24530 h 80596"/>
                <a:gd name="connsiteX9" fmla="*/ 92893 w 92624"/>
                <a:gd name="connsiteY9" fmla="*/ 1758 h 80596"/>
                <a:gd name="connsiteX10" fmla="*/ 89173 w 92624"/>
                <a:gd name="connsiteY10" fmla="*/ 89 h 80596"/>
                <a:gd name="connsiteX11" fmla="*/ 12916 w 92624"/>
                <a:gd name="connsiteY11" fmla="*/ 89 h 80596"/>
                <a:gd name="connsiteX12" fmla="*/ 8700 w 92624"/>
                <a:gd name="connsiteY12" fmla="*/ 2593 h 80596"/>
                <a:gd name="connsiteX13" fmla="*/ 889 w 92624"/>
                <a:gd name="connsiteY13" fmla="*/ 23696 h 80596"/>
                <a:gd name="connsiteX14" fmla="*/ 269 w 92624"/>
                <a:gd name="connsiteY14" fmla="*/ 25842 h 80596"/>
                <a:gd name="connsiteX15" fmla="*/ 2377 w 92624"/>
                <a:gd name="connsiteY15" fmla="*/ 27511 h 80596"/>
                <a:gd name="connsiteX16" fmla="*/ 4981 w 92624"/>
                <a:gd name="connsiteY16" fmla="*/ 24649 h 80596"/>
                <a:gd name="connsiteX17" fmla="*/ 35111 w 92624"/>
                <a:gd name="connsiteY17" fmla="*/ 4381 h 80596"/>
                <a:gd name="connsiteX18" fmla="*/ 40319 w 92624"/>
                <a:gd name="connsiteY18" fmla="*/ 4381 h 80596"/>
                <a:gd name="connsiteX19" fmla="*/ 44163 w 92624"/>
                <a:gd name="connsiteY19" fmla="*/ 5573 h 80596"/>
                <a:gd name="connsiteX20" fmla="*/ 43667 w 92624"/>
                <a:gd name="connsiteY20" fmla="*/ 8077 h 80596"/>
                <a:gd name="connsiteX21" fmla="*/ 27300 w 92624"/>
                <a:gd name="connsiteY21" fmla="*/ 70790 h 80596"/>
                <a:gd name="connsiteX22" fmla="*/ 12792 w 92624"/>
                <a:gd name="connsiteY22" fmla="*/ 76393 h 80596"/>
                <a:gd name="connsiteX23" fmla="*/ 7212 w 92624"/>
                <a:gd name="connsiteY23" fmla="*/ 79016 h 80596"/>
                <a:gd name="connsiteX24" fmla="*/ 9320 w 92624"/>
                <a:gd name="connsiteY24" fmla="*/ 80686 h 80596"/>
                <a:gd name="connsiteX25" fmla="*/ 19984 w 92624"/>
                <a:gd name="connsiteY25" fmla="*/ 80328 h 80596"/>
                <a:gd name="connsiteX26" fmla="*/ 30648 w 92624"/>
                <a:gd name="connsiteY26" fmla="*/ 80209 h 80596"/>
                <a:gd name="connsiteX27" fmla="*/ 41807 w 92624"/>
                <a:gd name="connsiteY27" fmla="*/ 80328 h 80596"/>
                <a:gd name="connsiteX28" fmla="*/ 52223 w 92624"/>
                <a:gd name="connsiteY28" fmla="*/ 80686 h 80596"/>
                <a:gd name="connsiteX29" fmla="*/ 55075 w 92624"/>
                <a:gd name="connsiteY29" fmla="*/ 78063 h 80596"/>
                <a:gd name="connsiteX30" fmla="*/ 49991 w 92624"/>
                <a:gd name="connsiteY30" fmla="*/ 76393 h 80596"/>
                <a:gd name="connsiteX31" fmla="*/ 42799 w 92624"/>
                <a:gd name="connsiteY31" fmla="*/ 76155 h 80596"/>
                <a:gd name="connsiteX32" fmla="*/ 38335 w 92624"/>
                <a:gd name="connsiteY32" fmla="*/ 73890 h 80596"/>
                <a:gd name="connsiteX33" fmla="*/ 38831 w 92624"/>
                <a:gd name="connsiteY33" fmla="*/ 71148 h 80596"/>
                <a:gd name="connsiteX34" fmla="*/ 55199 w 92624"/>
                <a:gd name="connsiteY34" fmla="*/ 8554 h 805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92624" h="80596">
                  <a:moveTo>
                    <a:pt x="55199" y="8554"/>
                  </a:moveTo>
                  <a:cubicBezTo>
                    <a:pt x="56067" y="5096"/>
                    <a:pt x="56315" y="4739"/>
                    <a:pt x="59042" y="4500"/>
                  </a:cubicBezTo>
                  <a:cubicBezTo>
                    <a:pt x="59662" y="4381"/>
                    <a:pt x="64002" y="4381"/>
                    <a:pt x="66482" y="4381"/>
                  </a:cubicBezTo>
                  <a:cubicBezTo>
                    <a:pt x="74046" y="4381"/>
                    <a:pt x="77270" y="4381"/>
                    <a:pt x="80370" y="5335"/>
                  </a:cubicBezTo>
                  <a:cubicBezTo>
                    <a:pt x="85949" y="7004"/>
                    <a:pt x="86197" y="10461"/>
                    <a:pt x="86197" y="14754"/>
                  </a:cubicBezTo>
                  <a:cubicBezTo>
                    <a:pt x="86197" y="16661"/>
                    <a:pt x="86197" y="18211"/>
                    <a:pt x="85329" y="24411"/>
                  </a:cubicBezTo>
                  <a:lnTo>
                    <a:pt x="85081" y="25722"/>
                  </a:lnTo>
                  <a:cubicBezTo>
                    <a:pt x="85081" y="26915"/>
                    <a:pt x="85949" y="27511"/>
                    <a:pt x="87189" y="27511"/>
                  </a:cubicBezTo>
                  <a:cubicBezTo>
                    <a:pt x="89049" y="27511"/>
                    <a:pt x="89297" y="26438"/>
                    <a:pt x="89545" y="24530"/>
                  </a:cubicBezTo>
                  <a:lnTo>
                    <a:pt x="92893" y="1758"/>
                  </a:lnTo>
                  <a:cubicBezTo>
                    <a:pt x="92893" y="89"/>
                    <a:pt x="91405" y="89"/>
                    <a:pt x="89173" y="89"/>
                  </a:cubicBezTo>
                  <a:lnTo>
                    <a:pt x="12916" y="89"/>
                  </a:lnTo>
                  <a:cubicBezTo>
                    <a:pt x="9816" y="89"/>
                    <a:pt x="9568" y="89"/>
                    <a:pt x="8700" y="2593"/>
                  </a:cubicBezTo>
                  <a:lnTo>
                    <a:pt x="889" y="23696"/>
                  </a:lnTo>
                  <a:cubicBezTo>
                    <a:pt x="765" y="24172"/>
                    <a:pt x="269" y="25246"/>
                    <a:pt x="269" y="25842"/>
                  </a:cubicBezTo>
                  <a:cubicBezTo>
                    <a:pt x="269" y="26319"/>
                    <a:pt x="517" y="27511"/>
                    <a:pt x="2377" y="27511"/>
                  </a:cubicBezTo>
                  <a:cubicBezTo>
                    <a:pt x="3989" y="27511"/>
                    <a:pt x="4237" y="26915"/>
                    <a:pt x="4981" y="24649"/>
                  </a:cubicBezTo>
                  <a:cubicBezTo>
                    <a:pt x="12172" y="5573"/>
                    <a:pt x="16264" y="4381"/>
                    <a:pt x="35111" y="4381"/>
                  </a:cubicBezTo>
                  <a:lnTo>
                    <a:pt x="40319" y="4381"/>
                  </a:lnTo>
                  <a:cubicBezTo>
                    <a:pt x="44039" y="4381"/>
                    <a:pt x="44163" y="4500"/>
                    <a:pt x="44163" y="5573"/>
                  </a:cubicBezTo>
                  <a:cubicBezTo>
                    <a:pt x="44163" y="5692"/>
                    <a:pt x="44163" y="6289"/>
                    <a:pt x="43667" y="8077"/>
                  </a:cubicBezTo>
                  <a:lnTo>
                    <a:pt x="27300" y="70790"/>
                  </a:lnTo>
                  <a:cubicBezTo>
                    <a:pt x="26184" y="75201"/>
                    <a:pt x="25812" y="76393"/>
                    <a:pt x="12792" y="76393"/>
                  </a:cubicBezTo>
                  <a:cubicBezTo>
                    <a:pt x="8328" y="76393"/>
                    <a:pt x="7212" y="76393"/>
                    <a:pt x="7212" y="79016"/>
                  </a:cubicBezTo>
                  <a:cubicBezTo>
                    <a:pt x="7212" y="79374"/>
                    <a:pt x="7460" y="80686"/>
                    <a:pt x="9320" y="80686"/>
                  </a:cubicBezTo>
                  <a:cubicBezTo>
                    <a:pt x="12792" y="80686"/>
                    <a:pt x="16512" y="80328"/>
                    <a:pt x="19984" y="80328"/>
                  </a:cubicBezTo>
                  <a:cubicBezTo>
                    <a:pt x="23456" y="80328"/>
                    <a:pt x="27176" y="80209"/>
                    <a:pt x="30648" y="80209"/>
                  </a:cubicBezTo>
                  <a:cubicBezTo>
                    <a:pt x="34119" y="80209"/>
                    <a:pt x="38335" y="80209"/>
                    <a:pt x="41807" y="80328"/>
                  </a:cubicBezTo>
                  <a:cubicBezTo>
                    <a:pt x="45155" y="80447"/>
                    <a:pt x="48875" y="80686"/>
                    <a:pt x="52223" y="80686"/>
                  </a:cubicBezTo>
                  <a:cubicBezTo>
                    <a:pt x="53215" y="80686"/>
                    <a:pt x="55075" y="80686"/>
                    <a:pt x="55075" y="78063"/>
                  </a:cubicBezTo>
                  <a:cubicBezTo>
                    <a:pt x="55075" y="76393"/>
                    <a:pt x="53835" y="76393"/>
                    <a:pt x="49991" y="76393"/>
                  </a:cubicBezTo>
                  <a:cubicBezTo>
                    <a:pt x="47635" y="76393"/>
                    <a:pt x="45155" y="76274"/>
                    <a:pt x="42799" y="76155"/>
                  </a:cubicBezTo>
                  <a:cubicBezTo>
                    <a:pt x="38583" y="75797"/>
                    <a:pt x="38335" y="75320"/>
                    <a:pt x="38335" y="73890"/>
                  </a:cubicBezTo>
                  <a:cubicBezTo>
                    <a:pt x="38335" y="73055"/>
                    <a:pt x="38335" y="72817"/>
                    <a:pt x="38831" y="71148"/>
                  </a:cubicBezTo>
                  <a:lnTo>
                    <a:pt x="55199" y="8554"/>
                  </a:lnTo>
                  <a:close/>
                </a:path>
              </a:pathLst>
            </a:custGeom>
            <a:solidFill>
              <a:srgbClr val="000000"/>
            </a:solidFill>
            <a:ln w="1778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98" name="任意形状 297">
              <a:extLst>
                <a:ext uri="{FF2B5EF4-FFF2-40B4-BE49-F238E27FC236}">
                  <a16:creationId xmlns:a16="http://schemas.microsoft.com/office/drawing/2014/main" id="{15C59F47-8771-A7BB-0E53-9816CBCB098A}"/>
                </a:ext>
              </a:extLst>
            </p:cNvPr>
            <p:cNvSpPr/>
            <p:nvPr>
              <p:custDataLst>
                <p:tags r:id="rId219"/>
              </p:custDataLst>
            </p:nvPr>
          </p:nvSpPr>
          <p:spPr>
            <a:xfrm>
              <a:off x="7459199" y="3733103"/>
              <a:ext cx="130726" cy="121951"/>
            </a:xfrm>
            <a:custGeom>
              <a:avLst/>
              <a:gdLst>
                <a:gd name="connsiteX0" fmla="*/ 70245 w 130726"/>
                <a:gd name="connsiteY0" fmla="*/ 3143 h 121951"/>
                <a:gd name="connsiteX1" fmla="*/ 65639 w 130726"/>
                <a:gd name="connsiteY1" fmla="*/ 77 h 121951"/>
                <a:gd name="connsiteX2" fmla="*/ 61034 w 130726"/>
                <a:gd name="connsiteY2" fmla="*/ 3143 h 121951"/>
                <a:gd name="connsiteX3" fmla="*/ 1162 w 130726"/>
                <a:gd name="connsiteY3" fmla="*/ 118622 h 121951"/>
                <a:gd name="connsiteX4" fmla="*/ 276 w 130726"/>
                <a:gd name="connsiteY4" fmla="*/ 120665 h 121951"/>
                <a:gd name="connsiteX5" fmla="*/ 4173 w 130726"/>
                <a:gd name="connsiteY5" fmla="*/ 122028 h 121951"/>
                <a:gd name="connsiteX6" fmla="*/ 127105 w 130726"/>
                <a:gd name="connsiteY6" fmla="*/ 122028 h 121951"/>
                <a:gd name="connsiteX7" fmla="*/ 131002 w 130726"/>
                <a:gd name="connsiteY7" fmla="*/ 120665 h 121951"/>
                <a:gd name="connsiteX8" fmla="*/ 130117 w 130726"/>
                <a:gd name="connsiteY8" fmla="*/ 118622 h 121951"/>
                <a:gd name="connsiteX9" fmla="*/ 70245 w 130726"/>
                <a:gd name="connsiteY9" fmla="*/ 3143 h 121951"/>
                <a:gd name="connsiteX10" fmla="*/ 59971 w 130726"/>
                <a:gd name="connsiteY10" fmla="*/ 17109 h 121951"/>
                <a:gd name="connsiteX11" fmla="*/ 107620 w 130726"/>
                <a:gd name="connsiteY11" fmla="*/ 109084 h 121951"/>
                <a:gd name="connsiteX12" fmla="*/ 12144 w 130726"/>
                <a:gd name="connsiteY12" fmla="*/ 109084 h 121951"/>
                <a:gd name="connsiteX13" fmla="*/ 59971 w 130726"/>
                <a:gd name="connsiteY13" fmla="*/ 17109 h 121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30726" h="121951">
                  <a:moveTo>
                    <a:pt x="70245" y="3143"/>
                  </a:moveTo>
                  <a:cubicBezTo>
                    <a:pt x="69005" y="929"/>
                    <a:pt x="68651" y="77"/>
                    <a:pt x="65639" y="77"/>
                  </a:cubicBezTo>
                  <a:cubicBezTo>
                    <a:pt x="62628" y="77"/>
                    <a:pt x="62274" y="929"/>
                    <a:pt x="61034" y="3143"/>
                  </a:cubicBezTo>
                  <a:lnTo>
                    <a:pt x="1162" y="118622"/>
                  </a:lnTo>
                  <a:cubicBezTo>
                    <a:pt x="276" y="120155"/>
                    <a:pt x="276" y="120495"/>
                    <a:pt x="276" y="120665"/>
                  </a:cubicBezTo>
                  <a:cubicBezTo>
                    <a:pt x="276" y="122028"/>
                    <a:pt x="1339" y="122028"/>
                    <a:pt x="4173" y="122028"/>
                  </a:cubicBezTo>
                  <a:lnTo>
                    <a:pt x="127105" y="122028"/>
                  </a:lnTo>
                  <a:cubicBezTo>
                    <a:pt x="129940" y="122028"/>
                    <a:pt x="131002" y="122028"/>
                    <a:pt x="131002" y="120665"/>
                  </a:cubicBezTo>
                  <a:cubicBezTo>
                    <a:pt x="131002" y="120495"/>
                    <a:pt x="131002" y="120155"/>
                    <a:pt x="130117" y="118622"/>
                  </a:cubicBezTo>
                  <a:lnTo>
                    <a:pt x="70245" y="3143"/>
                  </a:lnTo>
                  <a:close/>
                  <a:moveTo>
                    <a:pt x="59971" y="17109"/>
                  </a:moveTo>
                  <a:lnTo>
                    <a:pt x="107620" y="109084"/>
                  </a:lnTo>
                  <a:lnTo>
                    <a:pt x="12144" y="109084"/>
                  </a:lnTo>
                  <a:lnTo>
                    <a:pt x="59971" y="17109"/>
                  </a:lnTo>
                  <a:close/>
                </a:path>
              </a:pathLst>
            </a:custGeom>
            <a:solidFill>
              <a:srgbClr val="000000"/>
            </a:solidFill>
            <a:ln w="1778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99" name="任意形状 298">
              <a:extLst>
                <a:ext uri="{FF2B5EF4-FFF2-40B4-BE49-F238E27FC236}">
                  <a16:creationId xmlns:a16="http://schemas.microsoft.com/office/drawing/2014/main" id="{93EC358C-5093-3A10-4671-D6A3D03BB6E9}"/>
                </a:ext>
              </a:extLst>
            </p:cNvPr>
            <p:cNvSpPr/>
            <p:nvPr>
              <p:custDataLst>
                <p:tags r:id="rId220"/>
              </p:custDataLst>
            </p:nvPr>
          </p:nvSpPr>
          <p:spPr>
            <a:xfrm>
              <a:off x="7616023" y="3727312"/>
              <a:ext cx="41095" cy="170322"/>
            </a:xfrm>
            <a:custGeom>
              <a:avLst/>
              <a:gdLst>
                <a:gd name="connsiteX0" fmla="*/ 41380 w 41095"/>
                <a:gd name="connsiteY0" fmla="*/ 168697 h 170322"/>
                <a:gd name="connsiteX1" fmla="*/ 38369 w 41095"/>
                <a:gd name="connsiteY1" fmla="*/ 164949 h 170322"/>
                <a:gd name="connsiteX2" fmla="*/ 10558 w 41095"/>
                <a:gd name="connsiteY2" fmla="*/ 85238 h 170322"/>
                <a:gd name="connsiteX3" fmla="*/ 39077 w 41095"/>
                <a:gd name="connsiteY3" fmla="*/ 4676 h 170322"/>
                <a:gd name="connsiteX4" fmla="*/ 41380 w 41095"/>
                <a:gd name="connsiteY4" fmla="*/ 1780 h 170322"/>
                <a:gd name="connsiteX5" fmla="*/ 39609 w 41095"/>
                <a:gd name="connsiteY5" fmla="*/ 77 h 170322"/>
                <a:gd name="connsiteX6" fmla="*/ 11444 w 41095"/>
                <a:gd name="connsiteY6" fmla="*/ 33290 h 170322"/>
                <a:gd name="connsiteX7" fmla="*/ 285 w 41095"/>
                <a:gd name="connsiteY7" fmla="*/ 85238 h 170322"/>
                <a:gd name="connsiteX8" fmla="*/ 11975 w 41095"/>
                <a:gd name="connsiteY8" fmla="*/ 138379 h 170322"/>
                <a:gd name="connsiteX9" fmla="*/ 39609 w 41095"/>
                <a:gd name="connsiteY9" fmla="*/ 170400 h 170322"/>
                <a:gd name="connsiteX10" fmla="*/ 41380 w 41095"/>
                <a:gd name="connsiteY10" fmla="*/ 168697 h 1703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41095" h="170322">
                  <a:moveTo>
                    <a:pt x="41380" y="168697"/>
                  </a:moveTo>
                  <a:cubicBezTo>
                    <a:pt x="41380" y="168186"/>
                    <a:pt x="41380" y="167845"/>
                    <a:pt x="38369" y="164949"/>
                  </a:cubicBezTo>
                  <a:cubicBezTo>
                    <a:pt x="16227" y="143489"/>
                    <a:pt x="10558" y="111298"/>
                    <a:pt x="10558" y="85238"/>
                  </a:cubicBezTo>
                  <a:cubicBezTo>
                    <a:pt x="10558" y="55602"/>
                    <a:pt x="17290" y="25966"/>
                    <a:pt x="39077" y="4676"/>
                  </a:cubicBezTo>
                  <a:cubicBezTo>
                    <a:pt x="41380" y="2632"/>
                    <a:pt x="41380" y="2291"/>
                    <a:pt x="41380" y="1780"/>
                  </a:cubicBezTo>
                  <a:cubicBezTo>
                    <a:pt x="41380" y="588"/>
                    <a:pt x="40671" y="77"/>
                    <a:pt x="39609" y="77"/>
                  </a:cubicBezTo>
                  <a:cubicBezTo>
                    <a:pt x="37837" y="77"/>
                    <a:pt x="21895" y="11659"/>
                    <a:pt x="11444" y="33290"/>
                  </a:cubicBezTo>
                  <a:cubicBezTo>
                    <a:pt x="2410" y="52025"/>
                    <a:pt x="285" y="70931"/>
                    <a:pt x="285" y="85238"/>
                  </a:cubicBezTo>
                  <a:cubicBezTo>
                    <a:pt x="285" y="98524"/>
                    <a:pt x="2233" y="119133"/>
                    <a:pt x="11975" y="138379"/>
                  </a:cubicBezTo>
                  <a:cubicBezTo>
                    <a:pt x="22604" y="159329"/>
                    <a:pt x="37837" y="170400"/>
                    <a:pt x="39609" y="170400"/>
                  </a:cubicBezTo>
                  <a:cubicBezTo>
                    <a:pt x="40671" y="170400"/>
                    <a:pt x="41380" y="169889"/>
                    <a:pt x="41380" y="168697"/>
                  </a:cubicBezTo>
                  <a:close/>
                </a:path>
              </a:pathLst>
            </a:custGeom>
            <a:solidFill>
              <a:srgbClr val="000000"/>
            </a:solidFill>
            <a:ln w="1778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00" name="任意形状 299">
              <a:extLst>
                <a:ext uri="{FF2B5EF4-FFF2-40B4-BE49-F238E27FC236}">
                  <a16:creationId xmlns:a16="http://schemas.microsoft.com/office/drawing/2014/main" id="{594990AA-2310-6255-4CC2-10ECE36D651B}"/>
                </a:ext>
              </a:extLst>
            </p:cNvPr>
            <p:cNvSpPr/>
            <p:nvPr>
              <p:custDataLst>
                <p:tags r:id="rId221"/>
              </p:custDataLst>
            </p:nvPr>
          </p:nvSpPr>
          <p:spPr>
            <a:xfrm>
              <a:off x="7674813" y="3738723"/>
              <a:ext cx="177490" cy="116330"/>
            </a:xfrm>
            <a:custGeom>
              <a:avLst/>
              <a:gdLst>
                <a:gd name="connsiteX0" fmla="*/ 156876 w 177490"/>
                <a:gd name="connsiteY0" fmla="*/ 13192 h 116330"/>
                <a:gd name="connsiteX1" fmla="*/ 172110 w 177490"/>
                <a:gd name="connsiteY1" fmla="*/ 5357 h 116330"/>
                <a:gd name="connsiteX2" fmla="*/ 177778 w 177490"/>
                <a:gd name="connsiteY2" fmla="*/ 1950 h 116330"/>
                <a:gd name="connsiteX3" fmla="*/ 172996 w 177490"/>
                <a:gd name="connsiteY3" fmla="*/ 77 h 116330"/>
                <a:gd name="connsiteX4" fmla="*/ 149614 w 177490"/>
                <a:gd name="connsiteY4" fmla="*/ 77 h 116330"/>
                <a:gd name="connsiteX5" fmla="*/ 142706 w 177490"/>
                <a:gd name="connsiteY5" fmla="*/ 3313 h 116330"/>
                <a:gd name="connsiteX6" fmla="*/ 78051 w 177490"/>
                <a:gd name="connsiteY6" fmla="*/ 100397 h 116330"/>
                <a:gd name="connsiteX7" fmla="*/ 64234 w 177490"/>
                <a:gd name="connsiteY7" fmla="*/ 3994 h 116330"/>
                <a:gd name="connsiteX8" fmla="*/ 58743 w 177490"/>
                <a:gd name="connsiteY8" fmla="*/ 77 h 116330"/>
                <a:gd name="connsiteX9" fmla="*/ 34476 w 177490"/>
                <a:gd name="connsiteY9" fmla="*/ 77 h 116330"/>
                <a:gd name="connsiteX10" fmla="*/ 29161 w 177490"/>
                <a:gd name="connsiteY10" fmla="*/ 3313 h 116330"/>
                <a:gd name="connsiteX11" fmla="*/ 34298 w 177490"/>
                <a:gd name="connsiteY11" fmla="*/ 5357 h 116330"/>
                <a:gd name="connsiteX12" fmla="*/ 41915 w 177490"/>
                <a:gd name="connsiteY12" fmla="*/ 5698 h 116330"/>
                <a:gd name="connsiteX13" fmla="*/ 45812 w 177490"/>
                <a:gd name="connsiteY13" fmla="*/ 8423 h 116330"/>
                <a:gd name="connsiteX14" fmla="*/ 45104 w 177490"/>
                <a:gd name="connsiteY14" fmla="*/ 11659 h 116330"/>
                <a:gd name="connsiteX15" fmla="*/ 22607 w 177490"/>
                <a:gd name="connsiteY15" fmla="*/ 98353 h 116330"/>
                <a:gd name="connsiteX16" fmla="*/ 3477 w 177490"/>
                <a:gd name="connsiteY16" fmla="*/ 111127 h 116330"/>
                <a:gd name="connsiteX17" fmla="*/ 288 w 177490"/>
                <a:gd name="connsiteY17" fmla="*/ 114364 h 116330"/>
                <a:gd name="connsiteX18" fmla="*/ 2768 w 177490"/>
                <a:gd name="connsiteY18" fmla="*/ 116407 h 116330"/>
                <a:gd name="connsiteX19" fmla="*/ 20482 w 177490"/>
                <a:gd name="connsiteY19" fmla="*/ 115896 h 116330"/>
                <a:gd name="connsiteX20" fmla="*/ 38727 w 177490"/>
                <a:gd name="connsiteY20" fmla="*/ 116407 h 116330"/>
                <a:gd name="connsiteX21" fmla="*/ 41915 w 177490"/>
                <a:gd name="connsiteY21" fmla="*/ 113001 h 116330"/>
                <a:gd name="connsiteX22" fmla="*/ 38727 w 177490"/>
                <a:gd name="connsiteY22" fmla="*/ 111127 h 116330"/>
                <a:gd name="connsiteX23" fmla="*/ 26682 w 177490"/>
                <a:gd name="connsiteY23" fmla="*/ 103633 h 116330"/>
                <a:gd name="connsiteX24" fmla="*/ 27390 w 177490"/>
                <a:gd name="connsiteY24" fmla="*/ 99716 h 116330"/>
                <a:gd name="connsiteX25" fmla="*/ 51481 w 177490"/>
                <a:gd name="connsiteY25" fmla="*/ 6890 h 116330"/>
                <a:gd name="connsiteX26" fmla="*/ 51658 w 177490"/>
                <a:gd name="connsiteY26" fmla="*/ 6890 h 116330"/>
                <a:gd name="connsiteX27" fmla="*/ 66891 w 177490"/>
                <a:gd name="connsiteY27" fmla="*/ 112490 h 116330"/>
                <a:gd name="connsiteX28" fmla="*/ 69548 w 177490"/>
                <a:gd name="connsiteY28" fmla="*/ 116407 h 116330"/>
                <a:gd name="connsiteX29" fmla="*/ 73445 w 177490"/>
                <a:gd name="connsiteY29" fmla="*/ 113342 h 116330"/>
                <a:gd name="connsiteX30" fmla="*/ 145008 w 177490"/>
                <a:gd name="connsiteY30" fmla="*/ 5527 h 116330"/>
                <a:gd name="connsiteX31" fmla="*/ 145185 w 177490"/>
                <a:gd name="connsiteY31" fmla="*/ 5527 h 116330"/>
                <a:gd name="connsiteX32" fmla="*/ 119855 w 177490"/>
                <a:gd name="connsiteY32" fmla="*/ 103122 h 116330"/>
                <a:gd name="connsiteX33" fmla="*/ 103736 w 177490"/>
                <a:gd name="connsiteY33" fmla="*/ 111127 h 116330"/>
                <a:gd name="connsiteX34" fmla="*/ 98776 w 177490"/>
                <a:gd name="connsiteY34" fmla="*/ 114364 h 116330"/>
                <a:gd name="connsiteX35" fmla="*/ 101433 w 177490"/>
                <a:gd name="connsiteY35" fmla="*/ 116407 h 116330"/>
                <a:gd name="connsiteX36" fmla="*/ 123398 w 177490"/>
                <a:gd name="connsiteY36" fmla="*/ 115896 h 116330"/>
                <a:gd name="connsiteX37" fmla="*/ 145540 w 177490"/>
                <a:gd name="connsiteY37" fmla="*/ 116407 h 116330"/>
                <a:gd name="connsiteX38" fmla="*/ 148905 w 177490"/>
                <a:gd name="connsiteY38" fmla="*/ 113001 h 116330"/>
                <a:gd name="connsiteX39" fmla="*/ 143945 w 177490"/>
                <a:gd name="connsiteY39" fmla="*/ 111127 h 116330"/>
                <a:gd name="connsiteX40" fmla="*/ 132432 w 177490"/>
                <a:gd name="connsiteY40" fmla="*/ 108062 h 116330"/>
                <a:gd name="connsiteX41" fmla="*/ 133317 w 177490"/>
                <a:gd name="connsiteY41" fmla="*/ 103974 h 116330"/>
                <a:gd name="connsiteX42" fmla="*/ 156876 w 177490"/>
                <a:gd name="connsiteY42" fmla="*/ 13192 h 1163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</a:cxnLst>
              <a:rect l="l" t="t" r="r" b="b"/>
              <a:pathLst>
                <a:path w="177490" h="116330">
                  <a:moveTo>
                    <a:pt x="156876" y="13192"/>
                  </a:moveTo>
                  <a:cubicBezTo>
                    <a:pt x="158471" y="7060"/>
                    <a:pt x="158825" y="5357"/>
                    <a:pt x="172110" y="5357"/>
                  </a:cubicBezTo>
                  <a:cubicBezTo>
                    <a:pt x="176184" y="5357"/>
                    <a:pt x="177778" y="5357"/>
                    <a:pt x="177778" y="1950"/>
                  </a:cubicBezTo>
                  <a:cubicBezTo>
                    <a:pt x="177778" y="77"/>
                    <a:pt x="176007" y="77"/>
                    <a:pt x="172996" y="77"/>
                  </a:cubicBezTo>
                  <a:lnTo>
                    <a:pt x="149614" y="77"/>
                  </a:lnTo>
                  <a:cubicBezTo>
                    <a:pt x="145008" y="77"/>
                    <a:pt x="144831" y="77"/>
                    <a:pt x="142706" y="3313"/>
                  </a:cubicBezTo>
                  <a:lnTo>
                    <a:pt x="78051" y="100397"/>
                  </a:lnTo>
                  <a:lnTo>
                    <a:pt x="64234" y="3994"/>
                  </a:lnTo>
                  <a:cubicBezTo>
                    <a:pt x="63703" y="77"/>
                    <a:pt x="63349" y="77"/>
                    <a:pt x="58743" y="77"/>
                  </a:cubicBezTo>
                  <a:lnTo>
                    <a:pt x="34476" y="77"/>
                  </a:lnTo>
                  <a:cubicBezTo>
                    <a:pt x="31110" y="77"/>
                    <a:pt x="29161" y="77"/>
                    <a:pt x="29161" y="3313"/>
                  </a:cubicBezTo>
                  <a:cubicBezTo>
                    <a:pt x="29161" y="5357"/>
                    <a:pt x="30756" y="5357"/>
                    <a:pt x="34298" y="5357"/>
                  </a:cubicBezTo>
                  <a:cubicBezTo>
                    <a:pt x="36601" y="5357"/>
                    <a:pt x="39790" y="5527"/>
                    <a:pt x="41915" y="5698"/>
                  </a:cubicBezTo>
                  <a:cubicBezTo>
                    <a:pt x="44749" y="6038"/>
                    <a:pt x="45812" y="6549"/>
                    <a:pt x="45812" y="8423"/>
                  </a:cubicBezTo>
                  <a:cubicBezTo>
                    <a:pt x="45812" y="9104"/>
                    <a:pt x="45635" y="9615"/>
                    <a:pt x="45104" y="11659"/>
                  </a:cubicBezTo>
                  <a:lnTo>
                    <a:pt x="22607" y="98353"/>
                  </a:lnTo>
                  <a:cubicBezTo>
                    <a:pt x="20836" y="105166"/>
                    <a:pt x="17825" y="110616"/>
                    <a:pt x="3477" y="111127"/>
                  </a:cubicBezTo>
                  <a:cubicBezTo>
                    <a:pt x="2591" y="111127"/>
                    <a:pt x="288" y="111298"/>
                    <a:pt x="288" y="114364"/>
                  </a:cubicBezTo>
                  <a:cubicBezTo>
                    <a:pt x="288" y="115896"/>
                    <a:pt x="1351" y="116407"/>
                    <a:pt x="2768" y="116407"/>
                  </a:cubicBezTo>
                  <a:cubicBezTo>
                    <a:pt x="8437" y="116407"/>
                    <a:pt x="14636" y="115896"/>
                    <a:pt x="20482" y="115896"/>
                  </a:cubicBezTo>
                  <a:cubicBezTo>
                    <a:pt x="26504" y="115896"/>
                    <a:pt x="32881" y="116407"/>
                    <a:pt x="38727" y="116407"/>
                  </a:cubicBezTo>
                  <a:cubicBezTo>
                    <a:pt x="39613" y="116407"/>
                    <a:pt x="41915" y="116407"/>
                    <a:pt x="41915" y="113001"/>
                  </a:cubicBezTo>
                  <a:cubicBezTo>
                    <a:pt x="41915" y="111127"/>
                    <a:pt x="39967" y="111127"/>
                    <a:pt x="38727" y="111127"/>
                  </a:cubicBezTo>
                  <a:cubicBezTo>
                    <a:pt x="28630" y="110957"/>
                    <a:pt x="26682" y="107551"/>
                    <a:pt x="26682" y="103633"/>
                  </a:cubicBezTo>
                  <a:cubicBezTo>
                    <a:pt x="26682" y="102441"/>
                    <a:pt x="26859" y="101589"/>
                    <a:pt x="27390" y="99716"/>
                  </a:cubicBezTo>
                  <a:lnTo>
                    <a:pt x="51481" y="6890"/>
                  </a:lnTo>
                  <a:lnTo>
                    <a:pt x="51658" y="6890"/>
                  </a:lnTo>
                  <a:lnTo>
                    <a:pt x="66891" y="112490"/>
                  </a:lnTo>
                  <a:cubicBezTo>
                    <a:pt x="67246" y="114534"/>
                    <a:pt x="67423" y="116407"/>
                    <a:pt x="69548" y="116407"/>
                  </a:cubicBezTo>
                  <a:cubicBezTo>
                    <a:pt x="71497" y="116407"/>
                    <a:pt x="72560" y="114534"/>
                    <a:pt x="73445" y="113342"/>
                  </a:cubicBezTo>
                  <a:lnTo>
                    <a:pt x="145008" y="5527"/>
                  </a:lnTo>
                  <a:lnTo>
                    <a:pt x="145185" y="5527"/>
                  </a:lnTo>
                  <a:lnTo>
                    <a:pt x="119855" y="103122"/>
                  </a:lnTo>
                  <a:cubicBezTo>
                    <a:pt x="118084" y="109765"/>
                    <a:pt x="117729" y="111127"/>
                    <a:pt x="103736" y="111127"/>
                  </a:cubicBezTo>
                  <a:cubicBezTo>
                    <a:pt x="100724" y="111127"/>
                    <a:pt x="98776" y="111127"/>
                    <a:pt x="98776" y="114364"/>
                  </a:cubicBezTo>
                  <a:cubicBezTo>
                    <a:pt x="98776" y="116407"/>
                    <a:pt x="100901" y="116407"/>
                    <a:pt x="101433" y="116407"/>
                  </a:cubicBezTo>
                  <a:cubicBezTo>
                    <a:pt x="106393" y="116407"/>
                    <a:pt x="118438" y="115896"/>
                    <a:pt x="123398" y="115896"/>
                  </a:cubicBezTo>
                  <a:cubicBezTo>
                    <a:pt x="130660" y="115896"/>
                    <a:pt x="138277" y="116407"/>
                    <a:pt x="145540" y="116407"/>
                  </a:cubicBezTo>
                  <a:cubicBezTo>
                    <a:pt x="146603" y="116407"/>
                    <a:pt x="148905" y="116407"/>
                    <a:pt x="148905" y="113001"/>
                  </a:cubicBezTo>
                  <a:cubicBezTo>
                    <a:pt x="148905" y="111127"/>
                    <a:pt x="147311" y="111127"/>
                    <a:pt x="143945" y="111127"/>
                  </a:cubicBezTo>
                  <a:cubicBezTo>
                    <a:pt x="137391" y="111127"/>
                    <a:pt x="132432" y="111127"/>
                    <a:pt x="132432" y="108062"/>
                  </a:cubicBezTo>
                  <a:cubicBezTo>
                    <a:pt x="132432" y="107380"/>
                    <a:pt x="132432" y="107040"/>
                    <a:pt x="133317" y="103974"/>
                  </a:cubicBezTo>
                  <a:lnTo>
                    <a:pt x="156876" y="13192"/>
                  </a:lnTo>
                  <a:close/>
                </a:path>
              </a:pathLst>
            </a:custGeom>
            <a:solidFill>
              <a:srgbClr val="000000"/>
            </a:solidFill>
            <a:ln w="1778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01" name="任意形状 300">
              <a:extLst>
                <a:ext uri="{FF2B5EF4-FFF2-40B4-BE49-F238E27FC236}">
                  <a16:creationId xmlns:a16="http://schemas.microsoft.com/office/drawing/2014/main" id="{4A1780B9-3667-8C97-9128-C77F2A2C3501}"/>
                </a:ext>
              </a:extLst>
            </p:cNvPr>
            <p:cNvSpPr/>
            <p:nvPr>
              <p:custDataLst>
                <p:tags r:id="rId222"/>
              </p:custDataLst>
            </p:nvPr>
          </p:nvSpPr>
          <p:spPr>
            <a:xfrm>
              <a:off x="7847031" y="3796667"/>
              <a:ext cx="55549" cy="85127"/>
            </a:xfrm>
            <a:custGeom>
              <a:avLst/>
              <a:gdLst>
                <a:gd name="connsiteX0" fmla="*/ 55848 w 55549"/>
                <a:gd name="connsiteY0" fmla="*/ 25950 h 85127"/>
                <a:gd name="connsiteX1" fmla="*/ 38737 w 55549"/>
                <a:gd name="connsiteY1" fmla="*/ 78 h 85127"/>
                <a:gd name="connsiteX2" fmla="*/ 298 w 55549"/>
                <a:gd name="connsiteY2" fmla="*/ 59334 h 85127"/>
                <a:gd name="connsiteX3" fmla="*/ 17409 w 55549"/>
                <a:gd name="connsiteY3" fmla="*/ 85206 h 85127"/>
                <a:gd name="connsiteX4" fmla="*/ 55848 w 55549"/>
                <a:gd name="connsiteY4" fmla="*/ 25950 h 85127"/>
                <a:gd name="connsiteX5" fmla="*/ 14309 w 55549"/>
                <a:gd name="connsiteY5" fmla="*/ 40496 h 85127"/>
                <a:gd name="connsiteX6" fmla="*/ 38613 w 55549"/>
                <a:gd name="connsiteY6" fmla="*/ 3417 h 85127"/>
                <a:gd name="connsiteX7" fmla="*/ 46548 w 55549"/>
                <a:gd name="connsiteY7" fmla="*/ 18916 h 85127"/>
                <a:gd name="connsiteX8" fmla="*/ 42952 w 55549"/>
                <a:gd name="connsiteY8" fmla="*/ 40496 h 85127"/>
                <a:gd name="connsiteX9" fmla="*/ 14309 w 55549"/>
                <a:gd name="connsiteY9" fmla="*/ 40496 h 85127"/>
                <a:gd name="connsiteX10" fmla="*/ 41836 w 55549"/>
                <a:gd name="connsiteY10" fmla="*/ 44788 h 85127"/>
                <a:gd name="connsiteX11" fmla="*/ 31793 w 55549"/>
                <a:gd name="connsiteY11" fmla="*/ 70064 h 85127"/>
                <a:gd name="connsiteX12" fmla="*/ 17533 w 55549"/>
                <a:gd name="connsiteY12" fmla="*/ 81867 h 85127"/>
                <a:gd name="connsiteX13" fmla="*/ 9598 w 55549"/>
                <a:gd name="connsiteY13" fmla="*/ 66368 h 85127"/>
                <a:gd name="connsiteX14" fmla="*/ 13194 w 55549"/>
                <a:gd name="connsiteY14" fmla="*/ 44788 h 85127"/>
                <a:gd name="connsiteX15" fmla="*/ 41836 w 55549"/>
                <a:gd name="connsiteY15" fmla="*/ 44788 h 851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55549" h="85127">
                  <a:moveTo>
                    <a:pt x="55848" y="25950"/>
                  </a:moveTo>
                  <a:cubicBezTo>
                    <a:pt x="55848" y="13432"/>
                    <a:pt x="50888" y="78"/>
                    <a:pt x="38737" y="78"/>
                  </a:cubicBezTo>
                  <a:cubicBezTo>
                    <a:pt x="20137" y="78"/>
                    <a:pt x="298" y="32031"/>
                    <a:pt x="298" y="59334"/>
                  </a:cubicBezTo>
                  <a:cubicBezTo>
                    <a:pt x="298" y="73522"/>
                    <a:pt x="6002" y="85206"/>
                    <a:pt x="17409" y="85206"/>
                  </a:cubicBezTo>
                  <a:cubicBezTo>
                    <a:pt x="36257" y="85206"/>
                    <a:pt x="55848" y="52657"/>
                    <a:pt x="55848" y="25950"/>
                  </a:cubicBezTo>
                  <a:close/>
                  <a:moveTo>
                    <a:pt x="14309" y="40496"/>
                  </a:moveTo>
                  <a:cubicBezTo>
                    <a:pt x="20633" y="14743"/>
                    <a:pt x="31297" y="3417"/>
                    <a:pt x="38613" y="3417"/>
                  </a:cubicBezTo>
                  <a:cubicBezTo>
                    <a:pt x="46548" y="3417"/>
                    <a:pt x="46548" y="16651"/>
                    <a:pt x="46548" y="18916"/>
                  </a:cubicBezTo>
                  <a:cubicBezTo>
                    <a:pt x="46548" y="23566"/>
                    <a:pt x="45556" y="30481"/>
                    <a:pt x="42952" y="40496"/>
                  </a:cubicBezTo>
                  <a:lnTo>
                    <a:pt x="14309" y="40496"/>
                  </a:lnTo>
                  <a:close/>
                  <a:moveTo>
                    <a:pt x="41836" y="44788"/>
                  </a:moveTo>
                  <a:cubicBezTo>
                    <a:pt x="38365" y="57784"/>
                    <a:pt x="35513" y="64222"/>
                    <a:pt x="31793" y="70064"/>
                  </a:cubicBezTo>
                  <a:cubicBezTo>
                    <a:pt x="27949" y="76264"/>
                    <a:pt x="22989" y="81867"/>
                    <a:pt x="17533" y="81867"/>
                  </a:cubicBezTo>
                  <a:cubicBezTo>
                    <a:pt x="10714" y="81867"/>
                    <a:pt x="9598" y="72806"/>
                    <a:pt x="9598" y="66368"/>
                  </a:cubicBezTo>
                  <a:cubicBezTo>
                    <a:pt x="9598" y="58499"/>
                    <a:pt x="11954" y="49200"/>
                    <a:pt x="13194" y="44788"/>
                  </a:cubicBezTo>
                  <a:lnTo>
                    <a:pt x="41836" y="44788"/>
                  </a:lnTo>
                  <a:close/>
                </a:path>
              </a:pathLst>
            </a:custGeom>
            <a:solidFill>
              <a:srgbClr val="000000"/>
            </a:solidFill>
            <a:ln w="1778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02" name="任意形状 301">
              <a:extLst>
                <a:ext uri="{FF2B5EF4-FFF2-40B4-BE49-F238E27FC236}">
                  <a16:creationId xmlns:a16="http://schemas.microsoft.com/office/drawing/2014/main" id="{833AEF9B-CD1F-D1DC-4F7F-97C48CEFF7AF}"/>
                </a:ext>
              </a:extLst>
            </p:cNvPr>
            <p:cNvSpPr/>
            <p:nvPr>
              <p:custDataLst>
                <p:tags r:id="rId223"/>
              </p:custDataLst>
            </p:nvPr>
          </p:nvSpPr>
          <p:spPr>
            <a:xfrm>
              <a:off x="7934595" y="3837000"/>
              <a:ext cx="20724" cy="50926"/>
            </a:xfrm>
            <a:custGeom>
              <a:avLst/>
              <a:gdLst>
                <a:gd name="connsiteX0" fmla="*/ 21027 w 20724"/>
                <a:gd name="connsiteY0" fmla="*/ 17961 h 50926"/>
                <a:gd name="connsiteX1" fmla="*/ 9691 w 20724"/>
                <a:gd name="connsiteY1" fmla="*/ 77 h 50926"/>
                <a:gd name="connsiteX2" fmla="*/ 303 w 20724"/>
                <a:gd name="connsiteY2" fmla="*/ 9104 h 50926"/>
                <a:gd name="connsiteX3" fmla="*/ 9691 w 20724"/>
                <a:gd name="connsiteY3" fmla="*/ 18131 h 50926"/>
                <a:gd name="connsiteX4" fmla="*/ 15890 w 20724"/>
                <a:gd name="connsiteY4" fmla="*/ 15917 h 50926"/>
                <a:gd name="connsiteX5" fmla="*/ 16776 w 20724"/>
                <a:gd name="connsiteY5" fmla="*/ 15406 h 50926"/>
                <a:gd name="connsiteX6" fmla="*/ 17130 w 20724"/>
                <a:gd name="connsiteY6" fmla="*/ 17961 h 50926"/>
                <a:gd name="connsiteX7" fmla="*/ 5085 w 20724"/>
                <a:gd name="connsiteY7" fmla="*/ 46405 h 50926"/>
                <a:gd name="connsiteX8" fmla="*/ 3137 w 20724"/>
                <a:gd name="connsiteY8" fmla="*/ 49130 h 50926"/>
                <a:gd name="connsiteX9" fmla="*/ 4908 w 20724"/>
                <a:gd name="connsiteY9" fmla="*/ 51003 h 50926"/>
                <a:gd name="connsiteX10" fmla="*/ 21027 w 20724"/>
                <a:gd name="connsiteY10" fmla="*/ 17961 h 509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0724" h="50926">
                  <a:moveTo>
                    <a:pt x="21027" y="17961"/>
                  </a:moveTo>
                  <a:cubicBezTo>
                    <a:pt x="21027" y="6720"/>
                    <a:pt x="16599" y="77"/>
                    <a:pt x="9691" y="77"/>
                  </a:cubicBezTo>
                  <a:cubicBezTo>
                    <a:pt x="3845" y="77"/>
                    <a:pt x="303" y="4335"/>
                    <a:pt x="303" y="9104"/>
                  </a:cubicBezTo>
                  <a:cubicBezTo>
                    <a:pt x="303" y="13703"/>
                    <a:pt x="3845" y="18131"/>
                    <a:pt x="9691" y="18131"/>
                  </a:cubicBezTo>
                  <a:cubicBezTo>
                    <a:pt x="11816" y="18131"/>
                    <a:pt x="14119" y="17450"/>
                    <a:pt x="15890" y="15917"/>
                  </a:cubicBezTo>
                  <a:cubicBezTo>
                    <a:pt x="16422" y="15576"/>
                    <a:pt x="16599" y="15406"/>
                    <a:pt x="16776" y="15406"/>
                  </a:cubicBezTo>
                  <a:cubicBezTo>
                    <a:pt x="16953" y="15406"/>
                    <a:pt x="17130" y="15576"/>
                    <a:pt x="17130" y="17961"/>
                  </a:cubicBezTo>
                  <a:cubicBezTo>
                    <a:pt x="17130" y="30565"/>
                    <a:pt x="10931" y="40784"/>
                    <a:pt x="5085" y="46405"/>
                  </a:cubicBezTo>
                  <a:cubicBezTo>
                    <a:pt x="3137" y="48278"/>
                    <a:pt x="3137" y="48619"/>
                    <a:pt x="3137" y="49130"/>
                  </a:cubicBezTo>
                  <a:cubicBezTo>
                    <a:pt x="3137" y="50322"/>
                    <a:pt x="4022" y="51003"/>
                    <a:pt x="4908" y="51003"/>
                  </a:cubicBezTo>
                  <a:cubicBezTo>
                    <a:pt x="6857" y="51003"/>
                    <a:pt x="21027" y="37889"/>
                    <a:pt x="21027" y="17961"/>
                  </a:cubicBezTo>
                  <a:close/>
                </a:path>
              </a:pathLst>
            </a:custGeom>
            <a:solidFill>
              <a:srgbClr val="000000"/>
            </a:solidFill>
            <a:ln w="1778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03" name="任意形状 302">
              <a:extLst>
                <a:ext uri="{FF2B5EF4-FFF2-40B4-BE49-F238E27FC236}">
                  <a16:creationId xmlns:a16="http://schemas.microsoft.com/office/drawing/2014/main" id="{3DDCC279-8EAB-F99C-EB01-F9333C542D8B}"/>
                </a:ext>
              </a:extLst>
            </p:cNvPr>
            <p:cNvSpPr/>
            <p:nvPr>
              <p:custDataLst>
                <p:tags r:id="rId224"/>
              </p:custDataLst>
            </p:nvPr>
          </p:nvSpPr>
          <p:spPr>
            <a:xfrm>
              <a:off x="8002870" y="3781645"/>
              <a:ext cx="85733" cy="75453"/>
            </a:xfrm>
            <a:custGeom>
              <a:avLst/>
              <a:gdLst>
                <a:gd name="connsiteX0" fmla="*/ 47602 w 85733"/>
                <a:gd name="connsiteY0" fmla="*/ 9956 h 75453"/>
                <a:gd name="connsiteX1" fmla="*/ 77361 w 85733"/>
                <a:gd name="connsiteY1" fmla="*/ 9956 h 75453"/>
                <a:gd name="connsiteX2" fmla="*/ 86041 w 85733"/>
                <a:gd name="connsiteY2" fmla="*/ 4165 h 75453"/>
                <a:gd name="connsiteX3" fmla="*/ 78955 w 85733"/>
                <a:gd name="connsiteY3" fmla="*/ 77 h 75453"/>
                <a:gd name="connsiteX4" fmla="*/ 29357 w 85733"/>
                <a:gd name="connsiteY4" fmla="*/ 77 h 75453"/>
                <a:gd name="connsiteX5" fmla="*/ 11112 w 85733"/>
                <a:gd name="connsiteY5" fmla="*/ 8082 h 75453"/>
                <a:gd name="connsiteX6" fmla="*/ 307 w 85733"/>
                <a:gd name="connsiteY6" fmla="*/ 23411 h 75453"/>
                <a:gd name="connsiteX7" fmla="*/ 2433 w 85733"/>
                <a:gd name="connsiteY7" fmla="*/ 25114 h 75453"/>
                <a:gd name="connsiteX8" fmla="*/ 5267 w 85733"/>
                <a:gd name="connsiteY8" fmla="*/ 23071 h 75453"/>
                <a:gd name="connsiteX9" fmla="*/ 27763 w 85733"/>
                <a:gd name="connsiteY9" fmla="*/ 9956 h 75453"/>
                <a:gd name="connsiteX10" fmla="*/ 42465 w 85733"/>
                <a:gd name="connsiteY10" fmla="*/ 9956 h 75453"/>
                <a:gd name="connsiteX11" fmla="*/ 25106 w 85733"/>
                <a:gd name="connsiteY11" fmla="*/ 64629 h 75453"/>
                <a:gd name="connsiteX12" fmla="*/ 23335 w 85733"/>
                <a:gd name="connsiteY12" fmla="*/ 70931 h 75453"/>
                <a:gd name="connsiteX13" fmla="*/ 28472 w 85733"/>
                <a:gd name="connsiteY13" fmla="*/ 75530 h 75453"/>
                <a:gd name="connsiteX14" fmla="*/ 35734 w 85733"/>
                <a:gd name="connsiteY14" fmla="*/ 68206 h 75453"/>
                <a:gd name="connsiteX15" fmla="*/ 47602 w 85733"/>
                <a:gd name="connsiteY15" fmla="*/ 9956 h 754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85733" h="75453">
                  <a:moveTo>
                    <a:pt x="47602" y="9956"/>
                  </a:moveTo>
                  <a:lnTo>
                    <a:pt x="77361" y="9956"/>
                  </a:lnTo>
                  <a:cubicBezTo>
                    <a:pt x="79664" y="9956"/>
                    <a:pt x="86041" y="9956"/>
                    <a:pt x="86041" y="4165"/>
                  </a:cubicBezTo>
                  <a:cubicBezTo>
                    <a:pt x="86041" y="77"/>
                    <a:pt x="82321" y="77"/>
                    <a:pt x="78955" y="77"/>
                  </a:cubicBezTo>
                  <a:lnTo>
                    <a:pt x="29357" y="77"/>
                  </a:lnTo>
                  <a:cubicBezTo>
                    <a:pt x="25815" y="77"/>
                    <a:pt x="18906" y="77"/>
                    <a:pt x="11112" y="8082"/>
                  </a:cubicBezTo>
                  <a:cubicBezTo>
                    <a:pt x="5267" y="14214"/>
                    <a:pt x="307" y="22389"/>
                    <a:pt x="307" y="23411"/>
                  </a:cubicBezTo>
                  <a:cubicBezTo>
                    <a:pt x="307" y="23581"/>
                    <a:pt x="307" y="25114"/>
                    <a:pt x="2433" y="25114"/>
                  </a:cubicBezTo>
                  <a:cubicBezTo>
                    <a:pt x="3850" y="25114"/>
                    <a:pt x="4204" y="24433"/>
                    <a:pt x="5267" y="23071"/>
                  </a:cubicBezTo>
                  <a:cubicBezTo>
                    <a:pt x="13946" y="9956"/>
                    <a:pt x="24043" y="9956"/>
                    <a:pt x="27763" y="9956"/>
                  </a:cubicBezTo>
                  <a:lnTo>
                    <a:pt x="42465" y="9956"/>
                  </a:lnTo>
                  <a:lnTo>
                    <a:pt x="25106" y="64629"/>
                  </a:lnTo>
                  <a:cubicBezTo>
                    <a:pt x="24397" y="66673"/>
                    <a:pt x="23335" y="70250"/>
                    <a:pt x="23335" y="70931"/>
                  </a:cubicBezTo>
                  <a:cubicBezTo>
                    <a:pt x="23335" y="72805"/>
                    <a:pt x="24575" y="75530"/>
                    <a:pt x="28472" y="75530"/>
                  </a:cubicBezTo>
                  <a:cubicBezTo>
                    <a:pt x="34317" y="75530"/>
                    <a:pt x="35203" y="70761"/>
                    <a:pt x="35734" y="68206"/>
                  </a:cubicBezTo>
                  <a:lnTo>
                    <a:pt x="47602" y="9956"/>
                  </a:lnTo>
                  <a:close/>
                </a:path>
              </a:pathLst>
            </a:custGeom>
            <a:solidFill>
              <a:srgbClr val="000000"/>
            </a:solidFill>
            <a:ln w="1778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04" name="任意形状 303">
              <a:extLst>
                <a:ext uri="{FF2B5EF4-FFF2-40B4-BE49-F238E27FC236}">
                  <a16:creationId xmlns:a16="http://schemas.microsoft.com/office/drawing/2014/main" id="{5EB01C02-3A7D-A1B3-C1AC-F601559D9FBF}"/>
                </a:ext>
              </a:extLst>
            </p:cNvPr>
            <p:cNvSpPr/>
            <p:nvPr>
              <p:custDataLst>
                <p:tags r:id="rId225"/>
              </p:custDataLst>
            </p:nvPr>
          </p:nvSpPr>
          <p:spPr>
            <a:xfrm>
              <a:off x="8105671" y="3727312"/>
              <a:ext cx="41095" cy="170322"/>
            </a:xfrm>
            <a:custGeom>
              <a:avLst/>
              <a:gdLst>
                <a:gd name="connsiteX0" fmla="*/ 41408 w 41095"/>
                <a:gd name="connsiteY0" fmla="*/ 85238 h 170322"/>
                <a:gd name="connsiteX1" fmla="*/ 29717 w 41095"/>
                <a:gd name="connsiteY1" fmla="*/ 32098 h 170322"/>
                <a:gd name="connsiteX2" fmla="*/ 2084 w 41095"/>
                <a:gd name="connsiteY2" fmla="*/ 77 h 170322"/>
                <a:gd name="connsiteX3" fmla="*/ 312 w 41095"/>
                <a:gd name="connsiteY3" fmla="*/ 1780 h 170322"/>
                <a:gd name="connsiteX4" fmla="*/ 3678 w 41095"/>
                <a:gd name="connsiteY4" fmla="*/ 5698 h 170322"/>
                <a:gd name="connsiteX5" fmla="*/ 31134 w 41095"/>
                <a:gd name="connsiteY5" fmla="*/ 85238 h 170322"/>
                <a:gd name="connsiteX6" fmla="*/ 2615 w 41095"/>
                <a:gd name="connsiteY6" fmla="*/ 165801 h 170322"/>
                <a:gd name="connsiteX7" fmla="*/ 312 w 41095"/>
                <a:gd name="connsiteY7" fmla="*/ 168697 h 170322"/>
                <a:gd name="connsiteX8" fmla="*/ 2084 w 41095"/>
                <a:gd name="connsiteY8" fmla="*/ 170400 h 170322"/>
                <a:gd name="connsiteX9" fmla="*/ 30248 w 41095"/>
                <a:gd name="connsiteY9" fmla="*/ 137187 h 170322"/>
                <a:gd name="connsiteX10" fmla="*/ 41408 w 41095"/>
                <a:gd name="connsiteY10" fmla="*/ 85238 h 1703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41095" h="170322">
                  <a:moveTo>
                    <a:pt x="41408" y="85238"/>
                  </a:moveTo>
                  <a:cubicBezTo>
                    <a:pt x="41408" y="71953"/>
                    <a:pt x="39459" y="51344"/>
                    <a:pt x="29717" y="32098"/>
                  </a:cubicBezTo>
                  <a:cubicBezTo>
                    <a:pt x="19089" y="11148"/>
                    <a:pt x="3855" y="77"/>
                    <a:pt x="2084" y="77"/>
                  </a:cubicBezTo>
                  <a:cubicBezTo>
                    <a:pt x="1021" y="77"/>
                    <a:pt x="312" y="758"/>
                    <a:pt x="312" y="1780"/>
                  </a:cubicBezTo>
                  <a:cubicBezTo>
                    <a:pt x="312" y="2291"/>
                    <a:pt x="312" y="2632"/>
                    <a:pt x="3678" y="5698"/>
                  </a:cubicBezTo>
                  <a:cubicBezTo>
                    <a:pt x="21037" y="22560"/>
                    <a:pt x="31134" y="49641"/>
                    <a:pt x="31134" y="85238"/>
                  </a:cubicBezTo>
                  <a:cubicBezTo>
                    <a:pt x="31134" y="114364"/>
                    <a:pt x="24580" y="144340"/>
                    <a:pt x="2615" y="165801"/>
                  </a:cubicBezTo>
                  <a:cubicBezTo>
                    <a:pt x="312" y="167845"/>
                    <a:pt x="312" y="168186"/>
                    <a:pt x="312" y="168697"/>
                  </a:cubicBezTo>
                  <a:cubicBezTo>
                    <a:pt x="312" y="169718"/>
                    <a:pt x="1021" y="170400"/>
                    <a:pt x="2084" y="170400"/>
                  </a:cubicBezTo>
                  <a:cubicBezTo>
                    <a:pt x="3855" y="170400"/>
                    <a:pt x="19797" y="158818"/>
                    <a:pt x="30248" y="137187"/>
                  </a:cubicBezTo>
                  <a:cubicBezTo>
                    <a:pt x="39282" y="118451"/>
                    <a:pt x="41408" y="99545"/>
                    <a:pt x="41408" y="85238"/>
                  </a:cubicBezTo>
                  <a:close/>
                </a:path>
              </a:pathLst>
            </a:custGeom>
            <a:solidFill>
              <a:srgbClr val="000000"/>
            </a:solidFill>
            <a:ln w="1778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</p:grpSp>
      <p:grpSp>
        <p:nvGrpSpPr>
          <p:cNvPr id="493" name="组合 492">
            <a:extLst>
              <a:ext uri="{FF2B5EF4-FFF2-40B4-BE49-F238E27FC236}">
                <a16:creationId xmlns:a16="http://schemas.microsoft.com/office/drawing/2014/main" id="{CD26602A-6488-EFF5-2E4D-FD2CFB74DC68}"/>
              </a:ext>
            </a:extLst>
          </p:cNvPr>
          <p:cNvGrpSpPr>
            <a:grpSpLocks noChangeAspect="1"/>
          </p:cNvGrpSpPr>
          <p:nvPr>
            <p:custDataLst>
              <p:tags r:id="rId5"/>
            </p:custDataLst>
          </p:nvPr>
        </p:nvGrpSpPr>
        <p:grpSpPr>
          <a:xfrm>
            <a:off x="6624058" y="4783987"/>
            <a:ext cx="2952057" cy="1856214"/>
            <a:chOff x="8297499" y="5820354"/>
            <a:chExt cx="2952057" cy="1856214"/>
          </a:xfrm>
        </p:grpSpPr>
        <p:sp>
          <p:nvSpPr>
            <p:cNvPr id="310" name="任意形状 309">
              <a:extLst>
                <a:ext uri="{FF2B5EF4-FFF2-40B4-BE49-F238E27FC236}">
                  <a16:creationId xmlns:a16="http://schemas.microsoft.com/office/drawing/2014/main" id="{AF32BAEB-10DD-4C24-F059-777267A0DE2C}"/>
                </a:ext>
              </a:extLst>
            </p:cNvPr>
            <p:cNvSpPr/>
            <p:nvPr>
              <p:custDataLst>
                <p:tags r:id="rId6"/>
              </p:custDataLst>
            </p:nvPr>
          </p:nvSpPr>
          <p:spPr>
            <a:xfrm>
              <a:off x="8301219" y="5821417"/>
              <a:ext cx="72979" cy="112658"/>
            </a:xfrm>
            <a:custGeom>
              <a:avLst/>
              <a:gdLst>
                <a:gd name="connsiteX0" fmla="*/ 73057 w 72979"/>
                <a:gd name="connsiteY0" fmla="*/ 2011 h 112658"/>
                <a:gd name="connsiteX1" fmla="*/ 71285 w 72979"/>
                <a:gd name="connsiteY1" fmla="*/ 240 h 112658"/>
                <a:gd name="connsiteX2" fmla="*/ 59240 w 72979"/>
                <a:gd name="connsiteY2" fmla="*/ 12462 h 112658"/>
                <a:gd name="connsiteX3" fmla="*/ 42766 w 72979"/>
                <a:gd name="connsiteY3" fmla="*/ 63 h 112658"/>
                <a:gd name="connsiteX4" fmla="*/ 77 w 72979"/>
                <a:gd name="connsiteY4" fmla="*/ 51964 h 112658"/>
                <a:gd name="connsiteX5" fmla="*/ 23459 w 72979"/>
                <a:gd name="connsiteY5" fmla="*/ 80305 h 112658"/>
                <a:gd name="connsiteX6" fmla="*/ 44361 w 72979"/>
                <a:gd name="connsiteY6" fmla="*/ 69677 h 112658"/>
                <a:gd name="connsiteX7" fmla="*/ 36390 w 72979"/>
                <a:gd name="connsiteY7" fmla="*/ 101384 h 112658"/>
                <a:gd name="connsiteX8" fmla="*/ 23636 w 72979"/>
                <a:gd name="connsiteY8" fmla="*/ 107230 h 112658"/>
                <a:gd name="connsiteX9" fmla="*/ 19562 w 72979"/>
                <a:gd name="connsiteY9" fmla="*/ 110773 h 112658"/>
                <a:gd name="connsiteX10" fmla="*/ 21864 w 72979"/>
                <a:gd name="connsiteY10" fmla="*/ 112721 h 112658"/>
                <a:gd name="connsiteX11" fmla="*/ 39578 w 72979"/>
                <a:gd name="connsiteY11" fmla="*/ 112190 h 112658"/>
                <a:gd name="connsiteX12" fmla="*/ 57823 w 72979"/>
                <a:gd name="connsiteY12" fmla="*/ 112721 h 112658"/>
                <a:gd name="connsiteX13" fmla="*/ 61011 w 72979"/>
                <a:gd name="connsiteY13" fmla="*/ 109178 h 112658"/>
                <a:gd name="connsiteX14" fmla="*/ 56406 w 72979"/>
                <a:gd name="connsiteY14" fmla="*/ 107230 h 112658"/>
                <a:gd name="connsiteX15" fmla="*/ 47903 w 72979"/>
                <a:gd name="connsiteY15" fmla="*/ 104396 h 112658"/>
                <a:gd name="connsiteX16" fmla="*/ 48612 w 72979"/>
                <a:gd name="connsiteY16" fmla="*/ 100499 h 112658"/>
                <a:gd name="connsiteX17" fmla="*/ 73057 w 72979"/>
                <a:gd name="connsiteY17" fmla="*/ 2011 h 112658"/>
                <a:gd name="connsiteX18" fmla="*/ 23990 w 72979"/>
                <a:gd name="connsiteY18" fmla="*/ 76408 h 112658"/>
                <a:gd name="connsiteX19" fmla="*/ 12653 w 72979"/>
                <a:gd name="connsiteY19" fmla="*/ 59758 h 112658"/>
                <a:gd name="connsiteX20" fmla="*/ 20802 w 72979"/>
                <a:gd name="connsiteY20" fmla="*/ 24507 h 112658"/>
                <a:gd name="connsiteX21" fmla="*/ 42766 w 72979"/>
                <a:gd name="connsiteY21" fmla="*/ 3960 h 112658"/>
                <a:gd name="connsiteX22" fmla="*/ 56760 w 72979"/>
                <a:gd name="connsiteY22" fmla="*/ 19548 h 112658"/>
                <a:gd name="connsiteX23" fmla="*/ 46486 w 72979"/>
                <a:gd name="connsiteY23" fmla="*/ 60112 h 112658"/>
                <a:gd name="connsiteX24" fmla="*/ 23990 w 72979"/>
                <a:gd name="connsiteY24" fmla="*/ 76408 h 1126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72979" h="112658">
                  <a:moveTo>
                    <a:pt x="73057" y="2011"/>
                  </a:moveTo>
                  <a:cubicBezTo>
                    <a:pt x="73057" y="1303"/>
                    <a:pt x="72525" y="240"/>
                    <a:pt x="71285" y="240"/>
                  </a:cubicBezTo>
                  <a:cubicBezTo>
                    <a:pt x="69337" y="240"/>
                    <a:pt x="62251" y="7325"/>
                    <a:pt x="59240" y="12462"/>
                  </a:cubicBezTo>
                  <a:cubicBezTo>
                    <a:pt x="55343" y="2897"/>
                    <a:pt x="48435" y="63"/>
                    <a:pt x="42766" y="63"/>
                  </a:cubicBezTo>
                  <a:cubicBezTo>
                    <a:pt x="21864" y="63"/>
                    <a:pt x="77" y="26279"/>
                    <a:pt x="77" y="51964"/>
                  </a:cubicBezTo>
                  <a:cubicBezTo>
                    <a:pt x="77" y="69323"/>
                    <a:pt x="10528" y="80305"/>
                    <a:pt x="23459" y="80305"/>
                  </a:cubicBezTo>
                  <a:cubicBezTo>
                    <a:pt x="31075" y="80305"/>
                    <a:pt x="37984" y="76054"/>
                    <a:pt x="44361" y="69677"/>
                  </a:cubicBezTo>
                  <a:cubicBezTo>
                    <a:pt x="42766" y="75877"/>
                    <a:pt x="36921" y="99790"/>
                    <a:pt x="36390" y="101384"/>
                  </a:cubicBezTo>
                  <a:cubicBezTo>
                    <a:pt x="34972" y="106344"/>
                    <a:pt x="33555" y="107053"/>
                    <a:pt x="23636" y="107230"/>
                  </a:cubicBezTo>
                  <a:cubicBezTo>
                    <a:pt x="21333" y="107230"/>
                    <a:pt x="19562" y="107230"/>
                    <a:pt x="19562" y="110773"/>
                  </a:cubicBezTo>
                  <a:cubicBezTo>
                    <a:pt x="19562" y="110950"/>
                    <a:pt x="19562" y="112721"/>
                    <a:pt x="21864" y="112721"/>
                  </a:cubicBezTo>
                  <a:cubicBezTo>
                    <a:pt x="27533" y="112721"/>
                    <a:pt x="33732" y="112190"/>
                    <a:pt x="39578" y="112190"/>
                  </a:cubicBezTo>
                  <a:cubicBezTo>
                    <a:pt x="45601" y="112190"/>
                    <a:pt x="51977" y="112721"/>
                    <a:pt x="57823" y="112721"/>
                  </a:cubicBezTo>
                  <a:cubicBezTo>
                    <a:pt x="58709" y="112721"/>
                    <a:pt x="61011" y="112721"/>
                    <a:pt x="61011" y="109178"/>
                  </a:cubicBezTo>
                  <a:cubicBezTo>
                    <a:pt x="61011" y="107230"/>
                    <a:pt x="59240" y="107230"/>
                    <a:pt x="56406" y="107230"/>
                  </a:cubicBezTo>
                  <a:cubicBezTo>
                    <a:pt x="47903" y="107230"/>
                    <a:pt x="47903" y="105990"/>
                    <a:pt x="47903" y="104396"/>
                  </a:cubicBezTo>
                  <a:cubicBezTo>
                    <a:pt x="47903" y="103156"/>
                    <a:pt x="48258" y="102093"/>
                    <a:pt x="48612" y="100499"/>
                  </a:cubicBezTo>
                  <a:lnTo>
                    <a:pt x="73057" y="2011"/>
                  </a:lnTo>
                  <a:close/>
                  <a:moveTo>
                    <a:pt x="23990" y="76408"/>
                  </a:moveTo>
                  <a:cubicBezTo>
                    <a:pt x="13362" y="76408"/>
                    <a:pt x="12653" y="62769"/>
                    <a:pt x="12653" y="59758"/>
                  </a:cubicBezTo>
                  <a:cubicBezTo>
                    <a:pt x="12653" y="51255"/>
                    <a:pt x="17790" y="31947"/>
                    <a:pt x="20802" y="24507"/>
                  </a:cubicBezTo>
                  <a:cubicBezTo>
                    <a:pt x="26293" y="11399"/>
                    <a:pt x="35504" y="3960"/>
                    <a:pt x="42766" y="3960"/>
                  </a:cubicBezTo>
                  <a:cubicBezTo>
                    <a:pt x="54280" y="3960"/>
                    <a:pt x="56760" y="18308"/>
                    <a:pt x="56760" y="19548"/>
                  </a:cubicBezTo>
                  <a:cubicBezTo>
                    <a:pt x="56760" y="20611"/>
                    <a:pt x="47018" y="59403"/>
                    <a:pt x="46486" y="60112"/>
                  </a:cubicBezTo>
                  <a:cubicBezTo>
                    <a:pt x="43829" y="65072"/>
                    <a:pt x="33910" y="76408"/>
                    <a:pt x="23990" y="76408"/>
                  </a:cubicBezTo>
                  <a:close/>
                </a:path>
              </a:pathLst>
            </a:custGeom>
            <a:solidFill>
              <a:srgbClr val="000000"/>
            </a:solidFill>
            <a:ln w="1773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11" name="任意形状 310">
              <a:extLst>
                <a:ext uri="{FF2B5EF4-FFF2-40B4-BE49-F238E27FC236}">
                  <a16:creationId xmlns:a16="http://schemas.microsoft.com/office/drawing/2014/main" id="{1BD6F858-6CE1-FB40-FFD8-3441004D4279}"/>
                </a:ext>
              </a:extLst>
            </p:cNvPr>
            <p:cNvSpPr/>
            <p:nvPr>
              <p:custDataLst>
                <p:tags r:id="rId7"/>
              </p:custDataLst>
            </p:nvPr>
          </p:nvSpPr>
          <p:spPr>
            <a:xfrm>
              <a:off x="8453844" y="5823365"/>
              <a:ext cx="18776" cy="76345"/>
            </a:xfrm>
            <a:custGeom>
              <a:avLst/>
              <a:gdLst>
                <a:gd name="connsiteX0" fmla="*/ 18861 w 18776"/>
                <a:gd name="connsiteY0" fmla="*/ 9451 h 76345"/>
                <a:gd name="connsiteX1" fmla="*/ 9473 w 18776"/>
                <a:gd name="connsiteY1" fmla="*/ 63 h 76345"/>
                <a:gd name="connsiteX2" fmla="*/ 85 w 18776"/>
                <a:gd name="connsiteY2" fmla="*/ 9451 h 76345"/>
                <a:gd name="connsiteX3" fmla="*/ 9473 w 18776"/>
                <a:gd name="connsiteY3" fmla="*/ 18839 h 76345"/>
                <a:gd name="connsiteX4" fmla="*/ 18861 w 18776"/>
                <a:gd name="connsiteY4" fmla="*/ 9451 h 76345"/>
                <a:gd name="connsiteX5" fmla="*/ 18861 w 18776"/>
                <a:gd name="connsiteY5" fmla="*/ 67020 h 76345"/>
                <a:gd name="connsiteX6" fmla="*/ 9473 w 18776"/>
                <a:gd name="connsiteY6" fmla="*/ 57632 h 76345"/>
                <a:gd name="connsiteX7" fmla="*/ 85 w 18776"/>
                <a:gd name="connsiteY7" fmla="*/ 67020 h 76345"/>
                <a:gd name="connsiteX8" fmla="*/ 9473 w 18776"/>
                <a:gd name="connsiteY8" fmla="*/ 76408 h 76345"/>
                <a:gd name="connsiteX9" fmla="*/ 18861 w 18776"/>
                <a:gd name="connsiteY9" fmla="*/ 67020 h 763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8776" h="76345">
                  <a:moveTo>
                    <a:pt x="18861" y="9451"/>
                  </a:moveTo>
                  <a:cubicBezTo>
                    <a:pt x="18861" y="4314"/>
                    <a:pt x="14610" y="63"/>
                    <a:pt x="9473" y="63"/>
                  </a:cubicBezTo>
                  <a:cubicBezTo>
                    <a:pt x="4336" y="63"/>
                    <a:pt x="85" y="4314"/>
                    <a:pt x="85" y="9451"/>
                  </a:cubicBezTo>
                  <a:cubicBezTo>
                    <a:pt x="85" y="14588"/>
                    <a:pt x="4336" y="18839"/>
                    <a:pt x="9473" y="18839"/>
                  </a:cubicBezTo>
                  <a:cubicBezTo>
                    <a:pt x="14610" y="18839"/>
                    <a:pt x="18861" y="14588"/>
                    <a:pt x="18861" y="9451"/>
                  </a:cubicBezTo>
                  <a:close/>
                  <a:moveTo>
                    <a:pt x="18861" y="67020"/>
                  </a:moveTo>
                  <a:cubicBezTo>
                    <a:pt x="18861" y="61883"/>
                    <a:pt x="14610" y="57632"/>
                    <a:pt x="9473" y="57632"/>
                  </a:cubicBezTo>
                  <a:cubicBezTo>
                    <a:pt x="4336" y="57632"/>
                    <a:pt x="85" y="61883"/>
                    <a:pt x="85" y="67020"/>
                  </a:cubicBezTo>
                  <a:cubicBezTo>
                    <a:pt x="85" y="72157"/>
                    <a:pt x="4336" y="76408"/>
                    <a:pt x="9473" y="76408"/>
                  </a:cubicBezTo>
                  <a:cubicBezTo>
                    <a:pt x="14610" y="76408"/>
                    <a:pt x="18861" y="72157"/>
                    <a:pt x="18861" y="67020"/>
                  </a:cubicBezTo>
                  <a:close/>
                </a:path>
              </a:pathLst>
            </a:custGeom>
            <a:solidFill>
              <a:srgbClr val="000000"/>
            </a:solidFill>
            <a:ln w="1773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12" name="任意形状 311">
              <a:extLst>
                <a:ext uri="{FF2B5EF4-FFF2-40B4-BE49-F238E27FC236}">
                  <a16:creationId xmlns:a16="http://schemas.microsoft.com/office/drawing/2014/main" id="{CD9441FE-F704-D0D1-7CA0-30D44C1EAFCA}"/>
                </a:ext>
              </a:extLst>
            </p:cNvPr>
            <p:cNvSpPr/>
            <p:nvPr>
              <p:custDataLst>
                <p:tags r:id="rId8"/>
              </p:custDataLst>
            </p:nvPr>
          </p:nvSpPr>
          <p:spPr>
            <a:xfrm>
              <a:off x="8572564" y="5821417"/>
              <a:ext cx="87327" cy="112658"/>
            </a:xfrm>
            <a:custGeom>
              <a:avLst/>
              <a:gdLst>
                <a:gd name="connsiteX0" fmla="*/ 61381 w 87327"/>
                <a:gd name="connsiteY0" fmla="*/ 67551 h 112658"/>
                <a:gd name="connsiteX1" fmla="*/ 61381 w 87327"/>
                <a:gd name="connsiteY1" fmla="*/ 99259 h 112658"/>
                <a:gd name="connsiteX2" fmla="*/ 47564 w 87327"/>
                <a:gd name="connsiteY2" fmla="*/ 107230 h 112658"/>
                <a:gd name="connsiteX3" fmla="*/ 47564 w 87327"/>
                <a:gd name="connsiteY3" fmla="*/ 112721 h 112658"/>
                <a:gd name="connsiteX4" fmla="*/ 67404 w 87327"/>
                <a:gd name="connsiteY4" fmla="*/ 112190 h 112658"/>
                <a:gd name="connsiteX5" fmla="*/ 87420 w 87327"/>
                <a:gd name="connsiteY5" fmla="*/ 112721 h 112658"/>
                <a:gd name="connsiteX6" fmla="*/ 87420 w 87327"/>
                <a:gd name="connsiteY6" fmla="*/ 107230 h 112658"/>
                <a:gd name="connsiteX7" fmla="*/ 73603 w 87327"/>
                <a:gd name="connsiteY7" fmla="*/ 99259 h 112658"/>
                <a:gd name="connsiteX8" fmla="*/ 73603 w 87327"/>
                <a:gd name="connsiteY8" fmla="*/ 63 h 112658"/>
                <a:gd name="connsiteX9" fmla="*/ 69706 w 87327"/>
                <a:gd name="connsiteY9" fmla="*/ 63 h 112658"/>
                <a:gd name="connsiteX10" fmla="*/ 62975 w 87327"/>
                <a:gd name="connsiteY10" fmla="*/ 16182 h 112658"/>
                <a:gd name="connsiteX11" fmla="*/ 39239 w 87327"/>
                <a:gd name="connsiteY11" fmla="*/ 63 h 112658"/>
                <a:gd name="connsiteX12" fmla="*/ 92 w 87327"/>
                <a:gd name="connsiteY12" fmla="*/ 40273 h 112658"/>
                <a:gd name="connsiteX13" fmla="*/ 37822 w 87327"/>
                <a:gd name="connsiteY13" fmla="*/ 80305 h 112658"/>
                <a:gd name="connsiteX14" fmla="*/ 61381 w 87327"/>
                <a:gd name="connsiteY14" fmla="*/ 67551 h 112658"/>
                <a:gd name="connsiteX15" fmla="*/ 61912 w 87327"/>
                <a:gd name="connsiteY15" fmla="*/ 29290 h 112658"/>
                <a:gd name="connsiteX16" fmla="*/ 61912 w 87327"/>
                <a:gd name="connsiteY16" fmla="*/ 54266 h 112658"/>
                <a:gd name="connsiteX17" fmla="*/ 54827 w 87327"/>
                <a:gd name="connsiteY17" fmla="*/ 69146 h 112658"/>
                <a:gd name="connsiteX18" fmla="*/ 38530 w 87327"/>
                <a:gd name="connsiteY18" fmla="*/ 76408 h 112658"/>
                <a:gd name="connsiteX19" fmla="*/ 14794 w 87327"/>
                <a:gd name="connsiteY19" fmla="*/ 40273 h 112658"/>
                <a:gd name="connsiteX20" fmla="*/ 40302 w 87327"/>
                <a:gd name="connsiteY20" fmla="*/ 4491 h 112658"/>
                <a:gd name="connsiteX21" fmla="*/ 61912 w 87327"/>
                <a:gd name="connsiteY21" fmla="*/ 29290 h 1126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87327" h="112658">
                  <a:moveTo>
                    <a:pt x="61381" y="67551"/>
                  </a:moveTo>
                  <a:lnTo>
                    <a:pt x="61381" y="99259"/>
                  </a:lnTo>
                  <a:cubicBezTo>
                    <a:pt x="61381" y="107230"/>
                    <a:pt x="59433" y="107230"/>
                    <a:pt x="47564" y="107230"/>
                  </a:cubicBezTo>
                  <a:lnTo>
                    <a:pt x="47564" y="112721"/>
                  </a:lnTo>
                  <a:cubicBezTo>
                    <a:pt x="53587" y="112544"/>
                    <a:pt x="62798" y="112190"/>
                    <a:pt x="67404" y="112190"/>
                  </a:cubicBezTo>
                  <a:cubicBezTo>
                    <a:pt x="72186" y="112190"/>
                    <a:pt x="81220" y="112544"/>
                    <a:pt x="87420" y="112721"/>
                  </a:cubicBezTo>
                  <a:lnTo>
                    <a:pt x="87420" y="107230"/>
                  </a:lnTo>
                  <a:cubicBezTo>
                    <a:pt x="75552" y="107230"/>
                    <a:pt x="73603" y="107230"/>
                    <a:pt x="73603" y="99259"/>
                  </a:cubicBezTo>
                  <a:lnTo>
                    <a:pt x="73603" y="63"/>
                  </a:lnTo>
                  <a:lnTo>
                    <a:pt x="69706" y="63"/>
                  </a:lnTo>
                  <a:lnTo>
                    <a:pt x="62975" y="16182"/>
                  </a:lnTo>
                  <a:cubicBezTo>
                    <a:pt x="60672" y="11222"/>
                    <a:pt x="53410" y="63"/>
                    <a:pt x="39239" y="63"/>
                  </a:cubicBezTo>
                  <a:cubicBezTo>
                    <a:pt x="18691" y="63"/>
                    <a:pt x="92" y="17245"/>
                    <a:pt x="92" y="40273"/>
                  </a:cubicBezTo>
                  <a:cubicBezTo>
                    <a:pt x="92" y="62415"/>
                    <a:pt x="17274" y="80305"/>
                    <a:pt x="37822" y="80305"/>
                  </a:cubicBezTo>
                  <a:cubicBezTo>
                    <a:pt x="50221" y="80305"/>
                    <a:pt x="57484" y="72688"/>
                    <a:pt x="61381" y="67551"/>
                  </a:cubicBezTo>
                  <a:close/>
                  <a:moveTo>
                    <a:pt x="61912" y="29290"/>
                  </a:moveTo>
                  <a:lnTo>
                    <a:pt x="61912" y="54266"/>
                  </a:lnTo>
                  <a:cubicBezTo>
                    <a:pt x="61912" y="59935"/>
                    <a:pt x="58724" y="64894"/>
                    <a:pt x="54827" y="69146"/>
                  </a:cubicBezTo>
                  <a:cubicBezTo>
                    <a:pt x="52524" y="71626"/>
                    <a:pt x="46856" y="76408"/>
                    <a:pt x="38530" y="76408"/>
                  </a:cubicBezTo>
                  <a:cubicBezTo>
                    <a:pt x="25600" y="76408"/>
                    <a:pt x="14794" y="60643"/>
                    <a:pt x="14794" y="40273"/>
                  </a:cubicBezTo>
                  <a:cubicBezTo>
                    <a:pt x="14794" y="19193"/>
                    <a:pt x="27194" y="4491"/>
                    <a:pt x="40302" y="4491"/>
                  </a:cubicBezTo>
                  <a:cubicBezTo>
                    <a:pt x="54473" y="4491"/>
                    <a:pt x="61912" y="19902"/>
                    <a:pt x="61912" y="29290"/>
                  </a:cubicBezTo>
                  <a:close/>
                </a:path>
              </a:pathLst>
            </a:custGeom>
            <a:solidFill>
              <a:srgbClr val="000000"/>
            </a:solidFill>
            <a:ln w="1773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13" name="任意形状 312">
              <a:extLst>
                <a:ext uri="{FF2B5EF4-FFF2-40B4-BE49-F238E27FC236}">
                  <a16:creationId xmlns:a16="http://schemas.microsoft.com/office/drawing/2014/main" id="{4D9868BD-C351-C36D-F569-C7300F64985B}"/>
                </a:ext>
              </a:extLst>
            </p:cNvPr>
            <p:cNvSpPr/>
            <p:nvPr>
              <p:custDataLst>
                <p:tags r:id="rId9"/>
              </p:custDataLst>
            </p:nvPr>
          </p:nvSpPr>
          <p:spPr>
            <a:xfrm>
              <a:off x="8665698" y="5821417"/>
              <a:ext cx="89099" cy="80242"/>
            </a:xfrm>
            <a:custGeom>
              <a:avLst/>
              <a:gdLst>
                <a:gd name="connsiteX0" fmla="*/ 63689 w 89099"/>
                <a:gd name="connsiteY0" fmla="*/ 64363 h 80242"/>
                <a:gd name="connsiteX1" fmla="*/ 63689 w 89099"/>
                <a:gd name="connsiteY1" fmla="*/ 80305 h 80242"/>
                <a:gd name="connsiteX2" fmla="*/ 89197 w 89099"/>
                <a:gd name="connsiteY2" fmla="*/ 78357 h 80242"/>
                <a:gd name="connsiteX3" fmla="*/ 89197 w 89099"/>
                <a:gd name="connsiteY3" fmla="*/ 72866 h 80242"/>
                <a:gd name="connsiteX4" fmla="*/ 75380 w 89099"/>
                <a:gd name="connsiteY4" fmla="*/ 62946 h 80242"/>
                <a:gd name="connsiteX5" fmla="*/ 75380 w 89099"/>
                <a:gd name="connsiteY5" fmla="*/ 63 h 80242"/>
                <a:gd name="connsiteX6" fmla="*/ 49341 w 89099"/>
                <a:gd name="connsiteY6" fmla="*/ 2011 h 80242"/>
                <a:gd name="connsiteX7" fmla="*/ 49341 w 89099"/>
                <a:gd name="connsiteY7" fmla="*/ 7502 h 80242"/>
                <a:gd name="connsiteX8" fmla="*/ 63158 w 89099"/>
                <a:gd name="connsiteY8" fmla="*/ 17422 h 80242"/>
                <a:gd name="connsiteX9" fmla="*/ 63158 w 89099"/>
                <a:gd name="connsiteY9" fmla="*/ 48952 h 80242"/>
                <a:gd name="connsiteX10" fmla="*/ 41724 w 89099"/>
                <a:gd name="connsiteY10" fmla="*/ 76408 h 80242"/>
                <a:gd name="connsiteX11" fmla="*/ 26136 w 89099"/>
                <a:gd name="connsiteY11" fmla="*/ 58872 h 80242"/>
                <a:gd name="connsiteX12" fmla="*/ 26136 w 89099"/>
                <a:gd name="connsiteY12" fmla="*/ 63 h 80242"/>
                <a:gd name="connsiteX13" fmla="*/ 97 w 89099"/>
                <a:gd name="connsiteY13" fmla="*/ 2011 h 80242"/>
                <a:gd name="connsiteX14" fmla="*/ 97 w 89099"/>
                <a:gd name="connsiteY14" fmla="*/ 7502 h 80242"/>
                <a:gd name="connsiteX15" fmla="*/ 13914 w 89099"/>
                <a:gd name="connsiteY15" fmla="*/ 23799 h 80242"/>
                <a:gd name="connsiteX16" fmla="*/ 13914 w 89099"/>
                <a:gd name="connsiteY16" fmla="*/ 50369 h 80242"/>
                <a:gd name="connsiteX17" fmla="*/ 40839 w 89099"/>
                <a:gd name="connsiteY17" fmla="*/ 80305 h 80242"/>
                <a:gd name="connsiteX18" fmla="*/ 63689 w 89099"/>
                <a:gd name="connsiteY18" fmla="*/ 64363 h 802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89099" h="80242">
                  <a:moveTo>
                    <a:pt x="63689" y="64363"/>
                  </a:moveTo>
                  <a:lnTo>
                    <a:pt x="63689" y="80305"/>
                  </a:lnTo>
                  <a:lnTo>
                    <a:pt x="89197" y="78357"/>
                  </a:lnTo>
                  <a:lnTo>
                    <a:pt x="89197" y="72866"/>
                  </a:lnTo>
                  <a:cubicBezTo>
                    <a:pt x="76797" y="72866"/>
                    <a:pt x="75380" y="71626"/>
                    <a:pt x="75380" y="62946"/>
                  </a:cubicBezTo>
                  <a:lnTo>
                    <a:pt x="75380" y="63"/>
                  </a:lnTo>
                  <a:lnTo>
                    <a:pt x="49341" y="2011"/>
                  </a:lnTo>
                  <a:lnTo>
                    <a:pt x="49341" y="7502"/>
                  </a:lnTo>
                  <a:cubicBezTo>
                    <a:pt x="61741" y="7502"/>
                    <a:pt x="63158" y="8742"/>
                    <a:pt x="63158" y="17422"/>
                  </a:cubicBezTo>
                  <a:lnTo>
                    <a:pt x="63158" y="48952"/>
                  </a:lnTo>
                  <a:cubicBezTo>
                    <a:pt x="63158" y="64363"/>
                    <a:pt x="54655" y="76408"/>
                    <a:pt x="41724" y="76408"/>
                  </a:cubicBezTo>
                  <a:cubicBezTo>
                    <a:pt x="26845" y="76408"/>
                    <a:pt x="26136" y="68083"/>
                    <a:pt x="26136" y="58872"/>
                  </a:cubicBezTo>
                  <a:lnTo>
                    <a:pt x="26136" y="63"/>
                  </a:lnTo>
                  <a:lnTo>
                    <a:pt x="97" y="2011"/>
                  </a:lnTo>
                  <a:lnTo>
                    <a:pt x="97" y="7502"/>
                  </a:lnTo>
                  <a:cubicBezTo>
                    <a:pt x="13914" y="7502"/>
                    <a:pt x="13914" y="8034"/>
                    <a:pt x="13914" y="23799"/>
                  </a:cubicBezTo>
                  <a:lnTo>
                    <a:pt x="13914" y="50369"/>
                  </a:lnTo>
                  <a:cubicBezTo>
                    <a:pt x="13914" y="64186"/>
                    <a:pt x="13914" y="80305"/>
                    <a:pt x="40839" y="80305"/>
                  </a:cubicBezTo>
                  <a:cubicBezTo>
                    <a:pt x="50758" y="80305"/>
                    <a:pt x="58552" y="75345"/>
                    <a:pt x="63689" y="64363"/>
                  </a:cubicBezTo>
                  <a:close/>
                </a:path>
              </a:pathLst>
            </a:custGeom>
            <a:solidFill>
              <a:srgbClr val="000000"/>
            </a:solidFill>
            <a:ln w="1773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14" name="任意形状 313">
              <a:extLst>
                <a:ext uri="{FF2B5EF4-FFF2-40B4-BE49-F238E27FC236}">
                  <a16:creationId xmlns:a16="http://schemas.microsoft.com/office/drawing/2014/main" id="{CD625C3D-5418-DF9B-B0BD-04F29038FACA}"/>
                </a:ext>
              </a:extLst>
            </p:cNvPr>
            <p:cNvSpPr/>
            <p:nvPr>
              <p:custDataLst>
                <p:tags r:id="rId10"/>
              </p:custDataLst>
            </p:nvPr>
          </p:nvSpPr>
          <p:spPr>
            <a:xfrm>
              <a:off x="8763399" y="5820354"/>
              <a:ext cx="68551" cy="81305"/>
            </a:xfrm>
            <a:custGeom>
              <a:avLst/>
              <a:gdLst>
                <a:gd name="connsiteX0" fmla="*/ 14982 w 68551"/>
                <a:gd name="connsiteY0" fmla="*/ 34781 h 81305"/>
                <a:gd name="connsiteX1" fmla="*/ 36947 w 68551"/>
                <a:gd name="connsiteY1" fmla="*/ 3960 h 81305"/>
                <a:gd name="connsiteX2" fmla="*/ 56963 w 68551"/>
                <a:gd name="connsiteY2" fmla="*/ 34781 h 81305"/>
                <a:gd name="connsiteX3" fmla="*/ 14982 w 68551"/>
                <a:gd name="connsiteY3" fmla="*/ 34781 h 81305"/>
                <a:gd name="connsiteX4" fmla="*/ 14805 w 68551"/>
                <a:gd name="connsiteY4" fmla="*/ 38501 h 81305"/>
                <a:gd name="connsiteX5" fmla="*/ 64226 w 68551"/>
                <a:gd name="connsiteY5" fmla="*/ 38501 h 81305"/>
                <a:gd name="connsiteX6" fmla="*/ 68654 w 68551"/>
                <a:gd name="connsiteY6" fmla="*/ 34781 h 81305"/>
                <a:gd name="connsiteX7" fmla="*/ 36947 w 68551"/>
                <a:gd name="connsiteY7" fmla="*/ 63 h 81305"/>
                <a:gd name="connsiteX8" fmla="*/ 103 w 68551"/>
                <a:gd name="connsiteY8" fmla="*/ 40450 h 81305"/>
                <a:gd name="connsiteX9" fmla="*/ 39073 w 68551"/>
                <a:gd name="connsiteY9" fmla="*/ 81368 h 81305"/>
                <a:gd name="connsiteX10" fmla="*/ 68654 w 68551"/>
                <a:gd name="connsiteY10" fmla="*/ 58340 h 81305"/>
                <a:gd name="connsiteX11" fmla="*/ 66352 w 68551"/>
                <a:gd name="connsiteY11" fmla="*/ 56215 h 81305"/>
                <a:gd name="connsiteX12" fmla="*/ 64049 w 68551"/>
                <a:gd name="connsiteY12" fmla="*/ 58695 h 81305"/>
                <a:gd name="connsiteX13" fmla="*/ 40136 w 68551"/>
                <a:gd name="connsiteY13" fmla="*/ 76940 h 81305"/>
                <a:gd name="connsiteX14" fmla="*/ 20119 w 68551"/>
                <a:gd name="connsiteY14" fmla="*/ 65072 h 81305"/>
                <a:gd name="connsiteX15" fmla="*/ 14805 w 68551"/>
                <a:gd name="connsiteY15" fmla="*/ 38501 h 813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68551" h="81305">
                  <a:moveTo>
                    <a:pt x="14982" y="34781"/>
                  </a:moveTo>
                  <a:cubicBezTo>
                    <a:pt x="16045" y="8388"/>
                    <a:pt x="30924" y="3960"/>
                    <a:pt x="36947" y="3960"/>
                  </a:cubicBezTo>
                  <a:cubicBezTo>
                    <a:pt x="55192" y="3960"/>
                    <a:pt x="56963" y="27873"/>
                    <a:pt x="56963" y="34781"/>
                  </a:cubicBezTo>
                  <a:lnTo>
                    <a:pt x="14982" y="34781"/>
                  </a:lnTo>
                  <a:close/>
                  <a:moveTo>
                    <a:pt x="14805" y="38501"/>
                  </a:moveTo>
                  <a:lnTo>
                    <a:pt x="64226" y="38501"/>
                  </a:lnTo>
                  <a:cubicBezTo>
                    <a:pt x="68123" y="38501"/>
                    <a:pt x="68654" y="38501"/>
                    <a:pt x="68654" y="34781"/>
                  </a:cubicBezTo>
                  <a:cubicBezTo>
                    <a:pt x="68654" y="17245"/>
                    <a:pt x="59089" y="63"/>
                    <a:pt x="36947" y="63"/>
                  </a:cubicBezTo>
                  <a:cubicBezTo>
                    <a:pt x="16399" y="63"/>
                    <a:pt x="103" y="18308"/>
                    <a:pt x="103" y="40450"/>
                  </a:cubicBezTo>
                  <a:cubicBezTo>
                    <a:pt x="103" y="64186"/>
                    <a:pt x="18702" y="81368"/>
                    <a:pt x="39073" y="81368"/>
                  </a:cubicBezTo>
                  <a:cubicBezTo>
                    <a:pt x="60683" y="81368"/>
                    <a:pt x="68654" y="61706"/>
                    <a:pt x="68654" y="58340"/>
                  </a:cubicBezTo>
                  <a:cubicBezTo>
                    <a:pt x="68654" y="56569"/>
                    <a:pt x="67237" y="56215"/>
                    <a:pt x="66352" y="56215"/>
                  </a:cubicBezTo>
                  <a:cubicBezTo>
                    <a:pt x="64757" y="56215"/>
                    <a:pt x="64403" y="57278"/>
                    <a:pt x="64049" y="58695"/>
                  </a:cubicBezTo>
                  <a:cubicBezTo>
                    <a:pt x="57849" y="76940"/>
                    <a:pt x="41907" y="76940"/>
                    <a:pt x="40136" y="76940"/>
                  </a:cubicBezTo>
                  <a:cubicBezTo>
                    <a:pt x="31279" y="76940"/>
                    <a:pt x="24193" y="71626"/>
                    <a:pt x="20119" y="65072"/>
                  </a:cubicBezTo>
                  <a:cubicBezTo>
                    <a:pt x="14805" y="56569"/>
                    <a:pt x="14805" y="44878"/>
                    <a:pt x="14805" y="38501"/>
                  </a:cubicBezTo>
                  <a:close/>
                </a:path>
              </a:pathLst>
            </a:custGeom>
            <a:solidFill>
              <a:srgbClr val="000000"/>
            </a:solidFill>
            <a:ln w="1773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15" name="任意形状 314">
              <a:extLst>
                <a:ext uri="{FF2B5EF4-FFF2-40B4-BE49-F238E27FC236}">
                  <a16:creationId xmlns:a16="http://schemas.microsoft.com/office/drawing/2014/main" id="{FE909CDA-4F97-D63F-970E-FCF331DB8EB2}"/>
                </a:ext>
              </a:extLst>
            </p:cNvPr>
            <p:cNvSpPr/>
            <p:nvPr>
              <p:custDataLst>
                <p:tags r:id="rId11"/>
              </p:custDataLst>
            </p:nvPr>
          </p:nvSpPr>
          <p:spPr>
            <a:xfrm>
              <a:off x="8842126" y="5821417"/>
              <a:ext cx="59517" cy="78294"/>
            </a:xfrm>
            <a:custGeom>
              <a:avLst/>
              <a:gdLst>
                <a:gd name="connsiteX0" fmla="*/ 24729 w 59517"/>
                <a:gd name="connsiteY0" fmla="*/ 19548 h 78294"/>
                <a:gd name="connsiteX1" fmla="*/ 24729 w 59517"/>
                <a:gd name="connsiteY1" fmla="*/ 63 h 78294"/>
                <a:gd name="connsiteX2" fmla="*/ 107 w 59517"/>
                <a:gd name="connsiteY2" fmla="*/ 2011 h 78294"/>
                <a:gd name="connsiteX3" fmla="*/ 107 w 59517"/>
                <a:gd name="connsiteY3" fmla="*/ 7502 h 78294"/>
                <a:gd name="connsiteX4" fmla="*/ 13924 w 59517"/>
                <a:gd name="connsiteY4" fmla="*/ 17422 h 78294"/>
                <a:gd name="connsiteX5" fmla="*/ 13924 w 59517"/>
                <a:gd name="connsiteY5" fmla="*/ 64894 h 78294"/>
                <a:gd name="connsiteX6" fmla="*/ 107 w 59517"/>
                <a:gd name="connsiteY6" fmla="*/ 72866 h 78294"/>
                <a:gd name="connsiteX7" fmla="*/ 107 w 59517"/>
                <a:gd name="connsiteY7" fmla="*/ 78357 h 78294"/>
                <a:gd name="connsiteX8" fmla="*/ 20301 w 59517"/>
                <a:gd name="connsiteY8" fmla="*/ 77825 h 78294"/>
                <a:gd name="connsiteX9" fmla="*/ 42797 w 59517"/>
                <a:gd name="connsiteY9" fmla="*/ 78357 h 78294"/>
                <a:gd name="connsiteX10" fmla="*/ 42797 w 59517"/>
                <a:gd name="connsiteY10" fmla="*/ 72866 h 78294"/>
                <a:gd name="connsiteX11" fmla="*/ 39077 w 59517"/>
                <a:gd name="connsiteY11" fmla="*/ 72866 h 78294"/>
                <a:gd name="connsiteX12" fmla="*/ 25615 w 59517"/>
                <a:gd name="connsiteY12" fmla="*/ 64540 h 78294"/>
                <a:gd name="connsiteX13" fmla="*/ 25615 w 59517"/>
                <a:gd name="connsiteY13" fmla="*/ 37261 h 78294"/>
                <a:gd name="connsiteX14" fmla="*/ 46517 w 59517"/>
                <a:gd name="connsiteY14" fmla="*/ 3960 h 78294"/>
                <a:gd name="connsiteX15" fmla="*/ 48465 w 59517"/>
                <a:gd name="connsiteY15" fmla="*/ 4137 h 78294"/>
                <a:gd name="connsiteX16" fmla="*/ 44391 w 59517"/>
                <a:gd name="connsiteY16" fmla="*/ 11045 h 78294"/>
                <a:gd name="connsiteX17" fmla="*/ 52008 w 59517"/>
                <a:gd name="connsiteY17" fmla="*/ 18662 h 78294"/>
                <a:gd name="connsiteX18" fmla="*/ 59625 w 59517"/>
                <a:gd name="connsiteY18" fmla="*/ 10868 h 78294"/>
                <a:gd name="connsiteX19" fmla="*/ 46517 w 59517"/>
                <a:gd name="connsiteY19" fmla="*/ 63 h 78294"/>
                <a:gd name="connsiteX20" fmla="*/ 24729 w 59517"/>
                <a:gd name="connsiteY20" fmla="*/ 19548 h 78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59517" h="78294">
                  <a:moveTo>
                    <a:pt x="24729" y="19548"/>
                  </a:moveTo>
                  <a:lnTo>
                    <a:pt x="24729" y="63"/>
                  </a:lnTo>
                  <a:lnTo>
                    <a:pt x="107" y="2011"/>
                  </a:lnTo>
                  <a:lnTo>
                    <a:pt x="107" y="7502"/>
                  </a:lnTo>
                  <a:cubicBezTo>
                    <a:pt x="12507" y="7502"/>
                    <a:pt x="13924" y="8742"/>
                    <a:pt x="13924" y="17422"/>
                  </a:cubicBezTo>
                  <a:lnTo>
                    <a:pt x="13924" y="64894"/>
                  </a:lnTo>
                  <a:cubicBezTo>
                    <a:pt x="13924" y="72866"/>
                    <a:pt x="11975" y="72866"/>
                    <a:pt x="107" y="72866"/>
                  </a:cubicBezTo>
                  <a:lnTo>
                    <a:pt x="107" y="78357"/>
                  </a:lnTo>
                  <a:cubicBezTo>
                    <a:pt x="7016" y="78180"/>
                    <a:pt x="15341" y="77825"/>
                    <a:pt x="20301" y="77825"/>
                  </a:cubicBezTo>
                  <a:cubicBezTo>
                    <a:pt x="27386" y="77825"/>
                    <a:pt x="35712" y="77825"/>
                    <a:pt x="42797" y="78357"/>
                  </a:cubicBezTo>
                  <a:lnTo>
                    <a:pt x="42797" y="72866"/>
                  </a:lnTo>
                  <a:lnTo>
                    <a:pt x="39077" y="72866"/>
                  </a:lnTo>
                  <a:cubicBezTo>
                    <a:pt x="25969" y="72866"/>
                    <a:pt x="25615" y="70917"/>
                    <a:pt x="25615" y="64540"/>
                  </a:cubicBezTo>
                  <a:lnTo>
                    <a:pt x="25615" y="37261"/>
                  </a:lnTo>
                  <a:cubicBezTo>
                    <a:pt x="25615" y="19725"/>
                    <a:pt x="33055" y="3960"/>
                    <a:pt x="46517" y="3960"/>
                  </a:cubicBezTo>
                  <a:cubicBezTo>
                    <a:pt x="47757" y="3960"/>
                    <a:pt x="48111" y="3960"/>
                    <a:pt x="48465" y="4137"/>
                  </a:cubicBezTo>
                  <a:cubicBezTo>
                    <a:pt x="47934" y="4314"/>
                    <a:pt x="44391" y="6440"/>
                    <a:pt x="44391" y="11045"/>
                  </a:cubicBezTo>
                  <a:cubicBezTo>
                    <a:pt x="44391" y="16005"/>
                    <a:pt x="48111" y="18662"/>
                    <a:pt x="52008" y="18662"/>
                  </a:cubicBezTo>
                  <a:cubicBezTo>
                    <a:pt x="55196" y="18662"/>
                    <a:pt x="59625" y="16536"/>
                    <a:pt x="59625" y="10868"/>
                  </a:cubicBezTo>
                  <a:cubicBezTo>
                    <a:pt x="59625" y="5200"/>
                    <a:pt x="54134" y="63"/>
                    <a:pt x="46517" y="63"/>
                  </a:cubicBezTo>
                  <a:cubicBezTo>
                    <a:pt x="33586" y="63"/>
                    <a:pt x="27209" y="11931"/>
                    <a:pt x="24729" y="19548"/>
                  </a:cubicBezTo>
                  <a:close/>
                </a:path>
              </a:pathLst>
            </a:custGeom>
            <a:solidFill>
              <a:srgbClr val="000000"/>
            </a:solidFill>
            <a:ln w="1773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16" name="任意形状 315">
              <a:extLst>
                <a:ext uri="{FF2B5EF4-FFF2-40B4-BE49-F238E27FC236}">
                  <a16:creationId xmlns:a16="http://schemas.microsoft.com/office/drawing/2014/main" id="{1CC5CC14-EB9B-9164-04B1-1E4E0763AD8C}"/>
                </a:ext>
              </a:extLst>
            </p:cNvPr>
            <p:cNvSpPr/>
            <p:nvPr>
              <p:custDataLst>
                <p:tags r:id="rId12"/>
              </p:custDataLst>
            </p:nvPr>
          </p:nvSpPr>
          <p:spPr>
            <a:xfrm>
              <a:off x="8909910" y="5823365"/>
              <a:ext cx="86619" cy="112658"/>
            </a:xfrm>
            <a:custGeom>
              <a:avLst/>
              <a:gdLst>
                <a:gd name="connsiteX0" fmla="*/ 70257 w 86619"/>
                <a:gd name="connsiteY0" fmla="*/ 16891 h 112658"/>
                <a:gd name="connsiteX1" fmla="*/ 86731 w 86619"/>
                <a:gd name="connsiteY1" fmla="*/ 5554 h 112658"/>
                <a:gd name="connsiteX2" fmla="*/ 86731 w 86619"/>
                <a:gd name="connsiteY2" fmla="*/ 63 h 112658"/>
                <a:gd name="connsiteX3" fmla="*/ 73445 w 86619"/>
                <a:gd name="connsiteY3" fmla="*/ 594 h 112658"/>
                <a:gd name="connsiteX4" fmla="*/ 58035 w 86619"/>
                <a:gd name="connsiteY4" fmla="*/ 63 h 112658"/>
                <a:gd name="connsiteX5" fmla="*/ 58035 w 86619"/>
                <a:gd name="connsiteY5" fmla="*/ 5554 h 112658"/>
                <a:gd name="connsiteX6" fmla="*/ 66360 w 86619"/>
                <a:gd name="connsiteY6" fmla="*/ 13171 h 112658"/>
                <a:gd name="connsiteX7" fmla="*/ 65297 w 86619"/>
                <a:gd name="connsiteY7" fmla="*/ 17422 h 112658"/>
                <a:gd name="connsiteX8" fmla="*/ 47406 w 86619"/>
                <a:gd name="connsiteY8" fmla="*/ 60997 h 112658"/>
                <a:gd name="connsiteX9" fmla="*/ 27744 w 86619"/>
                <a:gd name="connsiteY9" fmla="*/ 13348 h 112658"/>
                <a:gd name="connsiteX10" fmla="*/ 26682 w 86619"/>
                <a:gd name="connsiteY10" fmla="*/ 10160 h 112658"/>
                <a:gd name="connsiteX11" fmla="*/ 36601 w 86619"/>
                <a:gd name="connsiteY11" fmla="*/ 5554 h 112658"/>
                <a:gd name="connsiteX12" fmla="*/ 36601 w 86619"/>
                <a:gd name="connsiteY12" fmla="*/ 63 h 112658"/>
                <a:gd name="connsiteX13" fmla="*/ 17293 w 86619"/>
                <a:gd name="connsiteY13" fmla="*/ 594 h 112658"/>
                <a:gd name="connsiteX14" fmla="*/ 111 w 86619"/>
                <a:gd name="connsiteY14" fmla="*/ 63 h 112658"/>
                <a:gd name="connsiteX15" fmla="*/ 111 w 86619"/>
                <a:gd name="connsiteY15" fmla="*/ 5554 h 112658"/>
                <a:gd name="connsiteX16" fmla="*/ 14459 w 86619"/>
                <a:gd name="connsiteY16" fmla="*/ 11754 h 112658"/>
                <a:gd name="connsiteX17" fmla="*/ 41030 w 86619"/>
                <a:gd name="connsiteY17" fmla="*/ 76408 h 112658"/>
                <a:gd name="connsiteX18" fmla="*/ 36601 w 86619"/>
                <a:gd name="connsiteY18" fmla="*/ 86859 h 112658"/>
                <a:gd name="connsiteX19" fmla="*/ 16408 w 86619"/>
                <a:gd name="connsiteY19" fmla="*/ 108824 h 112658"/>
                <a:gd name="connsiteX20" fmla="*/ 8082 w 86619"/>
                <a:gd name="connsiteY20" fmla="*/ 105636 h 112658"/>
                <a:gd name="connsiteX21" fmla="*/ 14991 w 86619"/>
                <a:gd name="connsiteY21" fmla="*/ 98196 h 112658"/>
                <a:gd name="connsiteX22" fmla="*/ 7551 w 86619"/>
                <a:gd name="connsiteY22" fmla="*/ 90756 h 112658"/>
                <a:gd name="connsiteX23" fmla="*/ 111 w 86619"/>
                <a:gd name="connsiteY23" fmla="*/ 98373 h 112658"/>
                <a:gd name="connsiteX24" fmla="*/ 16408 w 86619"/>
                <a:gd name="connsiteY24" fmla="*/ 112721 h 112658"/>
                <a:gd name="connsiteX25" fmla="*/ 39081 w 86619"/>
                <a:gd name="connsiteY25" fmla="*/ 92528 h 112658"/>
                <a:gd name="connsiteX26" fmla="*/ 70257 w 86619"/>
                <a:gd name="connsiteY26" fmla="*/ 16891 h 1126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86619" h="112658">
                  <a:moveTo>
                    <a:pt x="70257" y="16891"/>
                  </a:moveTo>
                  <a:cubicBezTo>
                    <a:pt x="74862" y="5731"/>
                    <a:pt x="83896" y="5554"/>
                    <a:pt x="86731" y="5554"/>
                  </a:cubicBezTo>
                  <a:lnTo>
                    <a:pt x="86731" y="63"/>
                  </a:lnTo>
                  <a:cubicBezTo>
                    <a:pt x="82656" y="417"/>
                    <a:pt x="77519" y="594"/>
                    <a:pt x="73445" y="594"/>
                  </a:cubicBezTo>
                  <a:cubicBezTo>
                    <a:pt x="70257" y="594"/>
                    <a:pt x="61932" y="240"/>
                    <a:pt x="58035" y="63"/>
                  </a:cubicBezTo>
                  <a:lnTo>
                    <a:pt x="58035" y="5554"/>
                  </a:lnTo>
                  <a:cubicBezTo>
                    <a:pt x="63526" y="5731"/>
                    <a:pt x="66360" y="8742"/>
                    <a:pt x="66360" y="13171"/>
                  </a:cubicBezTo>
                  <a:cubicBezTo>
                    <a:pt x="66360" y="14942"/>
                    <a:pt x="66183" y="15296"/>
                    <a:pt x="65297" y="17422"/>
                  </a:cubicBezTo>
                  <a:lnTo>
                    <a:pt x="47406" y="60997"/>
                  </a:lnTo>
                  <a:lnTo>
                    <a:pt x="27744" y="13348"/>
                  </a:lnTo>
                  <a:cubicBezTo>
                    <a:pt x="27036" y="11577"/>
                    <a:pt x="26682" y="10868"/>
                    <a:pt x="26682" y="10160"/>
                  </a:cubicBezTo>
                  <a:cubicBezTo>
                    <a:pt x="26682" y="5554"/>
                    <a:pt x="33236" y="5554"/>
                    <a:pt x="36601" y="5554"/>
                  </a:cubicBezTo>
                  <a:lnTo>
                    <a:pt x="36601" y="63"/>
                  </a:lnTo>
                  <a:cubicBezTo>
                    <a:pt x="31996" y="240"/>
                    <a:pt x="20305" y="594"/>
                    <a:pt x="17293" y="594"/>
                  </a:cubicBezTo>
                  <a:cubicBezTo>
                    <a:pt x="12511" y="594"/>
                    <a:pt x="5425" y="417"/>
                    <a:pt x="111" y="63"/>
                  </a:cubicBezTo>
                  <a:lnTo>
                    <a:pt x="111" y="5554"/>
                  </a:lnTo>
                  <a:cubicBezTo>
                    <a:pt x="8614" y="5554"/>
                    <a:pt x="11979" y="5554"/>
                    <a:pt x="14459" y="11754"/>
                  </a:cubicBezTo>
                  <a:lnTo>
                    <a:pt x="41030" y="76408"/>
                  </a:lnTo>
                  <a:cubicBezTo>
                    <a:pt x="40144" y="78711"/>
                    <a:pt x="37664" y="84557"/>
                    <a:pt x="36601" y="86859"/>
                  </a:cubicBezTo>
                  <a:cubicBezTo>
                    <a:pt x="32704" y="96602"/>
                    <a:pt x="27744" y="108824"/>
                    <a:pt x="16408" y="108824"/>
                  </a:cubicBezTo>
                  <a:cubicBezTo>
                    <a:pt x="15522" y="108824"/>
                    <a:pt x="11448" y="108824"/>
                    <a:pt x="8082" y="105636"/>
                  </a:cubicBezTo>
                  <a:cubicBezTo>
                    <a:pt x="13573" y="104927"/>
                    <a:pt x="14991" y="101030"/>
                    <a:pt x="14991" y="98196"/>
                  </a:cubicBezTo>
                  <a:cubicBezTo>
                    <a:pt x="14991" y="93590"/>
                    <a:pt x="11625" y="90756"/>
                    <a:pt x="7551" y="90756"/>
                  </a:cubicBezTo>
                  <a:cubicBezTo>
                    <a:pt x="4008" y="90756"/>
                    <a:pt x="111" y="93059"/>
                    <a:pt x="111" y="98373"/>
                  </a:cubicBezTo>
                  <a:cubicBezTo>
                    <a:pt x="111" y="106344"/>
                    <a:pt x="7551" y="112721"/>
                    <a:pt x="16408" y="112721"/>
                  </a:cubicBezTo>
                  <a:cubicBezTo>
                    <a:pt x="27567" y="112721"/>
                    <a:pt x="34830" y="102624"/>
                    <a:pt x="39081" y="92528"/>
                  </a:cubicBezTo>
                  <a:lnTo>
                    <a:pt x="70257" y="16891"/>
                  </a:lnTo>
                  <a:close/>
                </a:path>
              </a:pathLst>
            </a:custGeom>
            <a:solidFill>
              <a:srgbClr val="000000"/>
            </a:solidFill>
            <a:ln w="1773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17" name="任意形状 316">
              <a:extLst>
                <a:ext uri="{FF2B5EF4-FFF2-40B4-BE49-F238E27FC236}">
                  <a16:creationId xmlns:a16="http://schemas.microsoft.com/office/drawing/2014/main" id="{AB2F6163-32B6-C447-61B5-F9BFE142AA9D}"/>
                </a:ext>
              </a:extLst>
            </p:cNvPr>
            <p:cNvSpPr/>
            <p:nvPr>
              <p:custDataLst>
                <p:tags r:id="rId13"/>
              </p:custDataLst>
            </p:nvPr>
          </p:nvSpPr>
          <p:spPr>
            <a:xfrm>
              <a:off x="8302282" y="6033980"/>
              <a:ext cx="68020" cy="80242"/>
            </a:xfrm>
            <a:custGeom>
              <a:avLst/>
              <a:gdLst>
                <a:gd name="connsiteX0" fmla="*/ 25053 w 68020"/>
                <a:gd name="connsiteY0" fmla="*/ 37450 h 80242"/>
                <a:gd name="connsiteX1" fmla="*/ 52155 w 68020"/>
                <a:gd name="connsiteY1" fmla="*/ 33376 h 80242"/>
                <a:gd name="connsiteX2" fmla="*/ 65440 w 68020"/>
                <a:gd name="connsiteY2" fmla="*/ 15131 h 80242"/>
                <a:gd name="connsiteX3" fmla="*/ 46486 w 68020"/>
                <a:gd name="connsiteY3" fmla="*/ 75 h 80242"/>
                <a:gd name="connsiteX4" fmla="*/ 77 w 68020"/>
                <a:gd name="connsiteY4" fmla="*/ 48256 h 80242"/>
                <a:gd name="connsiteX5" fmla="*/ 27887 w 68020"/>
                <a:gd name="connsiteY5" fmla="*/ 80317 h 80242"/>
                <a:gd name="connsiteX6" fmla="*/ 68097 w 68020"/>
                <a:gd name="connsiteY6" fmla="*/ 59415 h 80242"/>
                <a:gd name="connsiteX7" fmla="*/ 65971 w 68020"/>
                <a:gd name="connsiteY7" fmla="*/ 57112 h 80242"/>
                <a:gd name="connsiteX8" fmla="*/ 63668 w 68020"/>
                <a:gd name="connsiteY8" fmla="*/ 58884 h 80242"/>
                <a:gd name="connsiteX9" fmla="*/ 28241 w 68020"/>
                <a:gd name="connsiteY9" fmla="*/ 76420 h 80242"/>
                <a:gd name="connsiteX10" fmla="*/ 12831 w 68020"/>
                <a:gd name="connsiteY10" fmla="*/ 55872 h 80242"/>
                <a:gd name="connsiteX11" fmla="*/ 15665 w 68020"/>
                <a:gd name="connsiteY11" fmla="*/ 37450 h 80242"/>
                <a:gd name="connsiteX12" fmla="*/ 25053 w 68020"/>
                <a:gd name="connsiteY12" fmla="*/ 37450 h 80242"/>
                <a:gd name="connsiteX13" fmla="*/ 16727 w 68020"/>
                <a:gd name="connsiteY13" fmla="*/ 33553 h 80242"/>
                <a:gd name="connsiteX14" fmla="*/ 46486 w 68020"/>
                <a:gd name="connsiteY14" fmla="*/ 3972 h 80242"/>
                <a:gd name="connsiteX15" fmla="*/ 59594 w 68020"/>
                <a:gd name="connsiteY15" fmla="*/ 15131 h 80242"/>
                <a:gd name="connsiteX16" fmla="*/ 23990 w 68020"/>
                <a:gd name="connsiteY16" fmla="*/ 33553 h 80242"/>
                <a:gd name="connsiteX17" fmla="*/ 16727 w 68020"/>
                <a:gd name="connsiteY17" fmla="*/ 33553 h 802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68020" h="80242">
                  <a:moveTo>
                    <a:pt x="25053" y="37450"/>
                  </a:moveTo>
                  <a:cubicBezTo>
                    <a:pt x="30190" y="37450"/>
                    <a:pt x="43298" y="37096"/>
                    <a:pt x="52155" y="33376"/>
                  </a:cubicBezTo>
                  <a:cubicBezTo>
                    <a:pt x="64554" y="28062"/>
                    <a:pt x="65440" y="17611"/>
                    <a:pt x="65440" y="15131"/>
                  </a:cubicBezTo>
                  <a:cubicBezTo>
                    <a:pt x="65440" y="7337"/>
                    <a:pt x="58709" y="75"/>
                    <a:pt x="46486" y="75"/>
                  </a:cubicBezTo>
                  <a:cubicBezTo>
                    <a:pt x="26824" y="75"/>
                    <a:pt x="77" y="17257"/>
                    <a:pt x="77" y="48256"/>
                  </a:cubicBezTo>
                  <a:cubicBezTo>
                    <a:pt x="77" y="66323"/>
                    <a:pt x="10528" y="80317"/>
                    <a:pt x="27887" y="80317"/>
                  </a:cubicBezTo>
                  <a:cubicBezTo>
                    <a:pt x="53217" y="80317"/>
                    <a:pt x="68097" y="61541"/>
                    <a:pt x="68097" y="59415"/>
                  </a:cubicBezTo>
                  <a:cubicBezTo>
                    <a:pt x="68097" y="58352"/>
                    <a:pt x="67034" y="57112"/>
                    <a:pt x="65971" y="57112"/>
                  </a:cubicBezTo>
                  <a:cubicBezTo>
                    <a:pt x="65086" y="57112"/>
                    <a:pt x="64731" y="57467"/>
                    <a:pt x="63668" y="58884"/>
                  </a:cubicBezTo>
                  <a:cubicBezTo>
                    <a:pt x="49675" y="76420"/>
                    <a:pt x="30367" y="76420"/>
                    <a:pt x="28241" y="76420"/>
                  </a:cubicBezTo>
                  <a:cubicBezTo>
                    <a:pt x="14425" y="76420"/>
                    <a:pt x="12831" y="61541"/>
                    <a:pt x="12831" y="55872"/>
                  </a:cubicBezTo>
                  <a:cubicBezTo>
                    <a:pt x="12831" y="53747"/>
                    <a:pt x="13008" y="48256"/>
                    <a:pt x="15665" y="37450"/>
                  </a:cubicBezTo>
                  <a:lnTo>
                    <a:pt x="25053" y="37450"/>
                  </a:lnTo>
                  <a:close/>
                  <a:moveTo>
                    <a:pt x="16727" y="33553"/>
                  </a:moveTo>
                  <a:cubicBezTo>
                    <a:pt x="23636" y="6629"/>
                    <a:pt x="41881" y="3972"/>
                    <a:pt x="46486" y="3972"/>
                  </a:cubicBezTo>
                  <a:cubicBezTo>
                    <a:pt x="54812" y="3972"/>
                    <a:pt x="59594" y="9109"/>
                    <a:pt x="59594" y="15131"/>
                  </a:cubicBezTo>
                  <a:cubicBezTo>
                    <a:pt x="59594" y="33553"/>
                    <a:pt x="31253" y="33553"/>
                    <a:pt x="23990" y="33553"/>
                  </a:cubicBezTo>
                  <a:lnTo>
                    <a:pt x="16727" y="33553"/>
                  </a:lnTo>
                  <a:close/>
                </a:path>
              </a:pathLst>
            </a:custGeom>
            <a:solidFill>
              <a:srgbClr val="000000"/>
            </a:solidFill>
            <a:ln w="1773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18" name="任意形状 317">
              <a:extLst>
                <a:ext uri="{FF2B5EF4-FFF2-40B4-BE49-F238E27FC236}">
                  <a16:creationId xmlns:a16="http://schemas.microsoft.com/office/drawing/2014/main" id="{824578A7-AD5D-1EBB-0F41-514869169C4E}"/>
                </a:ext>
              </a:extLst>
            </p:cNvPr>
            <p:cNvSpPr/>
            <p:nvPr>
              <p:custDataLst>
                <p:tags r:id="rId14"/>
              </p:custDataLst>
            </p:nvPr>
          </p:nvSpPr>
          <p:spPr>
            <a:xfrm>
              <a:off x="8450892" y="6035928"/>
              <a:ext cx="18776" cy="76345"/>
            </a:xfrm>
            <a:custGeom>
              <a:avLst/>
              <a:gdLst>
                <a:gd name="connsiteX0" fmla="*/ 18861 w 18776"/>
                <a:gd name="connsiteY0" fmla="*/ 9463 h 76345"/>
                <a:gd name="connsiteX1" fmla="*/ 9473 w 18776"/>
                <a:gd name="connsiteY1" fmla="*/ 75 h 76345"/>
                <a:gd name="connsiteX2" fmla="*/ 85 w 18776"/>
                <a:gd name="connsiteY2" fmla="*/ 9463 h 76345"/>
                <a:gd name="connsiteX3" fmla="*/ 9473 w 18776"/>
                <a:gd name="connsiteY3" fmla="*/ 18851 h 76345"/>
                <a:gd name="connsiteX4" fmla="*/ 18861 w 18776"/>
                <a:gd name="connsiteY4" fmla="*/ 9463 h 76345"/>
                <a:gd name="connsiteX5" fmla="*/ 18861 w 18776"/>
                <a:gd name="connsiteY5" fmla="*/ 67032 h 76345"/>
                <a:gd name="connsiteX6" fmla="*/ 9473 w 18776"/>
                <a:gd name="connsiteY6" fmla="*/ 57644 h 76345"/>
                <a:gd name="connsiteX7" fmla="*/ 85 w 18776"/>
                <a:gd name="connsiteY7" fmla="*/ 67032 h 76345"/>
                <a:gd name="connsiteX8" fmla="*/ 9473 w 18776"/>
                <a:gd name="connsiteY8" fmla="*/ 76420 h 76345"/>
                <a:gd name="connsiteX9" fmla="*/ 18861 w 18776"/>
                <a:gd name="connsiteY9" fmla="*/ 67032 h 763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8776" h="76345">
                  <a:moveTo>
                    <a:pt x="18861" y="9463"/>
                  </a:moveTo>
                  <a:cubicBezTo>
                    <a:pt x="18861" y="4326"/>
                    <a:pt x="14610" y="75"/>
                    <a:pt x="9473" y="75"/>
                  </a:cubicBezTo>
                  <a:cubicBezTo>
                    <a:pt x="4336" y="75"/>
                    <a:pt x="85" y="4326"/>
                    <a:pt x="85" y="9463"/>
                  </a:cubicBezTo>
                  <a:cubicBezTo>
                    <a:pt x="85" y="14600"/>
                    <a:pt x="4336" y="18851"/>
                    <a:pt x="9473" y="18851"/>
                  </a:cubicBezTo>
                  <a:cubicBezTo>
                    <a:pt x="14610" y="18851"/>
                    <a:pt x="18861" y="14600"/>
                    <a:pt x="18861" y="9463"/>
                  </a:cubicBezTo>
                  <a:close/>
                  <a:moveTo>
                    <a:pt x="18861" y="67032"/>
                  </a:moveTo>
                  <a:cubicBezTo>
                    <a:pt x="18861" y="61895"/>
                    <a:pt x="14610" y="57644"/>
                    <a:pt x="9473" y="57644"/>
                  </a:cubicBezTo>
                  <a:cubicBezTo>
                    <a:pt x="4336" y="57644"/>
                    <a:pt x="85" y="61895"/>
                    <a:pt x="85" y="67032"/>
                  </a:cubicBezTo>
                  <a:cubicBezTo>
                    <a:pt x="85" y="72169"/>
                    <a:pt x="4336" y="76420"/>
                    <a:pt x="9473" y="76420"/>
                  </a:cubicBezTo>
                  <a:cubicBezTo>
                    <a:pt x="14610" y="76420"/>
                    <a:pt x="18861" y="72169"/>
                    <a:pt x="18861" y="67032"/>
                  </a:cubicBezTo>
                  <a:close/>
                </a:path>
              </a:pathLst>
            </a:custGeom>
            <a:solidFill>
              <a:srgbClr val="000000"/>
            </a:solidFill>
            <a:ln w="1773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19" name="任意形状 318">
              <a:extLst>
                <a:ext uri="{FF2B5EF4-FFF2-40B4-BE49-F238E27FC236}">
                  <a16:creationId xmlns:a16="http://schemas.microsoft.com/office/drawing/2014/main" id="{99C4593F-AD89-C43A-5F1B-1BA6D3C2CE6B}"/>
                </a:ext>
              </a:extLst>
            </p:cNvPr>
            <p:cNvSpPr/>
            <p:nvPr>
              <p:custDataLst>
                <p:tags r:id="rId15"/>
              </p:custDataLst>
            </p:nvPr>
          </p:nvSpPr>
          <p:spPr>
            <a:xfrm>
              <a:off x="8569612" y="6032917"/>
              <a:ext cx="67488" cy="81305"/>
            </a:xfrm>
            <a:custGeom>
              <a:avLst/>
              <a:gdLst>
                <a:gd name="connsiteX0" fmla="*/ 14794 w 67488"/>
                <a:gd name="connsiteY0" fmla="*/ 40816 h 81305"/>
                <a:gd name="connsiteX1" fmla="*/ 38707 w 67488"/>
                <a:gd name="connsiteY1" fmla="*/ 4503 h 81305"/>
                <a:gd name="connsiteX2" fmla="*/ 57661 w 67488"/>
                <a:gd name="connsiteY2" fmla="*/ 11057 h 81305"/>
                <a:gd name="connsiteX3" fmla="*/ 49336 w 67488"/>
                <a:gd name="connsiteY3" fmla="*/ 19205 h 81305"/>
                <a:gd name="connsiteX4" fmla="*/ 57484 w 67488"/>
                <a:gd name="connsiteY4" fmla="*/ 27354 h 81305"/>
                <a:gd name="connsiteX5" fmla="*/ 65632 w 67488"/>
                <a:gd name="connsiteY5" fmla="*/ 19028 h 81305"/>
                <a:gd name="connsiteX6" fmla="*/ 38530 w 67488"/>
                <a:gd name="connsiteY6" fmla="*/ 75 h 81305"/>
                <a:gd name="connsiteX7" fmla="*/ 92 w 67488"/>
                <a:gd name="connsiteY7" fmla="*/ 41170 h 81305"/>
                <a:gd name="connsiteX8" fmla="*/ 38176 w 67488"/>
                <a:gd name="connsiteY8" fmla="*/ 81380 h 81305"/>
                <a:gd name="connsiteX9" fmla="*/ 67581 w 67488"/>
                <a:gd name="connsiteY9" fmla="*/ 58352 h 81305"/>
                <a:gd name="connsiteX10" fmla="*/ 65278 w 67488"/>
                <a:gd name="connsiteY10" fmla="*/ 56581 h 81305"/>
                <a:gd name="connsiteX11" fmla="*/ 62975 w 67488"/>
                <a:gd name="connsiteY11" fmla="*/ 58352 h 81305"/>
                <a:gd name="connsiteX12" fmla="*/ 39770 w 67488"/>
                <a:gd name="connsiteY12" fmla="*/ 76952 h 81305"/>
                <a:gd name="connsiteX13" fmla="*/ 14794 w 67488"/>
                <a:gd name="connsiteY13" fmla="*/ 40816 h 813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7488" h="81305">
                  <a:moveTo>
                    <a:pt x="14794" y="40816"/>
                  </a:moveTo>
                  <a:cubicBezTo>
                    <a:pt x="14794" y="11943"/>
                    <a:pt x="29319" y="4503"/>
                    <a:pt x="38707" y="4503"/>
                  </a:cubicBezTo>
                  <a:cubicBezTo>
                    <a:pt x="40302" y="4503"/>
                    <a:pt x="51461" y="4680"/>
                    <a:pt x="57661" y="11057"/>
                  </a:cubicBezTo>
                  <a:cubicBezTo>
                    <a:pt x="50398" y="11589"/>
                    <a:pt x="49336" y="16903"/>
                    <a:pt x="49336" y="19205"/>
                  </a:cubicBezTo>
                  <a:cubicBezTo>
                    <a:pt x="49336" y="23811"/>
                    <a:pt x="52524" y="27354"/>
                    <a:pt x="57484" y="27354"/>
                  </a:cubicBezTo>
                  <a:cubicBezTo>
                    <a:pt x="62089" y="27354"/>
                    <a:pt x="65632" y="24342"/>
                    <a:pt x="65632" y="19028"/>
                  </a:cubicBezTo>
                  <a:cubicBezTo>
                    <a:pt x="65632" y="6983"/>
                    <a:pt x="52170" y="75"/>
                    <a:pt x="38530" y="75"/>
                  </a:cubicBezTo>
                  <a:cubicBezTo>
                    <a:pt x="16388" y="75"/>
                    <a:pt x="92" y="19205"/>
                    <a:pt x="92" y="41170"/>
                  </a:cubicBezTo>
                  <a:cubicBezTo>
                    <a:pt x="92" y="63844"/>
                    <a:pt x="17628" y="81380"/>
                    <a:pt x="38176" y="81380"/>
                  </a:cubicBezTo>
                  <a:cubicBezTo>
                    <a:pt x="61912" y="81380"/>
                    <a:pt x="67581" y="60124"/>
                    <a:pt x="67581" y="58352"/>
                  </a:cubicBezTo>
                  <a:cubicBezTo>
                    <a:pt x="67581" y="56581"/>
                    <a:pt x="65809" y="56581"/>
                    <a:pt x="65278" y="56581"/>
                  </a:cubicBezTo>
                  <a:cubicBezTo>
                    <a:pt x="63684" y="56581"/>
                    <a:pt x="63329" y="57290"/>
                    <a:pt x="62975" y="58352"/>
                  </a:cubicBezTo>
                  <a:cubicBezTo>
                    <a:pt x="57838" y="74826"/>
                    <a:pt x="46324" y="76952"/>
                    <a:pt x="39770" y="76952"/>
                  </a:cubicBezTo>
                  <a:cubicBezTo>
                    <a:pt x="30382" y="76952"/>
                    <a:pt x="14794" y="69335"/>
                    <a:pt x="14794" y="40816"/>
                  </a:cubicBezTo>
                  <a:close/>
                </a:path>
              </a:pathLst>
            </a:custGeom>
            <a:solidFill>
              <a:srgbClr val="000000"/>
            </a:solidFill>
            <a:ln w="1773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20" name="任意形状 319">
              <a:extLst>
                <a:ext uri="{FF2B5EF4-FFF2-40B4-BE49-F238E27FC236}">
                  <a16:creationId xmlns:a16="http://schemas.microsoft.com/office/drawing/2014/main" id="{DD715BA8-1407-457B-A529-2DEF655400BD}"/>
                </a:ext>
              </a:extLst>
            </p:cNvPr>
            <p:cNvSpPr/>
            <p:nvPr>
              <p:custDataLst>
                <p:tags r:id="rId16"/>
              </p:custDataLst>
            </p:nvPr>
          </p:nvSpPr>
          <p:spPr>
            <a:xfrm>
              <a:off x="8647276" y="6032917"/>
              <a:ext cx="78471" cy="81305"/>
            </a:xfrm>
            <a:custGeom>
              <a:avLst/>
              <a:gdLst>
                <a:gd name="connsiteX0" fmla="*/ 78567 w 78471"/>
                <a:gd name="connsiteY0" fmla="*/ 41524 h 81305"/>
                <a:gd name="connsiteX1" fmla="*/ 39420 w 78471"/>
                <a:gd name="connsiteY1" fmla="*/ 75 h 81305"/>
                <a:gd name="connsiteX2" fmla="*/ 96 w 78471"/>
                <a:gd name="connsiteY2" fmla="*/ 41524 h 81305"/>
                <a:gd name="connsiteX3" fmla="*/ 39243 w 78471"/>
                <a:gd name="connsiteY3" fmla="*/ 81380 h 81305"/>
                <a:gd name="connsiteX4" fmla="*/ 78567 w 78471"/>
                <a:gd name="connsiteY4" fmla="*/ 41524 h 81305"/>
                <a:gd name="connsiteX5" fmla="*/ 39420 w 78471"/>
                <a:gd name="connsiteY5" fmla="*/ 76952 h 81305"/>
                <a:gd name="connsiteX6" fmla="*/ 19227 w 78471"/>
                <a:gd name="connsiteY6" fmla="*/ 65084 h 81305"/>
                <a:gd name="connsiteX7" fmla="*/ 14799 w 78471"/>
                <a:gd name="connsiteY7" fmla="*/ 40107 h 81305"/>
                <a:gd name="connsiteX8" fmla="*/ 19050 w 78471"/>
                <a:gd name="connsiteY8" fmla="*/ 15840 h 81305"/>
                <a:gd name="connsiteX9" fmla="*/ 39243 w 78471"/>
                <a:gd name="connsiteY9" fmla="*/ 3972 h 81305"/>
                <a:gd name="connsiteX10" fmla="*/ 59260 w 78471"/>
                <a:gd name="connsiteY10" fmla="*/ 15486 h 81305"/>
                <a:gd name="connsiteX11" fmla="*/ 63865 w 78471"/>
                <a:gd name="connsiteY11" fmla="*/ 40107 h 81305"/>
                <a:gd name="connsiteX12" fmla="*/ 59968 w 78471"/>
                <a:gd name="connsiteY12" fmla="*/ 63844 h 81305"/>
                <a:gd name="connsiteX13" fmla="*/ 39420 w 78471"/>
                <a:gd name="connsiteY13" fmla="*/ 76952 h 813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78471" h="81305">
                  <a:moveTo>
                    <a:pt x="78567" y="41524"/>
                  </a:moveTo>
                  <a:cubicBezTo>
                    <a:pt x="78567" y="18851"/>
                    <a:pt x="60854" y="75"/>
                    <a:pt x="39420" y="75"/>
                  </a:cubicBezTo>
                  <a:cubicBezTo>
                    <a:pt x="17278" y="75"/>
                    <a:pt x="96" y="19383"/>
                    <a:pt x="96" y="41524"/>
                  </a:cubicBezTo>
                  <a:cubicBezTo>
                    <a:pt x="96" y="64375"/>
                    <a:pt x="18518" y="81380"/>
                    <a:pt x="39243" y="81380"/>
                  </a:cubicBezTo>
                  <a:cubicBezTo>
                    <a:pt x="60677" y="81380"/>
                    <a:pt x="78567" y="64021"/>
                    <a:pt x="78567" y="41524"/>
                  </a:cubicBezTo>
                  <a:close/>
                  <a:moveTo>
                    <a:pt x="39420" y="76952"/>
                  </a:moveTo>
                  <a:cubicBezTo>
                    <a:pt x="31804" y="76952"/>
                    <a:pt x="24010" y="73232"/>
                    <a:pt x="19227" y="65084"/>
                  </a:cubicBezTo>
                  <a:cubicBezTo>
                    <a:pt x="14799" y="57290"/>
                    <a:pt x="14799" y="46484"/>
                    <a:pt x="14799" y="40107"/>
                  </a:cubicBezTo>
                  <a:cubicBezTo>
                    <a:pt x="14799" y="33199"/>
                    <a:pt x="14799" y="23634"/>
                    <a:pt x="19050" y="15840"/>
                  </a:cubicBezTo>
                  <a:cubicBezTo>
                    <a:pt x="23832" y="7692"/>
                    <a:pt x="32158" y="3972"/>
                    <a:pt x="39243" y="3972"/>
                  </a:cubicBezTo>
                  <a:cubicBezTo>
                    <a:pt x="47037" y="3972"/>
                    <a:pt x="54654" y="7869"/>
                    <a:pt x="59260" y="15486"/>
                  </a:cubicBezTo>
                  <a:cubicBezTo>
                    <a:pt x="63865" y="23102"/>
                    <a:pt x="63865" y="33376"/>
                    <a:pt x="63865" y="40107"/>
                  </a:cubicBezTo>
                  <a:cubicBezTo>
                    <a:pt x="63865" y="46484"/>
                    <a:pt x="63865" y="56050"/>
                    <a:pt x="59968" y="63844"/>
                  </a:cubicBezTo>
                  <a:cubicBezTo>
                    <a:pt x="56071" y="71815"/>
                    <a:pt x="48277" y="76952"/>
                    <a:pt x="39420" y="76952"/>
                  </a:cubicBezTo>
                  <a:close/>
                </a:path>
              </a:pathLst>
            </a:custGeom>
            <a:solidFill>
              <a:srgbClr val="000000"/>
            </a:solidFill>
            <a:ln w="1773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21" name="任意形状 320">
              <a:extLst>
                <a:ext uri="{FF2B5EF4-FFF2-40B4-BE49-F238E27FC236}">
                  <a16:creationId xmlns:a16="http://schemas.microsoft.com/office/drawing/2014/main" id="{86463C6A-EDBB-C112-3CD6-90394346F955}"/>
                </a:ext>
              </a:extLst>
            </p:cNvPr>
            <p:cNvSpPr/>
            <p:nvPr>
              <p:custDataLst>
                <p:tags r:id="rId17"/>
              </p:custDataLst>
            </p:nvPr>
          </p:nvSpPr>
          <p:spPr>
            <a:xfrm>
              <a:off x="8735845" y="6033980"/>
              <a:ext cx="59517" cy="78294"/>
            </a:xfrm>
            <a:custGeom>
              <a:avLst/>
              <a:gdLst>
                <a:gd name="connsiteX0" fmla="*/ 24723 w 59517"/>
                <a:gd name="connsiteY0" fmla="*/ 19560 h 78294"/>
                <a:gd name="connsiteX1" fmla="*/ 24723 w 59517"/>
                <a:gd name="connsiteY1" fmla="*/ 75 h 78294"/>
                <a:gd name="connsiteX2" fmla="*/ 101 w 59517"/>
                <a:gd name="connsiteY2" fmla="*/ 2023 h 78294"/>
                <a:gd name="connsiteX3" fmla="*/ 101 w 59517"/>
                <a:gd name="connsiteY3" fmla="*/ 7514 h 78294"/>
                <a:gd name="connsiteX4" fmla="*/ 13918 w 59517"/>
                <a:gd name="connsiteY4" fmla="*/ 17434 h 78294"/>
                <a:gd name="connsiteX5" fmla="*/ 13918 w 59517"/>
                <a:gd name="connsiteY5" fmla="*/ 64906 h 78294"/>
                <a:gd name="connsiteX6" fmla="*/ 101 w 59517"/>
                <a:gd name="connsiteY6" fmla="*/ 72878 h 78294"/>
                <a:gd name="connsiteX7" fmla="*/ 101 w 59517"/>
                <a:gd name="connsiteY7" fmla="*/ 78369 h 78294"/>
                <a:gd name="connsiteX8" fmla="*/ 20295 w 59517"/>
                <a:gd name="connsiteY8" fmla="*/ 77837 h 78294"/>
                <a:gd name="connsiteX9" fmla="*/ 42791 w 59517"/>
                <a:gd name="connsiteY9" fmla="*/ 78369 h 78294"/>
                <a:gd name="connsiteX10" fmla="*/ 42791 w 59517"/>
                <a:gd name="connsiteY10" fmla="*/ 72878 h 78294"/>
                <a:gd name="connsiteX11" fmla="*/ 39071 w 59517"/>
                <a:gd name="connsiteY11" fmla="*/ 72878 h 78294"/>
                <a:gd name="connsiteX12" fmla="*/ 25609 w 59517"/>
                <a:gd name="connsiteY12" fmla="*/ 64552 h 78294"/>
                <a:gd name="connsiteX13" fmla="*/ 25609 w 59517"/>
                <a:gd name="connsiteY13" fmla="*/ 37273 h 78294"/>
                <a:gd name="connsiteX14" fmla="*/ 46511 w 59517"/>
                <a:gd name="connsiteY14" fmla="*/ 3972 h 78294"/>
                <a:gd name="connsiteX15" fmla="*/ 48459 w 59517"/>
                <a:gd name="connsiteY15" fmla="*/ 4149 h 78294"/>
                <a:gd name="connsiteX16" fmla="*/ 44385 w 59517"/>
                <a:gd name="connsiteY16" fmla="*/ 11057 h 78294"/>
                <a:gd name="connsiteX17" fmla="*/ 52002 w 59517"/>
                <a:gd name="connsiteY17" fmla="*/ 18674 h 78294"/>
                <a:gd name="connsiteX18" fmla="*/ 59619 w 59517"/>
                <a:gd name="connsiteY18" fmla="*/ 10880 h 78294"/>
                <a:gd name="connsiteX19" fmla="*/ 46511 w 59517"/>
                <a:gd name="connsiteY19" fmla="*/ 75 h 78294"/>
                <a:gd name="connsiteX20" fmla="*/ 24723 w 59517"/>
                <a:gd name="connsiteY20" fmla="*/ 19560 h 78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59517" h="78294">
                  <a:moveTo>
                    <a:pt x="24723" y="19560"/>
                  </a:moveTo>
                  <a:lnTo>
                    <a:pt x="24723" y="75"/>
                  </a:lnTo>
                  <a:lnTo>
                    <a:pt x="101" y="2023"/>
                  </a:lnTo>
                  <a:lnTo>
                    <a:pt x="101" y="7514"/>
                  </a:lnTo>
                  <a:cubicBezTo>
                    <a:pt x="12501" y="7514"/>
                    <a:pt x="13918" y="8754"/>
                    <a:pt x="13918" y="17434"/>
                  </a:cubicBezTo>
                  <a:lnTo>
                    <a:pt x="13918" y="64906"/>
                  </a:lnTo>
                  <a:cubicBezTo>
                    <a:pt x="13918" y="72878"/>
                    <a:pt x="11969" y="72878"/>
                    <a:pt x="101" y="72878"/>
                  </a:cubicBezTo>
                  <a:lnTo>
                    <a:pt x="101" y="78369"/>
                  </a:lnTo>
                  <a:cubicBezTo>
                    <a:pt x="7010" y="78192"/>
                    <a:pt x="15335" y="77837"/>
                    <a:pt x="20295" y="77837"/>
                  </a:cubicBezTo>
                  <a:cubicBezTo>
                    <a:pt x="27380" y="77837"/>
                    <a:pt x="35706" y="77837"/>
                    <a:pt x="42791" y="78369"/>
                  </a:cubicBezTo>
                  <a:lnTo>
                    <a:pt x="42791" y="72878"/>
                  </a:lnTo>
                  <a:lnTo>
                    <a:pt x="39071" y="72878"/>
                  </a:lnTo>
                  <a:cubicBezTo>
                    <a:pt x="25963" y="72878"/>
                    <a:pt x="25609" y="70929"/>
                    <a:pt x="25609" y="64552"/>
                  </a:cubicBezTo>
                  <a:lnTo>
                    <a:pt x="25609" y="37273"/>
                  </a:lnTo>
                  <a:cubicBezTo>
                    <a:pt x="25609" y="19737"/>
                    <a:pt x="33049" y="3972"/>
                    <a:pt x="46511" y="3972"/>
                  </a:cubicBezTo>
                  <a:cubicBezTo>
                    <a:pt x="47751" y="3972"/>
                    <a:pt x="48105" y="3972"/>
                    <a:pt x="48459" y="4149"/>
                  </a:cubicBezTo>
                  <a:cubicBezTo>
                    <a:pt x="47928" y="4326"/>
                    <a:pt x="44385" y="6452"/>
                    <a:pt x="44385" y="11057"/>
                  </a:cubicBezTo>
                  <a:cubicBezTo>
                    <a:pt x="44385" y="16017"/>
                    <a:pt x="48105" y="18674"/>
                    <a:pt x="52002" y="18674"/>
                  </a:cubicBezTo>
                  <a:cubicBezTo>
                    <a:pt x="55190" y="18674"/>
                    <a:pt x="59619" y="16548"/>
                    <a:pt x="59619" y="10880"/>
                  </a:cubicBezTo>
                  <a:cubicBezTo>
                    <a:pt x="59619" y="5212"/>
                    <a:pt x="54128" y="75"/>
                    <a:pt x="46511" y="75"/>
                  </a:cubicBezTo>
                  <a:cubicBezTo>
                    <a:pt x="33580" y="75"/>
                    <a:pt x="27203" y="11943"/>
                    <a:pt x="24723" y="19560"/>
                  </a:cubicBezTo>
                  <a:close/>
                </a:path>
              </a:pathLst>
            </a:custGeom>
            <a:solidFill>
              <a:srgbClr val="000000"/>
            </a:solidFill>
            <a:ln w="1773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22" name="任意形状 321">
              <a:extLst>
                <a:ext uri="{FF2B5EF4-FFF2-40B4-BE49-F238E27FC236}">
                  <a16:creationId xmlns:a16="http://schemas.microsoft.com/office/drawing/2014/main" id="{C39E436C-30EB-B63E-B55E-D57F90B52E13}"/>
                </a:ext>
              </a:extLst>
            </p:cNvPr>
            <p:cNvSpPr/>
            <p:nvPr>
              <p:custDataLst>
                <p:tags r:id="rId18"/>
              </p:custDataLst>
            </p:nvPr>
          </p:nvSpPr>
          <p:spPr>
            <a:xfrm>
              <a:off x="8805223" y="6033980"/>
              <a:ext cx="59517" cy="78294"/>
            </a:xfrm>
            <a:custGeom>
              <a:avLst/>
              <a:gdLst>
                <a:gd name="connsiteX0" fmla="*/ 24727 w 59517"/>
                <a:gd name="connsiteY0" fmla="*/ 19560 h 78294"/>
                <a:gd name="connsiteX1" fmla="*/ 24727 w 59517"/>
                <a:gd name="connsiteY1" fmla="*/ 75 h 78294"/>
                <a:gd name="connsiteX2" fmla="*/ 105 w 59517"/>
                <a:gd name="connsiteY2" fmla="*/ 2023 h 78294"/>
                <a:gd name="connsiteX3" fmla="*/ 105 w 59517"/>
                <a:gd name="connsiteY3" fmla="*/ 7514 h 78294"/>
                <a:gd name="connsiteX4" fmla="*/ 13922 w 59517"/>
                <a:gd name="connsiteY4" fmla="*/ 17434 h 78294"/>
                <a:gd name="connsiteX5" fmla="*/ 13922 w 59517"/>
                <a:gd name="connsiteY5" fmla="*/ 64906 h 78294"/>
                <a:gd name="connsiteX6" fmla="*/ 105 w 59517"/>
                <a:gd name="connsiteY6" fmla="*/ 72878 h 78294"/>
                <a:gd name="connsiteX7" fmla="*/ 105 w 59517"/>
                <a:gd name="connsiteY7" fmla="*/ 78369 h 78294"/>
                <a:gd name="connsiteX8" fmla="*/ 20299 w 59517"/>
                <a:gd name="connsiteY8" fmla="*/ 77837 h 78294"/>
                <a:gd name="connsiteX9" fmla="*/ 42795 w 59517"/>
                <a:gd name="connsiteY9" fmla="*/ 78369 h 78294"/>
                <a:gd name="connsiteX10" fmla="*/ 42795 w 59517"/>
                <a:gd name="connsiteY10" fmla="*/ 72878 h 78294"/>
                <a:gd name="connsiteX11" fmla="*/ 39075 w 59517"/>
                <a:gd name="connsiteY11" fmla="*/ 72878 h 78294"/>
                <a:gd name="connsiteX12" fmla="*/ 25613 w 59517"/>
                <a:gd name="connsiteY12" fmla="*/ 64552 h 78294"/>
                <a:gd name="connsiteX13" fmla="*/ 25613 w 59517"/>
                <a:gd name="connsiteY13" fmla="*/ 37273 h 78294"/>
                <a:gd name="connsiteX14" fmla="*/ 46515 w 59517"/>
                <a:gd name="connsiteY14" fmla="*/ 3972 h 78294"/>
                <a:gd name="connsiteX15" fmla="*/ 48463 w 59517"/>
                <a:gd name="connsiteY15" fmla="*/ 4149 h 78294"/>
                <a:gd name="connsiteX16" fmla="*/ 44389 w 59517"/>
                <a:gd name="connsiteY16" fmla="*/ 11057 h 78294"/>
                <a:gd name="connsiteX17" fmla="*/ 52006 w 59517"/>
                <a:gd name="connsiteY17" fmla="*/ 18674 h 78294"/>
                <a:gd name="connsiteX18" fmla="*/ 59623 w 59517"/>
                <a:gd name="connsiteY18" fmla="*/ 10880 h 78294"/>
                <a:gd name="connsiteX19" fmla="*/ 46515 w 59517"/>
                <a:gd name="connsiteY19" fmla="*/ 75 h 78294"/>
                <a:gd name="connsiteX20" fmla="*/ 24727 w 59517"/>
                <a:gd name="connsiteY20" fmla="*/ 19560 h 78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59517" h="78294">
                  <a:moveTo>
                    <a:pt x="24727" y="19560"/>
                  </a:moveTo>
                  <a:lnTo>
                    <a:pt x="24727" y="75"/>
                  </a:lnTo>
                  <a:lnTo>
                    <a:pt x="105" y="2023"/>
                  </a:lnTo>
                  <a:lnTo>
                    <a:pt x="105" y="7514"/>
                  </a:lnTo>
                  <a:cubicBezTo>
                    <a:pt x="12505" y="7514"/>
                    <a:pt x="13922" y="8754"/>
                    <a:pt x="13922" y="17434"/>
                  </a:cubicBezTo>
                  <a:lnTo>
                    <a:pt x="13922" y="64906"/>
                  </a:lnTo>
                  <a:cubicBezTo>
                    <a:pt x="13922" y="72878"/>
                    <a:pt x="11973" y="72878"/>
                    <a:pt x="105" y="72878"/>
                  </a:cubicBezTo>
                  <a:lnTo>
                    <a:pt x="105" y="78369"/>
                  </a:lnTo>
                  <a:cubicBezTo>
                    <a:pt x="7013" y="78192"/>
                    <a:pt x="15339" y="77837"/>
                    <a:pt x="20299" y="77837"/>
                  </a:cubicBezTo>
                  <a:cubicBezTo>
                    <a:pt x="27384" y="77837"/>
                    <a:pt x="35709" y="77837"/>
                    <a:pt x="42795" y="78369"/>
                  </a:cubicBezTo>
                  <a:lnTo>
                    <a:pt x="42795" y="72878"/>
                  </a:lnTo>
                  <a:lnTo>
                    <a:pt x="39075" y="72878"/>
                  </a:lnTo>
                  <a:cubicBezTo>
                    <a:pt x="25967" y="72878"/>
                    <a:pt x="25613" y="70929"/>
                    <a:pt x="25613" y="64552"/>
                  </a:cubicBezTo>
                  <a:lnTo>
                    <a:pt x="25613" y="37273"/>
                  </a:lnTo>
                  <a:cubicBezTo>
                    <a:pt x="25613" y="19737"/>
                    <a:pt x="33052" y="3972"/>
                    <a:pt x="46515" y="3972"/>
                  </a:cubicBezTo>
                  <a:cubicBezTo>
                    <a:pt x="47755" y="3972"/>
                    <a:pt x="48109" y="3972"/>
                    <a:pt x="48463" y="4149"/>
                  </a:cubicBezTo>
                  <a:cubicBezTo>
                    <a:pt x="47932" y="4326"/>
                    <a:pt x="44389" y="6452"/>
                    <a:pt x="44389" y="11057"/>
                  </a:cubicBezTo>
                  <a:cubicBezTo>
                    <a:pt x="44389" y="16017"/>
                    <a:pt x="48109" y="18674"/>
                    <a:pt x="52006" y="18674"/>
                  </a:cubicBezTo>
                  <a:cubicBezTo>
                    <a:pt x="55194" y="18674"/>
                    <a:pt x="59623" y="16548"/>
                    <a:pt x="59623" y="10880"/>
                  </a:cubicBezTo>
                  <a:cubicBezTo>
                    <a:pt x="59623" y="5212"/>
                    <a:pt x="54132" y="75"/>
                    <a:pt x="46515" y="75"/>
                  </a:cubicBezTo>
                  <a:cubicBezTo>
                    <a:pt x="33584" y="75"/>
                    <a:pt x="27207" y="11943"/>
                    <a:pt x="24727" y="19560"/>
                  </a:cubicBezTo>
                  <a:close/>
                </a:path>
              </a:pathLst>
            </a:custGeom>
            <a:solidFill>
              <a:srgbClr val="000000"/>
            </a:solidFill>
            <a:ln w="1773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23" name="任意形状 322">
              <a:extLst>
                <a:ext uri="{FF2B5EF4-FFF2-40B4-BE49-F238E27FC236}">
                  <a16:creationId xmlns:a16="http://schemas.microsoft.com/office/drawing/2014/main" id="{DCA9FA0F-AF0C-3AB4-8068-0EEC29856212}"/>
                </a:ext>
              </a:extLst>
            </p:cNvPr>
            <p:cNvSpPr/>
            <p:nvPr>
              <p:custDataLst>
                <p:tags r:id="rId19"/>
              </p:custDataLst>
            </p:nvPr>
          </p:nvSpPr>
          <p:spPr>
            <a:xfrm>
              <a:off x="8874602" y="6032917"/>
              <a:ext cx="68551" cy="81305"/>
            </a:xfrm>
            <a:custGeom>
              <a:avLst/>
              <a:gdLst>
                <a:gd name="connsiteX0" fmla="*/ 14988 w 68551"/>
                <a:gd name="connsiteY0" fmla="*/ 34793 h 81305"/>
                <a:gd name="connsiteX1" fmla="*/ 36953 w 68551"/>
                <a:gd name="connsiteY1" fmla="*/ 3972 h 81305"/>
                <a:gd name="connsiteX2" fmla="*/ 56970 w 68551"/>
                <a:gd name="connsiteY2" fmla="*/ 34793 h 81305"/>
                <a:gd name="connsiteX3" fmla="*/ 14988 w 68551"/>
                <a:gd name="connsiteY3" fmla="*/ 34793 h 81305"/>
                <a:gd name="connsiteX4" fmla="*/ 14811 w 68551"/>
                <a:gd name="connsiteY4" fmla="*/ 38513 h 81305"/>
                <a:gd name="connsiteX5" fmla="*/ 64232 w 68551"/>
                <a:gd name="connsiteY5" fmla="*/ 38513 h 81305"/>
                <a:gd name="connsiteX6" fmla="*/ 68661 w 68551"/>
                <a:gd name="connsiteY6" fmla="*/ 34793 h 81305"/>
                <a:gd name="connsiteX7" fmla="*/ 36953 w 68551"/>
                <a:gd name="connsiteY7" fmla="*/ 75 h 81305"/>
                <a:gd name="connsiteX8" fmla="*/ 109 w 68551"/>
                <a:gd name="connsiteY8" fmla="*/ 40462 h 81305"/>
                <a:gd name="connsiteX9" fmla="*/ 39079 w 68551"/>
                <a:gd name="connsiteY9" fmla="*/ 81380 h 81305"/>
                <a:gd name="connsiteX10" fmla="*/ 68661 w 68551"/>
                <a:gd name="connsiteY10" fmla="*/ 58352 h 81305"/>
                <a:gd name="connsiteX11" fmla="*/ 66358 w 68551"/>
                <a:gd name="connsiteY11" fmla="*/ 56227 h 81305"/>
                <a:gd name="connsiteX12" fmla="*/ 64055 w 68551"/>
                <a:gd name="connsiteY12" fmla="*/ 58707 h 81305"/>
                <a:gd name="connsiteX13" fmla="*/ 40142 w 68551"/>
                <a:gd name="connsiteY13" fmla="*/ 76952 h 81305"/>
                <a:gd name="connsiteX14" fmla="*/ 20125 w 68551"/>
                <a:gd name="connsiteY14" fmla="*/ 65084 h 81305"/>
                <a:gd name="connsiteX15" fmla="*/ 14811 w 68551"/>
                <a:gd name="connsiteY15" fmla="*/ 38513 h 813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68551" h="81305">
                  <a:moveTo>
                    <a:pt x="14988" y="34793"/>
                  </a:moveTo>
                  <a:cubicBezTo>
                    <a:pt x="16051" y="8400"/>
                    <a:pt x="30931" y="3972"/>
                    <a:pt x="36953" y="3972"/>
                  </a:cubicBezTo>
                  <a:cubicBezTo>
                    <a:pt x="55198" y="3972"/>
                    <a:pt x="56970" y="27885"/>
                    <a:pt x="56970" y="34793"/>
                  </a:cubicBezTo>
                  <a:lnTo>
                    <a:pt x="14988" y="34793"/>
                  </a:lnTo>
                  <a:close/>
                  <a:moveTo>
                    <a:pt x="14811" y="38513"/>
                  </a:moveTo>
                  <a:lnTo>
                    <a:pt x="64232" y="38513"/>
                  </a:lnTo>
                  <a:cubicBezTo>
                    <a:pt x="68129" y="38513"/>
                    <a:pt x="68661" y="38513"/>
                    <a:pt x="68661" y="34793"/>
                  </a:cubicBezTo>
                  <a:cubicBezTo>
                    <a:pt x="68661" y="17257"/>
                    <a:pt x="59095" y="75"/>
                    <a:pt x="36953" y="75"/>
                  </a:cubicBezTo>
                  <a:cubicBezTo>
                    <a:pt x="16406" y="75"/>
                    <a:pt x="109" y="18320"/>
                    <a:pt x="109" y="40462"/>
                  </a:cubicBezTo>
                  <a:cubicBezTo>
                    <a:pt x="109" y="64198"/>
                    <a:pt x="18708" y="81380"/>
                    <a:pt x="39079" y="81380"/>
                  </a:cubicBezTo>
                  <a:cubicBezTo>
                    <a:pt x="60690" y="81380"/>
                    <a:pt x="68661" y="61718"/>
                    <a:pt x="68661" y="58352"/>
                  </a:cubicBezTo>
                  <a:cubicBezTo>
                    <a:pt x="68661" y="56581"/>
                    <a:pt x="67244" y="56227"/>
                    <a:pt x="66358" y="56227"/>
                  </a:cubicBezTo>
                  <a:cubicBezTo>
                    <a:pt x="64764" y="56227"/>
                    <a:pt x="64409" y="57290"/>
                    <a:pt x="64055" y="58707"/>
                  </a:cubicBezTo>
                  <a:cubicBezTo>
                    <a:pt x="57855" y="76952"/>
                    <a:pt x="41913" y="76952"/>
                    <a:pt x="40142" y="76952"/>
                  </a:cubicBezTo>
                  <a:cubicBezTo>
                    <a:pt x="31285" y="76952"/>
                    <a:pt x="24200" y="71638"/>
                    <a:pt x="20125" y="65084"/>
                  </a:cubicBezTo>
                  <a:cubicBezTo>
                    <a:pt x="14811" y="56581"/>
                    <a:pt x="14811" y="44890"/>
                    <a:pt x="14811" y="38513"/>
                  </a:cubicBezTo>
                  <a:close/>
                </a:path>
              </a:pathLst>
            </a:custGeom>
            <a:solidFill>
              <a:srgbClr val="000000"/>
            </a:solidFill>
            <a:ln w="1773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24" name="任意形状 323">
              <a:extLst>
                <a:ext uri="{FF2B5EF4-FFF2-40B4-BE49-F238E27FC236}">
                  <a16:creationId xmlns:a16="http://schemas.microsoft.com/office/drawing/2014/main" id="{D4354A1B-3792-1E50-7F87-E5CCD84928C8}"/>
                </a:ext>
              </a:extLst>
            </p:cNvPr>
            <p:cNvSpPr/>
            <p:nvPr>
              <p:custDataLst>
                <p:tags r:id="rId20"/>
              </p:custDataLst>
            </p:nvPr>
          </p:nvSpPr>
          <p:spPr>
            <a:xfrm>
              <a:off x="8954392" y="6032917"/>
              <a:ext cx="67488" cy="81305"/>
            </a:xfrm>
            <a:custGeom>
              <a:avLst/>
              <a:gdLst>
                <a:gd name="connsiteX0" fmla="*/ 14816 w 67488"/>
                <a:gd name="connsiteY0" fmla="*/ 40816 h 81305"/>
                <a:gd name="connsiteX1" fmla="*/ 38729 w 67488"/>
                <a:gd name="connsiteY1" fmla="*/ 4503 h 81305"/>
                <a:gd name="connsiteX2" fmla="*/ 57683 w 67488"/>
                <a:gd name="connsiteY2" fmla="*/ 11057 h 81305"/>
                <a:gd name="connsiteX3" fmla="*/ 49357 w 67488"/>
                <a:gd name="connsiteY3" fmla="*/ 19205 h 81305"/>
                <a:gd name="connsiteX4" fmla="*/ 57505 w 67488"/>
                <a:gd name="connsiteY4" fmla="*/ 27354 h 81305"/>
                <a:gd name="connsiteX5" fmla="*/ 65654 w 67488"/>
                <a:gd name="connsiteY5" fmla="*/ 19028 h 81305"/>
                <a:gd name="connsiteX6" fmla="*/ 38552 w 67488"/>
                <a:gd name="connsiteY6" fmla="*/ 75 h 81305"/>
                <a:gd name="connsiteX7" fmla="*/ 114 w 67488"/>
                <a:gd name="connsiteY7" fmla="*/ 41170 h 81305"/>
                <a:gd name="connsiteX8" fmla="*/ 38198 w 67488"/>
                <a:gd name="connsiteY8" fmla="*/ 81380 h 81305"/>
                <a:gd name="connsiteX9" fmla="*/ 67602 w 67488"/>
                <a:gd name="connsiteY9" fmla="*/ 58352 h 81305"/>
                <a:gd name="connsiteX10" fmla="*/ 65299 w 67488"/>
                <a:gd name="connsiteY10" fmla="*/ 56581 h 81305"/>
                <a:gd name="connsiteX11" fmla="*/ 62997 w 67488"/>
                <a:gd name="connsiteY11" fmla="*/ 58352 h 81305"/>
                <a:gd name="connsiteX12" fmla="*/ 39792 w 67488"/>
                <a:gd name="connsiteY12" fmla="*/ 76952 h 81305"/>
                <a:gd name="connsiteX13" fmla="*/ 14816 w 67488"/>
                <a:gd name="connsiteY13" fmla="*/ 40816 h 813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7488" h="81305">
                  <a:moveTo>
                    <a:pt x="14816" y="40816"/>
                  </a:moveTo>
                  <a:cubicBezTo>
                    <a:pt x="14816" y="11943"/>
                    <a:pt x="29341" y="4503"/>
                    <a:pt x="38729" y="4503"/>
                  </a:cubicBezTo>
                  <a:cubicBezTo>
                    <a:pt x="40323" y="4503"/>
                    <a:pt x="51483" y="4680"/>
                    <a:pt x="57683" y="11057"/>
                  </a:cubicBezTo>
                  <a:cubicBezTo>
                    <a:pt x="50420" y="11589"/>
                    <a:pt x="49357" y="16903"/>
                    <a:pt x="49357" y="19205"/>
                  </a:cubicBezTo>
                  <a:cubicBezTo>
                    <a:pt x="49357" y="23811"/>
                    <a:pt x="52546" y="27354"/>
                    <a:pt x="57505" y="27354"/>
                  </a:cubicBezTo>
                  <a:cubicBezTo>
                    <a:pt x="62111" y="27354"/>
                    <a:pt x="65654" y="24342"/>
                    <a:pt x="65654" y="19028"/>
                  </a:cubicBezTo>
                  <a:cubicBezTo>
                    <a:pt x="65654" y="6983"/>
                    <a:pt x="52191" y="75"/>
                    <a:pt x="38552" y="75"/>
                  </a:cubicBezTo>
                  <a:cubicBezTo>
                    <a:pt x="16410" y="75"/>
                    <a:pt x="114" y="19205"/>
                    <a:pt x="114" y="41170"/>
                  </a:cubicBezTo>
                  <a:cubicBezTo>
                    <a:pt x="114" y="63844"/>
                    <a:pt x="17650" y="81380"/>
                    <a:pt x="38198" y="81380"/>
                  </a:cubicBezTo>
                  <a:cubicBezTo>
                    <a:pt x="61934" y="81380"/>
                    <a:pt x="67602" y="60124"/>
                    <a:pt x="67602" y="58352"/>
                  </a:cubicBezTo>
                  <a:cubicBezTo>
                    <a:pt x="67602" y="56581"/>
                    <a:pt x="65831" y="56581"/>
                    <a:pt x="65299" y="56581"/>
                  </a:cubicBezTo>
                  <a:cubicBezTo>
                    <a:pt x="63705" y="56581"/>
                    <a:pt x="63351" y="57290"/>
                    <a:pt x="62997" y="58352"/>
                  </a:cubicBezTo>
                  <a:cubicBezTo>
                    <a:pt x="57860" y="74826"/>
                    <a:pt x="46346" y="76952"/>
                    <a:pt x="39792" y="76952"/>
                  </a:cubicBezTo>
                  <a:cubicBezTo>
                    <a:pt x="30404" y="76952"/>
                    <a:pt x="14816" y="69335"/>
                    <a:pt x="14816" y="40816"/>
                  </a:cubicBezTo>
                  <a:close/>
                </a:path>
              </a:pathLst>
            </a:custGeom>
            <a:solidFill>
              <a:srgbClr val="000000"/>
            </a:solidFill>
            <a:ln w="1773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25" name="任意形状 324">
              <a:extLst>
                <a:ext uri="{FF2B5EF4-FFF2-40B4-BE49-F238E27FC236}">
                  <a16:creationId xmlns:a16="http://schemas.microsoft.com/office/drawing/2014/main" id="{7DE3EBE6-34EB-989D-DFCE-6EF70E023974}"/>
                </a:ext>
              </a:extLst>
            </p:cNvPr>
            <p:cNvSpPr/>
            <p:nvPr>
              <p:custDataLst>
                <p:tags r:id="rId21"/>
              </p:custDataLst>
            </p:nvPr>
          </p:nvSpPr>
          <p:spPr>
            <a:xfrm>
              <a:off x="9030462" y="6003335"/>
              <a:ext cx="55443" cy="110886"/>
            </a:xfrm>
            <a:custGeom>
              <a:avLst/>
              <a:gdLst>
                <a:gd name="connsiteX0" fmla="*/ 27397 w 55443"/>
                <a:gd name="connsiteY0" fmla="*/ 38159 h 110886"/>
                <a:gd name="connsiteX1" fmla="*/ 52727 w 55443"/>
                <a:gd name="connsiteY1" fmla="*/ 38159 h 110886"/>
                <a:gd name="connsiteX2" fmla="*/ 52727 w 55443"/>
                <a:gd name="connsiteY2" fmla="*/ 32668 h 110886"/>
                <a:gd name="connsiteX3" fmla="*/ 27397 w 55443"/>
                <a:gd name="connsiteY3" fmla="*/ 32668 h 110886"/>
                <a:gd name="connsiteX4" fmla="*/ 27397 w 55443"/>
                <a:gd name="connsiteY4" fmla="*/ 75 h 110886"/>
                <a:gd name="connsiteX5" fmla="*/ 22968 w 55443"/>
                <a:gd name="connsiteY5" fmla="*/ 75 h 110886"/>
                <a:gd name="connsiteX6" fmla="*/ 118 w 55443"/>
                <a:gd name="connsiteY6" fmla="*/ 34262 h 110886"/>
                <a:gd name="connsiteX7" fmla="*/ 118 w 55443"/>
                <a:gd name="connsiteY7" fmla="*/ 38159 h 110886"/>
                <a:gd name="connsiteX8" fmla="*/ 15174 w 55443"/>
                <a:gd name="connsiteY8" fmla="*/ 38159 h 110886"/>
                <a:gd name="connsiteX9" fmla="*/ 15174 w 55443"/>
                <a:gd name="connsiteY9" fmla="*/ 87048 h 110886"/>
                <a:gd name="connsiteX10" fmla="*/ 38025 w 55443"/>
                <a:gd name="connsiteY10" fmla="*/ 110962 h 110886"/>
                <a:gd name="connsiteX11" fmla="*/ 55561 w 55443"/>
                <a:gd name="connsiteY11" fmla="*/ 87048 h 110886"/>
                <a:gd name="connsiteX12" fmla="*/ 55561 w 55443"/>
                <a:gd name="connsiteY12" fmla="*/ 76952 h 110886"/>
                <a:gd name="connsiteX13" fmla="*/ 51133 w 55443"/>
                <a:gd name="connsiteY13" fmla="*/ 76952 h 110886"/>
                <a:gd name="connsiteX14" fmla="*/ 51133 w 55443"/>
                <a:gd name="connsiteY14" fmla="*/ 86694 h 110886"/>
                <a:gd name="connsiteX15" fmla="*/ 39265 w 55443"/>
                <a:gd name="connsiteY15" fmla="*/ 106533 h 110886"/>
                <a:gd name="connsiteX16" fmla="*/ 27397 w 55443"/>
                <a:gd name="connsiteY16" fmla="*/ 87403 h 110886"/>
                <a:gd name="connsiteX17" fmla="*/ 27397 w 55443"/>
                <a:gd name="connsiteY17" fmla="*/ 38159 h 1108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55443" h="110886">
                  <a:moveTo>
                    <a:pt x="27397" y="38159"/>
                  </a:moveTo>
                  <a:lnTo>
                    <a:pt x="52727" y="38159"/>
                  </a:lnTo>
                  <a:lnTo>
                    <a:pt x="52727" y="32668"/>
                  </a:lnTo>
                  <a:lnTo>
                    <a:pt x="27397" y="32668"/>
                  </a:lnTo>
                  <a:lnTo>
                    <a:pt x="27397" y="75"/>
                  </a:lnTo>
                  <a:lnTo>
                    <a:pt x="22968" y="75"/>
                  </a:lnTo>
                  <a:cubicBezTo>
                    <a:pt x="22791" y="14600"/>
                    <a:pt x="17477" y="33553"/>
                    <a:pt x="118" y="34262"/>
                  </a:cubicBezTo>
                  <a:lnTo>
                    <a:pt x="118" y="38159"/>
                  </a:lnTo>
                  <a:lnTo>
                    <a:pt x="15174" y="38159"/>
                  </a:lnTo>
                  <a:lnTo>
                    <a:pt x="15174" y="87048"/>
                  </a:lnTo>
                  <a:cubicBezTo>
                    <a:pt x="15174" y="108836"/>
                    <a:pt x="31648" y="110962"/>
                    <a:pt x="38025" y="110962"/>
                  </a:cubicBezTo>
                  <a:cubicBezTo>
                    <a:pt x="50602" y="110962"/>
                    <a:pt x="55561" y="98385"/>
                    <a:pt x="55561" y="87048"/>
                  </a:cubicBezTo>
                  <a:lnTo>
                    <a:pt x="55561" y="76952"/>
                  </a:lnTo>
                  <a:lnTo>
                    <a:pt x="51133" y="76952"/>
                  </a:lnTo>
                  <a:lnTo>
                    <a:pt x="51133" y="86694"/>
                  </a:lnTo>
                  <a:cubicBezTo>
                    <a:pt x="51133" y="99802"/>
                    <a:pt x="45819" y="106533"/>
                    <a:pt x="39265" y="106533"/>
                  </a:cubicBezTo>
                  <a:cubicBezTo>
                    <a:pt x="27397" y="106533"/>
                    <a:pt x="27397" y="90414"/>
                    <a:pt x="27397" y="87403"/>
                  </a:cubicBezTo>
                  <a:lnTo>
                    <a:pt x="27397" y="38159"/>
                  </a:lnTo>
                  <a:close/>
                </a:path>
              </a:pathLst>
            </a:custGeom>
            <a:solidFill>
              <a:srgbClr val="000000"/>
            </a:solidFill>
            <a:ln w="1773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26" name="任意形状 325">
              <a:extLst>
                <a:ext uri="{FF2B5EF4-FFF2-40B4-BE49-F238E27FC236}">
                  <a16:creationId xmlns:a16="http://schemas.microsoft.com/office/drawing/2014/main" id="{F31FCA49-C760-0DB2-E0ED-FCCB9127CB6A}"/>
                </a:ext>
              </a:extLst>
            </p:cNvPr>
            <p:cNvSpPr/>
            <p:nvPr>
              <p:custDataLst>
                <p:tags r:id="rId22"/>
              </p:custDataLst>
            </p:nvPr>
          </p:nvSpPr>
          <p:spPr>
            <a:xfrm>
              <a:off x="9162467" y="6032917"/>
              <a:ext cx="79888" cy="81305"/>
            </a:xfrm>
            <a:custGeom>
              <a:avLst/>
              <a:gdLst>
                <a:gd name="connsiteX0" fmla="*/ 51672 w 79888"/>
                <a:gd name="connsiteY0" fmla="*/ 65969 h 81305"/>
                <a:gd name="connsiteX1" fmla="*/ 65488 w 79888"/>
                <a:gd name="connsiteY1" fmla="*/ 80494 h 81305"/>
                <a:gd name="connsiteX2" fmla="*/ 80013 w 79888"/>
                <a:gd name="connsiteY2" fmla="*/ 63666 h 81305"/>
                <a:gd name="connsiteX3" fmla="*/ 80013 w 79888"/>
                <a:gd name="connsiteY3" fmla="*/ 53747 h 81305"/>
                <a:gd name="connsiteX4" fmla="*/ 75585 w 79888"/>
                <a:gd name="connsiteY4" fmla="*/ 53747 h 81305"/>
                <a:gd name="connsiteX5" fmla="*/ 75585 w 79888"/>
                <a:gd name="connsiteY5" fmla="*/ 63666 h 81305"/>
                <a:gd name="connsiteX6" fmla="*/ 69208 w 79888"/>
                <a:gd name="connsiteY6" fmla="*/ 75003 h 81305"/>
                <a:gd name="connsiteX7" fmla="*/ 62654 w 79888"/>
                <a:gd name="connsiteY7" fmla="*/ 66146 h 81305"/>
                <a:gd name="connsiteX8" fmla="*/ 62654 w 79888"/>
                <a:gd name="connsiteY8" fmla="*/ 30719 h 81305"/>
                <a:gd name="connsiteX9" fmla="*/ 56277 w 79888"/>
                <a:gd name="connsiteY9" fmla="*/ 9817 h 81305"/>
                <a:gd name="connsiteX10" fmla="*/ 32010 w 79888"/>
                <a:gd name="connsiteY10" fmla="*/ 75 h 81305"/>
                <a:gd name="connsiteX11" fmla="*/ 5262 w 79888"/>
                <a:gd name="connsiteY11" fmla="*/ 20091 h 81305"/>
                <a:gd name="connsiteX12" fmla="*/ 13410 w 79888"/>
                <a:gd name="connsiteY12" fmla="*/ 28416 h 81305"/>
                <a:gd name="connsiteX13" fmla="*/ 21559 w 79888"/>
                <a:gd name="connsiteY13" fmla="*/ 20268 h 81305"/>
                <a:gd name="connsiteX14" fmla="*/ 12525 w 79888"/>
                <a:gd name="connsiteY14" fmla="*/ 12120 h 81305"/>
                <a:gd name="connsiteX15" fmla="*/ 31655 w 79888"/>
                <a:gd name="connsiteY15" fmla="*/ 3972 h 81305"/>
                <a:gd name="connsiteX16" fmla="*/ 50432 w 79888"/>
                <a:gd name="connsiteY16" fmla="*/ 26645 h 81305"/>
                <a:gd name="connsiteX17" fmla="*/ 50432 w 79888"/>
                <a:gd name="connsiteY17" fmla="*/ 33199 h 81305"/>
                <a:gd name="connsiteX18" fmla="*/ 17839 w 79888"/>
                <a:gd name="connsiteY18" fmla="*/ 39576 h 81305"/>
                <a:gd name="connsiteX19" fmla="*/ 125 w 79888"/>
                <a:gd name="connsiteY19" fmla="*/ 62604 h 81305"/>
                <a:gd name="connsiteX20" fmla="*/ 28467 w 79888"/>
                <a:gd name="connsiteY20" fmla="*/ 81380 h 81305"/>
                <a:gd name="connsiteX21" fmla="*/ 51672 w 79888"/>
                <a:gd name="connsiteY21" fmla="*/ 65969 h 81305"/>
                <a:gd name="connsiteX22" fmla="*/ 50432 w 79888"/>
                <a:gd name="connsiteY22" fmla="*/ 36919 h 81305"/>
                <a:gd name="connsiteX23" fmla="*/ 50432 w 79888"/>
                <a:gd name="connsiteY23" fmla="*/ 54633 h 81305"/>
                <a:gd name="connsiteX24" fmla="*/ 29707 w 79888"/>
                <a:gd name="connsiteY24" fmla="*/ 77483 h 81305"/>
                <a:gd name="connsiteX25" fmla="*/ 13765 w 79888"/>
                <a:gd name="connsiteY25" fmla="*/ 62427 h 81305"/>
                <a:gd name="connsiteX26" fmla="*/ 50432 w 79888"/>
                <a:gd name="connsiteY26" fmla="*/ 36919 h 813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79888" h="81305">
                  <a:moveTo>
                    <a:pt x="51672" y="65969"/>
                  </a:moveTo>
                  <a:cubicBezTo>
                    <a:pt x="52380" y="73055"/>
                    <a:pt x="57163" y="80494"/>
                    <a:pt x="65488" y="80494"/>
                  </a:cubicBezTo>
                  <a:cubicBezTo>
                    <a:pt x="69208" y="80494"/>
                    <a:pt x="80013" y="78014"/>
                    <a:pt x="80013" y="63666"/>
                  </a:cubicBezTo>
                  <a:lnTo>
                    <a:pt x="80013" y="53747"/>
                  </a:lnTo>
                  <a:lnTo>
                    <a:pt x="75585" y="53747"/>
                  </a:lnTo>
                  <a:lnTo>
                    <a:pt x="75585" y="63666"/>
                  </a:lnTo>
                  <a:cubicBezTo>
                    <a:pt x="75585" y="73940"/>
                    <a:pt x="71157" y="75003"/>
                    <a:pt x="69208" y="75003"/>
                  </a:cubicBezTo>
                  <a:cubicBezTo>
                    <a:pt x="63363" y="75003"/>
                    <a:pt x="62654" y="67032"/>
                    <a:pt x="62654" y="66146"/>
                  </a:cubicBezTo>
                  <a:lnTo>
                    <a:pt x="62654" y="30719"/>
                  </a:lnTo>
                  <a:cubicBezTo>
                    <a:pt x="62654" y="23280"/>
                    <a:pt x="62654" y="16371"/>
                    <a:pt x="56277" y="9817"/>
                  </a:cubicBezTo>
                  <a:cubicBezTo>
                    <a:pt x="49369" y="2909"/>
                    <a:pt x="40512" y="75"/>
                    <a:pt x="32010" y="75"/>
                  </a:cubicBezTo>
                  <a:cubicBezTo>
                    <a:pt x="17484" y="75"/>
                    <a:pt x="5262" y="8400"/>
                    <a:pt x="5262" y="20091"/>
                  </a:cubicBezTo>
                  <a:cubicBezTo>
                    <a:pt x="5262" y="25405"/>
                    <a:pt x="8805" y="28416"/>
                    <a:pt x="13410" y="28416"/>
                  </a:cubicBezTo>
                  <a:cubicBezTo>
                    <a:pt x="18370" y="28416"/>
                    <a:pt x="21559" y="24874"/>
                    <a:pt x="21559" y="20268"/>
                  </a:cubicBezTo>
                  <a:cubicBezTo>
                    <a:pt x="21559" y="18143"/>
                    <a:pt x="20673" y="12297"/>
                    <a:pt x="12525" y="12120"/>
                  </a:cubicBezTo>
                  <a:cubicBezTo>
                    <a:pt x="17307" y="5920"/>
                    <a:pt x="25987" y="3972"/>
                    <a:pt x="31655" y="3972"/>
                  </a:cubicBezTo>
                  <a:cubicBezTo>
                    <a:pt x="40335" y="3972"/>
                    <a:pt x="50432" y="10880"/>
                    <a:pt x="50432" y="26645"/>
                  </a:cubicBezTo>
                  <a:lnTo>
                    <a:pt x="50432" y="33199"/>
                  </a:lnTo>
                  <a:cubicBezTo>
                    <a:pt x="41398" y="33731"/>
                    <a:pt x="28998" y="34262"/>
                    <a:pt x="17839" y="39576"/>
                  </a:cubicBezTo>
                  <a:cubicBezTo>
                    <a:pt x="4554" y="45599"/>
                    <a:pt x="125" y="54810"/>
                    <a:pt x="125" y="62604"/>
                  </a:cubicBezTo>
                  <a:cubicBezTo>
                    <a:pt x="125" y="76952"/>
                    <a:pt x="17307" y="81380"/>
                    <a:pt x="28467" y="81380"/>
                  </a:cubicBezTo>
                  <a:cubicBezTo>
                    <a:pt x="40158" y="81380"/>
                    <a:pt x="48306" y="74295"/>
                    <a:pt x="51672" y="65969"/>
                  </a:cubicBezTo>
                  <a:close/>
                  <a:moveTo>
                    <a:pt x="50432" y="36919"/>
                  </a:moveTo>
                  <a:lnTo>
                    <a:pt x="50432" y="54633"/>
                  </a:lnTo>
                  <a:cubicBezTo>
                    <a:pt x="50432" y="71460"/>
                    <a:pt x="37678" y="77483"/>
                    <a:pt x="29707" y="77483"/>
                  </a:cubicBezTo>
                  <a:cubicBezTo>
                    <a:pt x="21027" y="77483"/>
                    <a:pt x="13765" y="71283"/>
                    <a:pt x="13765" y="62427"/>
                  </a:cubicBezTo>
                  <a:cubicBezTo>
                    <a:pt x="13765" y="52684"/>
                    <a:pt x="21204" y="37982"/>
                    <a:pt x="50432" y="36919"/>
                  </a:cubicBezTo>
                  <a:close/>
                </a:path>
              </a:pathLst>
            </a:custGeom>
            <a:solidFill>
              <a:srgbClr val="000000"/>
            </a:solidFill>
            <a:ln w="1773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27" name="任意形状 326">
              <a:extLst>
                <a:ext uri="{FF2B5EF4-FFF2-40B4-BE49-F238E27FC236}">
                  <a16:creationId xmlns:a16="http://schemas.microsoft.com/office/drawing/2014/main" id="{924896C2-E7E9-8AE1-DE40-324096006900}"/>
                </a:ext>
              </a:extLst>
            </p:cNvPr>
            <p:cNvSpPr/>
            <p:nvPr>
              <p:custDataLst>
                <p:tags r:id="rId23"/>
              </p:custDataLst>
            </p:nvPr>
          </p:nvSpPr>
          <p:spPr>
            <a:xfrm>
              <a:off x="9249264" y="6033980"/>
              <a:ext cx="89099" cy="78294"/>
            </a:xfrm>
            <a:custGeom>
              <a:avLst/>
              <a:gdLst>
                <a:gd name="connsiteX0" fmla="*/ 13947 w 89099"/>
                <a:gd name="connsiteY0" fmla="*/ 17434 h 78294"/>
                <a:gd name="connsiteX1" fmla="*/ 13947 w 89099"/>
                <a:gd name="connsiteY1" fmla="*/ 64906 h 78294"/>
                <a:gd name="connsiteX2" fmla="*/ 130 w 89099"/>
                <a:gd name="connsiteY2" fmla="*/ 72878 h 78294"/>
                <a:gd name="connsiteX3" fmla="*/ 130 w 89099"/>
                <a:gd name="connsiteY3" fmla="*/ 78369 h 78294"/>
                <a:gd name="connsiteX4" fmla="*/ 20146 w 89099"/>
                <a:gd name="connsiteY4" fmla="*/ 77837 h 78294"/>
                <a:gd name="connsiteX5" fmla="*/ 39986 w 89099"/>
                <a:gd name="connsiteY5" fmla="*/ 78369 h 78294"/>
                <a:gd name="connsiteX6" fmla="*/ 39986 w 89099"/>
                <a:gd name="connsiteY6" fmla="*/ 72878 h 78294"/>
                <a:gd name="connsiteX7" fmla="*/ 26169 w 89099"/>
                <a:gd name="connsiteY7" fmla="*/ 64906 h 78294"/>
                <a:gd name="connsiteX8" fmla="*/ 26169 w 89099"/>
                <a:gd name="connsiteY8" fmla="*/ 32313 h 78294"/>
                <a:gd name="connsiteX9" fmla="*/ 50082 w 89099"/>
                <a:gd name="connsiteY9" fmla="*/ 3972 h 78294"/>
                <a:gd name="connsiteX10" fmla="*/ 63190 w 89099"/>
                <a:gd name="connsiteY10" fmla="*/ 23634 h 78294"/>
                <a:gd name="connsiteX11" fmla="*/ 63190 w 89099"/>
                <a:gd name="connsiteY11" fmla="*/ 64906 h 78294"/>
                <a:gd name="connsiteX12" fmla="*/ 49374 w 89099"/>
                <a:gd name="connsiteY12" fmla="*/ 72878 h 78294"/>
                <a:gd name="connsiteX13" fmla="*/ 49374 w 89099"/>
                <a:gd name="connsiteY13" fmla="*/ 78369 h 78294"/>
                <a:gd name="connsiteX14" fmla="*/ 69390 w 89099"/>
                <a:gd name="connsiteY14" fmla="*/ 77837 h 78294"/>
                <a:gd name="connsiteX15" fmla="*/ 89229 w 89099"/>
                <a:gd name="connsiteY15" fmla="*/ 78369 h 78294"/>
                <a:gd name="connsiteX16" fmla="*/ 89229 w 89099"/>
                <a:gd name="connsiteY16" fmla="*/ 72878 h 78294"/>
                <a:gd name="connsiteX17" fmla="*/ 75413 w 89099"/>
                <a:gd name="connsiteY17" fmla="*/ 67563 h 78294"/>
                <a:gd name="connsiteX18" fmla="*/ 75413 w 89099"/>
                <a:gd name="connsiteY18" fmla="*/ 33731 h 78294"/>
                <a:gd name="connsiteX19" fmla="*/ 69922 w 89099"/>
                <a:gd name="connsiteY19" fmla="*/ 6629 h 78294"/>
                <a:gd name="connsiteX20" fmla="*/ 51322 w 89099"/>
                <a:gd name="connsiteY20" fmla="*/ 75 h 78294"/>
                <a:gd name="connsiteX21" fmla="*/ 25106 w 89099"/>
                <a:gd name="connsiteY21" fmla="*/ 18674 h 78294"/>
                <a:gd name="connsiteX22" fmla="*/ 25106 w 89099"/>
                <a:gd name="connsiteY22" fmla="*/ 75 h 78294"/>
                <a:gd name="connsiteX23" fmla="*/ 130 w 89099"/>
                <a:gd name="connsiteY23" fmla="*/ 2023 h 78294"/>
                <a:gd name="connsiteX24" fmla="*/ 130 w 89099"/>
                <a:gd name="connsiteY24" fmla="*/ 7514 h 78294"/>
                <a:gd name="connsiteX25" fmla="*/ 13947 w 89099"/>
                <a:gd name="connsiteY25" fmla="*/ 17434 h 78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89099" h="78294">
                  <a:moveTo>
                    <a:pt x="13947" y="17434"/>
                  </a:moveTo>
                  <a:lnTo>
                    <a:pt x="13947" y="64906"/>
                  </a:lnTo>
                  <a:cubicBezTo>
                    <a:pt x="13947" y="72878"/>
                    <a:pt x="11998" y="72878"/>
                    <a:pt x="130" y="72878"/>
                  </a:cubicBezTo>
                  <a:lnTo>
                    <a:pt x="130" y="78369"/>
                  </a:lnTo>
                  <a:cubicBezTo>
                    <a:pt x="6330" y="78192"/>
                    <a:pt x="15364" y="77837"/>
                    <a:pt x="20146" y="77837"/>
                  </a:cubicBezTo>
                  <a:cubicBezTo>
                    <a:pt x="24752" y="77837"/>
                    <a:pt x="33963" y="78192"/>
                    <a:pt x="39986" y="78369"/>
                  </a:cubicBezTo>
                  <a:lnTo>
                    <a:pt x="39986" y="72878"/>
                  </a:lnTo>
                  <a:cubicBezTo>
                    <a:pt x="28118" y="72878"/>
                    <a:pt x="26169" y="72878"/>
                    <a:pt x="26169" y="64906"/>
                  </a:cubicBezTo>
                  <a:lnTo>
                    <a:pt x="26169" y="32313"/>
                  </a:lnTo>
                  <a:cubicBezTo>
                    <a:pt x="26169" y="13891"/>
                    <a:pt x="38746" y="3972"/>
                    <a:pt x="50082" y="3972"/>
                  </a:cubicBezTo>
                  <a:cubicBezTo>
                    <a:pt x="61242" y="3972"/>
                    <a:pt x="63190" y="13537"/>
                    <a:pt x="63190" y="23634"/>
                  </a:cubicBezTo>
                  <a:lnTo>
                    <a:pt x="63190" y="64906"/>
                  </a:lnTo>
                  <a:cubicBezTo>
                    <a:pt x="63190" y="72878"/>
                    <a:pt x="61242" y="72878"/>
                    <a:pt x="49374" y="72878"/>
                  </a:cubicBezTo>
                  <a:lnTo>
                    <a:pt x="49374" y="78369"/>
                  </a:lnTo>
                  <a:cubicBezTo>
                    <a:pt x="55574" y="78192"/>
                    <a:pt x="64608" y="77837"/>
                    <a:pt x="69390" y="77837"/>
                  </a:cubicBezTo>
                  <a:cubicBezTo>
                    <a:pt x="73996" y="77837"/>
                    <a:pt x="83207" y="78192"/>
                    <a:pt x="89229" y="78369"/>
                  </a:cubicBezTo>
                  <a:lnTo>
                    <a:pt x="89229" y="72878"/>
                  </a:lnTo>
                  <a:cubicBezTo>
                    <a:pt x="80018" y="72878"/>
                    <a:pt x="75590" y="72878"/>
                    <a:pt x="75413" y="67563"/>
                  </a:cubicBezTo>
                  <a:lnTo>
                    <a:pt x="75413" y="33731"/>
                  </a:lnTo>
                  <a:cubicBezTo>
                    <a:pt x="75413" y="18497"/>
                    <a:pt x="75413" y="13006"/>
                    <a:pt x="69922" y="6629"/>
                  </a:cubicBezTo>
                  <a:cubicBezTo>
                    <a:pt x="67442" y="3617"/>
                    <a:pt x="61596" y="75"/>
                    <a:pt x="51322" y="75"/>
                  </a:cubicBezTo>
                  <a:cubicBezTo>
                    <a:pt x="38391" y="75"/>
                    <a:pt x="30066" y="7692"/>
                    <a:pt x="25106" y="18674"/>
                  </a:cubicBezTo>
                  <a:lnTo>
                    <a:pt x="25106" y="75"/>
                  </a:lnTo>
                  <a:lnTo>
                    <a:pt x="130" y="2023"/>
                  </a:lnTo>
                  <a:lnTo>
                    <a:pt x="130" y="7514"/>
                  </a:lnTo>
                  <a:cubicBezTo>
                    <a:pt x="12530" y="7514"/>
                    <a:pt x="13947" y="8754"/>
                    <a:pt x="13947" y="17434"/>
                  </a:cubicBezTo>
                  <a:close/>
                </a:path>
              </a:pathLst>
            </a:custGeom>
            <a:solidFill>
              <a:srgbClr val="000000"/>
            </a:solidFill>
            <a:ln w="1773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28" name="任意形状 327">
              <a:extLst>
                <a:ext uri="{FF2B5EF4-FFF2-40B4-BE49-F238E27FC236}">
                  <a16:creationId xmlns:a16="http://schemas.microsoft.com/office/drawing/2014/main" id="{7674E7B5-2576-F220-C960-F20E529AC810}"/>
                </a:ext>
              </a:extLst>
            </p:cNvPr>
            <p:cNvSpPr/>
            <p:nvPr>
              <p:custDataLst>
                <p:tags r:id="rId24"/>
              </p:custDataLst>
            </p:nvPr>
          </p:nvSpPr>
          <p:spPr>
            <a:xfrm>
              <a:off x="9347850" y="6032917"/>
              <a:ext cx="57923" cy="81305"/>
            </a:xfrm>
            <a:custGeom>
              <a:avLst/>
              <a:gdLst>
                <a:gd name="connsiteX0" fmla="*/ 31134 w 57923"/>
                <a:gd name="connsiteY0" fmla="*/ 45067 h 81305"/>
                <a:gd name="connsiteX1" fmla="*/ 49557 w 57923"/>
                <a:gd name="connsiteY1" fmla="*/ 61364 h 81305"/>
                <a:gd name="connsiteX2" fmla="*/ 29540 w 57923"/>
                <a:gd name="connsiteY2" fmla="*/ 77483 h 81305"/>
                <a:gd name="connsiteX3" fmla="*/ 4918 w 57923"/>
                <a:gd name="connsiteY3" fmla="*/ 52330 h 81305"/>
                <a:gd name="connsiteX4" fmla="*/ 2438 w 57923"/>
                <a:gd name="connsiteY4" fmla="*/ 49318 h 81305"/>
                <a:gd name="connsiteX5" fmla="*/ 136 w 57923"/>
                <a:gd name="connsiteY5" fmla="*/ 53747 h 81305"/>
                <a:gd name="connsiteX6" fmla="*/ 136 w 57923"/>
                <a:gd name="connsiteY6" fmla="*/ 77129 h 81305"/>
                <a:gd name="connsiteX7" fmla="*/ 2084 w 57923"/>
                <a:gd name="connsiteY7" fmla="*/ 81380 h 81305"/>
                <a:gd name="connsiteX8" fmla="*/ 6513 w 57923"/>
                <a:gd name="connsiteY8" fmla="*/ 77837 h 81305"/>
                <a:gd name="connsiteX9" fmla="*/ 10055 w 57923"/>
                <a:gd name="connsiteY9" fmla="*/ 73763 h 81305"/>
                <a:gd name="connsiteX10" fmla="*/ 29540 w 57923"/>
                <a:gd name="connsiteY10" fmla="*/ 81380 h 81305"/>
                <a:gd name="connsiteX11" fmla="*/ 58059 w 57923"/>
                <a:gd name="connsiteY11" fmla="*/ 56758 h 81305"/>
                <a:gd name="connsiteX12" fmla="*/ 50619 w 57923"/>
                <a:gd name="connsiteY12" fmla="*/ 39930 h 81305"/>
                <a:gd name="connsiteX13" fmla="*/ 30426 w 57923"/>
                <a:gd name="connsiteY13" fmla="*/ 31428 h 81305"/>
                <a:gd name="connsiteX14" fmla="*/ 8638 w 57923"/>
                <a:gd name="connsiteY14" fmla="*/ 16903 h 81305"/>
                <a:gd name="connsiteX15" fmla="*/ 28477 w 57923"/>
                <a:gd name="connsiteY15" fmla="*/ 3440 h 81305"/>
                <a:gd name="connsiteX16" fmla="*/ 49202 w 57923"/>
                <a:gd name="connsiteY16" fmla="*/ 24874 h 81305"/>
                <a:gd name="connsiteX17" fmla="*/ 51328 w 57923"/>
                <a:gd name="connsiteY17" fmla="*/ 26468 h 81305"/>
                <a:gd name="connsiteX18" fmla="*/ 53631 w 57923"/>
                <a:gd name="connsiteY18" fmla="*/ 22217 h 81305"/>
                <a:gd name="connsiteX19" fmla="*/ 53631 w 57923"/>
                <a:gd name="connsiteY19" fmla="*/ 4326 h 81305"/>
                <a:gd name="connsiteX20" fmla="*/ 51682 w 57923"/>
                <a:gd name="connsiteY20" fmla="*/ 75 h 81305"/>
                <a:gd name="connsiteX21" fmla="*/ 48139 w 57923"/>
                <a:gd name="connsiteY21" fmla="*/ 2200 h 81305"/>
                <a:gd name="connsiteX22" fmla="*/ 45128 w 57923"/>
                <a:gd name="connsiteY22" fmla="*/ 5035 h 81305"/>
                <a:gd name="connsiteX23" fmla="*/ 28477 w 57923"/>
                <a:gd name="connsiteY23" fmla="*/ 75 h 81305"/>
                <a:gd name="connsiteX24" fmla="*/ 136 w 57923"/>
                <a:gd name="connsiteY24" fmla="*/ 21862 h 81305"/>
                <a:gd name="connsiteX25" fmla="*/ 7752 w 57923"/>
                <a:gd name="connsiteY25" fmla="*/ 36919 h 81305"/>
                <a:gd name="connsiteX26" fmla="*/ 31134 w 57923"/>
                <a:gd name="connsiteY26" fmla="*/ 45067 h 813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57923" h="81305">
                  <a:moveTo>
                    <a:pt x="31134" y="45067"/>
                  </a:moveTo>
                  <a:cubicBezTo>
                    <a:pt x="35031" y="45776"/>
                    <a:pt x="49557" y="48610"/>
                    <a:pt x="49557" y="61364"/>
                  </a:cubicBezTo>
                  <a:cubicBezTo>
                    <a:pt x="49557" y="70398"/>
                    <a:pt x="43357" y="77483"/>
                    <a:pt x="29540" y="77483"/>
                  </a:cubicBezTo>
                  <a:cubicBezTo>
                    <a:pt x="14661" y="77483"/>
                    <a:pt x="8284" y="67386"/>
                    <a:pt x="4918" y="52330"/>
                  </a:cubicBezTo>
                  <a:cubicBezTo>
                    <a:pt x="4387" y="50027"/>
                    <a:pt x="4210" y="49318"/>
                    <a:pt x="2438" y="49318"/>
                  </a:cubicBezTo>
                  <a:cubicBezTo>
                    <a:pt x="136" y="49318"/>
                    <a:pt x="136" y="50558"/>
                    <a:pt x="136" y="53747"/>
                  </a:cubicBezTo>
                  <a:lnTo>
                    <a:pt x="136" y="77129"/>
                  </a:lnTo>
                  <a:cubicBezTo>
                    <a:pt x="136" y="80140"/>
                    <a:pt x="136" y="81380"/>
                    <a:pt x="2084" y="81380"/>
                  </a:cubicBezTo>
                  <a:cubicBezTo>
                    <a:pt x="2970" y="81380"/>
                    <a:pt x="3147" y="81203"/>
                    <a:pt x="6513" y="77837"/>
                  </a:cubicBezTo>
                  <a:cubicBezTo>
                    <a:pt x="6867" y="77483"/>
                    <a:pt x="6867" y="77129"/>
                    <a:pt x="10055" y="73763"/>
                  </a:cubicBezTo>
                  <a:cubicBezTo>
                    <a:pt x="17849" y="81203"/>
                    <a:pt x="25820" y="81380"/>
                    <a:pt x="29540" y="81380"/>
                  </a:cubicBezTo>
                  <a:cubicBezTo>
                    <a:pt x="49911" y="81380"/>
                    <a:pt x="58059" y="69512"/>
                    <a:pt x="58059" y="56758"/>
                  </a:cubicBezTo>
                  <a:cubicBezTo>
                    <a:pt x="58059" y="47370"/>
                    <a:pt x="52745" y="42056"/>
                    <a:pt x="50619" y="39930"/>
                  </a:cubicBezTo>
                  <a:cubicBezTo>
                    <a:pt x="44774" y="34262"/>
                    <a:pt x="37866" y="32845"/>
                    <a:pt x="30426" y="31428"/>
                  </a:cubicBezTo>
                  <a:cubicBezTo>
                    <a:pt x="20506" y="29479"/>
                    <a:pt x="8638" y="27176"/>
                    <a:pt x="8638" y="16903"/>
                  </a:cubicBezTo>
                  <a:cubicBezTo>
                    <a:pt x="8638" y="10703"/>
                    <a:pt x="13244" y="3440"/>
                    <a:pt x="28477" y="3440"/>
                  </a:cubicBezTo>
                  <a:cubicBezTo>
                    <a:pt x="47962" y="3440"/>
                    <a:pt x="48848" y="19383"/>
                    <a:pt x="49202" y="24874"/>
                  </a:cubicBezTo>
                  <a:cubicBezTo>
                    <a:pt x="49379" y="26468"/>
                    <a:pt x="50974" y="26468"/>
                    <a:pt x="51328" y="26468"/>
                  </a:cubicBezTo>
                  <a:cubicBezTo>
                    <a:pt x="53631" y="26468"/>
                    <a:pt x="53631" y="25582"/>
                    <a:pt x="53631" y="22217"/>
                  </a:cubicBezTo>
                  <a:lnTo>
                    <a:pt x="53631" y="4326"/>
                  </a:lnTo>
                  <a:cubicBezTo>
                    <a:pt x="53631" y="1315"/>
                    <a:pt x="53631" y="75"/>
                    <a:pt x="51682" y="75"/>
                  </a:cubicBezTo>
                  <a:cubicBezTo>
                    <a:pt x="50796" y="75"/>
                    <a:pt x="50442" y="75"/>
                    <a:pt x="48139" y="2200"/>
                  </a:cubicBezTo>
                  <a:cubicBezTo>
                    <a:pt x="47608" y="2909"/>
                    <a:pt x="45837" y="4503"/>
                    <a:pt x="45128" y="5035"/>
                  </a:cubicBezTo>
                  <a:cubicBezTo>
                    <a:pt x="38397" y="75"/>
                    <a:pt x="31134" y="75"/>
                    <a:pt x="28477" y="75"/>
                  </a:cubicBezTo>
                  <a:cubicBezTo>
                    <a:pt x="6867" y="75"/>
                    <a:pt x="136" y="11943"/>
                    <a:pt x="136" y="21862"/>
                  </a:cubicBezTo>
                  <a:cubicBezTo>
                    <a:pt x="136" y="28062"/>
                    <a:pt x="2970" y="33022"/>
                    <a:pt x="7752" y="36919"/>
                  </a:cubicBezTo>
                  <a:cubicBezTo>
                    <a:pt x="13421" y="41524"/>
                    <a:pt x="18381" y="42587"/>
                    <a:pt x="31134" y="45067"/>
                  </a:cubicBezTo>
                  <a:close/>
                </a:path>
              </a:pathLst>
            </a:custGeom>
            <a:solidFill>
              <a:srgbClr val="000000"/>
            </a:solidFill>
            <a:ln w="1773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29" name="任意形状 328">
              <a:extLst>
                <a:ext uri="{FF2B5EF4-FFF2-40B4-BE49-F238E27FC236}">
                  <a16:creationId xmlns:a16="http://schemas.microsoft.com/office/drawing/2014/main" id="{AED86705-8869-117F-DAD8-44BA58ABA76A}"/>
                </a:ext>
              </a:extLst>
            </p:cNvPr>
            <p:cNvSpPr/>
            <p:nvPr>
              <p:custDataLst>
                <p:tags r:id="rId25"/>
              </p:custDataLst>
            </p:nvPr>
          </p:nvSpPr>
          <p:spPr>
            <a:xfrm>
              <a:off x="9415064" y="6035928"/>
              <a:ext cx="121337" cy="78294"/>
            </a:xfrm>
            <a:custGeom>
              <a:avLst/>
              <a:gdLst>
                <a:gd name="connsiteX0" fmla="*/ 106598 w 121337"/>
                <a:gd name="connsiteY0" fmla="*/ 16903 h 78294"/>
                <a:gd name="connsiteX1" fmla="*/ 121478 w 121337"/>
                <a:gd name="connsiteY1" fmla="*/ 5566 h 78294"/>
                <a:gd name="connsiteX2" fmla="*/ 121478 w 121337"/>
                <a:gd name="connsiteY2" fmla="*/ 75 h 78294"/>
                <a:gd name="connsiteX3" fmla="*/ 108547 w 121337"/>
                <a:gd name="connsiteY3" fmla="*/ 606 h 78294"/>
                <a:gd name="connsiteX4" fmla="*/ 92073 w 121337"/>
                <a:gd name="connsiteY4" fmla="*/ 75 h 78294"/>
                <a:gd name="connsiteX5" fmla="*/ 92073 w 121337"/>
                <a:gd name="connsiteY5" fmla="*/ 5566 h 78294"/>
                <a:gd name="connsiteX6" fmla="*/ 102347 w 121337"/>
                <a:gd name="connsiteY6" fmla="*/ 14068 h 78294"/>
                <a:gd name="connsiteX7" fmla="*/ 101461 w 121337"/>
                <a:gd name="connsiteY7" fmla="*/ 17788 h 78294"/>
                <a:gd name="connsiteX8" fmla="*/ 85342 w 121337"/>
                <a:gd name="connsiteY8" fmla="*/ 63135 h 78294"/>
                <a:gd name="connsiteX9" fmla="*/ 67805 w 121337"/>
                <a:gd name="connsiteY9" fmla="*/ 13714 h 78294"/>
                <a:gd name="connsiteX10" fmla="*/ 66920 w 121337"/>
                <a:gd name="connsiteY10" fmla="*/ 10349 h 78294"/>
                <a:gd name="connsiteX11" fmla="*/ 77371 w 121337"/>
                <a:gd name="connsiteY11" fmla="*/ 5566 h 78294"/>
                <a:gd name="connsiteX12" fmla="*/ 77371 w 121337"/>
                <a:gd name="connsiteY12" fmla="*/ 75 h 78294"/>
                <a:gd name="connsiteX13" fmla="*/ 58949 w 121337"/>
                <a:gd name="connsiteY13" fmla="*/ 606 h 78294"/>
                <a:gd name="connsiteX14" fmla="*/ 43184 w 121337"/>
                <a:gd name="connsiteY14" fmla="*/ 75 h 78294"/>
                <a:gd name="connsiteX15" fmla="*/ 43184 w 121337"/>
                <a:gd name="connsiteY15" fmla="*/ 5566 h 78294"/>
                <a:gd name="connsiteX16" fmla="*/ 54343 w 121337"/>
                <a:gd name="connsiteY16" fmla="*/ 8223 h 78294"/>
                <a:gd name="connsiteX17" fmla="*/ 58417 w 121337"/>
                <a:gd name="connsiteY17" fmla="*/ 17965 h 78294"/>
                <a:gd name="connsiteX18" fmla="*/ 43184 w 121337"/>
                <a:gd name="connsiteY18" fmla="*/ 60832 h 78294"/>
                <a:gd name="connsiteX19" fmla="*/ 26356 w 121337"/>
                <a:gd name="connsiteY19" fmla="*/ 13537 h 78294"/>
                <a:gd name="connsiteX20" fmla="*/ 25470 w 121337"/>
                <a:gd name="connsiteY20" fmla="*/ 10349 h 78294"/>
                <a:gd name="connsiteX21" fmla="*/ 35921 w 121337"/>
                <a:gd name="connsiteY21" fmla="*/ 5566 h 78294"/>
                <a:gd name="connsiteX22" fmla="*/ 35921 w 121337"/>
                <a:gd name="connsiteY22" fmla="*/ 75 h 78294"/>
                <a:gd name="connsiteX23" fmla="*/ 16613 w 121337"/>
                <a:gd name="connsiteY23" fmla="*/ 606 h 78294"/>
                <a:gd name="connsiteX24" fmla="*/ 140 w 121337"/>
                <a:gd name="connsiteY24" fmla="*/ 75 h 78294"/>
                <a:gd name="connsiteX25" fmla="*/ 140 w 121337"/>
                <a:gd name="connsiteY25" fmla="*/ 5566 h 78294"/>
                <a:gd name="connsiteX26" fmla="*/ 13248 w 121337"/>
                <a:gd name="connsiteY26" fmla="*/ 11766 h 78294"/>
                <a:gd name="connsiteX27" fmla="*/ 35567 w 121337"/>
                <a:gd name="connsiteY27" fmla="*/ 74472 h 78294"/>
                <a:gd name="connsiteX28" fmla="*/ 39287 w 121337"/>
                <a:gd name="connsiteY28" fmla="*/ 78369 h 78294"/>
                <a:gd name="connsiteX29" fmla="*/ 42829 w 121337"/>
                <a:gd name="connsiteY29" fmla="*/ 74826 h 78294"/>
                <a:gd name="connsiteX30" fmla="*/ 60720 w 121337"/>
                <a:gd name="connsiteY30" fmla="*/ 24697 h 78294"/>
                <a:gd name="connsiteX31" fmla="*/ 78788 w 121337"/>
                <a:gd name="connsiteY31" fmla="*/ 75003 h 78294"/>
                <a:gd name="connsiteX32" fmla="*/ 82331 w 121337"/>
                <a:gd name="connsiteY32" fmla="*/ 78369 h 78294"/>
                <a:gd name="connsiteX33" fmla="*/ 85873 w 121337"/>
                <a:gd name="connsiteY33" fmla="*/ 75003 h 78294"/>
                <a:gd name="connsiteX34" fmla="*/ 106598 w 121337"/>
                <a:gd name="connsiteY34" fmla="*/ 16903 h 78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121337" h="78294">
                  <a:moveTo>
                    <a:pt x="106598" y="16903"/>
                  </a:moveTo>
                  <a:cubicBezTo>
                    <a:pt x="109787" y="8046"/>
                    <a:pt x="115278" y="5743"/>
                    <a:pt x="121478" y="5566"/>
                  </a:cubicBezTo>
                  <a:lnTo>
                    <a:pt x="121478" y="75"/>
                  </a:lnTo>
                  <a:cubicBezTo>
                    <a:pt x="117581" y="429"/>
                    <a:pt x="112444" y="606"/>
                    <a:pt x="108547" y="606"/>
                  </a:cubicBezTo>
                  <a:cubicBezTo>
                    <a:pt x="103410" y="606"/>
                    <a:pt x="95439" y="252"/>
                    <a:pt x="92073" y="75"/>
                  </a:cubicBezTo>
                  <a:lnTo>
                    <a:pt x="92073" y="5566"/>
                  </a:lnTo>
                  <a:cubicBezTo>
                    <a:pt x="98450" y="5743"/>
                    <a:pt x="102347" y="8932"/>
                    <a:pt x="102347" y="14068"/>
                  </a:cubicBezTo>
                  <a:cubicBezTo>
                    <a:pt x="102347" y="15131"/>
                    <a:pt x="102347" y="15486"/>
                    <a:pt x="101461" y="17788"/>
                  </a:cubicBezTo>
                  <a:lnTo>
                    <a:pt x="85342" y="63135"/>
                  </a:lnTo>
                  <a:lnTo>
                    <a:pt x="67805" y="13714"/>
                  </a:lnTo>
                  <a:cubicBezTo>
                    <a:pt x="67097" y="11589"/>
                    <a:pt x="66920" y="11234"/>
                    <a:pt x="66920" y="10349"/>
                  </a:cubicBezTo>
                  <a:cubicBezTo>
                    <a:pt x="66920" y="5566"/>
                    <a:pt x="73828" y="5566"/>
                    <a:pt x="77371" y="5566"/>
                  </a:cubicBezTo>
                  <a:lnTo>
                    <a:pt x="77371" y="75"/>
                  </a:lnTo>
                  <a:cubicBezTo>
                    <a:pt x="72234" y="252"/>
                    <a:pt x="63200" y="606"/>
                    <a:pt x="58949" y="606"/>
                  </a:cubicBezTo>
                  <a:cubicBezTo>
                    <a:pt x="53635" y="606"/>
                    <a:pt x="48498" y="429"/>
                    <a:pt x="43184" y="75"/>
                  </a:cubicBezTo>
                  <a:lnTo>
                    <a:pt x="43184" y="5566"/>
                  </a:lnTo>
                  <a:cubicBezTo>
                    <a:pt x="49738" y="5566"/>
                    <a:pt x="52572" y="5920"/>
                    <a:pt x="54343" y="8223"/>
                  </a:cubicBezTo>
                  <a:cubicBezTo>
                    <a:pt x="55229" y="9286"/>
                    <a:pt x="57177" y="14600"/>
                    <a:pt x="58417" y="17965"/>
                  </a:cubicBezTo>
                  <a:lnTo>
                    <a:pt x="43184" y="60832"/>
                  </a:lnTo>
                  <a:lnTo>
                    <a:pt x="26356" y="13537"/>
                  </a:lnTo>
                  <a:cubicBezTo>
                    <a:pt x="25470" y="11411"/>
                    <a:pt x="25470" y="11057"/>
                    <a:pt x="25470" y="10349"/>
                  </a:cubicBezTo>
                  <a:cubicBezTo>
                    <a:pt x="25470" y="5566"/>
                    <a:pt x="32378" y="5566"/>
                    <a:pt x="35921" y="5566"/>
                  </a:cubicBezTo>
                  <a:lnTo>
                    <a:pt x="35921" y="75"/>
                  </a:lnTo>
                  <a:cubicBezTo>
                    <a:pt x="30607" y="252"/>
                    <a:pt x="20687" y="606"/>
                    <a:pt x="16613" y="606"/>
                  </a:cubicBezTo>
                  <a:cubicBezTo>
                    <a:pt x="15905" y="606"/>
                    <a:pt x="6516" y="429"/>
                    <a:pt x="140" y="75"/>
                  </a:cubicBezTo>
                  <a:lnTo>
                    <a:pt x="140" y="5566"/>
                  </a:lnTo>
                  <a:cubicBezTo>
                    <a:pt x="8996" y="5566"/>
                    <a:pt x="11122" y="6097"/>
                    <a:pt x="13248" y="11766"/>
                  </a:cubicBezTo>
                  <a:lnTo>
                    <a:pt x="35567" y="74472"/>
                  </a:lnTo>
                  <a:cubicBezTo>
                    <a:pt x="36452" y="76952"/>
                    <a:pt x="36984" y="78369"/>
                    <a:pt x="39287" y="78369"/>
                  </a:cubicBezTo>
                  <a:cubicBezTo>
                    <a:pt x="41589" y="78369"/>
                    <a:pt x="41944" y="77306"/>
                    <a:pt x="42829" y="74826"/>
                  </a:cubicBezTo>
                  <a:lnTo>
                    <a:pt x="60720" y="24697"/>
                  </a:lnTo>
                  <a:lnTo>
                    <a:pt x="78788" y="75003"/>
                  </a:lnTo>
                  <a:cubicBezTo>
                    <a:pt x="79496" y="76952"/>
                    <a:pt x="80028" y="78369"/>
                    <a:pt x="82331" y="78369"/>
                  </a:cubicBezTo>
                  <a:cubicBezTo>
                    <a:pt x="84633" y="78369"/>
                    <a:pt x="85165" y="76774"/>
                    <a:pt x="85873" y="75003"/>
                  </a:cubicBezTo>
                  <a:lnTo>
                    <a:pt x="106598" y="16903"/>
                  </a:lnTo>
                  <a:close/>
                </a:path>
              </a:pathLst>
            </a:custGeom>
            <a:solidFill>
              <a:srgbClr val="000000"/>
            </a:solidFill>
            <a:ln w="1773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30" name="任意形状 329">
              <a:extLst>
                <a:ext uri="{FF2B5EF4-FFF2-40B4-BE49-F238E27FC236}">
                  <a16:creationId xmlns:a16="http://schemas.microsoft.com/office/drawing/2014/main" id="{AC089DC9-DD62-A5A9-06CB-7BB3CC095E7E}"/>
                </a:ext>
              </a:extLst>
            </p:cNvPr>
            <p:cNvSpPr/>
            <p:nvPr>
              <p:custDataLst>
                <p:tags r:id="rId26"/>
              </p:custDataLst>
            </p:nvPr>
          </p:nvSpPr>
          <p:spPr>
            <a:xfrm>
              <a:off x="9539846" y="6032917"/>
              <a:ext cx="68551" cy="81305"/>
            </a:xfrm>
            <a:custGeom>
              <a:avLst/>
              <a:gdLst>
                <a:gd name="connsiteX0" fmla="*/ 15026 w 68551"/>
                <a:gd name="connsiteY0" fmla="*/ 34793 h 81305"/>
                <a:gd name="connsiteX1" fmla="*/ 36991 w 68551"/>
                <a:gd name="connsiteY1" fmla="*/ 3972 h 81305"/>
                <a:gd name="connsiteX2" fmla="*/ 57007 w 68551"/>
                <a:gd name="connsiteY2" fmla="*/ 34793 h 81305"/>
                <a:gd name="connsiteX3" fmla="*/ 15026 w 68551"/>
                <a:gd name="connsiteY3" fmla="*/ 34793 h 81305"/>
                <a:gd name="connsiteX4" fmla="*/ 14849 w 68551"/>
                <a:gd name="connsiteY4" fmla="*/ 38513 h 81305"/>
                <a:gd name="connsiteX5" fmla="*/ 64270 w 68551"/>
                <a:gd name="connsiteY5" fmla="*/ 38513 h 81305"/>
                <a:gd name="connsiteX6" fmla="*/ 68698 w 68551"/>
                <a:gd name="connsiteY6" fmla="*/ 34793 h 81305"/>
                <a:gd name="connsiteX7" fmla="*/ 36991 w 68551"/>
                <a:gd name="connsiteY7" fmla="*/ 75 h 81305"/>
                <a:gd name="connsiteX8" fmla="*/ 146 w 68551"/>
                <a:gd name="connsiteY8" fmla="*/ 40462 h 81305"/>
                <a:gd name="connsiteX9" fmla="*/ 39116 w 68551"/>
                <a:gd name="connsiteY9" fmla="*/ 81380 h 81305"/>
                <a:gd name="connsiteX10" fmla="*/ 68698 w 68551"/>
                <a:gd name="connsiteY10" fmla="*/ 58352 h 81305"/>
                <a:gd name="connsiteX11" fmla="*/ 66395 w 68551"/>
                <a:gd name="connsiteY11" fmla="*/ 56227 h 81305"/>
                <a:gd name="connsiteX12" fmla="*/ 64093 w 68551"/>
                <a:gd name="connsiteY12" fmla="*/ 58707 h 81305"/>
                <a:gd name="connsiteX13" fmla="*/ 40179 w 68551"/>
                <a:gd name="connsiteY13" fmla="*/ 76952 h 81305"/>
                <a:gd name="connsiteX14" fmla="*/ 20163 w 68551"/>
                <a:gd name="connsiteY14" fmla="*/ 65084 h 81305"/>
                <a:gd name="connsiteX15" fmla="*/ 14849 w 68551"/>
                <a:gd name="connsiteY15" fmla="*/ 38513 h 813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68551" h="81305">
                  <a:moveTo>
                    <a:pt x="15026" y="34793"/>
                  </a:moveTo>
                  <a:cubicBezTo>
                    <a:pt x="16089" y="8400"/>
                    <a:pt x="30968" y="3972"/>
                    <a:pt x="36991" y="3972"/>
                  </a:cubicBezTo>
                  <a:cubicBezTo>
                    <a:pt x="55236" y="3972"/>
                    <a:pt x="57007" y="27885"/>
                    <a:pt x="57007" y="34793"/>
                  </a:cubicBezTo>
                  <a:lnTo>
                    <a:pt x="15026" y="34793"/>
                  </a:lnTo>
                  <a:close/>
                  <a:moveTo>
                    <a:pt x="14849" y="38513"/>
                  </a:moveTo>
                  <a:lnTo>
                    <a:pt x="64270" y="38513"/>
                  </a:lnTo>
                  <a:cubicBezTo>
                    <a:pt x="68167" y="38513"/>
                    <a:pt x="68698" y="38513"/>
                    <a:pt x="68698" y="34793"/>
                  </a:cubicBezTo>
                  <a:cubicBezTo>
                    <a:pt x="68698" y="17257"/>
                    <a:pt x="59133" y="75"/>
                    <a:pt x="36991" y="75"/>
                  </a:cubicBezTo>
                  <a:cubicBezTo>
                    <a:pt x="16443" y="75"/>
                    <a:pt x="146" y="18320"/>
                    <a:pt x="146" y="40462"/>
                  </a:cubicBezTo>
                  <a:cubicBezTo>
                    <a:pt x="146" y="64198"/>
                    <a:pt x="18746" y="81380"/>
                    <a:pt x="39116" y="81380"/>
                  </a:cubicBezTo>
                  <a:cubicBezTo>
                    <a:pt x="60727" y="81380"/>
                    <a:pt x="68698" y="61718"/>
                    <a:pt x="68698" y="58352"/>
                  </a:cubicBezTo>
                  <a:cubicBezTo>
                    <a:pt x="68698" y="56581"/>
                    <a:pt x="67281" y="56227"/>
                    <a:pt x="66395" y="56227"/>
                  </a:cubicBezTo>
                  <a:cubicBezTo>
                    <a:pt x="64801" y="56227"/>
                    <a:pt x="64447" y="57290"/>
                    <a:pt x="64093" y="58707"/>
                  </a:cubicBezTo>
                  <a:cubicBezTo>
                    <a:pt x="57893" y="76952"/>
                    <a:pt x="41951" y="76952"/>
                    <a:pt x="40179" y="76952"/>
                  </a:cubicBezTo>
                  <a:cubicBezTo>
                    <a:pt x="31322" y="76952"/>
                    <a:pt x="24237" y="71638"/>
                    <a:pt x="20163" y="65084"/>
                  </a:cubicBezTo>
                  <a:cubicBezTo>
                    <a:pt x="14849" y="56581"/>
                    <a:pt x="14849" y="44890"/>
                    <a:pt x="14849" y="38513"/>
                  </a:cubicBezTo>
                  <a:close/>
                </a:path>
              </a:pathLst>
            </a:custGeom>
            <a:solidFill>
              <a:srgbClr val="000000"/>
            </a:solidFill>
            <a:ln w="1773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31" name="任意形状 330">
              <a:extLst>
                <a:ext uri="{FF2B5EF4-FFF2-40B4-BE49-F238E27FC236}">
                  <a16:creationId xmlns:a16="http://schemas.microsoft.com/office/drawing/2014/main" id="{7D00BBDF-83A9-CC32-FFD9-39A358CBA531}"/>
                </a:ext>
              </a:extLst>
            </p:cNvPr>
            <p:cNvSpPr/>
            <p:nvPr>
              <p:custDataLst>
                <p:tags r:id="rId27"/>
              </p:custDataLst>
            </p:nvPr>
          </p:nvSpPr>
          <p:spPr>
            <a:xfrm>
              <a:off x="9618574" y="6033980"/>
              <a:ext cx="59517" cy="78294"/>
            </a:xfrm>
            <a:custGeom>
              <a:avLst/>
              <a:gdLst>
                <a:gd name="connsiteX0" fmla="*/ 24773 w 59517"/>
                <a:gd name="connsiteY0" fmla="*/ 19560 h 78294"/>
                <a:gd name="connsiteX1" fmla="*/ 24773 w 59517"/>
                <a:gd name="connsiteY1" fmla="*/ 75 h 78294"/>
                <a:gd name="connsiteX2" fmla="*/ 151 w 59517"/>
                <a:gd name="connsiteY2" fmla="*/ 2023 h 78294"/>
                <a:gd name="connsiteX3" fmla="*/ 151 w 59517"/>
                <a:gd name="connsiteY3" fmla="*/ 7514 h 78294"/>
                <a:gd name="connsiteX4" fmla="*/ 13968 w 59517"/>
                <a:gd name="connsiteY4" fmla="*/ 17434 h 78294"/>
                <a:gd name="connsiteX5" fmla="*/ 13968 w 59517"/>
                <a:gd name="connsiteY5" fmla="*/ 64906 h 78294"/>
                <a:gd name="connsiteX6" fmla="*/ 151 w 59517"/>
                <a:gd name="connsiteY6" fmla="*/ 72878 h 78294"/>
                <a:gd name="connsiteX7" fmla="*/ 151 w 59517"/>
                <a:gd name="connsiteY7" fmla="*/ 78369 h 78294"/>
                <a:gd name="connsiteX8" fmla="*/ 20344 w 59517"/>
                <a:gd name="connsiteY8" fmla="*/ 77837 h 78294"/>
                <a:gd name="connsiteX9" fmla="*/ 42841 w 59517"/>
                <a:gd name="connsiteY9" fmla="*/ 78369 h 78294"/>
                <a:gd name="connsiteX10" fmla="*/ 42841 w 59517"/>
                <a:gd name="connsiteY10" fmla="*/ 72878 h 78294"/>
                <a:gd name="connsiteX11" fmla="*/ 39121 w 59517"/>
                <a:gd name="connsiteY11" fmla="*/ 72878 h 78294"/>
                <a:gd name="connsiteX12" fmla="*/ 25658 w 59517"/>
                <a:gd name="connsiteY12" fmla="*/ 64552 h 78294"/>
                <a:gd name="connsiteX13" fmla="*/ 25658 w 59517"/>
                <a:gd name="connsiteY13" fmla="*/ 37273 h 78294"/>
                <a:gd name="connsiteX14" fmla="*/ 46560 w 59517"/>
                <a:gd name="connsiteY14" fmla="*/ 3972 h 78294"/>
                <a:gd name="connsiteX15" fmla="*/ 48509 w 59517"/>
                <a:gd name="connsiteY15" fmla="*/ 4149 h 78294"/>
                <a:gd name="connsiteX16" fmla="*/ 44435 w 59517"/>
                <a:gd name="connsiteY16" fmla="*/ 11057 h 78294"/>
                <a:gd name="connsiteX17" fmla="*/ 52052 w 59517"/>
                <a:gd name="connsiteY17" fmla="*/ 18674 h 78294"/>
                <a:gd name="connsiteX18" fmla="*/ 59669 w 59517"/>
                <a:gd name="connsiteY18" fmla="*/ 10880 h 78294"/>
                <a:gd name="connsiteX19" fmla="*/ 46560 w 59517"/>
                <a:gd name="connsiteY19" fmla="*/ 75 h 78294"/>
                <a:gd name="connsiteX20" fmla="*/ 24773 w 59517"/>
                <a:gd name="connsiteY20" fmla="*/ 19560 h 78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59517" h="78294">
                  <a:moveTo>
                    <a:pt x="24773" y="19560"/>
                  </a:moveTo>
                  <a:lnTo>
                    <a:pt x="24773" y="75"/>
                  </a:lnTo>
                  <a:lnTo>
                    <a:pt x="151" y="2023"/>
                  </a:lnTo>
                  <a:lnTo>
                    <a:pt x="151" y="7514"/>
                  </a:lnTo>
                  <a:cubicBezTo>
                    <a:pt x="12550" y="7514"/>
                    <a:pt x="13968" y="8754"/>
                    <a:pt x="13968" y="17434"/>
                  </a:cubicBezTo>
                  <a:lnTo>
                    <a:pt x="13968" y="64906"/>
                  </a:lnTo>
                  <a:cubicBezTo>
                    <a:pt x="13968" y="72878"/>
                    <a:pt x="12019" y="72878"/>
                    <a:pt x="151" y="72878"/>
                  </a:cubicBezTo>
                  <a:lnTo>
                    <a:pt x="151" y="78369"/>
                  </a:lnTo>
                  <a:cubicBezTo>
                    <a:pt x="7059" y="78192"/>
                    <a:pt x="15385" y="77837"/>
                    <a:pt x="20344" y="77837"/>
                  </a:cubicBezTo>
                  <a:cubicBezTo>
                    <a:pt x="27430" y="77837"/>
                    <a:pt x="35755" y="77837"/>
                    <a:pt x="42841" y="78369"/>
                  </a:cubicBezTo>
                  <a:lnTo>
                    <a:pt x="42841" y="72878"/>
                  </a:lnTo>
                  <a:lnTo>
                    <a:pt x="39121" y="72878"/>
                  </a:lnTo>
                  <a:cubicBezTo>
                    <a:pt x="26013" y="72878"/>
                    <a:pt x="25658" y="70929"/>
                    <a:pt x="25658" y="64552"/>
                  </a:cubicBezTo>
                  <a:lnTo>
                    <a:pt x="25658" y="37273"/>
                  </a:lnTo>
                  <a:cubicBezTo>
                    <a:pt x="25658" y="19737"/>
                    <a:pt x="33098" y="3972"/>
                    <a:pt x="46560" y="3972"/>
                  </a:cubicBezTo>
                  <a:cubicBezTo>
                    <a:pt x="47800" y="3972"/>
                    <a:pt x="48155" y="3972"/>
                    <a:pt x="48509" y="4149"/>
                  </a:cubicBezTo>
                  <a:cubicBezTo>
                    <a:pt x="47978" y="4326"/>
                    <a:pt x="44435" y="6452"/>
                    <a:pt x="44435" y="11057"/>
                  </a:cubicBezTo>
                  <a:cubicBezTo>
                    <a:pt x="44435" y="16017"/>
                    <a:pt x="48155" y="18674"/>
                    <a:pt x="52052" y="18674"/>
                  </a:cubicBezTo>
                  <a:cubicBezTo>
                    <a:pt x="55240" y="18674"/>
                    <a:pt x="59669" y="16548"/>
                    <a:pt x="59669" y="10880"/>
                  </a:cubicBezTo>
                  <a:cubicBezTo>
                    <a:pt x="59669" y="5212"/>
                    <a:pt x="54177" y="75"/>
                    <a:pt x="46560" y="75"/>
                  </a:cubicBezTo>
                  <a:cubicBezTo>
                    <a:pt x="33630" y="75"/>
                    <a:pt x="27253" y="11943"/>
                    <a:pt x="24773" y="19560"/>
                  </a:cubicBezTo>
                  <a:close/>
                </a:path>
              </a:pathLst>
            </a:custGeom>
            <a:solidFill>
              <a:srgbClr val="000000"/>
            </a:solidFill>
            <a:ln w="1773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32" name="任意形状 331">
              <a:extLst>
                <a:ext uri="{FF2B5EF4-FFF2-40B4-BE49-F238E27FC236}">
                  <a16:creationId xmlns:a16="http://schemas.microsoft.com/office/drawing/2014/main" id="{556069DE-3B66-111D-023C-4E72BA3744B8}"/>
                </a:ext>
              </a:extLst>
            </p:cNvPr>
            <p:cNvSpPr/>
            <p:nvPr>
              <p:custDataLst>
                <p:tags r:id="rId28"/>
              </p:custDataLst>
            </p:nvPr>
          </p:nvSpPr>
          <p:spPr>
            <a:xfrm>
              <a:off x="9746997" y="6032917"/>
              <a:ext cx="68551" cy="81305"/>
            </a:xfrm>
            <a:custGeom>
              <a:avLst/>
              <a:gdLst>
                <a:gd name="connsiteX0" fmla="*/ 15038 w 68551"/>
                <a:gd name="connsiteY0" fmla="*/ 34793 h 81305"/>
                <a:gd name="connsiteX1" fmla="*/ 37002 w 68551"/>
                <a:gd name="connsiteY1" fmla="*/ 3972 h 81305"/>
                <a:gd name="connsiteX2" fmla="*/ 57019 w 68551"/>
                <a:gd name="connsiteY2" fmla="*/ 34793 h 81305"/>
                <a:gd name="connsiteX3" fmla="*/ 15038 w 68551"/>
                <a:gd name="connsiteY3" fmla="*/ 34793 h 81305"/>
                <a:gd name="connsiteX4" fmla="*/ 14860 w 68551"/>
                <a:gd name="connsiteY4" fmla="*/ 38513 h 81305"/>
                <a:gd name="connsiteX5" fmla="*/ 64281 w 68551"/>
                <a:gd name="connsiteY5" fmla="*/ 38513 h 81305"/>
                <a:gd name="connsiteX6" fmla="*/ 68710 w 68551"/>
                <a:gd name="connsiteY6" fmla="*/ 34793 h 81305"/>
                <a:gd name="connsiteX7" fmla="*/ 37002 w 68551"/>
                <a:gd name="connsiteY7" fmla="*/ 75 h 81305"/>
                <a:gd name="connsiteX8" fmla="*/ 158 w 68551"/>
                <a:gd name="connsiteY8" fmla="*/ 40462 h 81305"/>
                <a:gd name="connsiteX9" fmla="*/ 39128 w 68551"/>
                <a:gd name="connsiteY9" fmla="*/ 81380 h 81305"/>
                <a:gd name="connsiteX10" fmla="*/ 68710 w 68551"/>
                <a:gd name="connsiteY10" fmla="*/ 58352 h 81305"/>
                <a:gd name="connsiteX11" fmla="*/ 66407 w 68551"/>
                <a:gd name="connsiteY11" fmla="*/ 56227 h 81305"/>
                <a:gd name="connsiteX12" fmla="*/ 64104 w 68551"/>
                <a:gd name="connsiteY12" fmla="*/ 58707 h 81305"/>
                <a:gd name="connsiteX13" fmla="*/ 40191 w 68551"/>
                <a:gd name="connsiteY13" fmla="*/ 76952 h 81305"/>
                <a:gd name="connsiteX14" fmla="*/ 20174 w 68551"/>
                <a:gd name="connsiteY14" fmla="*/ 65084 h 81305"/>
                <a:gd name="connsiteX15" fmla="*/ 14860 w 68551"/>
                <a:gd name="connsiteY15" fmla="*/ 38513 h 813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68551" h="81305">
                  <a:moveTo>
                    <a:pt x="15038" y="34793"/>
                  </a:moveTo>
                  <a:cubicBezTo>
                    <a:pt x="16100" y="8400"/>
                    <a:pt x="30980" y="3972"/>
                    <a:pt x="37002" y="3972"/>
                  </a:cubicBezTo>
                  <a:cubicBezTo>
                    <a:pt x="55247" y="3972"/>
                    <a:pt x="57019" y="27885"/>
                    <a:pt x="57019" y="34793"/>
                  </a:cubicBezTo>
                  <a:lnTo>
                    <a:pt x="15038" y="34793"/>
                  </a:lnTo>
                  <a:close/>
                  <a:moveTo>
                    <a:pt x="14860" y="38513"/>
                  </a:moveTo>
                  <a:lnTo>
                    <a:pt x="64281" y="38513"/>
                  </a:lnTo>
                  <a:cubicBezTo>
                    <a:pt x="68178" y="38513"/>
                    <a:pt x="68710" y="38513"/>
                    <a:pt x="68710" y="34793"/>
                  </a:cubicBezTo>
                  <a:cubicBezTo>
                    <a:pt x="68710" y="17257"/>
                    <a:pt x="59144" y="75"/>
                    <a:pt x="37002" y="75"/>
                  </a:cubicBezTo>
                  <a:cubicBezTo>
                    <a:pt x="16455" y="75"/>
                    <a:pt x="158" y="18320"/>
                    <a:pt x="158" y="40462"/>
                  </a:cubicBezTo>
                  <a:cubicBezTo>
                    <a:pt x="158" y="64198"/>
                    <a:pt x="18757" y="81380"/>
                    <a:pt x="39128" y="81380"/>
                  </a:cubicBezTo>
                  <a:cubicBezTo>
                    <a:pt x="60739" y="81380"/>
                    <a:pt x="68710" y="61718"/>
                    <a:pt x="68710" y="58352"/>
                  </a:cubicBezTo>
                  <a:cubicBezTo>
                    <a:pt x="68710" y="56581"/>
                    <a:pt x="67293" y="56227"/>
                    <a:pt x="66407" y="56227"/>
                  </a:cubicBezTo>
                  <a:cubicBezTo>
                    <a:pt x="64813" y="56227"/>
                    <a:pt x="64458" y="57290"/>
                    <a:pt x="64104" y="58707"/>
                  </a:cubicBezTo>
                  <a:cubicBezTo>
                    <a:pt x="57904" y="76952"/>
                    <a:pt x="41962" y="76952"/>
                    <a:pt x="40191" y="76952"/>
                  </a:cubicBezTo>
                  <a:cubicBezTo>
                    <a:pt x="31334" y="76952"/>
                    <a:pt x="24249" y="71638"/>
                    <a:pt x="20174" y="65084"/>
                  </a:cubicBezTo>
                  <a:cubicBezTo>
                    <a:pt x="14860" y="56581"/>
                    <a:pt x="14860" y="44890"/>
                    <a:pt x="14860" y="38513"/>
                  </a:cubicBezTo>
                  <a:close/>
                </a:path>
              </a:pathLst>
            </a:custGeom>
            <a:solidFill>
              <a:srgbClr val="000000"/>
            </a:solidFill>
            <a:ln w="1773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33" name="任意形状 332">
              <a:extLst>
                <a:ext uri="{FF2B5EF4-FFF2-40B4-BE49-F238E27FC236}">
                  <a16:creationId xmlns:a16="http://schemas.microsoft.com/office/drawing/2014/main" id="{3243588B-174B-7D44-BF62-59772235365F}"/>
                </a:ext>
              </a:extLst>
            </p:cNvPr>
            <p:cNvSpPr/>
            <p:nvPr>
              <p:custDataLst>
                <p:tags r:id="rId29"/>
              </p:custDataLst>
            </p:nvPr>
          </p:nvSpPr>
          <p:spPr>
            <a:xfrm>
              <a:off x="9826433" y="6033980"/>
              <a:ext cx="89099" cy="78294"/>
            </a:xfrm>
            <a:custGeom>
              <a:avLst/>
              <a:gdLst>
                <a:gd name="connsiteX0" fmla="*/ 13979 w 89099"/>
                <a:gd name="connsiteY0" fmla="*/ 17434 h 78294"/>
                <a:gd name="connsiteX1" fmla="*/ 13979 w 89099"/>
                <a:gd name="connsiteY1" fmla="*/ 64906 h 78294"/>
                <a:gd name="connsiteX2" fmla="*/ 163 w 89099"/>
                <a:gd name="connsiteY2" fmla="*/ 72878 h 78294"/>
                <a:gd name="connsiteX3" fmla="*/ 163 w 89099"/>
                <a:gd name="connsiteY3" fmla="*/ 78369 h 78294"/>
                <a:gd name="connsiteX4" fmla="*/ 20179 w 89099"/>
                <a:gd name="connsiteY4" fmla="*/ 77837 h 78294"/>
                <a:gd name="connsiteX5" fmla="*/ 40018 w 89099"/>
                <a:gd name="connsiteY5" fmla="*/ 78369 h 78294"/>
                <a:gd name="connsiteX6" fmla="*/ 40018 w 89099"/>
                <a:gd name="connsiteY6" fmla="*/ 72878 h 78294"/>
                <a:gd name="connsiteX7" fmla="*/ 26202 w 89099"/>
                <a:gd name="connsiteY7" fmla="*/ 64906 h 78294"/>
                <a:gd name="connsiteX8" fmla="*/ 26202 w 89099"/>
                <a:gd name="connsiteY8" fmla="*/ 32313 h 78294"/>
                <a:gd name="connsiteX9" fmla="*/ 50115 w 89099"/>
                <a:gd name="connsiteY9" fmla="*/ 3972 h 78294"/>
                <a:gd name="connsiteX10" fmla="*/ 63223 w 89099"/>
                <a:gd name="connsiteY10" fmla="*/ 23634 h 78294"/>
                <a:gd name="connsiteX11" fmla="*/ 63223 w 89099"/>
                <a:gd name="connsiteY11" fmla="*/ 64906 h 78294"/>
                <a:gd name="connsiteX12" fmla="*/ 49406 w 89099"/>
                <a:gd name="connsiteY12" fmla="*/ 72878 h 78294"/>
                <a:gd name="connsiteX13" fmla="*/ 49406 w 89099"/>
                <a:gd name="connsiteY13" fmla="*/ 78369 h 78294"/>
                <a:gd name="connsiteX14" fmla="*/ 69423 w 89099"/>
                <a:gd name="connsiteY14" fmla="*/ 77837 h 78294"/>
                <a:gd name="connsiteX15" fmla="*/ 89262 w 89099"/>
                <a:gd name="connsiteY15" fmla="*/ 78369 h 78294"/>
                <a:gd name="connsiteX16" fmla="*/ 89262 w 89099"/>
                <a:gd name="connsiteY16" fmla="*/ 72878 h 78294"/>
                <a:gd name="connsiteX17" fmla="*/ 75445 w 89099"/>
                <a:gd name="connsiteY17" fmla="*/ 67563 h 78294"/>
                <a:gd name="connsiteX18" fmla="*/ 75445 w 89099"/>
                <a:gd name="connsiteY18" fmla="*/ 33731 h 78294"/>
                <a:gd name="connsiteX19" fmla="*/ 69954 w 89099"/>
                <a:gd name="connsiteY19" fmla="*/ 6629 h 78294"/>
                <a:gd name="connsiteX20" fmla="*/ 51355 w 89099"/>
                <a:gd name="connsiteY20" fmla="*/ 75 h 78294"/>
                <a:gd name="connsiteX21" fmla="*/ 25139 w 89099"/>
                <a:gd name="connsiteY21" fmla="*/ 18674 h 78294"/>
                <a:gd name="connsiteX22" fmla="*/ 25139 w 89099"/>
                <a:gd name="connsiteY22" fmla="*/ 75 h 78294"/>
                <a:gd name="connsiteX23" fmla="*/ 163 w 89099"/>
                <a:gd name="connsiteY23" fmla="*/ 2023 h 78294"/>
                <a:gd name="connsiteX24" fmla="*/ 163 w 89099"/>
                <a:gd name="connsiteY24" fmla="*/ 7514 h 78294"/>
                <a:gd name="connsiteX25" fmla="*/ 13979 w 89099"/>
                <a:gd name="connsiteY25" fmla="*/ 17434 h 78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89099" h="78294">
                  <a:moveTo>
                    <a:pt x="13979" y="17434"/>
                  </a:moveTo>
                  <a:lnTo>
                    <a:pt x="13979" y="64906"/>
                  </a:lnTo>
                  <a:cubicBezTo>
                    <a:pt x="13979" y="72878"/>
                    <a:pt x="12031" y="72878"/>
                    <a:pt x="163" y="72878"/>
                  </a:cubicBezTo>
                  <a:lnTo>
                    <a:pt x="163" y="78369"/>
                  </a:lnTo>
                  <a:cubicBezTo>
                    <a:pt x="6362" y="78192"/>
                    <a:pt x="15396" y="77837"/>
                    <a:pt x="20179" y="77837"/>
                  </a:cubicBezTo>
                  <a:cubicBezTo>
                    <a:pt x="24784" y="77837"/>
                    <a:pt x="33996" y="78192"/>
                    <a:pt x="40018" y="78369"/>
                  </a:cubicBezTo>
                  <a:lnTo>
                    <a:pt x="40018" y="72878"/>
                  </a:lnTo>
                  <a:cubicBezTo>
                    <a:pt x="28150" y="72878"/>
                    <a:pt x="26202" y="72878"/>
                    <a:pt x="26202" y="64906"/>
                  </a:cubicBezTo>
                  <a:lnTo>
                    <a:pt x="26202" y="32313"/>
                  </a:lnTo>
                  <a:cubicBezTo>
                    <a:pt x="26202" y="13891"/>
                    <a:pt x="38778" y="3972"/>
                    <a:pt x="50115" y="3972"/>
                  </a:cubicBezTo>
                  <a:cubicBezTo>
                    <a:pt x="61274" y="3972"/>
                    <a:pt x="63223" y="13537"/>
                    <a:pt x="63223" y="23634"/>
                  </a:cubicBezTo>
                  <a:lnTo>
                    <a:pt x="63223" y="64906"/>
                  </a:lnTo>
                  <a:cubicBezTo>
                    <a:pt x="63223" y="72878"/>
                    <a:pt x="61274" y="72878"/>
                    <a:pt x="49406" y="72878"/>
                  </a:cubicBezTo>
                  <a:lnTo>
                    <a:pt x="49406" y="78369"/>
                  </a:lnTo>
                  <a:cubicBezTo>
                    <a:pt x="55606" y="78192"/>
                    <a:pt x="64640" y="77837"/>
                    <a:pt x="69423" y="77837"/>
                  </a:cubicBezTo>
                  <a:cubicBezTo>
                    <a:pt x="74028" y="77837"/>
                    <a:pt x="83239" y="78192"/>
                    <a:pt x="89262" y="78369"/>
                  </a:cubicBezTo>
                  <a:lnTo>
                    <a:pt x="89262" y="72878"/>
                  </a:lnTo>
                  <a:cubicBezTo>
                    <a:pt x="80051" y="72878"/>
                    <a:pt x="75622" y="72878"/>
                    <a:pt x="75445" y="67563"/>
                  </a:cubicBezTo>
                  <a:lnTo>
                    <a:pt x="75445" y="33731"/>
                  </a:lnTo>
                  <a:cubicBezTo>
                    <a:pt x="75445" y="18497"/>
                    <a:pt x="75445" y="13006"/>
                    <a:pt x="69954" y="6629"/>
                  </a:cubicBezTo>
                  <a:cubicBezTo>
                    <a:pt x="67474" y="3617"/>
                    <a:pt x="61629" y="75"/>
                    <a:pt x="51355" y="75"/>
                  </a:cubicBezTo>
                  <a:cubicBezTo>
                    <a:pt x="38424" y="75"/>
                    <a:pt x="30099" y="7692"/>
                    <a:pt x="25139" y="18674"/>
                  </a:cubicBezTo>
                  <a:lnTo>
                    <a:pt x="25139" y="75"/>
                  </a:lnTo>
                  <a:lnTo>
                    <a:pt x="163" y="2023"/>
                  </a:lnTo>
                  <a:lnTo>
                    <a:pt x="163" y="7514"/>
                  </a:lnTo>
                  <a:cubicBezTo>
                    <a:pt x="12562" y="7514"/>
                    <a:pt x="13979" y="8754"/>
                    <a:pt x="13979" y="17434"/>
                  </a:cubicBezTo>
                  <a:close/>
                </a:path>
              </a:pathLst>
            </a:custGeom>
            <a:solidFill>
              <a:srgbClr val="000000"/>
            </a:solidFill>
            <a:ln w="1773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34" name="任意形状 333">
              <a:extLst>
                <a:ext uri="{FF2B5EF4-FFF2-40B4-BE49-F238E27FC236}">
                  <a16:creationId xmlns:a16="http://schemas.microsoft.com/office/drawing/2014/main" id="{996E54BC-2173-CA9A-2166-1CD05366AE6B}"/>
                </a:ext>
              </a:extLst>
            </p:cNvPr>
            <p:cNvSpPr/>
            <p:nvPr>
              <p:custDataLst>
                <p:tags r:id="rId30"/>
              </p:custDataLst>
            </p:nvPr>
          </p:nvSpPr>
          <p:spPr>
            <a:xfrm>
              <a:off x="9917619" y="6003335"/>
              <a:ext cx="55443" cy="110886"/>
            </a:xfrm>
            <a:custGeom>
              <a:avLst/>
              <a:gdLst>
                <a:gd name="connsiteX0" fmla="*/ 27447 w 55443"/>
                <a:gd name="connsiteY0" fmla="*/ 38159 h 110886"/>
                <a:gd name="connsiteX1" fmla="*/ 52777 w 55443"/>
                <a:gd name="connsiteY1" fmla="*/ 38159 h 110886"/>
                <a:gd name="connsiteX2" fmla="*/ 52777 w 55443"/>
                <a:gd name="connsiteY2" fmla="*/ 32668 h 110886"/>
                <a:gd name="connsiteX3" fmla="*/ 27447 w 55443"/>
                <a:gd name="connsiteY3" fmla="*/ 32668 h 110886"/>
                <a:gd name="connsiteX4" fmla="*/ 27447 w 55443"/>
                <a:gd name="connsiteY4" fmla="*/ 75 h 110886"/>
                <a:gd name="connsiteX5" fmla="*/ 23018 w 55443"/>
                <a:gd name="connsiteY5" fmla="*/ 75 h 110886"/>
                <a:gd name="connsiteX6" fmla="*/ 168 w 55443"/>
                <a:gd name="connsiteY6" fmla="*/ 34262 h 110886"/>
                <a:gd name="connsiteX7" fmla="*/ 168 w 55443"/>
                <a:gd name="connsiteY7" fmla="*/ 38159 h 110886"/>
                <a:gd name="connsiteX8" fmla="*/ 15224 w 55443"/>
                <a:gd name="connsiteY8" fmla="*/ 38159 h 110886"/>
                <a:gd name="connsiteX9" fmla="*/ 15224 w 55443"/>
                <a:gd name="connsiteY9" fmla="*/ 87048 h 110886"/>
                <a:gd name="connsiteX10" fmla="*/ 38075 w 55443"/>
                <a:gd name="connsiteY10" fmla="*/ 110962 h 110886"/>
                <a:gd name="connsiteX11" fmla="*/ 55611 w 55443"/>
                <a:gd name="connsiteY11" fmla="*/ 87048 h 110886"/>
                <a:gd name="connsiteX12" fmla="*/ 55611 w 55443"/>
                <a:gd name="connsiteY12" fmla="*/ 76952 h 110886"/>
                <a:gd name="connsiteX13" fmla="*/ 51183 w 55443"/>
                <a:gd name="connsiteY13" fmla="*/ 76952 h 110886"/>
                <a:gd name="connsiteX14" fmla="*/ 51183 w 55443"/>
                <a:gd name="connsiteY14" fmla="*/ 86694 h 110886"/>
                <a:gd name="connsiteX15" fmla="*/ 39315 w 55443"/>
                <a:gd name="connsiteY15" fmla="*/ 106533 h 110886"/>
                <a:gd name="connsiteX16" fmla="*/ 27447 w 55443"/>
                <a:gd name="connsiteY16" fmla="*/ 87403 h 110886"/>
                <a:gd name="connsiteX17" fmla="*/ 27447 w 55443"/>
                <a:gd name="connsiteY17" fmla="*/ 38159 h 1108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55443" h="110886">
                  <a:moveTo>
                    <a:pt x="27447" y="38159"/>
                  </a:moveTo>
                  <a:lnTo>
                    <a:pt x="52777" y="38159"/>
                  </a:lnTo>
                  <a:lnTo>
                    <a:pt x="52777" y="32668"/>
                  </a:lnTo>
                  <a:lnTo>
                    <a:pt x="27447" y="32668"/>
                  </a:lnTo>
                  <a:lnTo>
                    <a:pt x="27447" y="75"/>
                  </a:lnTo>
                  <a:lnTo>
                    <a:pt x="23018" y="75"/>
                  </a:lnTo>
                  <a:cubicBezTo>
                    <a:pt x="22841" y="14600"/>
                    <a:pt x="17527" y="33553"/>
                    <a:pt x="168" y="34262"/>
                  </a:cubicBezTo>
                  <a:lnTo>
                    <a:pt x="168" y="38159"/>
                  </a:lnTo>
                  <a:lnTo>
                    <a:pt x="15224" y="38159"/>
                  </a:lnTo>
                  <a:lnTo>
                    <a:pt x="15224" y="87048"/>
                  </a:lnTo>
                  <a:cubicBezTo>
                    <a:pt x="15224" y="108836"/>
                    <a:pt x="31698" y="110962"/>
                    <a:pt x="38075" y="110962"/>
                  </a:cubicBezTo>
                  <a:cubicBezTo>
                    <a:pt x="50652" y="110962"/>
                    <a:pt x="55611" y="98385"/>
                    <a:pt x="55611" y="87048"/>
                  </a:cubicBezTo>
                  <a:lnTo>
                    <a:pt x="55611" y="76952"/>
                  </a:lnTo>
                  <a:lnTo>
                    <a:pt x="51183" y="76952"/>
                  </a:lnTo>
                  <a:lnTo>
                    <a:pt x="51183" y="86694"/>
                  </a:lnTo>
                  <a:cubicBezTo>
                    <a:pt x="51183" y="99802"/>
                    <a:pt x="45869" y="106533"/>
                    <a:pt x="39315" y="106533"/>
                  </a:cubicBezTo>
                  <a:cubicBezTo>
                    <a:pt x="27447" y="106533"/>
                    <a:pt x="27447" y="90414"/>
                    <a:pt x="27447" y="87403"/>
                  </a:cubicBezTo>
                  <a:lnTo>
                    <a:pt x="27447" y="38159"/>
                  </a:lnTo>
                  <a:close/>
                </a:path>
              </a:pathLst>
            </a:custGeom>
            <a:solidFill>
              <a:srgbClr val="000000"/>
            </a:solidFill>
            <a:ln w="1773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35" name="任意形状 334">
              <a:extLst>
                <a:ext uri="{FF2B5EF4-FFF2-40B4-BE49-F238E27FC236}">
                  <a16:creationId xmlns:a16="http://schemas.microsoft.com/office/drawing/2014/main" id="{3CDD19AE-C850-8E5D-E0B5-9B30CF459229}"/>
                </a:ext>
              </a:extLst>
            </p:cNvPr>
            <p:cNvSpPr/>
            <p:nvPr>
              <p:custDataLst>
                <p:tags r:id="rId31"/>
              </p:custDataLst>
            </p:nvPr>
          </p:nvSpPr>
          <p:spPr>
            <a:xfrm>
              <a:off x="9988985" y="5993770"/>
              <a:ext cx="37907" cy="118503"/>
            </a:xfrm>
            <a:custGeom>
              <a:avLst/>
              <a:gdLst>
                <a:gd name="connsiteX0" fmla="*/ 25679 w 37907"/>
                <a:gd name="connsiteY0" fmla="*/ 40285 h 118503"/>
                <a:gd name="connsiteX1" fmla="*/ 880 w 37907"/>
                <a:gd name="connsiteY1" fmla="*/ 42233 h 118503"/>
                <a:gd name="connsiteX2" fmla="*/ 880 w 37907"/>
                <a:gd name="connsiteY2" fmla="*/ 47724 h 118503"/>
                <a:gd name="connsiteX3" fmla="*/ 13988 w 37907"/>
                <a:gd name="connsiteY3" fmla="*/ 57467 h 118503"/>
                <a:gd name="connsiteX4" fmla="*/ 13988 w 37907"/>
                <a:gd name="connsiteY4" fmla="*/ 105116 h 118503"/>
                <a:gd name="connsiteX5" fmla="*/ 172 w 37907"/>
                <a:gd name="connsiteY5" fmla="*/ 113087 h 118503"/>
                <a:gd name="connsiteX6" fmla="*/ 172 w 37907"/>
                <a:gd name="connsiteY6" fmla="*/ 118579 h 118503"/>
                <a:gd name="connsiteX7" fmla="*/ 19657 w 37907"/>
                <a:gd name="connsiteY7" fmla="*/ 118047 h 118503"/>
                <a:gd name="connsiteX8" fmla="*/ 38079 w 37907"/>
                <a:gd name="connsiteY8" fmla="*/ 118579 h 118503"/>
                <a:gd name="connsiteX9" fmla="*/ 38079 w 37907"/>
                <a:gd name="connsiteY9" fmla="*/ 113087 h 118503"/>
                <a:gd name="connsiteX10" fmla="*/ 25679 w 37907"/>
                <a:gd name="connsiteY10" fmla="*/ 105293 h 118503"/>
                <a:gd name="connsiteX11" fmla="*/ 25679 w 37907"/>
                <a:gd name="connsiteY11" fmla="*/ 40285 h 118503"/>
                <a:gd name="connsiteX12" fmla="*/ 26388 w 37907"/>
                <a:gd name="connsiteY12" fmla="*/ 9463 h 118503"/>
                <a:gd name="connsiteX13" fmla="*/ 17000 w 37907"/>
                <a:gd name="connsiteY13" fmla="*/ 75 h 118503"/>
                <a:gd name="connsiteX14" fmla="*/ 7611 w 37907"/>
                <a:gd name="connsiteY14" fmla="*/ 9463 h 118503"/>
                <a:gd name="connsiteX15" fmla="*/ 17000 w 37907"/>
                <a:gd name="connsiteY15" fmla="*/ 18851 h 118503"/>
                <a:gd name="connsiteX16" fmla="*/ 26388 w 37907"/>
                <a:gd name="connsiteY16" fmla="*/ 9463 h 1185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37907" h="118503">
                  <a:moveTo>
                    <a:pt x="25679" y="40285"/>
                  </a:moveTo>
                  <a:lnTo>
                    <a:pt x="880" y="42233"/>
                  </a:lnTo>
                  <a:lnTo>
                    <a:pt x="880" y="47724"/>
                  </a:lnTo>
                  <a:cubicBezTo>
                    <a:pt x="12394" y="47724"/>
                    <a:pt x="13988" y="48787"/>
                    <a:pt x="13988" y="57467"/>
                  </a:cubicBezTo>
                  <a:lnTo>
                    <a:pt x="13988" y="105116"/>
                  </a:lnTo>
                  <a:cubicBezTo>
                    <a:pt x="13988" y="113087"/>
                    <a:pt x="12040" y="113087"/>
                    <a:pt x="172" y="113087"/>
                  </a:cubicBezTo>
                  <a:lnTo>
                    <a:pt x="172" y="118579"/>
                  </a:lnTo>
                  <a:cubicBezTo>
                    <a:pt x="5840" y="118401"/>
                    <a:pt x="15405" y="118047"/>
                    <a:pt x="19657" y="118047"/>
                  </a:cubicBezTo>
                  <a:cubicBezTo>
                    <a:pt x="25856" y="118047"/>
                    <a:pt x="32056" y="118401"/>
                    <a:pt x="38079" y="118579"/>
                  </a:cubicBezTo>
                  <a:lnTo>
                    <a:pt x="38079" y="113087"/>
                  </a:lnTo>
                  <a:cubicBezTo>
                    <a:pt x="26388" y="113087"/>
                    <a:pt x="25679" y="112202"/>
                    <a:pt x="25679" y="105293"/>
                  </a:cubicBezTo>
                  <a:lnTo>
                    <a:pt x="25679" y="40285"/>
                  </a:lnTo>
                  <a:close/>
                  <a:moveTo>
                    <a:pt x="26388" y="9463"/>
                  </a:moveTo>
                  <a:cubicBezTo>
                    <a:pt x="26388" y="3795"/>
                    <a:pt x="21959" y="75"/>
                    <a:pt x="17000" y="75"/>
                  </a:cubicBezTo>
                  <a:cubicBezTo>
                    <a:pt x="11508" y="75"/>
                    <a:pt x="7611" y="4857"/>
                    <a:pt x="7611" y="9463"/>
                  </a:cubicBezTo>
                  <a:cubicBezTo>
                    <a:pt x="7611" y="14246"/>
                    <a:pt x="11508" y="18851"/>
                    <a:pt x="17000" y="18851"/>
                  </a:cubicBezTo>
                  <a:cubicBezTo>
                    <a:pt x="21959" y="18851"/>
                    <a:pt x="26388" y="15131"/>
                    <a:pt x="26388" y="9463"/>
                  </a:cubicBezTo>
                  <a:close/>
                </a:path>
              </a:pathLst>
            </a:custGeom>
            <a:solidFill>
              <a:srgbClr val="000000"/>
            </a:solidFill>
            <a:ln w="1773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36" name="任意形状 335">
              <a:extLst>
                <a:ext uri="{FF2B5EF4-FFF2-40B4-BE49-F238E27FC236}">
                  <a16:creationId xmlns:a16="http://schemas.microsoft.com/office/drawing/2014/main" id="{06ED6230-3AA8-D8B9-B861-9BE705AFCDD2}"/>
                </a:ext>
              </a:extLst>
            </p:cNvPr>
            <p:cNvSpPr/>
            <p:nvPr>
              <p:custDataLst>
                <p:tags r:id="rId32"/>
              </p:custDataLst>
            </p:nvPr>
          </p:nvSpPr>
          <p:spPr>
            <a:xfrm>
              <a:off x="10035709" y="6003335"/>
              <a:ext cx="55443" cy="110886"/>
            </a:xfrm>
            <a:custGeom>
              <a:avLst/>
              <a:gdLst>
                <a:gd name="connsiteX0" fmla="*/ 27453 w 55443"/>
                <a:gd name="connsiteY0" fmla="*/ 38159 h 110886"/>
                <a:gd name="connsiteX1" fmla="*/ 52784 w 55443"/>
                <a:gd name="connsiteY1" fmla="*/ 38159 h 110886"/>
                <a:gd name="connsiteX2" fmla="*/ 52784 w 55443"/>
                <a:gd name="connsiteY2" fmla="*/ 32668 h 110886"/>
                <a:gd name="connsiteX3" fmla="*/ 27453 w 55443"/>
                <a:gd name="connsiteY3" fmla="*/ 32668 h 110886"/>
                <a:gd name="connsiteX4" fmla="*/ 27453 w 55443"/>
                <a:gd name="connsiteY4" fmla="*/ 75 h 110886"/>
                <a:gd name="connsiteX5" fmla="*/ 23025 w 55443"/>
                <a:gd name="connsiteY5" fmla="*/ 75 h 110886"/>
                <a:gd name="connsiteX6" fmla="*/ 174 w 55443"/>
                <a:gd name="connsiteY6" fmla="*/ 34262 h 110886"/>
                <a:gd name="connsiteX7" fmla="*/ 174 w 55443"/>
                <a:gd name="connsiteY7" fmla="*/ 38159 h 110886"/>
                <a:gd name="connsiteX8" fmla="*/ 15231 w 55443"/>
                <a:gd name="connsiteY8" fmla="*/ 38159 h 110886"/>
                <a:gd name="connsiteX9" fmla="*/ 15231 w 55443"/>
                <a:gd name="connsiteY9" fmla="*/ 87048 h 110886"/>
                <a:gd name="connsiteX10" fmla="*/ 38082 w 55443"/>
                <a:gd name="connsiteY10" fmla="*/ 110962 h 110886"/>
                <a:gd name="connsiteX11" fmla="*/ 55618 w 55443"/>
                <a:gd name="connsiteY11" fmla="*/ 87048 h 110886"/>
                <a:gd name="connsiteX12" fmla="*/ 55618 w 55443"/>
                <a:gd name="connsiteY12" fmla="*/ 76952 h 110886"/>
                <a:gd name="connsiteX13" fmla="*/ 51190 w 55443"/>
                <a:gd name="connsiteY13" fmla="*/ 76952 h 110886"/>
                <a:gd name="connsiteX14" fmla="*/ 51190 w 55443"/>
                <a:gd name="connsiteY14" fmla="*/ 86694 h 110886"/>
                <a:gd name="connsiteX15" fmla="*/ 39321 w 55443"/>
                <a:gd name="connsiteY15" fmla="*/ 106533 h 110886"/>
                <a:gd name="connsiteX16" fmla="*/ 27453 w 55443"/>
                <a:gd name="connsiteY16" fmla="*/ 87403 h 110886"/>
                <a:gd name="connsiteX17" fmla="*/ 27453 w 55443"/>
                <a:gd name="connsiteY17" fmla="*/ 38159 h 1108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55443" h="110886">
                  <a:moveTo>
                    <a:pt x="27453" y="38159"/>
                  </a:moveTo>
                  <a:lnTo>
                    <a:pt x="52784" y="38159"/>
                  </a:lnTo>
                  <a:lnTo>
                    <a:pt x="52784" y="32668"/>
                  </a:lnTo>
                  <a:lnTo>
                    <a:pt x="27453" y="32668"/>
                  </a:lnTo>
                  <a:lnTo>
                    <a:pt x="27453" y="75"/>
                  </a:lnTo>
                  <a:lnTo>
                    <a:pt x="23025" y="75"/>
                  </a:lnTo>
                  <a:cubicBezTo>
                    <a:pt x="22848" y="14600"/>
                    <a:pt x="17534" y="33553"/>
                    <a:pt x="174" y="34262"/>
                  </a:cubicBezTo>
                  <a:lnTo>
                    <a:pt x="174" y="38159"/>
                  </a:lnTo>
                  <a:lnTo>
                    <a:pt x="15231" y="38159"/>
                  </a:lnTo>
                  <a:lnTo>
                    <a:pt x="15231" y="87048"/>
                  </a:lnTo>
                  <a:cubicBezTo>
                    <a:pt x="15231" y="108836"/>
                    <a:pt x="31705" y="110962"/>
                    <a:pt x="38082" y="110962"/>
                  </a:cubicBezTo>
                  <a:cubicBezTo>
                    <a:pt x="50658" y="110962"/>
                    <a:pt x="55618" y="98385"/>
                    <a:pt x="55618" y="87048"/>
                  </a:cubicBezTo>
                  <a:lnTo>
                    <a:pt x="55618" y="76952"/>
                  </a:lnTo>
                  <a:lnTo>
                    <a:pt x="51190" y="76952"/>
                  </a:lnTo>
                  <a:lnTo>
                    <a:pt x="51190" y="86694"/>
                  </a:lnTo>
                  <a:cubicBezTo>
                    <a:pt x="51190" y="99802"/>
                    <a:pt x="45875" y="106533"/>
                    <a:pt x="39321" y="106533"/>
                  </a:cubicBezTo>
                  <a:cubicBezTo>
                    <a:pt x="27453" y="106533"/>
                    <a:pt x="27453" y="90414"/>
                    <a:pt x="27453" y="87403"/>
                  </a:cubicBezTo>
                  <a:lnTo>
                    <a:pt x="27453" y="38159"/>
                  </a:lnTo>
                  <a:close/>
                </a:path>
              </a:pathLst>
            </a:custGeom>
            <a:solidFill>
              <a:srgbClr val="000000"/>
            </a:solidFill>
            <a:ln w="1773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37" name="任意形状 336">
              <a:extLst>
                <a:ext uri="{FF2B5EF4-FFF2-40B4-BE49-F238E27FC236}">
                  <a16:creationId xmlns:a16="http://schemas.microsoft.com/office/drawing/2014/main" id="{A4DEBD02-B268-11DC-12D5-3FB34D8A8979}"/>
                </a:ext>
              </a:extLst>
            </p:cNvPr>
            <p:cNvSpPr/>
            <p:nvPr>
              <p:custDataLst>
                <p:tags r:id="rId33"/>
              </p:custDataLst>
            </p:nvPr>
          </p:nvSpPr>
          <p:spPr>
            <a:xfrm>
              <a:off x="10099675" y="6035928"/>
              <a:ext cx="86619" cy="112658"/>
            </a:xfrm>
            <a:custGeom>
              <a:avLst/>
              <a:gdLst>
                <a:gd name="connsiteX0" fmla="*/ 70324 w 86619"/>
                <a:gd name="connsiteY0" fmla="*/ 16903 h 112658"/>
                <a:gd name="connsiteX1" fmla="*/ 86797 w 86619"/>
                <a:gd name="connsiteY1" fmla="*/ 5566 h 112658"/>
                <a:gd name="connsiteX2" fmla="*/ 86797 w 86619"/>
                <a:gd name="connsiteY2" fmla="*/ 75 h 112658"/>
                <a:gd name="connsiteX3" fmla="*/ 73512 w 86619"/>
                <a:gd name="connsiteY3" fmla="*/ 606 h 112658"/>
                <a:gd name="connsiteX4" fmla="*/ 58101 w 86619"/>
                <a:gd name="connsiteY4" fmla="*/ 75 h 112658"/>
                <a:gd name="connsiteX5" fmla="*/ 58101 w 86619"/>
                <a:gd name="connsiteY5" fmla="*/ 5566 h 112658"/>
                <a:gd name="connsiteX6" fmla="*/ 66427 w 86619"/>
                <a:gd name="connsiteY6" fmla="*/ 13183 h 112658"/>
                <a:gd name="connsiteX7" fmla="*/ 65364 w 86619"/>
                <a:gd name="connsiteY7" fmla="*/ 17434 h 112658"/>
                <a:gd name="connsiteX8" fmla="*/ 47473 w 86619"/>
                <a:gd name="connsiteY8" fmla="*/ 61009 h 112658"/>
                <a:gd name="connsiteX9" fmla="*/ 27811 w 86619"/>
                <a:gd name="connsiteY9" fmla="*/ 13360 h 112658"/>
                <a:gd name="connsiteX10" fmla="*/ 26748 w 86619"/>
                <a:gd name="connsiteY10" fmla="*/ 10171 h 112658"/>
                <a:gd name="connsiteX11" fmla="*/ 36668 w 86619"/>
                <a:gd name="connsiteY11" fmla="*/ 5566 h 112658"/>
                <a:gd name="connsiteX12" fmla="*/ 36668 w 86619"/>
                <a:gd name="connsiteY12" fmla="*/ 75 h 112658"/>
                <a:gd name="connsiteX13" fmla="*/ 17360 w 86619"/>
                <a:gd name="connsiteY13" fmla="*/ 606 h 112658"/>
                <a:gd name="connsiteX14" fmla="*/ 178 w 86619"/>
                <a:gd name="connsiteY14" fmla="*/ 75 h 112658"/>
                <a:gd name="connsiteX15" fmla="*/ 178 w 86619"/>
                <a:gd name="connsiteY15" fmla="*/ 5566 h 112658"/>
                <a:gd name="connsiteX16" fmla="*/ 14526 w 86619"/>
                <a:gd name="connsiteY16" fmla="*/ 11766 h 112658"/>
                <a:gd name="connsiteX17" fmla="*/ 41096 w 86619"/>
                <a:gd name="connsiteY17" fmla="*/ 76420 h 112658"/>
                <a:gd name="connsiteX18" fmla="*/ 36668 w 86619"/>
                <a:gd name="connsiteY18" fmla="*/ 86871 h 112658"/>
                <a:gd name="connsiteX19" fmla="*/ 16475 w 86619"/>
                <a:gd name="connsiteY19" fmla="*/ 108836 h 112658"/>
                <a:gd name="connsiteX20" fmla="*/ 8149 w 86619"/>
                <a:gd name="connsiteY20" fmla="*/ 105648 h 112658"/>
                <a:gd name="connsiteX21" fmla="*/ 15057 w 86619"/>
                <a:gd name="connsiteY21" fmla="*/ 98208 h 112658"/>
                <a:gd name="connsiteX22" fmla="*/ 7618 w 86619"/>
                <a:gd name="connsiteY22" fmla="*/ 90768 h 112658"/>
                <a:gd name="connsiteX23" fmla="*/ 178 w 86619"/>
                <a:gd name="connsiteY23" fmla="*/ 98385 h 112658"/>
                <a:gd name="connsiteX24" fmla="*/ 16475 w 86619"/>
                <a:gd name="connsiteY24" fmla="*/ 112733 h 112658"/>
                <a:gd name="connsiteX25" fmla="*/ 39148 w 86619"/>
                <a:gd name="connsiteY25" fmla="*/ 92540 h 112658"/>
                <a:gd name="connsiteX26" fmla="*/ 70324 w 86619"/>
                <a:gd name="connsiteY26" fmla="*/ 16903 h 1126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86619" h="112658">
                  <a:moveTo>
                    <a:pt x="70324" y="16903"/>
                  </a:moveTo>
                  <a:cubicBezTo>
                    <a:pt x="74929" y="5743"/>
                    <a:pt x="83963" y="5566"/>
                    <a:pt x="86797" y="5566"/>
                  </a:cubicBezTo>
                  <a:lnTo>
                    <a:pt x="86797" y="75"/>
                  </a:lnTo>
                  <a:cubicBezTo>
                    <a:pt x="82723" y="429"/>
                    <a:pt x="77586" y="606"/>
                    <a:pt x="73512" y="606"/>
                  </a:cubicBezTo>
                  <a:cubicBezTo>
                    <a:pt x="70324" y="606"/>
                    <a:pt x="61998" y="252"/>
                    <a:pt x="58101" y="75"/>
                  </a:cubicBezTo>
                  <a:lnTo>
                    <a:pt x="58101" y="5566"/>
                  </a:lnTo>
                  <a:cubicBezTo>
                    <a:pt x="63593" y="5743"/>
                    <a:pt x="66427" y="8754"/>
                    <a:pt x="66427" y="13183"/>
                  </a:cubicBezTo>
                  <a:cubicBezTo>
                    <a:pt x="66427" y="14954"/>
                    <a:pt x="66250" y="15308"/>
                    <a:pt x="65364" y="17434"/>
                  </a:cubicBezTo>
                  <a:lnTo>
                    <a:pt x="47473" y="61009"/>
                  </a:lnTo>
                  <a:lnTo>
                    <a:pt x="27811" y="13360"/>
                  </a:lnTo>
                  <a:cubicBezTo>
                    <a:pt x="27103" y="11589"/>
                    <a:pt x="26748" y="10880"/>
                    <a:pt x="26748" y="10171"/>
                  </a:cubicBezTo>
                  <a:cubicBezTo>
                    <a:pt x="26748" y="5566"/>
                    <a:pt x="33302" y="5566"/>
                    <a:pt x="36668" y="5566"/>
                  </a:cubicBezTo>
                  <a:lnTo>
                    <a:pt x="36668" y="75"/>
                  </a:lnTo>
                  <a:cubicBezTo>
                    <a:pt x="32063" y="252"/>
                    <a:pt x="20372" y="606"/>
                    <a:pt x="17360" y="606"/>
                  </a:cubicBezTo>
                  <a:cubicBezTo>
                    <a:pt x="12578" y="606"/>
                    <a:pt x="5492" y="429"/>
                    <a:pt x="178" y="75"/>
                  </a:cubicBezTo>
                  <a:lnTo>
                    <a:pt x="178" y="5566"/>
                  </a:lnTo>
                  <a:cubicBezTo>
                    <a:pt x="8681" y="5566"/>
                    <a:pt x="12046" y="5566"/>
                    <a:pt x="14526" y="11766"/>
                  </a:cubicBezTo>
                  <a:lnTo>
                    <a:pt x="41096" y="76420"/>
                  </a:lnTo>
                  <a:cubicBezTo>
                    <a:pt x="40211" y="78723"/>
                    <a:pt x="37731" y="84568"/>
                    <a:pt x="36668" y="86871"/>
                  </a:cubicBezTo>
                  <a:cubicBezTo>
                    <a:pt x="32771" y="96614"/>
                    <a:pt x="27811" y="108836"/>
                    <a:pt x="16475" y="108836"/>
                  </a:cubicBezTo>
                  <a:cubicBezTo>
                    <a:pt x="15589" y="108836"/>
                    <a:pt x="11515" y="108836"/>
                    <a:pt x="8149" y="105648"/>
                  </a:cubicBezTo>
                  <a:cubicBezTo>
                    <a:pt x="13640" y="104939"/>
                    <a:pt x="15057" y="101042"/>
                    <a:pt x="15057" y="98208"/>
                  </a:cubicBezTo>
                  <a:cubicBezTo>
                    <a:pt x="15057" y="93602"/>
                    <a:pt x="11692" y="90768"/>
                    <a:pt x="7618" y="90768"/>
                  </a:cubicBezTo>
                  <a:cubicBezTo>
                    <a:pt x="4075" y="90768"/>
                    <a:pt x="178" y="93071"/>
                    <a:pt x="178" y="98385"/>
                  </a:cubicBezTo>
                  <a:cubicBezTo>
                    <a:pt x="178" y="106356"/>
                    <a:pt x="7618" y="112733"/>
                    <a:pt x="16475" y="112733"/>
                  </a:cubicBezTo>
                  <a:cubicBezTo>
                    <a:pt x="27634" y="112733"/>
                    <a:pt x="34897" y="102636"/>
                    <a:pt x="39148" y="92540"/>
                  </a:cubicBezTo>
                  <a:lnTo>
                    <a:pt x="70324" y="16903"/>
                  </a:lnTo>
                  <a:close/>
                </a:path>
              </a:pathLst>
            </a:custGeom>
            <a:solidFill>
              <a:srgbClr val="000000"/>
            </a:solidFill>
            <a:ln w="1773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38" name="任意形状 337">
              <a:extLst>
                <a:ext uri="{FF2B5EF4-FFF2-40B4-BE49-F238E27FC236}">
                  <a16:creationId xmlns:a16="http://schemas.microsoft.com/office/drawing/2014/main" id="{AAF67BB6-3C8F-00E5-0ED5-937445B0F004}"/>
                </a:ext>
              </a:extLst>
            </p:cNvPr>
            <p:cNvSpPr/>
            <p:nvPr>
              <p:custDataLst>
                <p:tags r:id="rId34"/>
              </p:custDataLst>
            </p:nvPr>
          </p:nvSpPr>
          <p:spPr>
            <a:xfrm>
              <a:off x="8298916" y="6248491"/>
              <a:ext cx="85733" cy="78471"/>
            </a:xfrm>
            <a:custGeom>
              <a:avLst/>
              <a:gdLst>
                <a:gd name="connsiteX0" fmla="*/ 47372 w 85733"/>
                <a:gd name="connsiteY0" fmla="*/ 10361 h 78471"/>
                <a:gd name="connsiteX1" fmla="*/ 77131 w 85733"/>
                <a:gd name="connsiteY1" fmla="*/ 10361 h 78471"/>
                <a:gd name="connsiteX2" fmla="*/ 85810 w 85733"/>
                <a:gd name="connsiteY2" fmla="*/ 4338 h 78471"/>
                <a:gd name="connsiteX3" fmla="*/ 78725 w 85733"/>
                <a:gd name="connsiteY3" fmla="*/ 87 h 78471"/>
                <a:gd name="connsiteX4" fmla="*/ 29127 w 85733"/>
                <a:gd name="connsiteY4" fmla="*/ 87 h 78471"/>
                <a:gd name="connsiteX5" fmla="*/ 10882 w 85733"/>
                <a:gd name="connsiteY5" fmla="*/ 8412 h 78471"/>
                <a:gd name="connsiteX6" fmla="*/ 77 w 85733"/>
                <a:gd name="connsiteY6" fmla="*/ 24354 h 78471"/>
                <a:gd name="connsiteX7" fmla="*/ 2202 w 85733"/>
                <a:gd name="connsiteY7" fmla="*/ 26126 h 78471"/>
                <a:gd name="connsiteX8" fmla="*/ 5037 w 85733"/>
                <a:gd name="connsiteY8" fmla="*/ 24000 h 78471"/>
                <a:gd name="connsiteX9" fmla="*/ 27533 w 85733"/>
                <a:gd name="connsiteY9" fmla="*/ 10361 h 78471"/>
                <a:gd name="connsiteX10" fmla="*/ 42235 w 85733"/>
                <a:gd name="connsiteY10" fmla="*/ 10361 h 78471"/>
                <a:gd name="connsiteX11" fmla="*/ 24876 w 85733"/>
                <a:gd name="connsiteY11" fmla="*/ 67221 h 78471"/>
                <a:gd name="connsiteX12" fmla="*/ 23104 w 85733"/>
                <a:gd name="connsiteY12" fmla="*/ 73775 h 78471"/>
                <a:gd name="connsiteX13" fmla="*/ 28241 w 85733"/>
                <a:gd name="connsiteY13" fmla="*/ 78558 h 78471"/>
                <a:gd name="connsiteX14" fmla="*/ 35504 w 85733"/>
                <a:gd name="connsiteY14" fmla="*/ 70941 h 78471"/>
                <a:gd name="connsiteX15" fmla="*/ 47372 w 85733"/>
                <a:gd name="connsiteY15" fmla="*/ 10361 h 784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85733" h="78471">
                  <a:moveTo>
                    <a:pt x="47372" y="10361"/>
                  </a:moveTo>
                  <a:lnTo>
                    <a:pt x="77131" y="10361"/>
                  </a:lnTo>
                  <a:cubicBezTo>
                    <a:pt x="79434" y="10361"/>
                    <a:pt x="85810" y="10361"/>
                    <a:pt x="85810" y="4338"/>
                  </a:cubicBezTo>
                  <a:cubicBezTo>
                    <a:pt x="85810" y="87"/>
                    <a:pt x="82091" y="87"/>
                    <a:pt x="78725" y="87"/>
                  </a:cubicBezTo>
                  <a:lnTo>
                    <a:pt x="29127" y="87"/>
                  </a:lnTo>
                  <a:cubicBezTo>
                    <a:pt x="25584" y="87"/>
                    <a:pt x="18676" y="87"/>
                    <a:pt x="10882" y="8412"/>
                  </a:cubicBezTo>
                  <a:cubicBezTo>
                    <a:pt x="5037" y="14789"/>
                    <a:pt x="77" y="23291"/>
                    <a:pt x="77" y="24354"/>
                  </a:cubicBezTo>
                  <a:cubicBezTo>
                    <a:pt x="77" y="24531"/>
                    <a:pt x="77" y="26126"/>
                    <a:pt x="2202" y="26126"/>
                  </a:cubicBezTo>
                  <a:cubicBezTo>
                    <a:pt x="3619" y="26126"/>
                    <a:pt x="3974" y="25417"/>
                    <a:pt x="5037" y="24000"/>
                  </a:cubicBezTo>
                  <a:cubicBezTo>
                    <a:pt x="13716" y="10361"/>
                    <a:pt x="23813" y="10361"/>
                    <a:pt x="27533" y="10361"/>
                  </a:cubicBezTo>
                  <a:lnTo>
                    <a:pt x="42235" y="10361"/>
                  </a:lnTo>
                  <a:lnTo>
                    <a:pt x="24876" y="67221"/>
                  </a:lnTo>
                  <a:cubicBezTo>
                    <a:pt x="24167" y="69347"/>
                    <a:pt x="23104" y="73067"/>
                    <a:pt x="23104" y="73775"/>
                  </a:cubicBezTo>
                  <a:cubicBezTo>
                    <a:pt x="23104" y="75724"/>
                    <a:pt x="24344" y="78558"/>
                    <a:pt x="28241" y="78558"/>
                  </a:cubicBezTo>
                  <a:cubicBezTo>
                    <a:pt x="34087" y="78558"/>
                    <a:pt x="34972" y="73598"/>
                    <a:pt x="35504" y="70941"/>
                  </a:cubicBezTo>
                  <a:lnTo>
                    <a:pt x="47372" y="10361"/>
                  </a:lnTo>
                  <a:close/>
                </a:path>
              </a:pathLst>
            </a:custGeom>
            <a:solidFill>
              <a:srgbClr val="000000"/>
            </a:solidFill>
            <a:ln w="1773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39" name="任意形状 338">
              <a:extLst>
                <a:ext uri="{FF2B5EF4-FFF2-40B4-BE49-F238E27FC236}">
                  <a16:creationId xmlns:a16="http://schemas.microsoft.com/office/drawing/2014/main" id="{2CF0D739-D7F8-33C5-0091-7E4BDE0FE895}"/>
                </a:ext>
              </a:extLst>
            </p:cNvPr>
            <p:cNvSpPr/>
            <p:nvPr>
              <p:custDataLst>
                <p:tags r:id="rId35"/>
              </p:custDataLst>
            </p:nvPr>
          </p:nvSpPr>
          <p:spPr>
            <a:xfrm>
              <a:off x="8450743" y="6259828"/>
              <a:ext cx="117795" cy="41449"/>
            </a:xfrm>
            <a:custGeom>
              <a:avLst/>
              <a:gdLst>
                <a:gd name="connsiteX0" fmla="*/ 111858 w 117795"/>
                <a:gd name="connsiteY0" fmla="*/ 7172 h 41449"/>
                <a:gd name="connsiteX1" fmla="*/ 117880 w 117795"/>
                <a:gd name="connsiteY1" fmla="*/ 3629 h 41449"/>
                <a:gd name="connsiteX2" fmla="*/ 112035 w 117795"/>
                <a:gd name="connsiteY2" fmla="*/ 87 h 41449"/>
                <a:gd name="connsiteX3" fmla="*/ 5930 w 117795"/>
                <a:gd name="connsiteY3" fmla="*/ 87 h 41449"/>
                <a:gd name="connsiteX4" fmla="*/ 85 w 117795"/>
                <a:gd name="connsiteY4" fmla="*/ 3629 h 41449"/>
                <a:gd name="connsiteX5" fmla="*/ 6108 w 117795"/>
                <a:gd name="connsiteY5" fmla="*/ 7172 h 41449"/>
                <a:gd name="connsiteX6" fmla="*/ 111858 w 117795"/>
                <a:gd name="connsiteY6" fmla="*/ 7172 h 41449"/>
                <a:gd name="connsiteX7" fmla="*/ 112035 w 117795"/>
                <a:gd name="connsiteY7" fmla="*/ 41536 h 41449"/>
                <a:gd name="connsiteX8" fmla="*/ 117880 w 117795"/>
                <a:gd name="connsiteY8" fmla="*/ 37994 h 41449"/>
                <a:gd name="connsiteX9" fmla="*/ 111858 w 117795"/>
                <a:gd name="connsiteY9" fmla="*/ 34451 h 41449"/>
                <a:gd name="connsiteX10" fmla="*/ 6108 w 117795"/>
                <a:gd name="connsiteY10" fmla="*/ 34451 h 41449"/>
                <a:gd name="connsiteX11" fmla="*/ 85 w 117795"/>
                <a:gd name="connsiteY11" fmla="*/ 37994 h 41449"/>
                <a:gd name="connsiteX12" fmla="*/ 5930 w 117795"/>
                <a:gd name="connsiteY12" fmla="*/ 41536 h 41449"/>
                <a:gd name="connsiteX13" fmla="*/ 112035 w 117795"/>
                <a:gd name="connsiteY13" fmla="*/ 41536 h 414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17795" h="41449">
                  <a:moveTo>
                    <a:pt x="111858" y="7172"/>
                  </a:moveTo>
                  <a:cubicBezTo>
                    <a:pt x="114515" y="7172"/>
                    <a:pt x="117880" y="7172"/>
                    <a:pt x="117880" y="3629"/>
                  </a:cubicBezTo>
                  <a:cubicBezTo>
                    <a:pt x="117880" y="87"/>
                    <a:pt x="114515" y="87"/>
                    <a:pt x="112035" y="87"/>
                  </a:cubicBezTo>
                  <a:lnTo>
                    <a:pt x="5930" y="87"/>
                  </a:lnTo>
                  <a:cubicBezTo>
                    <a:pt x="3451" y="87"/>
                    <a:pt x="85" y="87"/>
                    <a:pt x="85" y="3629"/>
                  </a:cubicBezTo>
                  <a:cubicBezTo>
                    <a:pt x="85" y="7172"/>
                    <a:pt x="3451" y="7172"/>
                    <a:pt x="6108" y="7172"/>
                  </a:cubicBezTo>
                  <a:lnTo>
                    <a:pt x="111858" y="7172"/>
                  </a:lnTo>
                  <a:close/>
                  <a:moveTo>
                    <a:pt x="112035" y="41536"/>
                  </a:moveTo>
                  <a:cubicBezTo>
                    <a:pt x="114515" y="41536"/>
                    <a:pt x="117880" y="41536"/>
                    <a:pt x="117880" y="37994"/>
                  </a:cubicBezTo>
                  <a:cubicBezTo>
                    <a:pt x="117880" y="34451"/>
                    <a:pt x="114515" y="34451"/>
                    <a:pt x="111858" y="34451"/>
                  </a:cubicBezTo>
                  <a:lnTo>
                    <a:pt x="6108" y="34451"/>
                  </a:lnTo>
                  <a:cubicBezTo>
                    <a:pt x="3451" y="34451"/>
                    <a:pt x="85" y="34451"/>
                    <a:pt x="85" y="37994"/>
                  </a:cubicBezTo>
                  <a:cubicBezTo>
                    <a:pt x="85" y="41536"/>
                    <a:pt x="3451" y="41536"/>
                    <a:pt x="5930" y="41536"/>
                  </a:cubicBezTo>
                  <a:lnTo>
                    <a:pt x="112035" y="41536"/>
                  </a:lnTo>
                  <a:close/>
                </a:path>
              </a:pathLst>
            </a:custGeom>
            <a:solidFill>
              <a:srgbClr val="000000"/>
            </a:solidFill>
            <a:ln w="1773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40" name="任意形状 339">
              <a:extLst>
                <a:ext uri="{FF2B5EF4-FFF2-40B4-BE49-F238E27FC236}">
                  <a16:creationId xmlns:a16="http://schemas.microsoft.com/office/drawing/2014/main" id="{564813D4-EDE5-9616-A262-16D87DA867A2}"/>
                </a:ext>
              </a:extLst>
            </p:cNvPr>
            <p:cNvSpPr/>
            <p:nvPr>
              <p:custDataLst>
                <p:tags r:id="rId36"/>
              </p:custDataLst>
            </p:nvPr>
          </p:nvSpPr>
          <p:spPr>
            <a:xfrm>
              <a:off x="8645336" y="6191985"/>
              <a:ext cx="41095" cy="177135"/>
            </a:xfrm>
            <a:custGeom>
              <a:avLst/>
              <a:gdLst>
                <a:gd name="connsiteX0" fmla="*/ 41191 w 41095"/>
                <a:gd name="connsiteY0" fmla="*/ 175451 h 177135"/>
                <a:gd name="connsiteX1" fmla="*/ 38180 w 41095"/>
                <a:gd name="connsiteY1" fmla="*/ 171554 h 177135"/>
                <a:gd name="connsiteX2" fmla="*/ 10369 w 41095"/>
                <a:gd name="connsiteY2" fmla="*/ 88655 h 177135"/>
                <a:gd name="connsiteX3" fmla="*/ 38888 w 41095"/>
                <a:gd name="connsiteY3" fmla="*/ 4869 h 177135"/>
                <a:gd name="connsiteX4" fmla="*/ 41191 w 41095"/>
                <a:gd name="connsiteY4" fmla="*/ 1858 h 177135"/>
                <a:gd name="connsiteX5" fmla="*/ 39420 w 41095"/>
                <a:gd name="connsiteY5" fmla="*/ 87 h 177135"/>
                <a:gd name="connsiteX6" fmla="*/ 11255 w 41095"/>
                <a:gd name="connsiteY6" fmla="*/ 34628 h 177135"/>
                <a:gd name="connsiteX7" fmla="*/ 95 w 41095"/>
                <a:gd name="connsiteY7" fmla="*/ 88655 h 177135"/>
                <a:gd name="connsiteX8" fmla="*/ 11786 w 41095"/>
                <a:gd name="connsiteY8" fmla="*/ 143921 h 177135"/>
                <a:gd name="connsiteX9" fmla="*/ 39420 w 41095"/>
                <a:gd name="connsiteY9" fmla="*/ 177222 h 177135"/>
                <a:gd name="connsiteX10" fmla="*/ 41191 w 41095"/>
                <a:gd name="connsiteY10" fmla="*/ 175451 h 1771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41095" h="177135">
                  <a:moveTo>
                    <a:pt x="41191" y="175451"/>
                  </a:moveTo>
                  <a:cubicBezTo>
                    <a:pt x="41191" y="174920"/>
                    <a:pt x="41191" y="174565"/>
                    <a:pt x="38180" y="171554"/>
                  </a:cubicBezTo>
                  <a:cubicBezTo>
                    <a:pt x="16038" y="149235"/>
                    <a:pt x="10369" y="115756"/>
                    <a:pt x="10369" y="88655"/>
                  </a:cubicBezTo>
                  <a:cubicBezTo>
                    <a:pt x="10369" y="57833"/>
                    <a:pt x="17101" y="27011"/>
                    <a:pt x="38888" y="4869"/>
                  </a:cubicBezTo>
                  <a:cubicBezTo>
                    <a:pt x="41191" y="2744"/>
                    <a:pt x="41191" y="2389"/>
                    <a:pt x="41191" y="1858"/>
                  </a:cubicBezTo>
                  <a:cubicBezTo>
                    <a:pt x="41191" y="618"/>
                    <a:pt x="40482" y="87"/>
                    <a:pt x="39420" y="87"/>
                  </a:cubicBezTo>
                  <a:cubicBezTo>
                    <a:pt x="37648" y="87"/>
                    <a:pt x="21706" y="12132"/>
                    <a:pt x="11255" y="34628"/>
                  </a:cubicBezTo>
                  <a:cubicBezTo>
                    <a:pt x="2221" y="54113"/>
                    <a:pt x="95" y="73775"/>
                    <a:pt x="95" y="88655"/>
                  </a:cubicBezTo>
                  <a:cubicBezTo>
                    <a:pt x="95" y="102471"/>
                    <a:pt x="2044" y="123905"/>
                    <a:pt x="11786" y="143921"/>
                  </a:cubicBezTo>
                  <a:cubicBezTo>
                    <a:pt x="22415" y="165709"/>
                    <a:pt x="37648" y="177222"/>
                    <a:pt x="39420" y="177222"/>
                  </a:cubicBezTo>
                  <a:cubicBezTo>
                    <a:pt x="40482" y="177222"/>
                    <a:pt x="41191" y="176691"/>
                    <a:pt x="41191" y="175451"/>
                  </a:cubicBezTo>
                  <a:close/>
                </a:path>
              </a:pathLst>
            </a:custGeom>
            <a:solidFill>
              <a:srgbClr val="000000"/>
            </a:solidFill>
            <a:ln w="1773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41" name="任意形状 340">
              <a:extLst>
                <a:ext uri="{FF2B5EF4-FFF2-40B4-BE49-F238E27FC236}">
                  <a16:creationId xmlns:a16="http://schemas.microsoft.com/office/drawing/2014/main" id="{33297C74-A032-A174-A624-AC9DA0025071}"/>
                </a:ext>
              </a:extLst>
            </p:cNvPr>
            <p:cNvSpPr/>
            <p:nvPr>
              <p:custDataLst>
                <p:tags r:id="rId37"/>
              </p:custDataLst>
            </p:nvPr>
          </p:nvSpPr>
          <p:spPr>
            <a:xfrm>
              <a:off x="8703771" y="6246542"/>
              <a:ext cx="72979" cy="112658"/>
            </a:xfrm>
            <a:custGeom>
              <a:avLst/>
              <a:gdLst>
                <a:gd name="connsiteX0" fmla="*/ 73079 w 72979"/>
                <a:gd name="connsiteY0" fmla="*/ 2035 h 112658"/>
                <a:gd name="connsiteX1" fmla="*/ 71308 w 72979"/>
                <a:gd name="connsiteY1" fmla="*/ 264 h 112658"/>
                <a:gd name="connsiteX2" fmla="*/ 59263 w 72979"/>
                <a:gd name="connsiteY2" fmla="*/ 12486 h 112658"/>
                <a:gd name="connsiteX3" fmla="*/ 42789 w 72979"/>
                <a:gd name="connsiteY3" fmla="*/ 87 h 112658"/>
                <a:gd name="connsiteX4" fmla="*/ 99 w 72979"/>
                <a:gd name="connsiteY4" fmla="*/ 51987 h 112658"/>
                <a:gd name="connsiteX5" fmla="*/ 23481 w 72979"/>
                <a:gd name="connsiteY5" fmla="*/ 80329 h 112658"/>
                <a:gd name="connsiteX6" fmla="*/ 44383 w 72979"/>
                <a:gd name="connsiteY6" fmla="*/ 69701 h 112658"/>
                <a:gd name="connsiteX7" fmla="*/ 36412 w 72979"/>
                <a:gd name="connsiteY7" fmla="*/ 101408 h 112658"/>
                <a:gd name="connsiteX8" fmla="*/ 23658 w 72979"/>
                <a:gd name="connsiteY8" fmla="*/ 107254 h 112658"/>
                <a:gd name="connsiteX9" fmla="*/ 19584 w 72979"/>
                <a:gd name="connsiteY9" fmla="*/ 110797 h 112658"/>
                <a:gd name="connsiteX10" fmla="*/ 21887 w 72979"/>
                <a:gd name="connsiteY10" fmla="*/ 112745 h 112658"/>
                <a:gd name="connsiteX11" fmla="*/ 39601 w 72979"/>
                <a:gd name="connsiteY11" fmla="*/ 112214 h 112658"/>
                <a:gd name="connsiteX12" fmla="*/ 57846 w 72979"/>
                <a:gd name="connsiteY12" fmla="*/ 112745 h 112658"/>
                <a:gd name="connsiteX13" fmla="*/ 61034 w 72979"/>
                <a:gd name="connsiteY13" fmla="*/ 109202 h 112658"/>
                <a:gd name="connsiteX14" fmla="*/ 56429 w 72979"/>
                <a:gd name="connsiteY14" fmla="*/ 107254 h 112658"/>
                <a:gd name="connsiteX15" fmla="*/ 47926 w 72979"/>
                <a:gd name="connsiteY15" fmla="*/ 104420 h 112658"/>
                <a:gd name="connsiteX16" fmla="*/ 48635 w 72979"/>
                <a:gd name="connsiteY16" fmla="*/ 100523 h 112658"/>
                <a:gd name="connsiteX17" fmla="*/ 73079 w 72979"/>
                <a:gd name="connsiteY17" fmla="*/ 2035 h 112658"/>
                <a:gd name="connsiteX18" fmla="*/ 24013 w 72979"/>
                <a:gd name="connsiteY18" fmla="*/ 76432 h 112658"/>
                <a:gd name="connsiteX19" fmla="*/ 12676 w 72979"/>
                <a:gd name="connsiteY19" fmla="*/ 59781 h 112658"/>
                <a:gd name="connsiteX20" fmla="*/ 20824 w 72979"/>
                <a:gd name="connsiteY20" fmla="*/ 24531 h 112658"/>
                <a:gd name="connsiteX21" fmla="*/ 42789 w 72979"/>
                <a:gd name="connsiteY21" fmla="*/ 3984 h 112658"/>
                <a:gd name="connsiteX22" fmla="*/ 56783 w 72979"/>
                <a:gd name="connsiteY22" fmla="*/ 19572 h 112658"/>
                <a:gd name="connsiteX23" fmla="*/ 46509 w 72979"/>
                <a:gd name="connsiteY23" fmla="*/ 60136 h 112658"/>
                <a:gd name="connsiteX24" fmla="*/ 24013 w 72979"/>
                <a:gd name="connsiteY24" fmla="*/ 76432 h 1126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72979" h="112658">
                  <a:moveTo>
                    <a:pt x="73079" y="2035"/>
                  </a:moveTo>
                  <a:cubicBezTo>
                    <a:pt x="73079" y="1327"/>
                    <a:pt x="72548" y="264"/>
                    <a:pt x="71308" y="264"/>
                  </a:cubicBezTo>
                  <a:cubicBezTo>
                    <a:pt x="69359" y="264"/>
                    <a:pt x="62274" y="7349"/>
                    <a:pt x="59263" y="12486"/>
                  </a:cubicBezTo>
                  <a:cubicBezTo>
                    <a:pt x="55366" y="2921"/>
                    <a:pt x="48457" y="87"/>
                    <a:pt x="42789" y="87"/>
                  </a:cubicBezTo>
                  <a:cubicBezTo>
                    <a:pt x="21887" y="87"/>
                    <a:pt x="99" y="26303"/>
                    <a:pt x="99" y="51987"/>
                  </a:cubicBezTo>
                  <a:cubicBezTo>
                    <a:pt x="99" y="69347"/>
                    <a:pt x="10550" y="80329"/>
                    <a:pt x="23481" y="80329"/>
                  </a:cubicBezTo>
                  <a:cubicBezTo>
                    <a:pt x="31098" y="80329"/>
                    <a:pt x="38006" y="76078"/>
                    <a:pt x="44383" y="69701"/>
                  </a:cubicBezTo>
                  <a:cubicBezTo>
                    <a:pt x="42789" y="75901"/>
                    <a:pt x="36944" y="99814"/>
                    <a:pt x="36412" y="101408"/>
                  </a:cubicBezTo>
                  <a:cubicBezTo>
                    <a:pt x="34995" y="106368"/>
                    <a:pt x="33578" y="107077"/>
                    <a:pt x="23658" y="107254"/>
                  </a:cubicBezTo>
                  <a:cubicBezTo>
                    <a:pt x="21356" y="107254"/>
                    <a:pt x="19584" y="107254"/>
                    <a:pt x="19584" y="110797"/>
                  </a:cubicBezTo>
                  <a:cubicBezTo>
                    <a:pt x="19584" y="110974"/>
                    <a:pt x="19584" y="112745"/>
                    <a:pt x="21887" y="112745"/>
                  </a:cubicBezTo>
                  <a:cubicBezTo>
                    <a:pt x="27555" y="112745"/>
                    <a:pt x="33755" y="112214"/>
                    <a:pt x="39601" y="112214"/>
                  </a:cubicBezTo>
                  <a:cubicBezTo>
                    <a:pt x="45623" y="112214"/>
                    <a:pt x="52000" y="112745"/>
                    <a:pt x="57846" y="112745"/>
                  </a:cubicBezTo>
                  <a:cubicBezTo>
                    <a:pt x="58731" y="112745"/>
                    <a:pt x="61034" y="112745"/>
                    <a:pt x="61034" y="109202"/>
                  </a:cubicBezTo>
                  <a:cubicBezTo>
                    <a:pt x="61034" y="107254"/>
                    <a:pt x="59263" y="107254"/>
                    <a:pt x="56429" y="107254"/>
                  </a:cubicBezTo>
                  <a:cubicBezTo>
                    <a:pt x="47926" y="107254"/>
                    <a:pt x="47926" y="106014"/>
                    <a:pt x="47926" y="104420"/>
                  </a:cubicBezTo>
                  <a:cubicBezTo>
                    <a:pt x="47926" y="103180"/>
                    <a:pt x="48280" y="102117"/>
                    <a:pt x="48635" y="100523"/>
                  </a:cubicBezTo>
                  <a:lnTo>
                    <a:pt x="73079" y="2035"/>
                  </a:lnTo>
                  <a:close/>
                  <a:moveTo>
                    <a:pt x="24013" y="76432"/>
                  </a:moveTo>
                  <a:cubicBezTo>
                    <a:pt x="13385" y="76432"/>
                    <a:pt x="12676" y="62793"/>
                    <a:pt x="12676" y="59781"/>
                  </a:cubicBezTo>
                  <a:cubicBezTo>
                    <a:pt x="12676" y="51279"/>
                    <a:pt x="17813" y="31971"/>
                    <a:pt x="20824" y="24531"/>
                  </a:cubicBezTo>
                  <a:cubicBezTo>
                    <a:pt x="26315" y="11423"/>
                    <a:pt x="35527" y="3984"/>
                    <a:pt x="42789" y="3984"/>
                  </a:cubicBezTo>
                  <a:cubicBezTo>
                    <a:pt x="54303" y="3984"/>
                    <a:pt x="56783" y="18332"/>
                    <a:pt x="56783" y="19572"/>
                  </a:cubicBezTo>
                  <a:cubicBezTo>
                    <a:pt x="56783" y="20634"/>
                    <a:pt x="47040" y="59427"/>
                    <a:pt x="46509" y="60136"/>
                  </a:cubicBezTo>
                  <a:cubicBezTo>
                    <a:pt x="43852" y="65095"/>
                    <a:pt x="33932" y="76432"/>
                    <a:pt x="24013" y="76432"/>
                  </a:cubicBezTo>
                  <a:close/>
                </a:path>
              </a:pathLst>
            </a:custGeom>
            <a:solidFill>
              <a:srgbClr val="000000"/>
            </a:solidFill>
            <a:ln w="1773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42" name="任意形状 341">
              <a:extLst>
                <a:ext uri="{FF2B5EF4-FFF2-40B4-BE49-F238E27FC236}">
                  <a16:creationId xmlns:a16="http://schemas.microsoft.com/office/drawing/2014/main" id="{83CAF060-0079-C6BE-96B5-1774793CA76D}"/>
                </a:ext>
              </a:extLst>
            </p:cNvPr>
            <p:cNvSpPr/>
            <p:nvPr>
              <p:custDataLst>
                <p:tags r:id="rId38"/>
              </p:custDataLst>
            </p:nvPr>
          </p:nvSpPr>
          <p:spPr>
            <a:xfrm>
              <a:off x="8797350" y="6306060"/>
              <a:ext cx="20724" cy="52963"/>
            </a:xfrm>
            <a:custGeom>
              <a:avLst/>
              <a:gdLst>
                <a:gd name="connsiteX0" fmla="*/ 20829 w 20724"/>
                <a:gd name="connsiteY0" fmla="*/ 18686 h 52963"/>
                <a:gd name="connsiteX1" fmla="*/ 9492 w 20724"/>
                <a:gd name="connsiteY1" fmla="*/ 87 h 52963"/>
                <a:gd name="connsiteX2" fmla="*/ 104 w 20724"/>
                <a:gd name="connsiteY2" fmla="*/ 9475 h 52963"/>
                <a:gd name="connsiteX3" fmla="*/ 9492 w 20724"/>
                <a:gd name="connsiteY3" fmla="*/ 18863 h 52963"/>
                <a:gd name="connsiteX4" fmla="*/ 15692 w 20724"/>
                <a:gd name="connsiteY4" fmla="*/ 16560 h 52963"/>
                <a:gd name="connsiteX5" fmla="*/ 16578 w 20724"/>
                <a:gd name="connsiteY5" fmla="*/ 16029 h 52963"/>
                <a:gd name="connsiteX6" fmla="*/ 16932 w 20724"/>
                <a:gd name="connsiteY6" fmla="*/ 18686 h 52963"/>
                <a:gd name="connsiteX7" fmla="*/ 4887 w 20724"/>
                <a:gd name="connsiteY7" fmla="*/ 48268 h 52963"/>
                <a:gd name="connsiteX8" fmla="*/ 2938 w 20724"/>
                <a:gd name="connsiteY8" fmla="*/ 51102 h 52963"/>
                <a:gd name="connsiteX9" fmla="*/ 4710 w 20724"/>
                <a:gd name="connsiteY9" fmla="*/ 53050 h 52963"/>
                <a:gd name="connsiteX10" fmla="*/ 20829 w 20724"/>
                <a:gd name="connsiteY10" fmla="*/ 18686 h 52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0724" h="52963">
                  <a:moveTo>
                    <a:pt x="20829" y="18686"/>
                  </a:moveTo>
                  <a:cubicBezTo>
                    <a:pt x="20829" y="6995"/>
                    <a:pt x="16401" y="87"/>
                    <a:pt x="9492" y="87"/>
                  </a:cubicBezTo>
                  <a:cubicBezTo>
                    <a:pt x="3647" y="87"/>
                    <a:pt x="104" y="4515"/>
                    <a:pt x="104" y="9475"/>
                  </a:cubicBezTo>
                  <a:cubicBezTo>
                    <a:pt x="104" y="14258"/>
                    <a:pt x="3647" y="18863"/>
                    <a:pt x="9492" y="18863"/>
                  </a:cubicBezTo>
                  <a:cubicBezTo>
                    <a:pt x="11618" y="18863"/>
                    <a:pt x="13921" y="18155"/>
                    <a:pt x="15692" y="16560"/>
                  </a:cubicBezTo>
                  <a:cubicBezTo>
                    <a:pt x="16224" y="16206"/>
                    <a:pt x="16401" y="16029"/>
                    <a:pt x="16578" y="16029"/>
                  </a:cubicBezTo>
                  <a:cubicBezTo>
                    <a:pt x="16755" y="16029"/>
                    <a:pt x="16932" y="16206"/>
                    <a:pt x="16932" y="18686"/>
                  </a:cubicBezTo>
                  <a:cubicBezTo>
                    <a:pt x="16932" y="31794"/>
                    <a:pt x="10732" y="42422"/>
                    <a:pt x="4887" y="48268"/>
                  </a:cubicBezTo>
                  <a:cubicBezTo>
                    <a:pt x="2938" y="50216"/>
                    <a:pt x="2938" y="50570"/>
                    <a:pt x="2938" y="51102"/>
                  </a:cubicBezTo>
                  <a:cubicBezTo>
                    <a:pt x="2938" y="52342"/>
                    <a:pt x="3824" y="53050"/>
                    <a:pt x="4710" y="53050"/>
                  </a:cubicBezTo>
                  <a:cubicBezTo>
                    <a:pt x="6658" y="53050"/>
                    <a:pt x="20829" y="39411"/>
                    <a:pt x="20829" y="18686"/>
                  </a:cubicBezTo>
                  <a:close/>
                </a:path>
              </a:pathLst>
            </a:custGeom>
            <a:solidFill>
              <a:srgbClr val="000000"/>
            </a:solidFill>
            <a:ln w="1773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43" name="任意形状 342">
              <a:extLst>
                <a:ext uri="{FF2B5EF4-FFF2-40B4-BE49-F238E27FC236}">
                  <a16:creationId xmlns:a16="http://schemas.microsoft.com/office/drawing/2014/main" id="{44CA3650-13E0-C5DA-603F-978EF8D45590}"/>
                </a:ext>
              </a:extLst>
            </p:cNvPr>
            <p:cNvSpPr/>
            <p:nvPr>
              <p:custDataLst>
                <p:tags r:id="rId39"/>
              </p:custDataLst>
            </p:nvPr>
          </p:nvSpPr>
          <p:spPr>
            <a:xfrm>
              <a:off x="8868991" y="6246542"/>
              <a:ext cx="68020" cy="80242"/>
            </a:xfrm>
            <a:custGeom>
              <a:avLst/>
              <a:gdLst>
                <a:gd name="connsiteX0" fmla="*/ 25085 w 68020"/>
                <a:gd name="connsiteY0" fmla="*/ 37462 h 80242"/>
                <a:gd name="connsiteX1" fmla="*/ 52187 w 68020"/>
                <a:gd name="connsiteY1" fmla="*/ 33388 h 80242"/>
                <a:gd name="connsiteX2" fmla="*/ 65472 w 68020"/>
                <a:gd name="connsiteY2" fmla="*/ 15143 h 80242"/>
                <a:gd name="connsiteX3" fmla="*/ 46518 w 68020"/>
                <a:gd name="connsiteY3" fmla="*/ 87 h 80242"/>
                <a:gd name="connsiteX4" fmla="*/ 109 w 68020"/>
                <a:gd name="connsiteY4" fmla="*/ 48268 h 80242"/>
                <a:gd name="connsiteX5" fmla="*/ 27919 w 68020"/>
                <a:gd name="connsiteY5" fmla="*/ 80329 h 80242"/>
                <a:gd name="connsiteX6" fmla="*/ 68129 w 68020"/>
                <a:gd name="connsiteY6" fmla="*/ 59427 h 80242"/>
                <a:gd name="connsiteX7" fmla="*/ 66003 w 68020"/>
                <a:gd name="connsiteY7" fmla="*/ 57124 h 80242"/>
                <a:gd name="connsiteX8" fmla="*/ 63700 w 68020"/>
                <a:gd name="connsiteY8" fmla="*/ 58896 h 80242"/>
                <a:gd name="connsiteX9" fmla="*/ 28273 w 68020"/>
                <a:gd name="connsiteY9" fmla="*/ 76432 h 80242"/>
                <a:gd name="connsiteX10" fmla="*/ 12862 w 68020"/>
                <a:gd name="connsiteY10" fmla="*/ 55884 h 80242"/>
                <a:gd name="connsiteX11" fmla="*/ 15697 w 68020"/>
                <a:gd name="connsiteY11" fmla="*/ 37462 h 80242"/>
                <a:gd name="connsiteX12" fmla="*/ 25085 w 68020"/>
                <a:gd name="connsiteY12" fmla="*/ 37462 h 80242"/>
                <a:gd name="connsiteX13" fmla="*/ 16759 w 68020"/>
                <a:gd name="connsiteY13" fmla="*/ 33565 h 80242"/>
                <a:gd name="connsiteX14" fmla="*/ 46518 w 68020"/>
                <a:gd name="connsiteY14" fmla="*/ 3984 h 80242"/>
                <a:gd name="connsiteX15" fmla="*/ 59626 w 68020"/>
                <a:gd name="connsiteY15" fmla="*/ 15143 h 80242"/>
                <a:gd name="connsiteX16" fmla="*/ 24022 w 68020"/>
                <a:gd name="connsiteY16" fmla="*/ 33565 h 80242"/>
                <a:gd name="connsiteX17" fmla="*/ 16759 w 68020"/>
                <a:gd name="connsiteY17" fmla="*/ 33565 h 802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68020" h="80242">
                  <a:moveTo>
                    <a:pt x="25085" y="37462"/>
                  </a:moveTo>
                  <a:cubicBezTo>
                    <a:pt x="30222" y="37462"/>
                    <a:pt x="43330" y="37108"/>
                    <a:pt x="52187" y="33388"/>
                  </a:cubicBezTo>
                  <a:cubicBezTo>
                    <a:pt x="64586" y="28074"/>
                    <a:pt x="65472" y="17623"/>
                    <a:pt x="65472" y="15143"/>
                  </a:cubicBezTo>
                  <a:cubicBezTo>
                    <a:pt x="65472" y="7349"/>
                    <a:pt x="58741" y="87"/>
                    <a:pt x="46518" y="87"/>
                  </a:cubicBezTo>
                  <a:cubicBezTo>
                    <a:pt x="26856" y="87"/>
                    <a:pt x="109" y="17269"/>
                    <a:pt x="109" y="48268"/>
                  </a:cubicBezTo>
                  <a:cubicBezTo>
                    <a:pt x="109" y="66335"/>
                    <a:pt x="10560" y="80329"/>
                    <a:pt x="27919" y="80329"/>
                  </a:cubicBezTo>
                  <a:cubicBezTo>
                    <a:pt x="53249" y="80329"/>
                    <a:pt x="68129" y="61553"/>
                    <a:pt x="68129" y="59427"/>
                  </a:cubicBezTo>
                  <a:cubicBezTo>
                    <a:pt x="68129" y="58364"/>
                    <a:pt x="67066" y="57124"/>
                    <a:pt x="66003" y="57124"/>
                  </a:cubicBezTo>
                  <a:cubicBezTo>
                    <a:pt x="65117" y="57124"/>
                    <a:pt x="64763" y="57479"/>
                    <a:pt x="63700" y="58896"/>
                  </a:cubicBezTo>
                  <a:cubicBezTo>
                    <a:pt x="49707" y="76432"/>
                    <a:pt x="30399" y="76432"/>
                    <a:pt x="28273" y="76432"/>
                  </a:cubicBezTo>
                  <a:cubicBezTo>
                    <a:pt x="14457" y="76432"/>
                    <a:pt x="12862" y="61553"/>
                    <a:pt x="12862" y="55884"/>
                  </a:cubicBezTo>
                  <a:cubicBezTo>
                    <a:pt x="12862" y="53759"/>
                    <a:pt x="13040" y="48268"/>
                    <a:pt x="15697" y="37462"/>
                  </a:cubicBezTo>
                  <a:lnTo>
                    <a:pt x="25085" y="37462"/>
                  </a:lnTo>
                  <a:close/>
                  <a:moveTo>
                    <a:pt x="16759" y="33565"/>
                  </a:moveTo>
                  <a:cubicBezTo>
                    <a:pt x="23668" y="6641"/>
                    <a:pt x="41913" y="3984"/>
                    <a:pt x="46518" y="3984"/>
                  </a:cubicBezTo>
                  <a:cubicBezTo>
                    <a:pt x="54844" y="3984"/>
                    <a:pt x="59626" y="9121"/>
                    <a:pt x="59626" y="15143"/>
                  </a:cubicBezTo>
                  <a:cubicBezTo>
                    <a:pt x="59626" y="33565"/>
                    <a:pt x="31284" y="33565"/>
                    <a:pt x="24022" y="33565"/>
                  </a:cubicBezTo>
                  <a:lnTo>
                    <a:pt x="16759" y="33565"/>
                  </a:lnTo>
                  <a:close/>
                </a:path>
              </a:pathLst>
            </a:custGeom>
            <a:solidFill>
              <a:srgbClr val="000000"/>
            </a:solidFill>
            <a:ln w="1773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44" name="任意形状 343">
              <a:extLst>
                <a:ext uri="{FF2B5EF4-FFF2-40B4-BE49-F238E27FC236}">
                  <a16:creationId xmlns:a16="http://schemas.microsoft.com/office/drawing/2014/main" id="{E914FE60-50AE-8621-2039-2C7807B9F46E}"/>
                </a:ext>
              </a:extLst>
            </p:cNvPr>
            <p:cNvSpPr/>
            <p:nvPr>
              <p:custDataLst>
                <p:tags r:id="rId40"/>
              </p:custDataLst>
            </p:nvPr>
          </p:nvSpPr>
          <p:spPr>
            <a:xfrm>
              <a:off x="8953419" y="6191985"/>
              <a:ext cx="41095" cy="177135"/>
            </a:xfrm>
            <a:custGeom>
              <a:avLst/>
              <a:gdLst>
                <a:gd name="connsiteX0" fmla="*/ 41209 w 41095"/>
                <a:gd name="connsiteY0" fmla="*/ 88655 h 177135"/>
                <a:gd name="connsiteX1" fmla="*/ 29518 w 41095"/>
                <a:gd name="connsiteY1" fmla="*/ 33388 h 177135"/>
                <a:gd name="connsiteX2" fmla="*/ 1885 w 41095"/>
                <a:gd name="connsiteY2" fmla="*/ 87 h 177135"/>
                <a:gd name="connsiteX3" fmla="*/ 113 w 41095"/>
                <a:gd name="connsiteY3" fmla="*/ 1858 h 177135"/>
                <a:gd name="connsiteX4" fmla="*/ 3479 w 41095"/>
                <a:gd name="connsiteY4" fmla="*/ 5932 h 177135"/>
                <a:gd name="connsiteX5" fmla="*/ 30935 w 41095"/>
                <a:gd name="connsiteY5" fmla="*/ 88655 h 177135"/>
                <a:gd name="connsiteX6" fmla="*/ 2416 w 41095"/>
                <a:gd name="connsiteY6" fmla="*/ 172440 h 177135"/>
                <a:gd name="connsiteX7" fmla="*/ 113 w 41095"/>
                <a:gd name="connsiteY7" fmla="*/ 175451 h 177135"/>
                <a:gd name="connsiteX8" fmla="*/ 1885 w 41095"/>
                <a:gd name="connsiteY8" fmla="*/ 177222 h 177135"/>
                <a:gd name="connsiteX9" fmla="*/ 30049 w 41095"/>
                <a:gd name="connsiteY9" fmla="*/ 142681 h 177135"/>
                <a:gd name="connsiteX10" fmla="*/ 41209 w 41095"/>
                <a:gd name="connsiteY10" fmla="*/ 88655 h 1771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41095" h="177135">
                  <a:moveTo>
                    <a:pt x="41209" y="88655"/>
                  </a:moveTo>
                  <a:cubicBezTo>
                    <a:pt x="41209" y="74838"/>
                    <a:pt x="39260" y="53405"/>
                    <a:pt x="29518" y="33388"/>
                  </a:cubicBezTo>
                  <a:cubicBezTo>
                    <a:pt x="18890" y="11601"/>
                    <a:pt x="3656" y="87"/>
                    <a:pt x="1885" y="87"/>
                  </a:cubicBezTo>
                  <a:cubicBezTo>
                    <a:pt x="822" y="87"/>
                    <a:pt x="113" y="795"/>
                    <a:pt x="113" y="1858"/>
                  </a:cubicBezTo>
                  <a:cubicBezTo>
                    <a:pt x="113" y="2389"/>
                    <a:pt x="113" y="2744"/>
                    <a:pt x="3479" y="5932"/>
                  </a:cubicBezTo>
                  <a:cubicBezTo>
                    <a:pt x="20838" y="23469"/>
                    <a:pt x="30935" y="51633"/>
                    <a:pt x="30935" y="88655"/>
                  </a:cubicBezTo>
                  <a:cubicBezTo>
                    <a:pt x="30935" y="118945"/>
                    <a:pt x="24381" y="150121"/>
                    <a:pt x="2416" y="172440"/>
                  </a:cubicBezTo>
                  <a:cubicBezTo>
                    <a:pt x="113" y="174565"/>
                    <a:pt x="113" y="174920"/>
                    <a:pt x="113" y="175451"/>
                  </a:cubicBezTo>
                  <a:cubicBezTo>
                    <a:pt x="113" y="176514"/>
                    <a:pt x="822" y="177222"/>
                    <a:pt x="1885" y="177222"/>
                  </a:cubicBezTo>
                  <a:cubicBezTo>
                    <a:pt x="3656" y="177222"/>
                    <a:pt x="19598" y="165177"/>
                    <a:pt x="30049" y="142681"/>
                  </a:cubicBezTo>
                  <a:cubicBezTo>
                    <a:pt x="39083" y="123196"/>
                    <a:pt x="41209" y="103534"/>
                    <a:pt x="41209" y="88655"/>
                  </a:cubicBezTo>
                  <a:close/>
                </a:path>
              </a:pathLst>
            </a:custGeom>
            <a:solidFill>
              <a:srgbClr val="000000"/>
            </a:solidFill>
            <a:ln w="1773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45" name="任意形状 344">
              <a:extLst>
                <a:ext uri="{FF2B5EF4-FFF2-40B4-BE49-F238E27FC236}">
                  <a16:creationId xmlns:a16="http://schemas.microsoft.com/office/drawing/2014/main" id="{EB247C11-5F8D-8D53-1310-32F598030E7C}"/>
                </a:ext>
              </a:extLst>
            </p:cNvPr>
            <p:cNvSpPr/>
            <p:nvPr>
              <p:custDataLst>
                <p:tags r:id="rId41"/>
              </p:custDataLst>
            </p:nvPr>
          </p:nvSpPr>
          <p:spPr>
            <a:xfrm>
              <a:off x="9086488" y="6248491"/>
              <a:ext cx="18776" cy="76345"/>
            </a:xfrm>
            <a:custGeom>
              <a:avLst/>
              <a:gdLst>
                <a:gd name="connsiteX0" fmla="*/ 18897 w 18776"/>
                <a:gd name="connsiteY0" fmla="*/ 9475 h 76345"/>
                <a:gd name="connsiteX1" fmla="*/ 9509 w 18776"/>
                <a:gd name="connsiteY1" fmla="*/ 87 h 76345"/>
                <a:gd name="connsiteX2" fmla="*/ 120 w 18776"/>
                <a:gd name="connsiteY2" fmla="*/ 9475 h 76345"/>
                <a:gd name="connsiteX3" fmla="*/ 9509 w 18776"/>
                <a:gd name="connsiteY3" fmla="*/ 18863 h 76345"/>
                <a:gd name="connsiteX4" fmla="*/ 18897 w 18776"/>
                <a:gd name="connsiteY4" fmla="*/ 9475 h 76345"/>
                <a:gd name="connsiteX5" fmla="*/ 18897 w 18776"/>
                <a:gd name="connsiteY5" fmla="*/ 67044 h 76345"/>
                <a:gd name="connsiteX6" fmla="*/ 9509 w 18776"/>
                <a:gd name="connsiteY6" fmla="*/ 57656 h 76345"/>
                <a:gd name="connsiteX7" fmla="*/ 120 w 18776"/>
                <a:gd name="connsiteY7" fmla="*/ 67044 h 76345"/>
                <a:gd name="connsiteX8" fmla="*/ 9509 w 18776"/>
                <a:gd name="connsiteY8" fmla="*/ 76432 h 76345"/>
                <a:gd name="connsiteX9" fmla="*/ 18897 w 18776"/>
                <a:gd name="connsiteY9" fmla="*/ 67044 h 763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8776" h="76345">
                  <a:moveTo>
                    <a:pt x="18897" y="9475"/>
                  </a:moveTo>
                  <a:cubicBezTo>
                    <a:pt x="18897" y="4338"/>
                    <a:pt x="14646" y="87"/>
                    <a:pt x="9509" y="87"/>
                  </a:cubicBezTo>
                  <a:cubicBezTo>
                    <a:pt x="4372" y="87"/>
                    <a:pt x="120" y="4338"/>
                    <a:pt x="120" y="9475"/>
                  </a:cubicBezTo>
                  <a:cubicBezTo>
                    <a:pt x="120" y="14612"/>
                    <a:pt x="4372" y="18863"/>
                    <a:pt x="9509" y="18863"/>
                  </a:cubicBezTo>
                  <a:cubicBezTo>
                    <a:pt x="14646" y="18863"/>
                    <a:pt x="18897" y="14612"/>
                    <a:pt x="18897" y="9475"/>
                  </a:cubicBezTo>
                  <a:close/>
                  <a:moveTo>
                    <a:pt x="18897" y="67044"/>
                  </a:moveTo>
                  <a:cubicBezTo>
                    <a:pt x="18897" y="61907"/>
                    <a:pt x="14646" y="57656"/>
                    <a:pt x="9509" y="57656"/>
                  </a:cubicBezTo>
                  <a:cubicBezTo>
                    <a:pt x="4372" y="57656"/>
                    <a:pt x="120" y="61907"/>
                    <a:pt x="120" y="67044"/>
                  </a:cubicBezTo>
                  <a:cubicBezTo>
                    <a:pt x="120" y="72181"/>
                    <a:pt x="4372" y="76432"/>
                    <a:pt x="9509" y="76432"/>
                  </a:cubicBezTo>
                  <a:cubicBezTo>
                    <a:pt x="14646" y="76432"/>
                    <a:pt x="18897" y="72181"/>
                    <a:pt x="18897" y="67044"/>
                  </a:cubicBezTo>
                  <a:close/>
                </a:path>
              </a:pathLst>
            </a:custGeom>
            <a:solidFill>
              <a:srgbClr val="000000"/>
            </a:solidFill>
            <a:ln w="1773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46" name="任意形状 345">
              <a:extLst>
                <a:ext uri="{FF2B5EF4-FFF2-40B4-BE49-F238E27FC236}">
                  <a16:creationId xmlns:a16="http://schemas.microsoft.com/office/drawing/2014/main" id="{E5E8EEAE-DFB7-9905-6F65-A22F46AB12C0}"/>
                </a:ext>
              </a:extLst>
            </p:cNvPr>
            <p:cNvSpPr/>
            <p:nvPr>
              <p:custDataLst>
                <p:tags r:id="rId42"/>
              </p:custDataLst>
            </p:nvPr>
          </p:nvSpPr>
          <p:spPr>
            <a:xfrm>
              <a:off x="9204145" y="6245480"/>
              <a:ext cx="78471" cy="81305"/>
            </a:xfrm>
            <a:custGeom>
              <a:avLst/>
              <a:gdLst>
                <a:gd name="connsiteX0" fmla="*/ 78599 w 78471"/>
                <a:gd name="connsiteY0" fmla="*/ 41536 h 81305"/>
                <a:gd name="connsiteX1" fmla="*/ 39452 w 78471"/>
                <a:gd name="connsiteY1" fmla="*/ 87 h 81305"/>
                <a:gd name="connsiteX2" fmla="*/ 128 w 78471"/>
                <a:gd name="connsiteY2" fmla="*/ 41536 h 81305"/>
                <a:gd name="connsiteX3" fmla="*/ 39275 w 78471"/>
                <a:gd name="connsiteY3" fmla="*/ 81392 h 81305"/>
                <a:gd name="connsiteX4" fmla="*/ 78599 w 78471"/>
                <a:gd name="connsiteY4" fmla="*/ 41536 h 81305"/>
                <a:gd name="connsiteX5" fmla="*/ 39452 w 78471"/>
                <a:gd name="connsiteY5" fmla="*/ 76964 h 81305"/>
                <a:gd name="connsiteX6" fmla="*/ 19258 w 78471"/>
                <a:gd name="connsiteY6" fmla="*/ 65095 h 81305"/>
                <a:gd name="connsiteX7" fmla="*/ 14830 w 78471"/>
                <a:gd name="connsiteY7" fmla="*/ 40119 h 81305"/>
                <a:gd name="connsiteX8" fmla="*/ 19081 w 78471"/>
                <a:gd name="connsiteY8" fmla="*/ 15852 h 81305"/>
                <a:gd name="connsiteX9" fmla="*/ 39275 w 78471"/>
                <a:gd name="connsiteY9" fmla="*/ 3984 h 81305"/>
                <a:gd name="connsiteX10" fmla="*/ 59291 w 78471"/>
                <a:gd name="connsiteY10" fmla="*/ 15497 h 81305"/>
                <a:gd name="connsiteX11" fmla="*/ 63896 w 78471"/>
                <a:gd name="connsiteY11" fmla="*/ 40119 h 81305"/>
                <a:gd name="connsiteX12" fmla="*/ 59999 w 78471"/>
                <a:gd name="connsiteY12" fmla="*/ 63856 h 81305"/>
                <a:gd name="connsiteX13" fmla="*/ 39452 w 78471"/>
                <a:gd name="connsiteY13" fmla="*/ 76964 h 813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78471" h="81305">
                  <a:moveTo>
                    <a:pt x="78599" y="41536"/>
                  </a:moveTo>
                  <a:cubicBezTo>
                    <a:pt x="78599" y="18863"/>
                    <a:pt x="60885" y="87"/>
                    <a:pt x="39452" y="87"/>
                  </a:cubicBezTo>
                  <a:cubicBezTo>
                    <a:pt x="17310" y="87"/>
                    <a:pt x="128" y="19394"/>
                    <a:pt x="128" y="41536"/>
                  </a:cubicBezTo>
                  <a:cubicBezTo>
                    <a:pt x="128" y="64387"/>
                    <a:pt x="18550" y="81392"/>
                    <a:pt x="39275" y="81392"/>
                  </a:cubicBezTo>
                  <a:cubicBezTo>
                    <a:pt x="60708" y="81392"/>
                    <a:pt x="78599" y="64033"/>
                    <a:pt x="78599" y="41536"/>
                  </a:cubicBezTo>
                  <a:close/>
                  <a:moveTo>
                    <a:pt x="39452" y="76964"/>
                  </a:moveTo>
                  <a:cubicBezTo>
                    <a:pt x="31835" y="76964"/>
                    <a:pt x="24041" y="73244"/>
                    <a:pt x="19258" y="65095"/>
                  </a:cubicBezTo>
                  <a:cubicBezTo>
                    <a:pt x="14830" y="57302"/>
                    <a:pt x="14830" y="46496"/>
                    <a:pt x="14830" y="40119"/>
                  </a:cubicBezTo>
                  <a:cubicBezTo>
                    <a:pt x="14830" y="33211"/>
                    <a:pt x="14830" y="23646"/>
                    <a:pt x="19081" y="15852"/>
                  </a:cubicBezTo>
                  <a:cubicBezTo>
                    <a:pt x="23864" y="7704"/>
                    <a:pt x="32189" y="3984"/>
                    <a:pt x="39275" y="3984"/>
                  </a:cubicBezTo>
                  <a:cubicBezTo>
                    <a:pt x="47069" y="3984"/>
                    <a:pt x="54685" y="7881"/>
                    <a:pt x="59291" y="15497"/>
                  </a:cubicBezTo>
                  <a:cubicBezTo>
                    <a:pt x="63896" y="23114"/>
                    <a:pt x="63896" y="33388"/>
                    <a:pt x="63896" y="40119"/>
                  </a:cubicBezTo>
                  <a:cubicBezTo>
                    <a:pt x="63896" y="46496"/>
                    <a:pt x="63896" y="56062"/>
                    <a:pt x="59999" y="63856"/>
                  </a:cubicBezTo>
                  <a:cubicBezTo>
                    <a:pt x="56103" y="71827"/>
                    <a:pt x="48309" y="76964"/>
                    <a:pt x="39452" y="76964"/>
                  </a:cubicBezTo>
                  <a:close/>
                </a:path>
              </a:pathLst>
            </a:custGeom>
            <a:solidFill>
              <a:srgbClr val="000000"/>
            </a:solidFill>
            <a:ln w="1773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47" name="任意形状 346">
              <a:extLst>
                <a:ext uri="{FF2B5EF4-FFF2-40B4-BE49-F238E27FC236}">
                  <a16:creationId xmlns:a16="http://schemas.microsoft.com/office/drawing/2014/main" id="{3C8A5B3C-9AB7-D835-0022-73508F237E62}"/>
                </a:ext>
              </a:extLst>
            </p:cNvPr>
            <p:cNvSpPr/>
            <p:nvPr>
              <p:custDataLst>
                <p:tags r:id="rId43"/>
              </p:custDataLst>
            </p:nvPr>
          </p:nvSpPr>
          <p:spPr>
            <a:xfrm>
              <a:off x="9293422" y="6246542"/>
              <a:ext cx="89099" cy="78294"/>
            </a:xfrm>
            <a:custGeom>
              <a:avLst/>
              <a:gdLst>
                <a:gd name="connsiteX0" fmla="*/ 13949 w 89099"/>
                <a:gd name="connsiteY0" fmla="*/ 17446 h 78294"/>
                <a:gd name="connsiteX1" fmla="*/ 13949 w 89099"/>
                <a:gd name="connsiteY1" fmla="*/ 64918 h 78294"/>
                <a:gd name="connsiteX2" fmla="*/ 133 w 89099"/>
                <a:gd name="connsiteY2" fmla="*/ 72889 h 78294"/>
                <a:gd name="connsiteX3" fmla="*/ 133 w 89099"/>
                <a:gd name="connsiteY3" fmla="*/ 78381 h 78294"/>
                <a:gd name="connsiteX4" fmla="*/ 20149 w 89099"/>
                <a:gd name="connsiteY4" fmla="*/ 77849 h 78294"/>
                <a:gd name="connsiteX5" fmla="*/ 39988 w 89099"/>
                <a:gd name="connsiteY5" fmla="*/ 78381 h 78294"/>
                <a:gd name="connsiteX6" fmla="*/ 39988 w 89099"/>
                <a:gd name="connsiteY6" fmla="*/ 72889 h 78294"/>
                <a:gd name="connsiteX7" fmla="*/ 26172 w 89099"/>
                <a:gd name="connsiteY7" fmla="*/ 64918 h 78294"/>
                <a:gd name="connsiteX8" fmla="*/ 26172 w 89099"/>
                <a:gd name="connsiteY8" fmla="*/ 32325 h 78294"/>
                <a:gd name="connsiteX9" fmla="*/ 50085 w 89099"/>
                <a:gd name="connsiteY9" fmla="*/ 3984 h 78294"/>
                <a:gd name="connsiteX10" fmla="*/ 63193 w 89099"/>
                <a:gd name="connsiteY10" fmla="*/ 23646 h 78294"/>
                <a:gd name="connsiteX11" fmla="*/ 63193 w 89099"/>
                <a:gd name="connsiteY11" fmla="*/ 64918 h 78294"/>
                <a:gd name="connsiteX12" fmla="*/ 49376 w 89099"/>
                <a:gd name="connsiteY12" fmla="*/ 72889 h 78294"/>
                <a:gd name="connsiteX13" fmla="*/ 49376 w 89099"/>
                <a:gd name="connsiteY13" fmla="*/ 78381 h 78294"/>
                <a:gd name="connsiteX14" fmla="*/ 69393 w 89099"/>
                <a:gd name="connsiteY14" fmla="*/ 77849 h 78294"/>
                <a:gd name="connsiteX15" fmla="*/ 89232 w 89099"/>
                <a:gd name="connsiteY15" fmla="*/ 78381 h 78294"/>
                <a:gd name="connsiteX16" fmla="*/ 89232 w 89099"/>
                <a:gd name="connsiteY16" fmla="*/ 72889 h 78294"/>
                <a:gd name="connsiteX17" fmla="*/ 75415 w 89099"/>
                <a:gd name="connsiteY17" fmla="*/ 67575 h 78294"/>
                <a:gd name="connsiteX18" fmla="*/ 75415 w 89099"/>
                <a:gd name="connsiteY18" fmla="*/ 33742 h 78294"/>
                <a:gd name="connsiteX19" fmla="*/ 69924 w 89099"/>
                <a:gd name="connsiteY19" fmla="*/ 6641 h 78294"/>
                <a:gd name="connsiteX20" fmla="*/ 51325 w 89099"/>
                <a:gd name="connsiteY20" fmla="*/ 87 h 78294"/>
                <a:gd name="connsiteX21" fmla="*/ 25109 w 89099"/>
                <a:gd name="connsiteY21" fmla="*/ 18686 h 78294"/>
                <a:gd name="connsiteX22" fmla="*/ 25109 w 89099"/>
                <a:gd name="connsiteY22" fmla="*/ 87 h 78294"/>
                <a:gd name="connsiteX23" fmla="*/ 133 w 89099"/>
                <a:gd name="connsiteY23" fmla="*/ 2035 h 78294"/>
                <a:gd name="connsiteX24" fmla="*/ 133 w 89099"/>
                <a:gd name="connsiteY24" fmla="*/ 7526 h 78294"/>
                <a:gd name="connsiteX25" fmla="*/ 13949 w 89099"/>
                <a:gd name="connsiteY25" fmla="*/ 17446 h 78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89099" h="78294">
                  <a:moveTo>
                    <a:pt x="13949" y="17446"/>
                  </a:moveTo>
                  <a:lnTo>
                    <a:pt x="13949" y="64918"/>
                  </a:lnTo>
                  <a:cubicBezTo>
                    <a:pt x="13949" y="72889"/>
                    <a:pt x="12001" y="72889"/>
                    <a:pt x="133" y="72889"/>
                  </a:cubicBezTo>
                  <a:lnTo>
                    <a:pt x="133" y="78381"/>
                  </a:lnTo>
                  <a:cubicBezTo>
                    <a:pt x="6332" y="78204"/>
                    <a:pt x="15366" y="77849"/>
                    <a:pt x="20149" y="77849"/>
                  </a:cubicBezTo>
                  <a:cubicBezTo>
                    <a:pt x="24754" y="77849"/>
                    <a:pt x="33966" y="78204"/>
                    <a:pt x="39988" y="78381"/>
                  </a:cubicBezTo>
                  <a:lnTo>
                    <a:pt x="39988" y="72889"/>
                  </a:lnTo>
                  <a:cubicBezTo>
                    <a:pt x="28120" y="72889"/>
                    <a:pt x="26172" y="72889"/>
                    <a:pt x="26172" y="64918"/>
                  </a:cubicBezTo>
                  <a:lnTo>
                    <a:pt x="26172" y="32325"/>
                  </a:lnTo>
                  <a:cubicBezTo>
                    <a:pt x="26172" y="13903"/>
                    <a:pt x="38748" y="3984"/>
                    <a:pt x="50085" y="3984"/>
                  </a:cubicBezTo>
                  <a:cubicBezTo>
                    <a:pt x="61244" y="3984"/>
                    <a:pt x="63193" y="13549"/>
                    <a:pt x="63193" y="23646"/>
                  </a:cubicBezTo>
                  <a:lnTo>
                    <a:pt x="63193" y="64918"/>
                  </a:lnTo>
                  <a:cubicBezTo>
                    <a:pt x="63193" y="72889"/>
                    <a:pt x="61244" y="72889"/>
                    <a:pt x="49376" y="72889"/>
                  </a:cubicBezTo>
                  <a:lnTo>
                    <a:pt x="49376" y="78381"/>
                  </a:lnTo>
                  <a:cubicBezTo>
                    <a:pt x="55576" y="78204"/>
                    <a:pt x="64610" y="77849"/>
                    <a:pt x="69393" y="77849"/>
                  </a:cubicBezTo>
                  <a:cubicBezTo>
                    <a:pt x="73998" y="77849"/>
                    <a:pt x="83209" y="78204"/>
                    <a:pt x="89232" y="78381"/>
                  </a:cubicBezTo>
                  <a:lnTo>
                    <a:pt x="89232" y="72889"/>
                  </a:lnTo>
                  <a:cubicBezTo>
                    <a:pt x="80021" y="72889"/>
                    <a:pt x="75592" y="72889"/>
                    <a:pt x="75415" y="67575"/>
                  </a:cubicBezTo>
                  <a:lnTo>
                    <a:pt x="75415" y="33742"/>
                  </a:lnTo>
                  <a:cubicBezTo>
                    <a:pt x="75415" y="18509"/>
                    <a:pt x="75415" y="13018"/>
                    <a:pt x="69924" y="6641"/>
                  </a:cubicBezTo>
                  <a:cubicBezTo>
                    <a:pt x="67444" y="3629"/>
                    <a:pt x="61599" y="87"/>
                    <a:pt x="51325" y="87"/>
                  </a:cubicBezTo>
                  <a:cubicBezTo>
                    <a:pt x="38394" y="87"/>
                    <a:pt x="30069" y="7704"/>
                    <a:pt x="25109" y="18686"/>
                  </a:cubicBezTo>
                  <a:lnTo>
                    <a:pt x="25109" y="87"/>
                  </a:lnTo>
                  <a:lnTo>
                    <a:pt x="133" y="2035"/>
                  </a:lnTo>
                  <a:lnTo>
                    <a:pt x="133" y="7526"/>
                  </a:lnTo>
                  <a:cubicBezTo>
                    <a:pt x="12532" y="7526"/>
                    <a:pt x="13949" y="8766"/>
                    <a:pt x="13949" y="17446"/>
                  </a:cubicBezTo>
                  <a:close/>
                </a:path>
              </a:pathLst>
            </a:custGeom>
            <a:solidFill>
              <a:srgbClr val="000000"/>
            </a:solidFill>
            <a:ln w="1773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48" name="任意形状 347">
              <a:extLst>
                <a:ext uri="{FF2B5EF4-FFF2-40B4-BE49-F238E27FC236}">
                  <a16:creationId xmlns:a16="http://schemas.microsoft.com/office/drawing/2014/main" id="{014C0FA7-3029-35D2-B603-F17678ACA835}"/>
                </a:ext>
              </a:extLst>
            </p:cNvPr>
            <p:cNvSpPr/>
            <p:nvPr>
              <p:custDataLst>
                <p:tags r:id="rId44"/>
              </p:custDataLst>
            </p:nvPr>
          </p:nvSpPr>
          <p:spPr>
            <a:xfrm>
              <a:off x="9391122" y="6245480"/>
              <a:ext cx="68551" cy="81305"/>
            </a:xfrm>
            <a:custGeom>
              <a:avLst/>
              <a:gdLst>
                <a:gd name="connsiteX0" fmla="*/ 15018 w 68551"/>
                <a:gd name="connsiteY0" fmla="*/ 34805 h 81305"/>
                <a:gd name="connsiteX1" fmla="*/ 36982 w 68551"/>
                <a:gd name="connsiteY1" fmla="*/ 3984 h 81305"/>
                <a:gd name="connsiteX2" fmla="*/ 56999 w 68551"/>
                <a:gd name="connsiteY2" fmla="*/ 34805 h 81305"/>
                <a:gd name="connsiteX3" fmla="*/ 15018 w 68551"/>
                <a:gd name="connsiteY3" fmla="*/ 34805 h 81305"/>
                <a:gd name="connsiteX4" fmla="*/ 14840 w 68551"/>
                <a:gd name="connsiteY4" fmla="*/ 38525 h 81305"/>
                <a:gd name="connsiteX5" fmla="*/ 64261 w 68551"/>
                <a:gd name="connsiteY5" fmla="*/ 38525 h 81305"/>
                <a:gd name="connsiteX6" fmla="*/ 68690 w 68551"/>
                <a:gd name="connsiteY6" fmla="*/ 34805 h 81305"/>
                <a:gd name="connsiteX7" fmla="*/ 36982 w 68551"/>
                <a:gd name="connsiteY7" fmla="*/ 87 h 81305"/>
                <a:gd name="connsiteX8" fmla="*/ 138 w 68551"/>
                <a:gd name="connsiteY8" fmla="*/ 40474 h 81305"/>
                <a:gd name="connsiteX9" fmla="*/ 39108 w 68551"/>
                <a:gd name="connsiteY9" fmla="*/ 81392 h 81305"/>
                <a:gd name="connsiteX10" fmla="*/ 68690 w 68551"/>
                <a:gd name="connsiteY10" fmla="*/ 58364 h 81305"/>
                <a:gd name="connsiteX11" fmla="*/ 66387 w 68551"/>
                <a:gd name="connsiteY11" fmla="*/ 56239 h 81305"/>
                <a:gd name="connsiteX12" fmla="*/ 64084 w 68551"/>
                <a:gd name="connsiteY12" fmla="*/ 58719 h 81305"/>
                <a:gd name="connsiteX13" fmla="*/ 40171 w 68551"/>
                <a:gd name="connsiteY13" fmla="*/ 76964 h 81305"/>
                <a:gd name="connsiteX14" fmla="*/ 20154 w 68551"/>
                <a:gd name="connsiteY14" fmla="*/ 65095 h 81305"/>
                <a:gd name="connsiteX15" fmla="*/ 14840 w 68551"/>
                <a:gd name="connsiteY15" fmla="*/ 38525 h 813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68551" h="81305">
                  <a:moveTo>
                    <a:pt x="15018" y="34805"/>
                  </a:moveTo>
                  <a:cubicBezTo>
                    <a:pt x="16080" y="8412"/>
                    <a:pt x="30960" y="3984"/>
                    <a:pt x="36982" y="3984"/>
                  </a:cubicBezTo>
                  <a:cubicBezTo>
                    <a:pt x="55227" y="3984"/>
                    <a:pt x="56999" y="27897"/>
                    <a:pt x="56999" y="34805"/>
                  </a:cubicBezTo>
                  <a:lnTo>
                    <a:pt x="15018" y="34805"/>
                  </a:lnTo>
                  <a:close/>
                  <a:moveTo>
                    <a:pt x="14840" y="38525"/>
                  </a:moveTo>
                  <a:lnTo>
                    <a:pt x="64261" y="38525"/>
                  </a:lnTo>
                  <a:cubicBezTo>
                    <a:pt x="68158" y="38525"/>
                    <a:pt x="68690" y="38525"/>
                    <a:pt x="68690" y="34805"/>
                  </a:cubicBezTo>
                  <a:cubicBezTo>
                    <a:pt x="68690" y="17269"/>
                    <a:pt x="59124" y="87"/>
                    <a:pt x="36982" y="87"/>
                  </a:cubicBezTo>
                  <a:cubicBezTo>
                    <a:pt x="16435" y="87"/>
                    <a:pt x="138" y="18332"/>
                    <a:pt x="138" y="40474"/>
                  </a:cubicBezTo>
                  <a:cubicBezTo>
                    <a:pt x="138" y="64210"/>
                    <a:pt x="18737" y="81392"/>
                    <a:pt x="39108" y="81392"/>
                  </a:cubicBezTo>
                  <a:cubicBezTo>
                    <a:pt x="60719" y="81392"/>
                    <a:pt x="68690" y="61730"/>
                    <a:pt x="68690" y="58364"/>
                  </a:cubicBezTo>
                  <a:cubicBezTo>
                    <a:pt x="68690" y="56593"/>
                    <a:pt x="67273" y="56239"/>
                    <a:pt x="66387" y="56239"/>
                  </a:cubicBezTo>
                  <a:cubicBezTo>
                    <a:pt x="64793" y="56239"/>
                    <a:pt x="64438" y="57302"/>
                    <a:pt x="64084" y="58719"/>
                  </a:cubicBezTo>
                  <a:cubicBezTo>
                    <a:pt x="57884" y="76964"/>
                    <a:pt x="41942" y="76964"/>
                    <a:pt x="40171" y="76964"/>
                  </a:cubicBezTo>
                  <a:cubicBezTo>
                    <a:pt x="31314" y="76964"/>
                    <a:pt x="24229" y="71650"/>
                    <a:pt x="20154" y="65095"/>
                  </a:cubicBezTo>
                  <a:cubicBezTo>
                    <a:pt x="14840" y="56593"/>
                    <a:pt x="14840" y="44902"/>
                    <a:pt x="14840" y="38525"/>
                  </a:cubicBezTo>
                  <a:close/>
                </a:path>
              </a:pathLst>
            </a:custGeom>
            <a:solidFill>
              <a:srgbClr val="000000"/>
            </a:solidFill>
            <a:ln w="1773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49" name="任意形状 348">
              <a:extLst>
                <a:ext uri="{FF2B5EF4-FFF2-40B4-BE49-F238E27FC236}">
                  <a16:creationId xmlns:a16="http://schemas.microsoft.com/office/drawing/2014/main" id="{31C8B224-26AB-BB54-637B-C0D352C4C7CC}"/>
                </a:ext>
              </a:extLst>
            </p:cNvPr>
            <p:cNvSpPr/>
            <p:nvPr>
              <p:custDataLst>
                <p:tags r:id="rId45"/>
              </p:custDataLst>
            </p:nvPr>
          </p:nvSpPr>
          <p:spPr>
            <a:xfrm>
              <a:off x="9527301" y="6215898"/>
              <a:ext cx="55443" cy="110886"/>
            </a:xfrm>
            <a:custGeom>
              <a:avLst/>
              <a:gdLst>
                <a:gd name="connsiteX0" fmla="*/ 27425 w 55443"/>
                <a:gd name="connsiteY0" fmla="*/ 38171 h 110886"/>
                <a:gd name="connsiteX1" fmla="*/ 52755 w 55443"/>
                <a:gd name="connsiteY1" fmla="*/ 38171 h 110886"/>
                <a:gd name="connsiteX2" fmla="*/ 52755 w 55443"/>
                <a:gd name="connsiteY2" fmla="*/ 32680 h 110886"/>
                <a:gd name="connsiteX3" fmla="*/ 27425 w 55443"/>
                <a:gd name="connsiteY3" fmla="*/ 32680 h 110886"/>
                <a:gd name="connsiteX4" fmla="*/ 27425 w 55443"/>
                <a:gd name="connsiteY4" fmla="*/ 87 h 110886"/>
                <a:gd name="connsiteX5" fmla="*/ 22996 w 55443"/>
                <a:gd name="connsiteY5" fmla="*/ 87 h 110886"/>
                <a:gd name="connsiteX6" fmla="*/ 146 w 55443"/>
                <a:gd name="connsiteY6" fmla="*/ 34274 h 110886"/>
                <a:gd name="connsiteX7" fmla="*/ 146 w 55443"/>
                <a:gd name="connsiteY7" fmla="*/ 38171 h 110886"/>
                <a:gd name="connsiteX8" fmla="*/ 15202 w 55443"/>
                <a:gd name="connsiteY8" fmla="*/ 38171 h 110886"/>
                <a:gd name="connsiteX9" fmla="*/ 15202 w 55443"/>
                <a:gd name="connsiteY9" fmla="*/ 87060 h 110886"/>
                <a:gd name="connsiteX10" fmla="*/ 38053 w 55443"/>
                <a:gd name="connsiteY10" fmla="*/ 110974 h 110886"/>
                <a:gd name="connsiteX11" fmla="*/ 55589 w 55443"/>
                <a:gd name="connsiteY11" fmla="*/ 87060 h 110886"/>
                <a:gd name="connsiteX12" fmla="*/ 55589 w 55443"/>
                <a:gd name="connsiteY12" fmla="*/ 76964 h 110886"/>
                <a:gd name="connsiteX13" fmla="*/ 51161 w 55443"/>
                <a:gd name="connsiteY13" fmla="*/ 76964 h 110886"/>
                <a:gd name="connsiteX14" fmla="*/ 51161 w 55443"/>
                <a:gd name="connsiteY14" fmla="*/ 86706 h 110886"/>
                <a:gd name="connsiteX15" fmla="*/ 39293 w 55443"/>
                <a:gd name="connsiteY15" fmla="*/ 106545 h 110886"/>
                <a:gd name="connsiteX16" fmla="*/ 27425 w 55443"/>
                <a:gd name="connsiteY16" fmla="*/ 87415 h 110886"/>
                <a:gd name="connsiteX17" fmla="*/ 27425 w 55443"/>
                <a:gd name="connsiteY17" fmla="*/ 38171 h 1108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55443" h="110886">
                  <a:moveTo>
                    <a:pt x="27425" y="38171"/>
                  </a:moveTo>
                  <a:lnTo>
                    <a:pt x="52755" y="38171"/>
                  </a:lnTo>
                  <a:lnTo>
                    <a:pt x="52755" y="32680"/>
                  </a:lnTo>
                  <a:lnTo>
                    <a:pt x="27425" y="32680"/>
                  </a:lnTo>
                  <a:lnTo>
                    <a:pt x="27425" y="87"/>
                  </a:lnTo>
                  <a:lnTo>
                    <a:pt x="22996" y="87"/>
                  </a:lnTo>
                  <a:cubicBezTo>
                    <a:pt x="22819" y="14612"/>
                    <a:pt x="17505" y="33565"/>
                    <a:pt x="146" y="34274"/>
                  </a:cubicBezTo>
                  <a:lnTo>
                    <a:pt x="146" y="38171"/>
                  </a:lnTo>
                  <a:lnTo>
                    <a:pt x="15202" y="38171"/>
                  </a:lnTo>
                  <a:lnTo>
                    <a:pt x="15202" y="87060"/>
                  </a:lnTo>
                  <a:cubicBezTo>
                    <a:pt x="15202" y="108848"/>
                    <a:pt x="31676" y="110974"/>
                    <a:pt x="38053" y="110974"/>
                  </a:cubicBezTo>
                  <a:cubicBezTo>
                    <a:pt x="50630" y="110974"/>
                    <a:pt x="55589" y="98397"/>
                    <a:pt x="55589" y="87060"/>
                  </a:cubicBezTo>
                  <a:lnTo>
                    <a:pt x="55589" y="76964"/>
                  </a:lnTo>
                  <a:lnTo>
                    <a:pt x="51161" y="76964"/>
                  </a:lnTo>
                  <a:lnTo>
                    <a:pt x="51161" y="86706"/>
                  </a:lnTo>
                  <a:cubicBezTo>
                    <a:pt x="51161" y="99814"/>
                    <a:pt x="45847" y="106545"/>
                    <a:pt x="39293" y="106545"/>
                  </a:cubicBezTo>
                  <a:cubicBezTo>
                    <a:pt x="27425" y="106545"/>
                    <a:pt x="27425" y="90426"/>
                    <a:pt x="27425" y="87415"/>
                  </a:cubicBezTo>
                  <a:lnTo>
                    <a:pt x="27425" y="38171"/>
                  </a:lnTo>
                  <a:close/>
                </a:path>
              </a:pathLst>
            </a:custGeom>
            <a:solidFill>
              <a:srgbClr val="000000"/>
            </a:solidFill>
            <a:ln w="1773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50" name="任意形状 349">
              <a:extLst>
                <a:ext uri="{FF2B5EF4-FFF2-40B4-BE49-F238E27FC236}">
                  <a16:creationId xmlns:a16="http://schemas.microsoft.com/office/drawing/2014/main" id="{645902DC-0574-258E-68BB-CA288C3C9B81}"/>
                </a:ext>
              </a:extLst>
            </p:cNvPr>
            <p:cNvSpPr/>
            <p:nvPr>
              <p:custDataLst>
                <p:tags r:id="rId46"/>
              </p:custDataLst>
            </p:nvPr>
          </p:nvSpPr>
          <p:spPr>
            <a:xfrm>
              <a:off x="9597781" y="6245480"/>
              <a:ext cx="68551" cy="81305"/>
            </a:xfrm>
            <a:custGeom>
              <a:avLst/>
              <a:gdLst>
                <a:gd name="connsiteX0" fmla="*/ 15029 w 68551"/>
                <a:gd name="connsiteY0" fmla="*/ 34805 h 81305"/>
                <a:gd name="connsiteX1" fmla="*/ 36994 w 68551"/>
                <a:gd name="connsiteY1" fmla="*/ 3984 h 81305"/>
                <a:gd name="connsiteX2" fmla="*/ 57010 w 68551"/>
                <a:gd name="connsiteY2" fmla="*/ 34805 h 81305"/>
                <a:gd name="connsiteX3" fmla="*/ 15029 w 68551"/>
                <a:gd name="connsiteY3" fmla="*/ 34805 h 81305"/>
                <a:gd name="connsiteX4" fmla="*/ 14852 w 68551"/>
                <a:gd name="connsiteY4" fmla="*/ 38525 h 81305"/>
                <a:gd name="connsiteX5" fmla="*/ 64273 w 68551"/>
                <a:gd name="connsiteY5" fmla="*/ 38525 h 81305"/>
                <a:gd name="connsiteX6" fmla="*/ 68701 w 68551"/>
                <a:gd name="connsiteY6" fmla="*/ 34805 h 81305"/>
                <a:gd name="connsiteX7" fmla="*/ 36994 w 68551"/>
                <a:gd name="connsiteY7" fmla="*/ 87 h 81305"/>
                <a:gd name="connsiteX8" fmla="*/ 150 w 68551"/>
                <a:gd name="connsiteY8" fmla="*/ 40474 h 81305"/>
                <a:gd name="connsiteX9" fmla="*/ 39120 w 68551"/>
                <a:gd name="connsiteY9" fmla="*/ 81392 h 81305"/>
                <a:gd name="connsiteX10" fmla="*/ 68701 w 68551"/>
                <a:gd name="connsiteY10" fmla="*/ 58364 h 81305"/>
                <a:gd name="connsiteX11" fmla="*/ 66399 w 68551"/>
                <a:gd name="connsiteY11" fmla="*/ 56239 h 81305"/>
                <a:gd name="connsiteX12" fmla="*/ 64096 w 68551"/>
                <a:gd name="connsiteY12" fmla="*/ 58719 h 81305"/>
                <a:gd name="connsiteX13" fmla="*/ 40182 w 68551"/>
                <a:gd name="connsiteY13" fmla="*/ 76964 h 81305"/>
                <a:gd name="connsiteX14" fmla="*/ 20166 w 68551"/>
                <a:gd name="connsiteY14" fmla="*/ 65095 h 81305"/>
                <a:gd name="connsiteX15" fmla="*/ 14852 w 68551"/>
                <a:gd name="connsiteY15" fmla="*/ 38525 h 813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68551" h="81305">
                  <a:moveTo>
                    <a:pt x="15029" y="34805"/>
                  </a:moveTo>
                  <a:cubicBezTo>
                    <a:pt x="16092" y="8412"/>
                    <a:pt x="30971" y="3984"/>
                    <a:pt x="36994" y="3984"/>
                  </a:cubicBezTo>
                  <a:cubicBezTo>
                    <a:pt x="55239" y="3984"/>
                    <a:pt x="57010" y="27897"/>
                    <a:pt x="57010" y="34805"/>
                  </a:cubicBezTo>
                  <a:lnTo>
                    <a:pt x="15029" y="34805"/>
                  </a:lnTo>
                  <a:close/>
                  <a:moveTo>
                    <a:pt x="14852" y="38525"/>
                  </a:moveTo>
                  <a:lnTo>
                    <a:pt x="64273" y="38525"/>
                  </a:lnTo>
                  <a:cubicBezTo>
                    <a:pt x="68170" y="38525"/>
                    <a:pt x="68701" y="38525"/>
                    <a:pt x="68701" y="34805"/>
                  </a:cubicBezTo>
                  <a:cubicBezTo>
                    <a:pt x="68701" y="17269"/>
                    <a:pt x="59136" y="87"/>
                    <a:pt x="36994" y="87"/>
                  </a:cubicBezTo>
                  <a:cubicBezTo>
                    <a:pt x="16446" y="87"/>
                    <a:pt x="150" y="18332"/>
                    <a:pt x="150" y="40474"/>
                  </a:cubicBezTo>
                  <a:cubicBezTo>
                    <a:pt x="150" y="64210"/>
                    <a:pt x="18749" y="81392"/>
                    <a:pt x="39120" y="81392"/>
                  </a:cubicBezTo>
                  <a:cubicBezTo>
                    <a:pt x="60730" y="81392"/>
                    <a:pt x="68701" y="61730"/>
                    <a:pt x="68701" y="58364"/>
                  </a:cubicBezTo>
                  <a:cubicBezTo>
                    <a:pt x="68701" y="56593"/>
                    <a:pt x="67284" y="56239"/>
                    <a:pt x="66399" y="56239"/>
                  </a:cubicBezTo>
                  <a:cubicBezTo>
                    <a:pt x="64804" y="56239"/>
                    <a:pt x="64450" y="57302"/>
                    <a:pt x="64096" y="58719"/>
                  </a:cubicBezTo>
                  <a:cubicBezTo>
                    <a:pt x="57896" y="76964"/>
                    <a:pt x="41954" y="76964"/>
                    <a:pt x="40182" y="76964"/>
                  </a:cubicBezTo>
                  <a:cubicBezTo>
                    <a:pt x="31326" y="76964"/>
                    <a:pt x="24240" y="71650"/>
                    <a:pt x="20166" y="65095"/>
                  </a:cubicBezTo>
                  <a:cubicBezTo>
                    <a:pt x="14852" y="56593"/>
                    <a:pt x="14852" y="44902"/>
                    <a:pt x="14852" y="38525"/>
                  </a:cubicBezTo>
                  <a:close/>
                </a:path>
              </a:pathLst>
            </a:custGeom>
            <a:solidFill>
              <a:srgbClr val="000000"/>
            </a:solidFill>
            <a:ln w="1773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51" name="任意形状 350">
              <a:extLst>
                <a:ext uri="{FF2B5EF4-FFF2-40B4-BE49-F238E27FC236}">
                  <a16:creationId xmlns:a16="http://schemas.microsoft.com/office/drawing/2014/main" id="{B1D4455D-13C8-EE30-0038-759C9FA62553}"/>
                </a:ext>
              </a:extLst>
            </p:cNvPr>
            <p:cNvSpPr/>
            <p:nvPr>
              <p:custDataLst>
                <p:tags r:id="rId47"/>
              </p:custDataLst>
            </p:nvPr>
          </p:nvSpPr>
          <p:spPr>
            <a:xfrm>
              <a:off x="9677394" y="6245480"/>
              <a:ext cx="57923" cy="81305"/>
            </a:xfrm>
            <a:custGeom>
              <a:avLst/>
              <a:gdLst>
                <a:gd name="connsiteX0" fmla="*/ 31153 w 57923"/>
                <a:gd name="connsiteY0" fmla="*/ 45079 h 81305"/>
                <a:gd name="connsiteX1" fmla="*/ 49575 w 57923"/>
                <a:gd name="connsiteY1" fmla="*/ 61376 h 81305"/>
                <a:gd name="connsiteX2" fmla="*/ 29559 w 57923"/>
                <a:gd name="connsiteY2" fmla="*/ 77495 h 81305"/>
                <a:gd name="connsiteX3" fmla="*/ 4937 w 57923"/>
                <a:gd name="connsiteY3" fmla="*/ 52342 h 81305"/>
                <a:gd name="connsiteX4" fmla="*/ 2457 w 57923"/>
                <a:gd name="connsiteY4" fmla="*/ 49330 h 81305"/>
                <a:gd name="connsiteX5" fmla="*/ 154 w 57923"/>
                <a:gd name="connsiteY5" fmla="*/ 53759 h 81305"/>
                <a:gd name="connsiteX6" fmla="*/ 154 w 57923"/>
                <a:gd name="connsiteY6" fmla="*/ 77141 h 81305"/>
                <a:gd name="connsiteX7" fmla="*/ 2103 w 57923"/>
                <a:gd name="connsiteY7" fmla="*/ 81392 h 81305"/>
                <a:gd name="connsiteX8" fmla="*/ 6531 w 57923"/>
                <a:gd name="connsiteY8" fmla="*/ 77849 h 81305"/>
                <a:gd name="connsiteX9" fmla="*/ 10074 w 57923"/>
                <a:gd name="connsiteY9" fmla="*/ 73775 h 81305"/>
                <a:gd name="connsiteX10" fmla="*/ 29559 w 57923"/>
                <a:gd name="connsiteY10" fmla="*/ 81392 h 81305"/>
                <a:gd name="connsiteX11" fmla="*/ 58078 w 57923"/>
                <a:gd name="connsiteY11" fmla="*/ 56770 h 81305"/>
                <a:gd name="connsiteX12" fmla="*/ 50638 w 57923"/>
                <a:gd name="connsiteY12" fmla="*/ 39942 h 81305"/>
                <a:gd name="connsiteX13" fmla="*/ 30444 w 57923"/>
                <a:gd name="connsiteY13" fmla="*/ 31440 h 81305"/>
                <a:gd name="connsiteX14" fmla="*/ 8657 w 57923"/>
                <a:gd name="connsiteY14" fmla="*/ 16915 h 81305"/>
                <a:gd name="connsiteX15" fmla="*/ 28496 w 57923"/>
                <a:gd name="connsiteY15" fmla="*/ 3452 h 81305"/>
                <a:gd name="connsiteX16" fmla="*/ 49221 w 57923"/>
                <a:gd name="connsiteY16" fmla="*/ 24886 h 81305"/>
                <a:gd name="connsiteX17" fmla="*/ 51346 w 57923"/>
                <a:gd name="connsiteY17" fmla="*/ 26480 h 81305"/>
                <a:gd name="connsiteX18" fmla="*/ 53649 w 57923"/>
                <a:gd name="connsiteY18" fmla="*/ 22229 h 81305"/>
                <a:gd name="connsiteX19" fmla="*/ 53649 w 57923"/>
                <a:gd name="connsiteY19" fmla="*/ 4338 h 81305"/>
                <a:gd name="connsiteX20" fmla="*/ 51701 w 57923"/>
                <a:gd name="connsiteY20" fmla="*/ 87 h 81305"/>
                <a:gd name="connsiteX21" fmla="*/ 48158 w 57923"/>
                <a:gd name="connsiteY21" fmla="*/ 2212 h 81305"/>
                <a:gd name="connsiteX22" fmla="*/ 45147 w 57923"/>
                <a:gd name="connsiteY22" fmla="*/ 5046 h 81305"/>
                <a:gd name="connsiteX23" fmla="*/ 28496 w 57923"/>
                <a:gd name="connsiteY23" fmla="*/ 87 h 81305"/>
                <a:gd name="connsiteX24" fmla="*/ 154 w 57923"/>
                <a:gd name="connsiteY24" fmla="*/ 21874 h 81305"/>
                <a:gd name="connsiteX25" fmla="*/ 7771 w 57923"/>
                <a:gd name="connsiteY25" fmla="*/ 36931 h 81305"/>
                <a:gd name="connsiteX26" fmla="*/ 31153 w 57923"/>
                <a:gd name="connsiteY26" fmla="*/ 45079 h 813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57923" h="81305">
                  <a:moveTo>
                    <a:pt x="31153" y="45079"/>
                  </a:moveTo>
                  <a:cubicBezTo>
                    <a:pt x="35050" y="45788"/>
                    <a:pt x="49575" y="48622"/>
                    <a:pt x="49575" y="61376"/>
                  </a:cubicBezTo>
                  <a:cubicBezTo>
                    <a:pt x="49575" y="70410"/>
                    <a:pt x="43375" y="77495"/>
                    <a:pt x="29559" y="77495"/>
                  </a:cubicBezTo>
                  <a:cubicBezTo>
                    <a:pt x="14679" y="77495"/>
                    <a:pt x="8302" y="67398"/>
                    <a:pt x="4937" y="52342"/>
                  </a:cubicBezTo>
                  <a:cubicBezTo>
                    <a:pt x="4405" y="50039"/>
                    <a:pt x="4228" y="49330"/>
                    <a:pt x="2457" y="49330"/>
                  </a:cubicBezTo>
                  <a:cubicBezTo>
                    <a:pt x="154" y="49330"/>
                    <a:pt x="154" y="50570"/>
                    <a:pt x="154" y="53759"/>
                  </a:cubicBezTo>
                  <a:lnTo>
                    <a:pt x="154" y="77141"/>
                  </a:lnTo>
                  <a:cubicBezTo>
                    <a:pt x="154" y="80152"/>
                    <a:pt x="154" y="81392"/>
                    <a:pt x="2103" y="81392"/>
                  </a:cubicBezTo>
                  <a:cubicBezTo>
                    <a:pt x="2988" y="81392"/>
                    <a:pt x="3165" y="81215"/>
                    <a:pt x="6531" y="77849"/>
                  </a:cubicBezTo>
                  <a:cubicBezTo>
                    <a:pt x="6885" y="77495"/>
                    <a:pt x="6885" y="77141"/>
                    <a:pt x="10074" y="73775"/>
                  </a:cubicBezTo>
                  <a:cubicBezTo>
                    <a:pt x="17868" y="81215"/>
                    <a:pt x="25839" y="81392"/>
                    <a:pt x="29559" y="81392"/>
                  </a:cubicBezTo>
                  <a:cubicBezTo>
                    <a:pt x="49929" y="81392"/>
                    <a:pt x="58078" y="69524"/>
                    <a:pt x="58078" y="56770"/>
                  </a:cubicBezTo>
                  <a:cubicBezTo>
                    <a:pt x="58078" y="47382"/>
                    <a:pt x="52763" y="42068"/>
                    <a:pt x="50638" y="39942"/>
                  </a:cubicBezTo>
                  <a:cubicBezTo>
                    <a:pt x="44792" y="34274"/>
                    <a:pt x="37884" y="32857"/>
                    <a:pt x="30444" y="31440"/>
                  </a:cubicBezTo>
                  <a:cubicBezTo>
                    <a:pt x="20525" y="29491"/>
                    <a:pt x="8657" y="27188"/>
                    <a:pt x="8657" y="16915"/>
                  </a:cubicBezTo>
                  <a:cubicBezTo>
                    <a:pt x="8657" y="10715"/>
                    <a:pt x="13262" y="3452"/>
                    <a:pt x="28496" y="3452"/>
                  </a:cubicBezTo>
                  <a:cubicBezTo>
                    <a:pt x="47981" y="3452"/>
                    <a:pt x="48867" y="19394"/>
                    <a:pt x="49221" y="24886"/>
                  </a:cubicBezTo>
                  <a:cubicBezTo>
                    <a:pt x="49398" y="26480"/>
                    <a:pt x="50992" y="26480"/>
                    <a:pt x="51346" y="26480"/>
                  </a:cubicBezTo>
                  <a:cubicBezTo>
                    <a:pt x="53649" y="26480"/>
                    <a:pt x="53649" y="25594"/>
                    <a:pt x="53649" y="22229"/>
                  </a:cubicBezTo>
                  <a:lnTo>
                    <a:pt x="53649" y="4338"/>
                  </a:lnTo>
                  <a:cubicBezTo>
                    <a:pt x="53649" y="1327"/>
                    <a:pt x="53649" y="87"/>
                    <a:pt x="51701" y="87"/>
                  </a:cubicBezTo>
                  <a:cubicBezTo>
                    <a:pt x="50815" y="87"/>
                    <a:pt x="50461" y="87"/>
                    <a:pt x="48158" y="2212"/>
                  </a:cubicBezTo>
                  <a:cubicBezTo>
                    <a:pt x="47627" y="2921"/>
                    <a:pt x="45855" y="4515"/>
                    <a:pt x="45147" y="5046"/>
                  </a:cubicBezTo>
                  <a:cubicBezTo>
                    <a:pt x="38415" y="87"/>
                    <a:pt x="31153" y="87"/>
                    <a:pt x="28496" y="87"/>
                  </a:cubicBezTo>
                  <a:cubicBezTo>
                    <a:pt x="6885" y="87"/>
                    <a:pt x="154" y="11955"/>
                    <a:pt x="154" y="21874"/>
                  </a:cubicBezTo>
                  <a:cubicBezTo>
                    <a:pt x="154" y="28074"/>
                    <a:pt x="2988" y="33034"/>
                    <a:pt x="7771" y="36931"/>
                  </a:cubicBezTo>
                  <a:cubicBezTo>
                    <a:pt x="13439" y="41536"/>
                    <a:pt x="18399" y="42599"/>
                    <a:pt x="31153" y="45079"/>
                  </a:cubicBezTo>
                  <a:close/>
                </a:path>
              </a:pathLst>
            </a:custGeom>
            <a:solidFill>
              <a:srgbClr val="000000"/>
            </a:solidFill>
            <a:ln w="1773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52" name="任意形状 351">
              <a:extLst>
                <a:ext uri="{FF2B5EF4-FFF2-40B4-BE49-F238E27FC236}">
                  <a16:creationId xmlns:a16="http://schemas.microsoft.com/office/drawing/2014/main" id="{37F5C922-F162-B8F6-E394-45A6549074C7}"/>
                </a:ext>
              </a:extLst>
            </p:cNvPr>
            <p:cNvSpPr/>
            <p:nvPr>
              <p:custDataLst>
                <p:tags r:id="rId48"/>
              </p:custDataLst>
            </p:nvPr>
          </p:nvSpPr>
          <p:spPr>
            <a:xfrm>
              <a:off x="9744784" y="6215898"/>
              <a:ext cx="55443" cy="110886"/>
            </a:xfrm>
            <a:custGeom>
              <a:avLst/>
              <a:gdLst>
                <a:gd name="connsiteX0" fmla="*/ 27437 w 55443"/>
                <a:gd name="connsiteY0" fmla="*/ 38171 h 110886"/>
                <a:gd name="connsiteX1" fmla="*/ 52767 w 55443"/>
                <a:gd name="connsiteY1" fmla="*/ 38171 h 110886"/>
                <a:gd name="connsiteX2" fmla="*/ 52767 w 55443"/>
                <a:gd name="connsiteY2" fmla="*/ 32680 h 110886"/>
                <a:gd name="connsiteX3" fmla="*/ 27437 w 55443"/>
                <a:gd name="connsiteY3" fmla="*/ 32680 h 110886"/>
                <a:gd name="connsiteX4" fmla="*/ 27437 w 55443"/>
                <a:gd name="connsiteY4" fmla="*/ 87 h 110886"/>
                <a:gd name="connsiteX5" fmla="*/ 23009 w 55443"/>
                <a:gd name="connsiteY5" fmla="*/ 87 h 110886"/>
                <a:gd name="connsiteX6" fmla="*/ 158 w 55443"/>
                <a:gd name="connsiteY6" fmla="*/ 34274 h 110886"/>
                <a:gd name="connsiteX7" fmla="*/ 158 w 55443"/>
                <a:gd name="connsiteY7" fmla="*/ 38171 h 110886"/>
                <a:gd name="connsiteX8" fmla="*/ 15215 w 55443"/>
                <a:gd name="connsiteY8" fmla="*/ 38171 h 110886"/>
                <a:gd name="connsiteX9" fmla="*/ 15215 w 55443"/>
                <a:gd name="connsiteY9" fmla="*/ 87060 h 110886"/>
                <a:gd name="connsiteX10" fmla="*/ 38065 w 55443"/>
                <a:gd name="connsiteY10" fmla="*/ 110974 h 110886"/>
                <a:gd name="connsiteX11" fmla="*/ 55602 w 55443"/>
                <a:gd name="connsiteY11" fmla="*/ 87060 h 110886"/>
                <a:gd name="connsiteX12" fmla="*/ 55602 w 55443"/>
                <a:gd name="connsiteY12" fmla="*/ 76964 h 110886"/>
                <a:gd name="connsiteX13" fmla="*/ 51173 w 55443"/>
                <a:gd name="connsiteY13" fmla="*/ 76964 h 110886"/>
                <a:gd name="connsiteX14" fmla="*/ 51173 w 55443"/>
                <a:gd name="connsiteY14" fmla="*/ 86706 h 110886"/>
                <a:gd name="connsiteX15" fmla="*/ 39305 w 55443"/>
                <a:gd name="connsiteY15" fmla="*/ 106545 h 110886"/>
                <a:gd name="connsiteX16" fmla="*/ 27437 w 55443"/>
                <a:gd name="connsiteY16" fmla="*/ 87415 h 110886"/>
                <a:gd name="connsiteX17" fmla="*/ 27437 w 55443"/>
                <a:gd name="connsiteY17" fmla="*/ 38171 h 1108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55443" h="110886">
                  <a:moveTo>
                    <a:pt x="27437" y="38171"/>
                  </a:moveTo>
                  <a:lnTo>
                    <a:pt x="52767" y="38171"/>
                  </a:lnTo>
                  <a:lnTo>
                    <a:pt x="52767" y="32680"/>
                  </a:lnTo>
                  <a:lnTo>
                    <a:pt x="27437" y="32680"/>
                  </a:lnTo>
                  <a:lnTo>
                    <a:pt x="27437" y="87"/>
                  </a:lnTo>
                  <a:lnTo>
                    <a:pt x="23009" y="87"/>
                  </a:lnTo>
                  <a:cubicBezTo>
                    <a:pt x="22831" y="14612"/>
                    <a:pt x="17517" y="33565"/>
                    <a:pt x="158" y="34274"/>
                  </a:cubicBezTo>
                  <a:lnTo>
                    <a:pt x="158" y="38171"/>
                  </a:lnTo>
                  <a:lnTo>
                    <a:pt x="15215" y="38171"/>
                  </a:lnTo>
                  <a:lnTo>
                    <a:pt x="15215" y="87060"/>
                  </a:lnTo>
                  <a:cubicBezTo>
                    <a:pt x="15215" y="108848"/>
                    <a:pt x="31688" y="110974"/>
                    <a:pt x="38065" y="110974"/>
                  </a:cubicBezTo>
                  <a:cubicBezTo>
                    <a:pt x="50642" y="110974"/>
                    <a:pt x="55602" y="98397"/>
                    <a:pt x="55602" y="87060"/>
                  </a:cubicBezTo>
                  <a:lnTo>
                    <a:pt x="55602" y="76964"/>
                  </a:lnTo>
                  <a:lnTo>
                    <a:pt x="51173" y="76964"/>
                  </a:lnTo>
                  <a:lnTo>
                    <a:pt x="51173" y="86706"/>
                  </a:lnTo>
                  <a:cubicBezTo>
                    <a:pt x="51173" y="99814"/>
                    <a:pt x="45859" y="106545"/>
                    <a:pt x="39305" y="106545"/>
                  </a:cubicBezTo>
                  <a:cubicBezTo>
                    <a:pt x="27437" y="106545"/>
                    <a:pt x="27437" y="90426"/>
                    <a:pt x="27437" y="87415"/>
                  </a:cubicBezTo>
                  <a:lnTo>
                    <a:pt x="27437" y="38171"/>
                  </a:lnTo>
                  <a:close/>
                </a:path>
              </a:pathLst>
            </a:custGeom>
            <a:solidFill>
              <a:srgbClr val="000000"/>
            </a:solidFill>
            <a:ln w="1773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53" name="任意形状 352">
              <a:extLst>
                <a:ext uri="{FF2B5EF4-FFF2-40B4-BE49-F238E27FC236}">
                  <a16:creationId xmlns:a16="http://schemas.microsoft.com/office/drawing/2014/main" id="{92C62B4E-015E-CB9C-5FEC-1CCAA2E1BB23}"/>
                </a:ext>
              </a:extLst>
            </p:cNvPr>
            <p:cNvSpPr/>
            <p:nvPr>
              <p:custDataLst>
                <p:tags r:id="rId49"/>
              </p:custDataLst>
            </p:nvPr>
          </p:nvSpPr>
          <p:spPr>
            <a:xfrm>
              <a:off x="9875373" y="6246542"/>
              <a:ext cx="87327" cy="112658"/>
            </a:xfrm>
            <a:custGeom>
              <a:avLst/>
              <a:gdLst>
                <a:gd name="connsiteX0" fmla="*/ 61454 w 87327"/>
                <a:gd name="connsiteY0" fmla="*/ 67575 h 112658"/>
                <a:gd name="connsiteX1" fmla="*/ 61454 w 87327"/>
                <a:gd name="connsiteY1" fmla="*/ 99283 h 112658"/>
                <a:gd name="connsiteX2" fmla="*/ 47638 w 87327"/>
                <a:gd name="connsiteY2" fmla="*/ 107254 h 112658"/>
                <a:gd name="connsiteX3" fmla="*/ 47638 w 87327"/>
                <a:gd name="connsiteY3" fmla="*/ 112745 h 112658"/>
                <a:gd name="connsiteX4" fmla="*/ 67477 w 87327"/>
                <a:gd name="connsiteY4" fmla="*/ 112214 h 112658"/>
                <a:gd name="connsiteX5" fmla="*/ 87493 w 87327"/>
                <a:gd name="connsiteY5" fmla="*/ 112745 h 112658"/>
                <a:gd name="connsiteX6" fmla="*/ 87493 w 87327"/>
                <a:gd name="connsiteY6" fmla="*/ 107254 h 112658"/>
                <a:gd name="connsiteX7" fmla="*/ 73677 w 87327"/>
                <a:gd name="connsiteY7" fmla="*/ 99283 h 112658"/>
                <a:gd name="connsiteX8" fmla="*/ 73677 w 87327"/>
                <a:gd name="connsiteY8" fmla="*/ 87 h 112658"/>
                <a:gd name="connsiteX9" fmla="*/ 69780 w 87327"/>
                <a:gd name="connsiteY9" fmla="*/ 87 h 112658"/>
                <a:gd name="connsiteX10" fmla="*/ 63048 w 87327"/>
                <a:gd name="connsiteY10" fmla="*/ 16206 h 112658"/>
                <a:gd name="connsiteX11" fmla="*/ 39312 w 87327"/>
                <a:gd name="connsiteY11" fmla="*/ 87 h 112658"/>
                <a:gd name="connsiteX12" fmla="*/ 165 w 87327"/>
                <a:gd name="connsiteY12" fmla="*/ 40296 h 112658"/>
                <a:gd name="connsiteX13" fmla="*/ 37895 w 87327"/>
                <a:gd name="connsiteY13" fmla="*/ 80329 h 112658"/>
                <a:gd name="connsiteX14" fmla="*/ 61454 w 87327"/>
                <a:gd name="connsiteY14" fmla="*/ 67575 h 112658"/>
                <a:gd name="connsiteX15" fmla="*/ 61986 w 87327"/>
                <a:gd name="connsiteY15" fmla="*/ 29314 h 112658"/>
                <a:gd name="connsiteX16" fmla="*/ 61986 w 87327"/>
                <a:gd name="connsiteY16" fmla="*/ 54290 h 112658"/>
                <a:gd name="connsiteX17" fmla="*/ 54900 w 87327"/>
                <a:gd name="connsiteY17" fmla="*/ 69170 h 112658"/>
                <a:gd name="connsiteX18" fmla="*/ 38604 w 87327"/>
                <a:gd name="connsiteY18" fmla="*/ 76432 h 112658"/>
                <a:gd name="connsiteX19" fmla="*/ 14868 w 87327"/>
                <a:gd name="connsiteY19" fmla="*/ 40296 h 112658"/>
                <a:gd name="connsiteX20" fmla="*/ 40375 w 87327"/>
                <a:gd name="connsiteY20" fmla="*/ 4515 h 112658"/>
                <a:gd name="connsiteX21" fmla="*/ 61986 w 87327"/>
                <a:gd name="connsiteY21" fmla="*/ 29314 h 1126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87327" h="112658">
                  <a:moveTo>
                    <a:pt x="61454" y="67575"/>
                  </a:moveTo>
                  <a:lnTo>
                    <a:pt x="61454" y="99283"/>
                  </a:lnTo>
                  <a:cubicBezTo>
                    <a:pt x="61454" y="107254"/>
                    <a:pt x="59506" y="107254"/>
                    <a:pt x="47638" y="107254"/>
                  </a:cubicBezTo>
                  <a:lnTo>
                    <a:pt x="47638" y="112745"/>
                  </a:lnTo>
                  <a:cubicBezTo>
                    <a:pt x="53660" y="112568"/>
                    <a:pt x="62871" y="112214"/>
                    <a:pt x="67477" y="112214"/>
                  </a:cubicBezTo>
                  <a:cubicBezTo>
                    <a:pt x="72260" y="112214"/>
                    <a:pt x="81293" y="112568"/>
                    <a:pt x="87493" y="112745"/>
                  </a:cubicBezTo>
                  <a:lnTo>
                    <a:pt x="87493" y="107254"/>
                  </a:lnTo>
                  <a:cubicBezTo>
                    <a:pt x="75625" y="107254"/>
                    <a:pt x="73677" y="107254"/>
                    <a:pt x="73677" y="99283"/>
                  </a:cubicBezTo>
                  <a:lnTo>
                    <a:pt x="73677" y="87"/>
                  </a:lnTo>
                  <a:lnTo>
                    <a:pt x="69780" y="87"/>
                  </a:lnTo>
                  <a:lnTo>
                    <a:pt x="63048" y="16206"/>
                  </a:lnTo>
                  <a:cubicBezTo>
                    <a:pt x="60746" y="11246"/>
                    <a:pt x="53483" y="87"/>
                    <a:pt x="39312" y="87"/>
                  </a:cubicBezTo>
                  <a:cubicBezTo>
                    <a:pt x="18765" y="87"/>
                    <a:pt x="165" y="17269"/>
                    <a:pt x="165" y="40296"/>
                  </a:cubicBezTo>
                  <a:cubicBezTo>
                    <a:pt x="165" y="62438"/>
                    <a:pt x="17347" y="80329"/>
                    <a:pt x="37895" y="80329"/>
                  </a:cubicBezTo>
                  <a:cubicBezTo>
                    <a:pt x="50295" y="80329"/>
                    <a:pt x="57557" y="72712"/>
                    <a:pt x="61454" y="67575"/>
                  </a:cubicBezTo>
                  <a:close/>
                  <a:moveTo>
                    <a:pt x="61986" y="29314"/>
                  </a:moveTo>
                  <a:lnTo>
                    <a:pt x="61986" y="54290"/>
                  </a:lnTo>
                  <a:cubicBezTo>
                    <a:pt x="61986" y="59959"/>
                    <a:pt x="58797" y="64918"/>
                    <a:pt x="54900" y="69170"/>
                  </a:cubicBezTo>
                  <a:cubicBezTo>
                    <a:pt x="52597" y="71650"/>
                    <a:pt x="46929" y="76432"/>
                    <a:pt x="38604" y="76432"/>
                  </a:cubicBezTo>
                  <a:cubicBezTo>
                    <a:pt x="25673" y="76432"/>
                    <a:pt x="14868" y="60667"/>
                    <a:pt x="14868" y="40296"/>
                  </a:cubicBezTo>
                  <a:cubicBezTo>
                    <a:pt x="14868" y="19217"/>
                    <a:pt x="27267" y="4515"/>
                    <a:pt x="40375" y="4515"/>
                  </a:cubicBezTo>
                  <a:cubicBezTo>
                    <a:pt x="54546" y="4515"/>
                    <a:pt x="61986" y="19926"/>
                    <a:pt x="61986" y="29314"/>
                  </a:cubicBezTo>
                  <a:close/>
                </a:path>
              </a:pathLst>
            </a:custGeom>
            <a:solidFill>
              <a:srgbClr val="000000"/>
            </a:solidFill>
            <a:ln w="1773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54" name="任意形状 353">
              <a:extLst>
                <a:ext uri="{FF2B5EF4-FFF2-40B4-BE49-F238E27FC236}">
                  <a16:creationId xmlns:a16="http://schemas.microsoft.com/office/drawing/2014/main" id="{3841D2C8-9D14-12AB-65B6-24E80CADF313}"/>
                </a:ext>
              </a:extLst>
            </p:cNvPr>
            <p:cNvSpPr/>
            <p:nvPr>
              <p:custDataLst>
                <p:tags r:id="rId50"/>
              </p:custDataLst>
            </p:nvPr>
          </p:nvSpPr>
          <p:spPr>
            <a:xfrm>
              <a:off x="9968507" y="6246542"/>
              <a:ext cx="89099" cy="80242"/>
            </a:xfrm>
            <a:custGeom>
              <a:avLst/>
              <a:gdLst>
                <a:gd name="connsiteX0" fmla="*/ 63762 w 89099"/>
                <a:gd name="connsiteY0" fmla="*/ 64387 h 80242"/>
                <a:gd name="connsiteX1" fmla="*/ 63762 w 89099"/>
                <a:gd name="connsiteY1" fmla="*/ 80329 h 80242"/>
                <a:gd name="connsiteX2" fmla="*/ 89270 w 89099"/>
                <a:gd name="connsiteY2" fmla="*/ 78381 h 80242"/>
                <a:gd name="connsiteX3" fmla="*/ 89270 w 89099"/>
                <a:gd name="connsiteY3" fmla="*/ 72889 h 80242"/>
                <a:gd name="connsiteX4" fmla="*/ 75453 w 89099"/>
                <a:gd name="connsiteY4" fmla="*/ 62970 h 80242"/>
                <a:gd name="connsiteX5" fmla="*/ 75453 w 89099"/>
                <a:gd name="connsiteY5" fmla="*/ 87 h 80242"/>
                <a:gd name="connsiteX6" fmla="*/ 49414 w 89099"/>
                <a:gd name="connsiteY6" fmla="*/ 2035 h 80242"/>
                <a:gd name="connsiteX7" fmla="*/ 49414 w 89099"/>
                <a:gd name="connsiteY7" fmla="*/ 7526 h 80242"/>
                <a:gd name="connsiteX8" fmla="*/ 63231 w 89099"/>
                <a:gd name="connsiteY8" fmla="*/ 17446 h 80242"/>
                <a:gd name="connsiteX9" fmla="*/ 63231 w 89099"/>
                <a:gd name="connsiteY9" fmla="*/ 48976 h 80242"/>
                <a:gd name="connsiteX10" fmla="*/ 41797 w 89099"/>
                <a:gd name="connsiteY10" fmla="*/ 76432 h 80242"/>
                <a:gd name="connsiteX11" fmla="*/ 26210 w 89099"/>
                <a:gd name="connsiteY11" fmla="*/ 58896 h 80242"/>
                <a:gd name="connsiteX12" fmla="*/ 26210 w 89099"/>
                <a:gd name="connsiteY12" fmla="*/ 87 h 80242"/>
                <a:gd name="connsiteX13" fmla="*/ 171 w 89099"/>
                <a:gd name="connsiteY13" fmla="*/ 2035 h 80242"/>
                <a:gd name="connsiteX14" fmla="*/ 171 w 89099"/>
                <a:gd name="connsiteY14" fmla="*/ 7526 h 80242"/>
                <a:gd name="connsiteX15" fmla="*/ 13987 w 89099"/>
                <a:gd name="connsiteY15" fmla="*/ 23823 h 80242"/>
                <a:gd name="connsiteX16" fmla="*/ 13987 w 89099"/>
                <a:gd name="connsiteY16" fmla="*/ 50393 h 80242"/>
                <a:gd name="connsiteX17" fmla="*/ 40912 w 89099"/>
                <a:gd name="connsiteY17" fmla="*/ 80329 h 80242"/>
                <a:gd name="connsiteX18" fmla="*/ 63762 w 89099"/>
                <a:gd name="connsiteY18" fmla="*/ 64387 h 802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89099" h="80242">
                  <a:moveTo>
                    <a:pt x="63762" y="64387"/>
                  </a:moveTo>
                  <a:lnTo>
                    <a:pt x="63762" y="80329"/>
                  </a:lnTo>
                  <a:lnTo>
                    <a:pt x="89270" y="78381"/>
                  </a:lnTo>
                  <a:lnTo>
                    <a:pt x="89270" y="72889"/>
                  </a:lnTo>
                  <a:cubicBezTo>
                    <a:pt x="76870" y="72889"/>
                    <a:pt x="75453" y="71650"/>
                    <a:pt x="75453" y="62970"/>
                  </a:cubicBezTo>
                  <a:lnTo>
                    <a:pt x="75453" y="87"/>
                  </a:lnTo>
                  <a:lnTo>
                    <a:pt x="49414" y="2035"/>
                  </a:lnTo>
                  <a:lnTo>
                    <a:pt x="49414" y="7526"/>
                  </a:lnTo>
                  <a:cubicBezTo>
                    <a:pt x="61814" y="7526"/>
                    <a:pt x="63231" y="8766"/>
                    <a:pt x="63231" y="17446"/>
                  </a:cubicBezTo>
                  <a:lnTo>
                    <a:pt x="63231" y="48976"/>
                  </a:lnTo>
                  <a:cubicBezTo>
                    <a:pt x="63231" y="64387"/>
                    <a:pt x="54728" y="76432"/>
                    <a:pt x="41797" y="76432"/>
                  </a:cubicBezTo>
                  <a:cubicBezTo>
                    <a:pt x="26918" y="76432"/>
                    <a:pt x="26210" y="68107"/>
                    <a:pt x="26210" y="58896"/>
                  </a:cubicBezTo>
                  <a:lnTo>
                    <a:pt x="26210" y="87"/>
                  </a:lnTo>
                  <a:lnTo>
                    <a:pt x="171" y="2035"/>
                  </a:lnTo>
                  <a:lnTo>
                    <a:pt x="171" y="7526"/>
                  </a:lnTo>
                  <a:cubicBezTo>
                    <a:pt x="13987" y="7526"/>
                    <a:pt x="13987" y="8058"/>
                    <a:pt x="13987" y="23823"/>
                  </a:cubicBezTo>
                  <a:lnTo>
                    <a:pt x="13987" y="50393"/>
                  </a:lnTo>
                  <a:cubicBezTo>
                    <a:pt x="13987" y="64210"/>
                    <a:pt x="13987" y="80329"/>
                    <a:pt x="40912" y="80329"/>
                  </a:cubicBezTo>
                  <a:cubicBezTo>
                    <a:pt x="50831" y="80329"/>
                    <a:pt x="58625" y="75369"/>
                    <a:pt x="63762" y="64387"/>
                  </a:cubicBezTo>
                  <a:close/>
                </a:path>
              </a:pathLst>
            </a:custGeom>
            <a:solidFill>
              <a:srgbClr val="000000"/>
            </a:solidFill>
            <a:ln w="1773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55" name="任意形状 354">
              <a:extLst>
                <a:ext uri="{FF2B5EF4-FFF2-40B4-BE49-F238E27FC236}">
                  <a16:creationId xmlns:a16="http://schemas.microsoft.com/office/drawing/2014/main" id="{950259BE-4F43-6EC4-72AE-FA3B82D2526B}"/>
                </a:ext>
              </a:extLst>
            </p:cNvPr>
            <p:cNvSpPr/>
            <p:nvPr>
              <p:custDataLst>
                <p:tags r:id="rId51"/>
              </p:custDataLst>
            </p:nvPr>
          </p:nvSpPr>
          <p:spPr>
            <a:xfrm>
              <a:off x="10066208" y="6245480"/>
              <a:ext cx="68551" cy="81305"/>
            </a:xfrm>
            <a:custGeom>
              <a:avLst/>
              <a:gdLst>
                <a:gd name="connsiteX0" fmla="*/ 15056 w 68551"/>
                <a:gd name="connsiteY0" fmla="*/ 34805 h 81305"/>
                <a:gd name="connsiteX1" fmla="*/ 37020 w 68551"/>
                <a:gd name="connsiteY1" fmla="*/ 3984 h 81305"/>
                <a:gd name="connsiteX2" fmla="*/ 57037 w 68551"/>
                <a:gd name="connsiteY2" fmla="*/ 34805 h 81305"/>
                <a:gd name="connsiteX3" fmla="*/ 15056 w 68551"/>
                <a:gd name="connsiteY3" fmla="*/ 34805 h 81305"/>
                <a:gd name="connsiteX4" fmla="*/ 14878 w 68551"/>
                <a:gd name="connsiteY4" fmla="*/ 38525 h 81305"/>
                <a:gd name="connsiteX5" fmla="*/ 64299 w 68551"/>
                <a:gd name="connsiteY5" fmla="*/ 38525 h 81305"/>
                <a:gd name="connsiteX6" fmla="*/ 68728 w 68551"/>
                <a:gd name="connsiteY6" fmla="*/ 34805 h 81305"/>
                <a:gd name="connsiteX7" fmla="*/ 37020 w 68551"/>
                <a:gd name="connsiteY7" fmla="*/ 87 h 81305"/>
                <a:gd name="connsiteX8" fmla="*/ 176 w 68551"/>
                <a:gd name="connsiteY8" fmla="*/ 40474 h 81305"/>
                <a:gd name="connsiteX9" fmla="*/ 39146 w 68551"/>
                <a:gd name="connsiteY9" fmla="*/ 81392 h 81305"/>
                <a:gd name="connsiteX10" fmla="*/ 68728 w 68551"/>
                <a:gd name="connsiteY10" fmla="*/ 58364 h 81305"/>
                <a:gd name="connsiteX11" fmla="*/ 66425 w 68551"/>
                <a:gd name="connsiteY11" fmla="*/ 56239 h 81305"/>
                <a:gd name="connsiteX12" fmla="*/ 64122 w 68551"/>
                <a:gd name="connsiteY12" fmla="*/ 58719 h 81305"/>
                <a:gd name="connsiteX13" fmla="*/ 40209 w 68551"/>
                <a:gd name="connsiteY13" fmla="*/ 76964 h 81305"/>
                <a:gd name="connsiteX14" fmla="*/ 20192 w 68551"/>
                <a:gd name="connsiteY14" fmla="*/ 65095 h 81305"/>
                <a:gd name="connsiteX15" fmla="*/ 14878 w 68551"/>
                <a:gd name="connsiteY15" fmla="*/ 38525 h 813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68551" h="81305">
                  <a:moveTo>
                    <a:pt x="15056" y="34805"/>
                  </a:moveTo>
                  <a:cubicBezTo>
                    <a:pt x="16118" y="8412"/>
                    <a:pt x="30998" y="3984"/>
                    <a:pt x="37020" y="3984"/>
                  </a:cubicBezTo>
                  <a:cubicBezTo>
                    <a:pt x="55265" y="3984"/>
                    <a:pt x="57037" y="27897"/>
                    <a:pt x="57037" y="34805"/>
                  </a:cubicBezTo>
                  <a:lnTo>
                    <a:pt x="15056" y="34805"/>
                  </a:lnTo>
                  <a:close/>
                  <a:moveTo>
                    <a:pt x="14878" y="38525"/>
                  </a:moveTo>
                  <a:lnTo>
                    <a:pt x="64299" y="38525"/>
                  </a:lnTo>
                  <a:cubicBezTo>
                    <a:pt x="68196" y="38525"/>
                    <a:pt x="68728" y="38525"/>
                    <a:pt x="68728" y="34805"/>
                  </a:cubicBezTo>
                  <a:cubicBezTo>
                    <a:pt x="68728" y="17269"/>
                    <a:pt x="59162" y="87"/>
                    <a:pt x="37020" y="87"/>
                  </a:cubicBezTo>
                  <a:cubicBezTo>
                    <a:pt x="16473" y="87"/>
                    <a:pt x="176" y="18332"/>
                    <a:pt x="176" y="40474"/>
                  </a:cubicBezTo>
                  <a:cubicBezTo>
                    <a:pt x="176" y="64210"/>
                    <a:pt x="18775" y="81392"/>
                    <a:pt x="39146" y="81392"/>
                  </a:cubicBezTo>
                  <a:cubicBezTo>
                    <a:pt x="60757" y="81392"/>
                    <a:pt x="68728" y="61730"/>
                    <a:pt x="68728" y="58364"/>
                  </a:cubicBezTo>
                  <a:cubicBezTo>
                    <a:pt x="68728" y="56593"/>
                    <a:pt x="67311" y="56239"/>
                    <a:pt x="66425" y="56239"/>
                  </a:cubicBezTo>
                  <a:cubicBezTo>
                    <a:pt x="64831" y="56239"/>
                    <a:pt x="64476" y="57302"/>
                    <a:pt x="64122" y="58719"/>
                  </a:cubicBezTo>
                  <a:cubicBezTo>
                    <a:pt x="57922" y="76964"/>
                    <a:pt x="41980" y="76964"/>
                    <a:pt x="40209" y="76964"/>
                  </a:cubicBezTo>
                  <a:cubicBezTo>
                    <a:pt x="31352" y="76964"/>
                    <a:pt x="24267" y="71650"/>
                    <a:pt x="20192" y="65095"/>
                  </a:cubicBezTo>
                  <a:cubicBezTo>
                    <a:pt x="14878" y="56593"/>
                    <a:pt x="14878" y="44902"/>
                    <a:pt x="14878" y="38525"/>
                  </a:cubicBezTo>
                  <a:close/>
                </a:path>
              </a:pathLst>
            </a:custGeom>
            <a:solidFill>
              <a:srgbClr val="000000"/>
            </a:solidFill>
            <a:ln w="1773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56" name="任意形状 355">
              <a:extLst>
                <a:ext uri="{FF2B5EF4-FFF2-40B4-BE49-F238E27FC236}">
                  <a16:creationId xmlns:a16="http://schemas.microsoft.com/office/drawing/2014/main" id="{C2F5AFE2-0012-0E18-95E1-6B407553067C}"/>
                </a:ext>
              </a:extLst>
            </p:cNvPr>
            <p:cNvSpPr/>
            <p:nvPr>
              <p:custDataLst>
                <p:tags r:id="rId52"/>
              </p:custDataLst>
            </p:nvPr>
          </p:nvSpPr>
          <p:spPr>
            <a:xfrm>
              <a:off x="10144935" y="6246542"/>
              <a:ext cx="59517" cy="78294"/>
            </a:xfrm>
            <a:custGeom>
              <a:avLst/>
              <a:gdLst>
                <a:gd name="connsiteX0" fmla="*/ 24802 w 59517"/>
                <a:gd name="connsiteY0" fmla="*/ 19572 h 78294"/>
                <a:gd name="connsiteX1" fmla="*/ 24802 w 59517"/>
                <a:gd name="connsiteY1" fmla="*/ 87 h 78294"/>
                <a:gd name="connsiteX2" fmla="*/ 181 w 59517"/>
                <a:gd name="connsiteY2" fmla="*/ 2035 h 78294"/>
                <a:gd name="connsiteX3" fmla="*/ 181 w 59517"/>
                <a:gd name="connsiteY3" fmla="*/ 7526 h 78294"/>
                <a:gd name="connsiteX4" fmla="*/ 13997 w 59517"/>
                <a:gd name="connsiteY4" fmla="*/ 17446 h 78294"/>
                <a:gd name="connsiteX5" fmla="*/ 13997 w 59517"/>
                <a:gd name="connsiteY5" fmla="*/ 64918 h 78294"/>
                <a:gd name="connsiteX6" fmla="*/ 181 w 59517"/>
                <a:gd name="connsiteY6" fmla="*/ 72889 h 78294"/>
                <a:gd name="connsiteX7" fmla="*/ 181 w 59517"/>
                <a:gd name="connsiteY7" fmla="*/ 78381 h 78294"/>
                <a:gd name="connsiteX8" fmla="*/ 20374 w 59517"/>
                <a:gd name="connsiteY8" fmla="*/ 77849 h 78294"/>
                <a:gd name="connsiteX9" fmla="*/ 42870 w 59517"/>
                <a:gd name="connsiteY9" fmla="*/ 78381 h 78294"/>
                <a:gd name="connsiteX10" fmla="*/ 42870 w 59517"/>
                <a:gd name="connsiteY10" fmla="*/ 72889 h 78294"/>
                <a:gd name="connsiteX11" fmla="*/ 39150 w 59517"/>
                <a:gd name="connsiteY11" fmla="*/ 72889 h 78294"/>
                <a:gd name="connsiteX12" fmla="*/ 25688 w 59517"/>
                <a:gd name="connsiteY12" fmla="*/ 64564 h 78294"/>
                <a:gd name="connsiteX13" fmla="*/ 25688 w 59517"/>
                <a:gd name="connsiteY13" fmla="*/ 37285 h 78294"/>
                <a:gd name="connsiteX14" fmla="*/ 46590 w 59517"/>
                <a:gd name="connsiteY14" fmla="*/ 3984 h 78294"/>
                <a:gd name="connsiteX15" fmla="*/ 48539 w 59517"/>
                <a:gd name="connsiteY15" fmla="*/ 4161 h 78294"/>
                <a:gd name="connsiteX16" fmla="*/ 44464 w 59517"/>
                <a:gd name="connsiteY16" fmla="*/ 11069 h 78294"/>
                <a:gd name="connsiteX17" fmla="*/ 52081 w 59517"/>
                <a:gd name="connsiteY17" fmla="*/ 18686 h 78294"/>
                <a:gd name="connsiteX18" fmla="*/ 59698 w 59517"/>
                <a:gd name="connsiteY18" fmla="*/ 10892 h 78294"/>
                <a:gd name="connsiteX19" fmla="*/ 46590 w 59517"/>
                <a:gd name="connsiteY19" fmla="*/ 87 h 78294"/>
                <a:gd name="connsiteX20" fmla="*/ 24802 w 59517"/>
                <a:gd name="connsiteY20" fmla="*/ 19572 h 78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59517" h="78294">
                  <a:moveTo>
                    <a:pt x="24802" y="19572"/>
                  </a:moveTo>
                  <a:lnTo>
                    <a:pt x="24802" y="87"/>
                  </a:lnTo>
                  <a:lnTo>
                    <a:pt x="181" y="2035"/>
                  </a:lnTo>
                  <a:lnTo>
                    <a:pt x="181" y="7526"/>
                  </a:lnTo>
                  <a:cubicBezTo>
                    <a:pt x="12580" y="7526"/>
                    <a:pt x="13997" y="8766"/>
                    <a:pt x="13997" y="17446"/>
                  </a:cubicBezTo>
                  <a:lnTo>
                    <a:pt x="13997" y="64918"/>
                  </a:lnTo>
                  <a:cubicBezTo>
                    <a:pt x="13997" y="72889"/>
                    <a:pt x="12049" y="72889"/>
                    <a:pt x="181" y="72889"/>
                  </a:cubicBezTo>
                  <a:lnTo>
                    <a:pt x="181" y="78381"/>
                  </a:lnTo>
                  <a:cubicBezTo>
                    <a:pt x="7089" y="78204"/>
                    <a:pt x="15414" y="77849"/>
                    <a:pt x="20374" y="77849"/>
                  </a:cubicBezTo>
                  <a:cubicBezTo>
                    <a:pt x="27459" y="77849"/>
                    <a:pt x="35785" y="77849"/>
                    <a:pt x="42870" y="78381"/>
                  </a:cubicBezTo>
                  <a:lnTo>
                    <a:pt x="42870" y="72889"/>
                  </a:lnTo>
                  <a:lnTo>
                    <a:pt x="39150" y="72889"/>
                  </a:lnTo>
                  <a:cubicBezTo>
                    <a:pt x="26042" y="72889"/>
                    <a:pt x="25688" y="70941"/>
                    <a:pt x="25688" y="64564"/>
                  </a:cubicBezTo>
                  <a:lnTo>
                    <a:pt x="25688" y="37285"/>
                  </a:lnTo>
                  <a:cubicBezTo>
                    <a:pt x="25688" y="19749"/>
                    <a:pt x="33128" y="3984"/>
                    <a:pt x="46590" y="3984"/>
                  </a:cubicBezTo>
                  <a:cubicBezTo>
                    <a:pt x="47830" y="3984"/>
                    <a:pt x="48184" y="3984"/>
                    <a:pt x="48539" y="4161"/>
                  </a:cubicBezTo>
                  <a:cubicBezTo>
                    <a:pt x="48007" y="4338"/>
                    <a:pt x="44464" y="6464"/>
                    <a:pt x="44464" y="11069"/>
                  </a:cubicBezTo>
                  <a:cubicBezTo>
                    <a:pt x="44464" y="16029"/>
                    <a:pt x="48184" y="18686"/>
                    <a:pt x="52081" y="18686"/>
                  </a:cubicBezTo>
                  <a:cubicBezTo>
                    <a:pt x="55270" y="18686"/>
                    <a:pt x="59698" y="16560"/>
                    <a:pt x="59698" y="10892"/>
                  </a:cubicBezTo>
                  <a:cubicBezTo>
                    <a:pt x="59698" y="5224"/>
                    <a:pt x="54207" y="87"/>
                    <a:pt x="46590" y="87"/>
                  </a:cubicBezTo>
                  <a:cubicBezTo>
                    <a:pt x="33659" y="87"/>
                    <a:pt x="27282" y="11955"/>
                    <a:pt x="24802" y="19572"/>
                  </a:cubicBezTo>
                  <a:close/>
                </a:path>
              </a:pathLst>
            </a:custGeom>
            <a:solidFill>
              <a:srgbClr val="000000"/>
            </a:solidFill>
            <a:ln w="1773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57" name="任意形状 356">
              <a:extLst>
                <a:ext uri="{FF2B5EF4-FFF2-40B4-BE49-F238E27FC236}">
                  <a16:creationId xmlns:a16="http://schemas.microsoft.com/office/drawing/2014/main" id="{689A6EF7-5CF0-CAC0-BCFC-929900080506}"/>
                </a:ext>
              </a:extLst>
            </p:cNvPr>
            <p:cNvSpPr/>
            <p:nvPr>
              <p:custDataLst>
                <p:tags r:id="rId53"/>
              </p:custDataLst>
            </p:nvPr>
          </p:nvSpPr>
          <p:spPr>
            <a:xfrm>
              <a:off x="10212719" y="6248491"/>
              <a:ext cx="86619" cy="112658"/>
            </a:xfrm>
            <a:custGeom>
              <a:avLst/>
              <a:gdLst>
                <a:gd name="connsiteX0" fmla="*/ 70330 w 86619"/>
                <a:gd name="connsiteY0" fmla="*/ 16915 h 112658"/>
                <a:gd name="connsiteX1" fmla="*/ 86804 w 86619"/>
                <a:gd name="connsiteY1" fmla="*/ 5578 h 112658"/>
                <a:gd name="connsiteX2" fmla="*/ 86804 w 86619"/>
                <a:gd name="connsiteY2" fmla="*/ 87 h 112658"/>
                <a:gd name="connsiteX3" fmla="*/ 73519 w 86619"/>
                <a:gd name="connsiteY3" fmla="*/ 618 h 112658"/>
                <a:gd name="connsiteX4" fmla="*/ 58108 w 86619"/>
                <a:gd name="connsiteY4" fmla="*/ 87 h 112658"/>
                <a:gd name="connsiteX5" fmla="*/ 58108 w 86619"/>
                <a:gd name="connsiteY5" fmla="*/ 5578 h 112658"/>
                <a:gd name="connsiteX6" fmla="*/ 66433 w 86619"/>
                <a:gd name="connsiteY6" fmla="*/ 13195 h 112658"/>
                <a:gd name="connsiteX7" fmla="*/ 65370 w 86619"/>
                <a:gd name="connsiteY7" fmla="*/ 17446 h 112658"/>
                <a:gd name="connsiteX8" fmla="*/ 47480 w 86619"/>
                <a:gd name="connsiteY8" fmla="*/ 61021 h 112658"/>
                <a:gd name="connsiteX9" fmla="*/ 27818 w 86619"/>
                <a:gd name="connsiteY9" fmla="*/ 13372 h 112658"/>
                <a:gd name="connsiteX10" fmla="*/ 26755 w 86619"/>
                <a:gd name="connsiteY10" fmla="*/ 10183 h 112658"/>
                <a:gd name="connsiteX11" fmla="*/ 36674 w 86619"/>
                <a:gd name="connsiteY11" fmla="*/ 5578 h 112658"/>
                <a:gd name="connsiteX12" fmla="*/ 36674 w 86619"/>
                <a:gd name="connsiteY12" fmla="*/ 87 h 112658"/>
                <a:gd name="connsiteX13" fmla="*/ 17367 w 86619"/>
                <a:gd name="connsiteY13" fmla="*/ 618 h 112658"/>
                <a:gd name="connsiteX14" fmla="*/ 184 w 86619"/>
                <a:gd name="connsiteY14" fmla="*/ 87 h 112658"/>
                <a:gd name="connsiteX15" fmla="*/ 184 w 86619"/>
                <a:gd name="connsiteY15" fmla="*/ 5578 h 112658"/>
                <a:gd name="connsiteX16" fmla="*/ 14532 w 86619"/>
                <a:gd name="connsiteY16" fmla="*/ 11778 h 112658"/>
                <a:gd name="connsiteX17" fmla="*/ 41103 w 86619"/>
                <a:gd name="connsiteY17" fmla="*/ 76432 h 112658"/>
                <a:gd name="connsiteX18" fmla="*/ 36674 w 86619"/>
                <a:gd name="connsiteY18" fmla="*/ 86883 h 112658"/>
                <a:gd name="connsiteX19" fmla="*/ 16481 w 86619"/>
                <a:gd name="connsiteY19" fmla="*/ 108848 h 112658"/>
                <a:gd name="connsiteX20" fmla="*/ 8156 w 86619"/>
                <a:gd name="connsiteY20" fmla="*/ 105660 h 112658"/>
                <a:gd name="connsiteX21" fmla="*/ 15064 w 86619"/>
                <a:gd name="connsiteY21" fmla="*/ 98220 h 112658"/>
                <a:gd name="connsiteX22" fmla="*/ 7624 w 86619"/>
                <a:gd name="connsiteY22" fmla="*/ 90780 h 112658"/>
                <a:gd name="connsiteX23" fmla="*/ 184 w 86619"/>
                <a:gd name="connsiteY23" fmla="*/ 98397 h 112658"/>
                <a:gd name="connsiteX24" fmla="*/ 16481 w 86619"/>
                <a:gd name="connsiteY24" fmla="*/ 112745 h 112658"/>
                <a:gd name="connsiteX25" fmla="*/ 39154 w 86619"/>
                <a:gd name="connsiteY25" fmla="*/ 92552 h 112658"/>
                <a:gd name="connsiteX26" fmla="*/ 70330 w 86619"/>
                <a:gd name="connsiteY26" fmla="*/ 16915 h 1126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86619" h="112658">
                  <a:moveTo>
                    <a:pt x="70330" y="16915"/>
                  </a:moveTo>
                  <a:cubicBezTo>
                    <a:pt x="74936" y="5755"/>
                    <a:pt x="83970" y="5578"/>
                    <a:pt x="86804" y="5578"/>
                  </a:cubicBezTo>
                  <a:lnTo>
                    <a:pt x="86804" y="87"/>
                  </a:lnTo>
                  <a:cubicBezTo>
                    <a:pt x="82730" y="441"/>
                    <a:pt x="77593" y="618"/>
                    <a:pt x="73519" y="618"/>
                  </a:cubicBezTo>
                  <a:cubicBezTo>
                    <a:pt x="70330" y="618"/>
                    <a:pt x="62005" y="264"/>
                    <a:pt x="58108" y="87"/>
                  </a:cubicBezTo>
                  <a:lnTo>
                    <a:pt x="58108" y="5578"/>
                  </a:lnTo>
                  <a:cubicBezTo>
                    <a:pt x="63599" y="5755"/>
                    <a:pt x="66433" y="8766"/>
                    <a:pt x="66433" y="13195"/>
                  </a:cubicBezTo>
                  <a:cubicBezTo>
                    <a:pt x="66433" y="14966"/>
                    <a:pt x="66256" y="15320"/>
                    <a:pt x="65370" y="17446"/>
                  </a:cubicBezTo>
                  <a:lnTo>
                    <a:pt x="47480" y="61021"/>
                  </a:lnTo>
                  <a:lnTo>
                    <a:pt x="27818" y="13372"/>
                  </a:lnTo>
                  <a:cubicBezTo>
                    <a:pt x="27109" y="11601"/>
                    <a:pt x="26755" y="10892"/>
                    <a:pt x="26755" y="10183"/>
                  </a:cubicBezTo>
                  <a:cubicBezTo>
                    <a:pt x="26755" y="5578"/>
                    <a:pt x="33309" y="5578"/>
                    <a:pt x="36674" y="5578"/>
                  </a:cubicBezTo>
                  <a:lnTo>
                    <a:pt x="36674" y="87"/>
                  </a:lnTo>
                  <a:cubicBezTo>
                    <a:pt x="32069" y="264"/>
                    <a:pt x="20378" y="618"/>
                    <a:pt x="17367" y="618"/>
                  </a:cubicBezTo>
                  <a:cubicBezTo>
                    <a:pt x="12584" y="618"/>
                    <a:pt x="5498" y="441"/>
                    <a:pt x="184" y="87"/>
                  </a:cubicBezTo>
                  <a:lnTo>
                    <a:pt x="184" y="5578"/>
                  </a:lnTo>
                  <a:cubicBezTo>
                    <a:pt x="8687" y="5578"/>
                    <a:pt x="12053" y="5578"/>
                    <a:pt x="14532" y="11778"/>
                  </a:cubicBezTo>
                  <a:lnTo>
                    <a:pt x="41103" y="76432"/>
                  </a:lnTo>
                  <a:cubicBezTo>
                    <a:pt x="40217" y="78735"/>
                    <a:pt x="37737" y="84580"/>
                    <a:pt x="36674" y="86883"/>
                  </a:cubicBezTo>
                  <a:cubicBezTo>
                    <a:pt x="32777" y="96626"/>
                    <a:pt x="27818" y="108848"/>
                    <a:pt x="16481" y="108848"/>
                  </a:cubicBezTo>
                  <a:cubicBezTo>
                    <a:pt x="15595" y="108848"/>
                    <a:pt x="11521" y="108848"/>
                    <a:pt x="8156" y="105660"/>
                  </a:cubicBezTo>
                  <a:cubicBezTo>
                    <a:pt x="13647" y="104951"/>
                    <a:pt x="15064" y="101054"/>
                    <a:pt x="15064" y="98220"/>
                  </a:cubicBezTo>
                  <a:cubicBezTo>
                    <a:pt x="15064" y="93614"/>
                    <a:pt x="11698" y="90780"/>
                    <a:pt x="7624" y="90780"/>
                  </a:cubicBezTo>
                  <a:cubicBezTo>
                    <a:pt x="4081" y="90780"/>
                    <a:pt x="184" y="93083"/>
                    <a:pt x="184" y="98397"/>
                  </a:cubicBezTo>
                  <a:cubicBezTo>
                    <a:pt x="184" y="106368"/>
                    <a:pt x="7624" y="112745"/>
                    <a:pt x="16481" y="112745"/>
                  </a:cubicBezTo>
                  <a:cubicBezTo>
                    <a:pt x="27640" y="112745"/>
                    <a:pt x="34903" y="102648"/>
                    <a:pt x="39154" y="92552"/>
                  </a:cubicBezTo>
                  <a:lnTo>
                    <a:pt x="70330" y="16915"/>
                  </a:lnTo>
                  <a:close/>
                </a:path>
              </a:pathLst>
            </a:custGeom>
            <a:solidFill>
              <a:srgbClr val="000000"/>
            </a:solidFill>
            <a:ln w="1773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58" name="任意形状 357">
              <a:extLst>
                <a:ext uri="{FF2B5EF4-FFF2-40B4-BE49-F238E27FC236}">
                  <a16:creationId xmlns:a16="http://schemas.microsoft.com/office/drawing/2014/main" id="{782B6E99-241F-B500-76FD-E388108BC1B2}"/>
                </a:ext>
              </a:extLst>
            </p:cNvPr>
            <p:cNvSpPr/>
            <p:nvPr>
              <p:custDataLst>
                <p:tags r:id="rId54"/>
              </p:custDataLst>
            </p:nvPr>
          </p:nvSpPr>
          <p:spPr>
            <a:xfrm>
              <a:off x="10304791" y="6281438"/>
              <a:ext cx="46940" cy="10273"/>
            </a:xfrm>
            <a:custGeom>
              <a:avLst/>
              <a:gdLst>
                <a:gd name="connsiteX0" fmla="*/ 47131 w 46940"/>
                <a:gd name="connsiteY0" fmla="*/ 10361 h 10273"/>
                <a:gd name="connsiteX1" fmla="*/ 47131 w 46940"/>
                <a:gd name="connsiteY1" fmla="*/ 87 h 10273"/>
                <a:gd name="connsiteX2" fmla="*/ 190 w 46940"/>
                <a:gd name="connsiteY2" fmla="*/ 87 h 10273"/>
                <a:gd name="connsiteX3" fmla="*/ 190 w 46940"/>
                <a:gd name="connsiteY3" fmla="*/ 10361 h 10273"/>
                <a:gd name="connsiteX4" fmla="*/ 47131 w 46940"/>
                <a:gd name="connsiteY4" fmla="*/ 10361 h 102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6940" h="10273">
                  <a:moveTo>
                    <a:pt x="47131" y="10361"/>
                  </a:moveTo>
                  <a:lnTo>
                    <a:pt x="47131" y="87"/>
                  </a:lnTo>
                  <a:lnTo>
                    <a:pt x="190" y="87"/>
                  </a:lnTo>
                  <a:lnTo>
                    <a:pt x="190" y="10361"/>
                  </a:lnTo>
                  <a:lnTo>
                    <a:pt x="47131" y="10361"/>
                  </a:lnTo>
                  <a:close/>
                </a:path>
              </a:pathLst>
            </a:custGeom>
            <a:solidFill>
              <a:srgbClr val="000000"/>
            </a:solidFill>
            <a:ln w="1773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59" name="任意形状 358">
              <a:extLst>
                <a:ext uri="{FF2B5EF4-FFF2-40B4-BE49-F238E27FC236}">
                  <a16:creationId xmlns:a16="http://schemas.microsoft.com/office/drawing/2014/main" id="{302E4379-ECBD-8F9D-841F-4DAD3E109609}"/>
                </a:ext>
              </a:extLst>
            </p:cNvPr>
            <p:cNvSpPr/>
            <p:nvPr>
              <p:custDataLst>
                <p:tags r:id="rId55"/>
              </p:custDataLst>
            </p:nvPr>
          </p:nvSpPr>
          <p:spPr>
            <a:xfrm>
              <a:off x="10369327" y="6245480"/>
              <a:ext cx="79888" cy="81305"/>
            </a:xfrm>
            <a:custGeom>
              <a:avLst/>
              <a:gdLst>
                <a:gd name="connsiteX0" fmla="*/ 51740 w 79888"/>
                <a:gd name="connsiteY0" fmla="*/ 65981 h 81305"/>
                <a:gd name="connsiteX1" fmla="*/ 65556 w 79888"/>
                <a:gd name="connsiteY1" fmla="*/ 80506 h 81305"/>
                <a:gd name="connsiteX2" fmla="*/ 80081 w 79888"/>
                <a:gd name="connsiteY2" fmla="*/ 63678 h 81305"/>
                <a:gd name="connsiteX3" fmla="*/ 80081 w 79888"/>
                <a:gd name="connsiteY3" fmla="*/ 53759 h 81305"/>
                <a:gd name="connsiteX4" fmla="*/ 75653 w 79888"/>
                <a:gd name="connsiteY4" fmla="*/ 53759 h 81305"/>
                <a:gd name="connsiteX5" fmla="*/ 75653 w 79888"/>
                <a:gd name="connsiteY5" fmla="*/ 63678 h 81305"/>
                <a:gd name="connsiteX6" fmla="*/ 69276 w 79888"/>
                <a:gd name="connsiteY6" fmla="*/ 75015 h 81305"/>
                <a:gd name="connsiteX7" fmla="*/ 62722 w 79888"/>
                <a:gd name="connsiteY7" fmla="*/ 66158 h 81305"/>
                <a:gd name="connsiteX8" fmla="*/ 62722 w 79888"/>
                <a:gd name="connsiteY8" fmla="*/ 30731 h 81305"/>
                <a:gd name="connsiteX9" fmla="*/ 56345 w 79888"/>
                <a:gd name="connsiteY9" fmla="*/ 9829 h 81305"/>
                <a:gd name="connsiteX10" fmla="*/ 32077 w 79888"/>
                <a:gd name="connsiteY10" fmla="*/ 87 h 81305"/>
                <a:gd name="connsiteX11" fmla="*/ 5330 w 79888"/>
                <a:gd name="connsiteY11" fmla="*/ 20103 h 81305"/>
                <a:gd name="connsiteX12" fmla="*/ 13478 w 79888"/>
                <a:gd name="connsiteY12" fmla="*/ 28428 h 81305"/>
                <a:gd name="connsiteX13" fmla="*/ 21626 w 79888"/>
                <a:gd name="connsiteY13" fmla="*/ 20280 h 81305"/>
                <a:gd name="connsiteX14" fmla="*/ 12593 w 79888"/>
                <a:gd name="connsiteY14" fmla="*/ 12132 h 81305"/>
                <a:gd name="connsiteX15" fmla="*/ 31723 w 79888"/>
                <a:gd name="connsiteY15" fmla="*/ 3984 h 81305"/>
                <a:gd name="connsiteX16" fmla="*/ 50500 w 79888"/>
                <a:gd name="connsiteY16" fmla="*/ 26657 h 81305"/>
                <a:gd name="connsiteX17" fmla="*/ 50500 w 79888"/>
                <a:gd name="connsiteY17" fmla="*/ 33211 h 81305"/>
                <a:gd name="connsiteX18" fmla="*/ 17907 w 79888"/>
                <a:gd name="connsiteY18" fmla="*/ 39588 h 81305"/>
                <a:gd name="connsiteX19" fmla="*/ 193 w 79888"/>
                <a:gd name="connsiteY19" fmla="*/ 62616 h 81305"/>
                <a:gd name="connsiteX20" fmla="*/ 28535 w 79888"/>
                <a:gd name="connsiteY20" fmla="*/ 81392 h 81305"/>
                <a:gd name="connsiteX21" fmla="*/ 51740 w 79888"/>
                <a:gd name="connsiteY21" fmla="*/ 65981 h 81305"/>
                <a:gd name="connsiteX22" fmla="*/ 50500 w 79888"/>
                <a:gd name="connsiteY22" fmla="*/ 36931 h 81305"/>
                <a:gd name="connsiteX23" fmla="*/ 50500 w 79888"/>
                <a:gd name="connsiteY23" fmla="*/ 54644 h 81305"/>
                <a:gd name="connsiteX24" fmla="*/ 29775 w 79888"/>
                <a:gd name="connsiteY24" fmla="*/ 77495 h 81305"/>
                <a:gd name="connsiteX25" fmla="*/ 13832 w 79888"/>
                <a:gd name="connsiteY25" fmla="*/ 62438 h 81305"/>
                <a:gd name="connsiteX26" fmla="*/ 50500 w 79888"/>
                <a:gd name="connsiteY26" fmla="*/ 36931 h 813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79888" h="81305">
                  <a:moveTo>
                    <a:pt x="51740" y="65981"/>
                  </a:moveTo>
                  <a:cubicBezTo>
                    <a:pt x="52448" y="73067"/>
                    <a:pt x="57231" y="80506"/>
                    <a:pt x="65556" y="80506"/>
                  </a:cubicBezTo>
                  <a:cubicBezTo>
                    <a:pt x="69276" y="80506"/>
                    <a:pt x="80081" y="78026"/>
                    <a:pt x="80081" y="63678"/>
                  </a:cubicBezTo>
                  <a:lnTo>
                    <a:pt x="80081" y="53759"/>
                  </a:lnTo>
                  <a:lnTo>
                    <a:pt x="75653" y="53759"/>
                  </a:lnTo>
                  <a:lnTo>
                    <a:pt x="75653" y="63678"/>
                  </a:lnTo>
                  <a:cubicBezTo>
                    <a:pt x="75653" y="73952"/>
                    <a:pt x="71224" y="75015"/>
                    <a:pt x="69276" y="75015"/>
                  </a:cubicBezTo>
                  <a:cubicBezTo>
                    <a:pt x="63430" y="75015"/>
                    <a:pt x="62722" y="67044"/>
                    <a:pt x="62722" y="66158"/>
                  </a:cubicBezTo>
                  <a:lnTo>
                    <a:pt x="62722" y="30731"/>
                  </a:lnTo>
                  <a:cubicBezTo>
                    <a:pt x="62722" y="23291"/>
                    <a:pt x="62722" y="16383"/>
                    <a:pt x="56345" y="9829"/>
                  </a:cubicBezTo>
                  <a:cubicBezTo>
                    <a:pt x="49437" y="2921"/>
                    <a:pt x="40580" y="87"/>
                    <a:pt x="32077" y="87"/>
                  </a:cubicBezTo>
                  <a:cubicBezTo>
                    <a:pt x="17552" y="87"/>
                    <a:pt x="5330" y="8412"/>
                    <a:pt x="5330" y="20103"/>
                  </a:cubicBezTo>
                  <a:cubicBezTo>
                    <a:pt x="5330" y="25417"/>
                    <a:pt x="8873" y="28428"/>
                    <a:pt x="13478" y="28428"/>
                  </a:cubicBezTo>
                  <a:cubicBezTo>
                    <a:pt x="18438" y="28428"/>
                    <a:pt x="21626" y="24886"/>
                    <a:pt x="21626" y="20280"/>
                  </a:cubicBezTo>
                  <a:cubicBezTo>
                    <a:pt x="21626" y="18155"/>
                    <a:pt x="20741" y="12309"/>
                    <a:pt x="12593" y="12132"/>
                  </a:cubicBezTo>
                  <a:cubicBezTo>
                    <a:pt x="17375" y="5932"/>
                    <a:pt x="26055" y="3984"/>
                    <a:pt x="31723" y="3984"/>
                  </a:cubicBezTo>
                  <a:cubicBezTo>
                    <a:pt x="40403" y="3984"/>
                    <a:pt x="50500" y="10892"/>
                    <a:pt x="50500" y="26657"/>
                  </a:cubicBezTo>
                  <a:lnTo>
                    <a:pt x="50500" y="33211"/>
                  </a:lnTo>
                  <a:cubicBezTo>
                    <a:pt x="41466" y="33742"/>
                    <a:pt x="29066" y="34274"/>
                    <a:pt x="17907" y="39588"/>
                  </a:cubicBezTo>
                  <a:cubicBezTo>
                    <a:pt x="4621" y="45611"/>
                    <a:pt x="193" y="54822"/>
                    <a:pt x="193" y="62616"/>
                  </a:cubicBezTo>
                  <a:cubicBezTo>
                    <a:pt x="193" y="76964"/>
                    <a:pt x="17375" y="81392"/>
                    <a:pt x="28535" y="81392"/>
                  </a:cubicBezTo>
                  <a:cubicBezTo>
                    <a:pt x="40226" y="81392"/>
                    <a:pt x="48374" y="74307"/>
                    <a:pt x="51740" y="65981"/>
                  </a:cubicBezTo>
                  <a:close/>
                  <a:moveTo>
                    <a:pt x="50500" y="36931"/>
                  </a:moveTo>
                  <a:lnTo>
                    <a:pt x="50500" y="54644"/>
                  </a:lnTo>
                  <a:cubicBezTo>
                    <a:pt x="50500" y="71472"/>
                    <a:pt x="37746" y="77495"/>
                    <a:pt x="29775" y="77495"/>
                  </a:cubicBezTo>
                  <a:cubicBezTo>
                    <a:pt x="21095" y="77495"/>
                    <a:pt x="13832" y="71295"/>
                    <a:pt x="13832" y="62438"/>
                  </a:cubicBezTo>
                  <a:cubicBezTo>
                    <a:pt x="13832" y="52696"/>
                    <a:pt x="21272" y="37994"/>
                    <a:pt x="50500" y="36931"/>
                  </a:cubicBezTo>
                  <a:close/>
                </a:path>
              </a:pathLst>
            </a:custGeom>
            <a:solidFill>
              <a:srgbClr val="000000"/>
            </a:solidFill>
            <a:ln w="1773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60" name="任意形状 359">
              <a:extLst>
                <a:ext uri="{FF2B5EF4-FFF2-40B4-BE49-F238E27FC236}">
                  <a16:creationId xmlns:a16="http://schemas.microsoft.com/office/drawing/2014/main" id="{874DD0B3-6431-0261-FF4D-4CBC63727FD9}"/>
                </a:ext>
              </a:extLst>
            </p:cNvPr>
            <p:cNvSpPr/>
            <p:nvPr>
              <p:custDataLst>
                <p:tags r:id="rId56"/>
              </p:custDataLst>
            </p:nvPr>
          </p:nvSpPr>
          <p:spPr>
            <a:xfrm>
              <a:off x="10456124" y="6246542"/>
              <a:ext cx="89099" cy="78294"/>
            </a:xfrm>
            <a:custGeom>
              <a:avLst/>
              <a:gdLst>
                <a:gd name="connsiteX0" fmla="*/ 14015 w 89099"/>
                <a:gd name="connsiteY0" fmla="*/ 17446 h 78294"/>
                <a:gd name="connsiteX1" fmla="*/ 14015 w 89099"/>
                <a:gd name="connsiteY1" fmla="*/ 64918 h 78294"/>
                <a:gd name="connsiteX2" fmla="*/ 198 w 89099"/>
                <a:gd name="connsiteY2" fmla="*/ 72889 h 78294"/>
                <a:gd name="connsiteX3" fmla="*/ 198 w 89099"/>
                <a:gd name="connsiteY3" fmla="*/ 78381 h 78294"/>
                <a:gd name="connsiteX4" fmla="*/ 20214 w 89099"/>
                <a:gd name="connsiteY4" fmla="*/ 77849 h 78294"/>
                <a:gd name="connsiteX5" fmla="*/ 40054 w 89099"/>
                <a:gd name="connsiteY5" fmla="*/ 78381 h 78294"/>
                <a:gd name="connsiteX6" fmla="*/ 40054 w 89099"/>
                <a:gd name="connsiteY6" fmla="*/ 72889 h 78294"/>
                <a:gd name="connsiteX7" fmla="*/ 26237 w 89099"/>
                <a:gd name="connsiteY7" fmla="*/ 64918 h 78294"/>
                <a:gd name="connsiteX8" fmla="*/ 26237 w 89099"/>
                <a:gd name="connsiteY8" fmla="*/ 32325 h 78294"/>
                <a:gd name="connsiteX9" fmla="*/ 50150 w 89099"/>
                <a:gd name="connsiteY9" fmla="*/ 3984 h 78294"/>
                <a:gd name="connsiteX10" fmla="*/ 63258 w 89099"/>
                <a:gd name="connsiteY10" fmla="*/ 23646 h 78294"/>
                <a:gd name="connsiteX11" fmla="*/ 63258 w 89099"/>
                <a:gd name="connsiteY11" fmla="*/ 64918 h 78294"/>
                <a:gd name="connsiteX12" fmla="*/ 49442 w 89099"/>
                <a:gd name="connsiteY12" fmla="*/ 72889 h 78294"/>
                <a:gd name="connsiteX13" fmla="*/ 49442 w 89099"/>
                <a:gd name="connsiteY13" fmla="*/ 78381 h 78294"/>
                <a:gd name="connsiteX14" fmla="*/ 69458 w 89099"/>
                <a:gd name="connsiteY14" fmla="*/ 77849 h 78294"/>
                <a:gd name="connsiteX15" fmla="*/ 89297 w 89099"/>
                <a:gd name="connsiteY15" fmla="*/ 78381 h 78294"/>
                <a:gd name="connsiteX16" fmla="*/ 89297 w 89099"/>
                <a:gd name="connsiteY16" fmla="*/ 72889 h 78294"/>
                <a:gd name="connsiteX17" fmla="*/ 75481 w 89099"/>
                <a:gd name="connsiteY17" fmla="*/ 67575 h 78294"/>
                <a:gd name="connsiteX18" fmla="*/ 75481 w 89099"/>
                <a:gd name="connsiteY18" fmla="*/ 33742 h 78294"/>
                <a:gd name="connsiteX19" fmla="*/ 69989 w 89099"/>
                <a:gd name="connsiteY19" fmla="*/ 6641 h 78294"/>
                <a:gd name="connsiteX20" fmla="*/ 51390 w 89099"/>
                <a:gd name="connsiteY20" fmla="*/ 87 h 78294"/>
                <a:gd name="connsiteX21" fmla="*/ 25174 w 89099"/>
                <a:gd name="connsiteY21" fmla="*/ 18686 h 78294"/>
                <a:gd name="connsiteX22" fmla="*/ 25174 w 89099"/>
                <a:gd name="connsiteY22" fmla="*/ 87 h 78294"/>
                <a:gd name="connsiteX23" fmla="*/ 198 w 89099"/>
                <a:gd name="connsiteY23" fmla="*/ 2035 h 78294"/>
                <a:gd name="connsiteX24" fmla="*/ 198 w 89099"/>
                <a:gd name="connsiteY24" fmla="*/ 7526 h 78294"/>
                <a:gd name="connsiteX25" fmla="*/ 14015 w 89099"/>
                <a:gd name="connsiteY25" fmla="*/ 17446 h 78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89099" h="78294">
                  <a:moveTo>
                    <a:pt x="14015" y="17446"/>
                  </a:moveTo>
                  <a:lnTo>
                    <a:pt x="14015" y="64918"/>
                  </a:lnTo>
                  <a:cubicBezTo>
                    <a:pt x="14015" y="72889"/>
                    <a:pt x="12066" y="72889"/>
                    <a:pt x="198" y="72889"/>
                  </a:cubicBezTo>
                  <a:lnTo>
                    <a:pt x="198" y="78381"/>
                  </a:lnTo>
                  <a:cubicBezTo>
                    <a:pt x="6398" y="78204"/>
                    <a:pt x="15432" y="77849"/>
                    <a:pt x="20214" y="77849"/>
                  </a:cubicBezTo>
                  <a:cubicBezTo>
                    <a:pt x="24820" y="77849"/>
                    <a:pt x="34031" y="78204"/>
                    <a:pt x="40054" y="78381"/>
                  </a:cubicBezTo>
                  <a:lnTo>
                    <a:pt x="40054" y="72889"/>
                  </a:lnTo>
                  <a:cubicBezTo>
                    <a:pt x="28185" y="72889"/>
                    <a:pt x="26237" y="72889"/>
                    <a:pt x="26237" y="64918"/>
                  </a:cubicBezTo>
                  <a:lnTo>
                    <a:pt x="26237" y="32325"/>
                  </a:lnTo>
                  <a:cubicBezTo>
                    <a:pt x="26237" y="13903"/>
                    <a:pt x="38814" y="3984"/>
                    <a:pt x="50150" y="3984"/>
                  </a:cubicBezTo>
                  <a:cubicBezTo>
                    <a:pt x="61310" y="3984"/>
                    <a:pt x="63258" y="13549"/>
                    <a:pt x="63258" y="23646"/>
                  </a:cubicBezTo>
                  <a:lnTo>
                    <a:pt x="63258" y="64918"/>
                  </a:lnTo>
                  <a:cubicBezTo>
                    <a:pt x="63258" y="72889"/>
                    <a:pt x="61310" y="72889"/>
                    <a:pt x="49442" y="72889"/>
                  </a:cubicBezTo>
                  <a:lnTo>
                    <a:pt x="49442" y="78381"/>
                  </a:lnTo>
                  <a:cubicBezTo>
                    <a:pt x="55641" y="78204"/>
                    <a:pt x="64675" y="77849"/>
                    <a:pt x="69458" y="77849"/>
                  </a:cubicBezTo>
                  <a:cubicBezTo>
                    <a:pt x="74064" y="77849"/>
                    <a:pt x="83275" y="78204"/>
                    <a:pt x="89297" y="78381"/>
                  </a:cubicBezTo>
                  <a:lnTo>
                    <a:pt x="89297" y="72889"/>
                  </a:lnTo>
                  <a:cubicBezTo>
                    <a:pt x="80086" y="72889"/>
                    <a:pt x="75658" y="72889"/>
                    <a:pt x="75481" y="67575"/>
                  </a:cubicBezTo>
                  <a:lnTo>
                    <a:pt x="75481" y="33742"/>
                  </a:lnTo>
                  <a:cubicBezTo>
                    <a:pt x="75481" y="18509"/>
                    <a:pt x="75481" y="13018"/>
                    <a:pt x="69989" y="6641"/>
                  </a:cubicBezTo>
                  <a:cubicBezTo>
                    <a:pt x="67510" y="3629"/>
                    <a:pt x="61664" y="87"/>
                    <a:pt x="51390" y="87"/>
                  </a:cubicBezTo>
                  <a:cubicBezTo>
                    <a:pt x="38459" y="87"/>
                    <a:pt x="30134" y="7704"/>
                    <a:pt x="25174" y="18686"/>
                  </a:cubicBezTo>
                  <a:lnTo>
                    <a:pt x="25174" y="87"/>
                  </a:lnTo>
                  <a:lnTo>
                    <a:pt x="198" y="2035"/>
                  </a:lnTo>
                  <a:lnTo>
                    <a:pt x="198" y="7526"/>
                  </a:lnTo>
                  <a:cubicBezTo>
                    <a:pt x="12597" y="7526"/>
                    <a:pt x="14015" y="8766"/>
                    <a:pt x="14015" y="17446"/>
                  </a:cubicBezTo>
                  <a:close/>
                </a:path>
              </a:pathLst>
            </a:custGeom>
            <a:solidFill>
              <a:srgbClr val="000000"/>
            </a:solidFill>
            <a:ln w="1773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61" name="任意形状 360">
              <a:extLst>
                <a:ext uri="{FF2B5EF4-FFF2-40B4-BE49-F238E27FC236}">
                  <a16:creationId xmlns:a16="http://schemas.microsoft.com/office/drawing/2014/main" id="{55455492-7089-6F72-FC5E-2C7230C06ED1}"/>
                </a:ext>
              </a:extLst>
            </p:cNvPr>
            <p:cNvSpPr/>
            <p:nvPr>
              <p:custDataLst>
                <p:tags r:id="rId57"/>
              </p:custDataLst>
            </p:nvPr>
          </p:nvSpPr>
          <p:spPr>
            <a:xfrm>
              <a:off x="10554710" y="6245480"/>
              <a:ext cx="57923" cy="81305"/>
            </a:xfrm>
            <a:custGeom>
              <a:avLst/>
              <a:gdLst>
                <a:gd name="connsiteX0" fmla="*/ 31202 w 57923"/>
                <a:gd name="connsiteY0" fmla="*/ 45079 h 81305"/>
                <a:gd name="connsiteX1" fmla="*/ 49624 w 57923"/>
                <a:gd name="connsiteY1" fmla="*/ 61376 h 81305"/>
                <a:gd name="connsiteX2" fmla="*/ 29608 w 57923"/>
                <a:gd name="connsiteY2" fmla="*/ 77495 h 81305"/>
                <a:gd name="connsiteX3" fmla="*/ 4986 w 57923"/>
                <a:gd name="connsiteY3" fmla="*/ 52342 h 81305"/>
                <a:gd name="connsiteX4" fmla="*/ 2506 w 57923"/>
                <a:gd name="connsiteY4" fmla="*/ 49330 h 81305"/>
                <a:gd name="connsiteX5" fmla="*/ 204 w 57923"/>
                <a:gd name="connsiteY5" fmla="*/ 53759 h 81305"/>
                <a:gd name="connsiteX6" fmla="*/ 204 w 57923"/>
                <a:gd name="connsiteY6" fmla="*/ 77141 h 81305"/>
                <a:gd name="connsiteX7" fmla="*/ 2152 w 57923"/>
                <a:gd name="connsiteY7" fmla="*/ 81392 h 81305"/>
                <a:gd name="connsiteX8" fmla="*/ 6580 w 57923"/>
                <a:gd name="connsiteY8" fmla="*/ 77849 h 81305"/>
                <a:gd name="connsiteX9" fmla="*/ 10123 w 57923"/>
                <a:gd name="connsiteY9" fmla="*/ 73775 h 81305"/>
                <a:gd name="connsiteX10" fmla="*/ 29608 w 57923"/>
                <a:gd name="connsiteY10" fmla="*/ 81392 h 81305"/>
                <a:gd name="connsiteX11" fmla="*/ 58127 w 57923"/>
                <a:gd name="connsiteY11" fmla="*/ 56770 h 81305"/>
                <a:gd name="connsiteX12" fmla="*/ 50687 w 57923"/>
                <a:gd name="connsiteY12" fmla="*/ 39942 h 81305"/>
                <a:gd name="connsiteX13" fmla="*/ 30494 w 57923"/>
                <a:gd name="connsiteY13" fmla="*/ 31440 h 81305"/>
                <a:gd name="connsiteX14" fmla="*/ 8706 w 57923"/>
                <a:gd name="connsiteY14" fmla="*/ 16915 h 81305"/>
                <a:gd name="connsiteX15" fmla="*/ 28545 w 57923"/>
                <a:gd name="connsiteY15" fmla="*/ 3452 h 81305"/>
                <a:gd name="connsiteX16" fmla="*/ 49270 w 57923"/>
                <a:gd name="connsiteY16" fmla="*/ 24886 h 81305"/>
                <a:gd name="connsiteX17" fmla="*/ 51396 w 57923"/>
                <a:gd name="connsiteY17" fmla="*/ 26480 h 81305"/>
                <a:gd name="connsiteX18" fmla="*/ 53699 w 57923"/>
                <a:gd name="connsiteY18" fmla="*/ 22229 h 81305"/>
                <a:gd name="connsiteX19" fmla="*/ 53699 w 57923"/>
                <a:gd name="connsiteY19" fmla="*/ 4338 h 81305"/>
                <a:gd name="connsiteX20" fmla="*/ 51750 w 57923"/>
                <a:gd name="connsiteY20" fmla="*/ 87 h 81305"/>
                <a:gd name="connsiteX21" fmla="*/ 48207 w 57923"/>
                <a:gd name="connsiteY21" fmla="*/ 2212 h 81305"/>
                <a:gd name="connsiteX22" fmla="*/ 45196 w 57923"/>
                <a:gd name="connsiteY22" fmla="*/ 5046 h 81305"/>
                <a:gd name="connsiteX23" fmla="*/ 28545 w 57923"/>
                <a:gd name="connsiteY23" fmla="*/ 87 h 81305"/>
                <a:gd name="connsiteX24" fmla="*/ 204 w 57923"/>
                <a:gd name="connsiteY24" fmla="*/ 21874 h 81305"/>
                <a:gd name="connsiteX25" fmla="*/ 7820 w 57923"/>
                <a:gd name="connsiteY25" fmla="*/ 36931 h 81305"/>
                <a:gd name="connsiteX26" fmla="*/ 31202 w 57923"/>
                <a:gd name="connsiteY26" fmla="*/ 45079 h 813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57923" h="81305">
                  <a:moveTo>
                    <a:pt x="31202" y="45079"/>
                  </a:moveTo>
                  <a:cubicBezTo>
                    <a:pt x="35099" y="45788"/>
                    <a:pt x="49624" y="48622"/>
                    <a:pt x="49624" y="61376"/>
                  </a:cubicBezTo>
                  <a:cubicBezTo>
                    <a:pt x="49624" y="70410"/>
                    <a:pt x="43425" y="77495"/>
                    <a:pt x="29608" y="77495"/>
                  </a:cubicBezTo>
                  <a:cubicBezTo>
                    <a:pt x="14729" y="77495"/>
                    <a:pt x="8352" y="67398"/>
                    <a:pt x="4986" y="52342"/>
                  </a:cubicBezTo>
                  <a:cubicBezTo>
                    <a:pt x="4455" y="50039"/>
                    <a:pt x="4278" y="49330"/>
                    <a:pt x="2506" y="49330"/>
                  </a:cubicBezTo>
                  <a:cubicBezTo>
                    <a:pt x="204" y="49330"/>
                    <a:pt x="204" y="50570"/>
                    <a:pt x="204" y="53759"/>
                  </a:cubicBezTo>
                  <a:lnTo>
                    <a:pt x="204" y="77141"/>
                  </a:lnTo>
                  <a:cubicBezTo>
                    <a:pt x="204" y="80152"/>
                    <a:pt x="204" y="81392"/>
                    <a:pt x="2152" y="81392"/>
                  </a:cubicBezTo>
                  <a:cubicBezTo>
                    <a:pt x="3038" y="81392"/>
                    <a:pt x="3215" y="81215"/>
                    <a:pt x="6580" y="77849"/>
                  </a:cubicBezTo>
                  <a:cubicBezTo>
                    <a:pt x="6935" y="77495"/>
                    <a:pt x="6935" y="77141"/>
                    <a:pt x="10123" y="73775"/>
                  </a:cubicBezTo>
                  <a:cubicBezTo>
                    <a:pt x="17917" y="81215"/>
                    <a:pt x="25888" y="81392"/>
                    <a:pt x="29608" y="81392"/>
                  </a:cubicBezTo>
                  <a:cubicBezTo>
                    <a:pt x="49979" y="81392"/>
                    <a:pt x="58127" y="69524"/>
                    <a:pt x="58127" y="56770"/>
                  </a:cubicBezTo>
                  <a:cubicBezTo>
                    <a:pt x="58127" y="47382"/>
                    <a:pt x="52813" y="42068"/>
                    <a:pt x="50687" y="39942"/>
                  </a:cubicBezTo>
                  <a:cubicBezTo>
                    <a:pt x="44842" y="34274"/>
                    <a:pt x="37933" y="32857"/>
                    <a:pt x="30494" y="31440"/>
                  </a:cubicBezTo>
                  <a:cubicBezTo>
                    <a:pt x="20574" y="29491"/>
                    <a:pt x="8706" y="27188"/>
                    <a:pt x="8706" y="16915"/>
                  </a:cubicBezTo>
                  <a:cubicBezTo>
                    <a:pt x="8706" y="10715"/>
                    <a:pt x="13312" y="3452"/>
                    <a:pt x="28545" y="3452"/>
                  </a:cubicBezTo>
                  <a:cubicBezTo>
                    <a:pt x="48030" y="3452"/>
                    <a:pt x="48916" y="19394"/>
                    <a:pt x="49270" y="24886"/>
                  </a:cubicBezTo>
                  <a:cubicBezTo>
                    <a:pt x="49447" y="26480"/>
                    <a:pt x="51041" y="26480"/>
                    <a:pt x="51396" y="26480"/>
                  </a:cubicBezTo>
                  <a:cubicBezTo>
                    <a:pt x="53699" y="26480"/>
                    <a:pt x="53699" y="25594"/>
                    <a:pt x="53699" y="22229"/>
                  </a:cubicBezTo>
                  <a:lnTo>
                    <a:pt x="53699" y="4338"/>
                  </a:lnTo>
                  <a:cubicBezTo>
                    <a:pt x="53699" y="1327"/>
                    <a:pt x="53699" y="87"/>
                    <a:pt x="51750" y="87"/>
                  </a:cubicBezTo>
                  <a:cubicBezTo>
                    <a:pt x="50864" y="87"/>
                    <a:pt x="50510" y="87"/>
                    <a:pt x="48207" y="2212"/>
                  </a:cubicBezTo>
                  <a:cubicBezTo>
                    <a:pt x="47676" y="2921"/>
                    <a:pt x="45905" y="4515"/>
                    <a:pt x="45196" y="5046"/>
                  </a:cubicBezTo>
                  <a:cubicBezTo>
                    <a:pt x="38465" y="87"/>
                    <a:pt x="31202" y="87"/>
                    <a:pt x="28545" y="87"/>
                  </a:cubicBezTo>
                  <a:cubicBezTo>
                    <a:pt x="6935" y="87"/>
                    <a:pt x="204" y="11955"/>
                    <a:pt x="204" y="21874"/>
                  </a:cubicBezTo>
                  <a:cubicBezTo>
                    <a:pt x="204" y="28074"/>
                    <a:pt x="3038" y="33034"/>
                    <a:pt x="7820" y="36931"/>
                  </a:cubicBezTo>
                  <a:cubicBezTo>
                    <a:pt x="13489" y="41536"/>
                    <a:pt x="18449" y="42599"/>
                    <a:pt x="31202" y="45079"/>
                  </a:cubicBezTo>
                  <a:close/>
                </a:path>
              </a:pathLst>
            </a:custGeom>
            <a:solidFill>
              <a:srgbClr val="000000"/>
            </a:solidFill>
            <a:ln w="1773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62" name="任意形状 361">
              <a:extLst>
                <a:ext uri="{FF2B5EF4-FFF2-40B4-BE49-F238E27FC236}">
                  <a16:creationId xmlns:a16="http://schemas.microsoft.com/office/drawing/2014/main" id="{E0006745-EDE4-293B-5B0B-A3928234421B}"/>
                </a:ext>
              </a:extLst>
            </p:cNvPr>
            <p:cNvSpPr/>
            <p:nvPr>
              <p:custDataLst>
                <p:tags r:id="rId58"/>
              </p:custDataLst>
            </p:nvPr>
          </p:nvSpPr>
          <p:spPr>
            <a:xfrm>
              <a:off x="10621924" y="6248491"/>
              <a:ext cx="121337" cy="78294"/>
            </a:xfrm>
            <a:custGeom>
              <a:avLst/>
              <a:gdLst>
                <a:gd name="connsiteX0" fmla="*/ 106666 w 121337"/>
                <a:gd name="connsiteY0" fmla="*/ 16915 h 78294"/>
                <a:gd name="connsiteX1" fmla="*/ 121545 w 121337"/>
                <a:gd name="connsiteY1" fmla="*/ 5578 h 78294"/>
                <a:gd name="connsiteX2" fmla="*/ 121545 w 121337"/>
                <a:gd name="connsiteY2" fmla="*/ 87 h 78294"/>
                <a:gd name="connsiteX3" fmla="*/ 108615 w 121337"/>
                <a:gd name="connsiteY3" fmla="*/ 618 h 78294"/>
                <a:gd name="connsiteX4" fmla="*/ 92141 w 121337"/>
                <a:gd name="connsiteY4" fmla="*/ 87 h 78294"/>
                <a:gd name="connsiteX5" fmla="*/ 92141 w 121337"/>
                <a:gd name="connsiteY5" fmla="*/ 5578 h 78294"/>
                <a:gd name="connsiteX6" fmla="*/ 102415 w 121337"/>
                <a:gd name="connsiteY6" fmla="*/ 14080 h 78294"/>
                <a:gd name="connsiteX7" fmla="*/ 101529 w 121337"/>
                <a:gd name="connsiteY7" fmla="*/ 17800 h 78294"/>
                <a:gd name="connsiteX8" fmla="*/ 85410 w 121337"/>
                <a:gd name="connsiteY8" fmla="*/ 63147 h 78294"/>
                <a:gd name="connsiteX9" fmla="*/ 67873 w 121337"/>
                <a:gd name="connsiteY9" fmla="*/ 13726 h 78294"/>
                <a:gd name="connsiteX10" fmla="*/ 66988 w 121337"/>
                <a:gd name="connsiteY10" fmla="*/ 10361 h 78294"/>
                <a:gd name="connsiteX11" fmla="*/ 77439 w 121337"/>
                <a:gd name="connsiteY11" fmla="*/ 5578 h 78294"/>
                <a:gd name="connsiteX12" fmla="*/ 77439 w 121337"/>
                <a:gd name="connsiteY12" fmla="*/ 87 h 78294"/>
                <a:gd name="connsiteX13" fmla="*/ 59017 w 121337"/>
                <a:gd name="connsiteY13" fmla="*/ 618 h 78294"/>
                <a:gd name="connsiteX14" fmla="*/ 43251 w 121337"/>
                <a:gd name="connsiteY14" fmla="*/ 87 h 78294"/>
                <a:gd name="connsiteX15" fmla="*/ 43251 w 121337"/>
                <a:gd name="connsiteY15" fmla="*/ 5578 h 78294"/>
                <a:gd name="connsiteX16" fmla="*/ 54411 w 121337"/>
                <a:gd name="connsiteY16" fmla="*/ 8235 h 78294"/>
                <a:gd name="connsiteX17" fmla="*/ 58485 w 121337"/>
                <a:gd name="connsiteY17" fmla="*/ 17977 h 78294"/>
                <a:gd name="connsiteX18" fmla="*/ 43251 w 121337"/>
                <a:gd name="connsiteY18" fmla="*/ 60844 h 78294"/>
                <a:gd name="connsiteX19" fmla="*/ 26424 w 121337"/>
                <a:gd name="connsiteY19" fmla="*/ 13549 h 78294"/>
                <a:gd name="connsiteX20" fmla="*/ 25538 w 121337"/>
                <a:gd name="connsiteY20" fmla="*/ 10361 h 78294"/>
                <a:gd name="connsiteX21" fmla="*/ 35989 w 121337"/>
                <a:gd name="connsiteY21" fmla="*/ 5578 h 78294"/>
                <a:gd name="connsiteX22" fmla="*/ 35989 w 121337"/>
                <a:gd name="connsiteY22" fmla="*/ 87 h 78294"/>
                <a:gd name="connsiteX23" fmla="*/ 16681 w 121337"/>
                <a:gd name="connsiteY23" fmla="*/ 618 h 78294"/>
                <a:gd name="connsiteX24" fmla="*/ 207 w 121337"/>
                <a:gd name="connsiteY24" fmla="*/ 87 h 78294"/>
                <a:gd name="connsiteX25" fmla="*/ 207 w 121337"/>
                <a:gd name="connsiteY25" fmla="*/ 5578 h 78294"/>
                <a:gd name="connsiteX26" fmla="*/ 13315 w 121337"/>
                <a:gd name="connsiteY26" fmla="*/ 11778 h 78294"/>
                <a:gd name="connsiteX27" fmla="*/ 35635 w 121337"/>
                <a:gd name="connsiteY27" fmla="*/ 74484 h 78294"/>
                <a:gd name="connsiteX28" fmla="*/ 39354 w 121337"/>
                <a:gd name="connsiteY28" fmla="*/ 78381 h 78294"/>
                <a:gd name="connsiteX29" fmla="*/ 42897 w 121337"/>
                <a:gd name="connsiteY29" fmla="*/ 74838 h 78294"/>
                <a:gd name="connsiteX30" fmla="*/ 60788 w 121337"/>
                <a:gd name="connsiteY30" fmla="*/ 24709 h 78294"/>
                <a:gd name="connsiteX31" fmla="*/ 78856 w 121337"/>
                <a:gd name="connsiteY31" fmla="*/ 75015 h 78294"/>
                <a:gd name="connsiteX32" fmla="*/ 82398 w 121337"/>
                <a:gd name="connsiteY32" fmla="*/ 78381 h 78294"/>
                <a:gd name="connsiteX33" fmla="*/ 85941 w 121337"/>
                <a:gd name="connsiteY33" fmla="*/ 75015 h 78294"/>
                <a:gd name="connsiteX34" fmla="*/ 106666 w 121337"/>
                <a:gd name="connsiteY34" fmla="*/ 16915 h 78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121337" h="78294">
                  <a:moveTo>
                    <a:pt x="106666" y="16915"/>
                  </a:moveTo>
                  <a:cubicBezTo>
                    <a:pt x="109854" y="8058"/>
                    <a:pt x="115346" y="5755"/>
                    <a:pt x="121545" y="5578"/>
                  </a:cubicBezTo>
                  <a:lnTo>
                    <a:pt x="121545" y="87"/>
                  </a:lnTo>
                  <a:cubicBezTo>
                    <a:pt x="117648" y="441"/>
                    <a:pt x="112512" y="618"/>
                    <a:pt x="108615" y="618"/>
                  </a:cubicBezTo>
                  <a:cubicBezTo>
                    <a:pt x="103478" y="618"/>
                    <a:pt x="95506" y="264"/>
                    <a:pt x="92141" y="87"/>
                  </a:cubicBezTo>
                  <a:lnTo>
                    <a:pt x="92141" y="5578"/>
                  </a:lnTo>
                  <a:cubicBezTo>
                    <a:pt x="98518" y="5755"/>
                    <a:pt x="102415" y="8943"/>
                    <a:pt x="102415" y="14080"/>
                  </a:cubicBezTo>
                  <a:cubicBezTo>
                    <a:pt x="102415" y="15143"/>
                    <a:pt x="102415" y="15497"/>
                    <a:pt x="101529" y="17800"/>
                  </a:cubicBezTo>
                  <a:lnTo>
                    <a:pt x="85410" y="63147"/>
                  </a:lnTo>
                  <a:lnTo>
                    <a:pt x="67873" y="13726"/>
                  </a:lnTo>
                  <a:cubicBezTo>
                    <a:pt x="67165" y="11601"/>
                    <a:pt x="66988" y="11246"/>
                    <a:pt x="66988" y="10361"/>
                  </a:cubicBezTo>
                  <a:cubicBezTo>
                    <a:pt x="66988" y="5578"/>
                    <a:pt x="73896" y="5578"/>
                    <a:pt x="77439" y="5578"/>
                  </a:cubicBezTo>
                  <a:lnTo>
                    <a:pt x="77439" y="87"/>
                  </a:lnTo>
                  <a:cubicBezTo>
                    <a:pt x="72302" y="264"/>
                    <a:pt x="63268" y="618"/>
                    <a:pt x="59017" y="618"/>
                  </a:cubicBezTo>
                  <a:cubicBezTo>
                    <a:pt x="53702" y="618"/>
                    <a:pt x="48566" y="441"/>
                    <a:pt x="43251" y="87"/>
                  </a:cubicBezTo>
                  <a:lnTo>
                    <a:pt x="43251" y="5578"/>
                  </a:lnTo>
                  <a:cubicBezTo>
                    <a:pt x="49805" y="5578"/>
                    <a:pt x="52640" y="5932"/>
                    <a:pt x="54411" y="8235"/>
                  </a:cubicBezTo>
                  <a:cubicBezTo>
                    <a:pt x="55297" y="9298"/>
                    <a:pt x="57245" y="14612"/>
                    <a:pt x="58485" y="17977"/>
                  </a:cubicBezTo>
                  <a:lnTo>
                    <a:pt x="43251" y="60844"/>
                  </a:lnTo>
                  <a:lnTo>
                    <a:pt x="26424" y="13549"/>
                  </a:lnTo>
                  <a:cubicBezTo>
                    <a:pt x="25538" y="11423"/>
                    <a:pt x="25538" y="11069"/>
                    <a:pt x="25538" y="10361"/>
                  </a:cubicBezTo>
                  <a:cubicBezTo>
                    <a:pt x="25538" y="5578"/>
                    <a:pt x="32446" y="5578"/>
                    <a:pt x="35989" y="5578"/>
                  </a:cubicBezTo>
                  <a:lnTo>
                    <a:pt x="35989" y="87"/>
                  </a:lnTo>
                  <a:cubicBezTo>
                    <a:pt x="30675" y="264"/>
                    <a:pt x="20755" y="618"/>
                    <a:pt x="16681" y="618"/>
                  </a:cubicBezTo>
                  <a:cubicBezTo>
                    <a:pt x="15973" y="618"/>
                    <a:pt x="6584" y="441"/>
                    <a:pt x="207" y="87"/>
                  </a:cubicBezTo>
                  <a:lnTo>
                    <a:pt x="207" y="5578"/>
                  </a:lnTo>
                  <a:cubicBezTo>
                    <a:pt x="9064" y="5578"/>
                    <a:pt x="11190" y="6109"/>
                    <a:pt x="13315" y="11778"/>
                  </a:cubicBezTo>
                  <a:lnTo>
                    <a:pt x="35635" y="74484"/>
                  </a:lnTo>
                  <a:cubicBezTo>
                    <a:pt x="36520" y="76964"/>
                    <a:pt x="37052" y="78381"/>
                    <a:pt x="39354" y="78381"/>
                  </a:cubicBezTo>
                  <a:cubicBezTo>
                    <a:pt x="41657" y="78381"/>
                    <a:pt x="42011" y="77318"/>
                    <a:pt x="42897" y="74838"/>
                  </a:cubicBezTo>
                  <a:lnTo>
                    <a:pt x="60788" y="24709"/>
                  </a:lnTo>
                  <a:lnTo>
                    <a:pt x="78856" y="75015"/>
                  </a:lnTo>
                  <a:cubicBezTo>
                    <a:pt x="79564" y="76964"/>
                    <a:pt x="80096" y="78381"/>
                    <a:pt x="82398" y="78381"/>
                  </a:cubicBezTo>
                  <a:cubicBezTo>
                    <a:pt x="84701" y="78381"/>
                    <a:pt x="85233" y="76786"/>
                    <a:pt x="85941" y="75015"/>
                  </a:cubicBezTo>
                  <a:lnTo>
                    <a:pt x="106666" y="16915"/>
                  </a:lnTo>
                  <a:close/>
                </a:path>
              </a:pathLst>
            </a:custGeom>
            <a:solidFill>
              <a:srgbClr val="000000"/>
            </a:solidFill>
            <a:ln w="1773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63" name="任意形状 362">
              <a:extLst>
                <a:ext uri="{FF2B5EF4-FFF2-40B4-BE49-F238E27FC236}">
                  <a16:creationId xmlns:a16="http://schemas.microsoft.com/office/drawing/2014/main" id="{250333E7-AD3A-6724-F7DD-A3B873F95BC5}"/>
                </a:ext>
              </a:extLst>
            </p:cNvPr>
            <p:cNvSpPr/>
            <p:nvPr>
              <p:custDataLst>
                <p:tags r:id="rId59"/>
              </p:custDataLst>
            </p:nvPr>
          </p:nvSpPr>
          <p:spPr>
            <a:xfrm>
              <a:off x="10746706" y="6245480"/>
              <a:ext cx="68551" cy="81305"/>
            </a:xfrm>
            <a:custGeom>
              <a:avLst/>
              <a:gdLst>
                <a:gd name="connsiteX0" fmla="*/ 15094 w 68551"/>
                <a:gd name="connsiteY0" fmla="*/ 34805 h 81305"/>
                <a:gd name="connsiteX1" fmla="*/ 37059 w 68551"/>
                <a:gd name="connsiteY1" fmla="*/ 3984 h 81305"/>
                <a:gd name="connsiteX2" fmla="*/ 57075 w 68551"/>
                <a:gd name="connsiteY2" fmla="*/ 34805 h 81305"/>
                <a:gd name="connsiteX3" fmla="*/ 15094 w 68551"/>
                <a:gd name="connsiteY3" fmla="*/ 34805 h 81305"/>
                <a:gd name="connsiteX4" fmla="*/ 14917 w 68551"/>
                <a:gd name="connsiteY4" fmla="*/ 38525 h 81305"/>
                <a:gd name="connsiteX5" fmla="*/ 64338 w 68551"/>
                <a:gd name="connsiteY5" fmla="*/ 38525 h 81305"/>
                <a:gd name="connsiteX6" fmla="*/ 68766 w 68551"/>
                <a:gd name="connsiteY6" fmla="*/ 34805 h 81305"/>
                <a:gd name="connsiteX7" fmla="*/ 37059 w 68551"/>
                <a:gd name="connsiteY7" fmla="*/ 87 h 81305"/>
                <a:gd name="connsiteX8" fmla="*/ 214 w 68551"/>
                <a:gd name="connsiteY8" fmla="*/ 40474 h 81305"/>
                <a:gd name="connsiteX9" fmla="*/ 39184 w 68551"/>
                <a:gd name="connsiteY9" fmla="*/ 81392 h 81305"/>
                <a:gd name="connsiteX10" fmla="*/ 68766 w 68551"/>
                <a:gd name="connsiteY10" fmla="*/ 58364 h 81305"/>
                <a:gd name="connsiteX11" fmla="*/ 66463 w 68551"/>
                <a:gd name="connsiteY11" fmla="*/ 56239 h 81305"/>
                <a:gd name="connsiteX12" fmla="*/ 64160 w 68551"/>
                <a:gd name="connsiteY12" fmla="*/ 58719 h 81305"/>
                <a:gd name="connsiteX13" fmla="*/ 40247 w 68551"/>
                <a:gd name="connsiteY13" fmla="*/ 76964 h 81305"/>
                <a:gd name="connsiteX14" fmla="*/ 20231 w 68551"/>
                <a:gd name="connsiteY14" fmla="*/ 65095 h 81305"/>
                <a:gd name="connsiteX15" fmla="*/ 14917 w 68551"/>
                <a:gd name="connsiteY15" fmla="*/ 38525 h 813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68551" h="81305">
                  <a:moveTo>
                    <a:pt x="15094" y="34805"/>
                  </a:moveTo>
                  <a:cubicBezTo>
                    <a:pt x="16157" y="8412"/>
                    <a:pt x="31036" y="3984"/>
                    <a:pt x="37059" y="3984"/>
                  </a:cubicBezTo>
                  <a:cubicBezTo>
                    <a:pt x="55304" y="3984"/>
                    <a:pt x="57075" y="27897"/>
                    <a:pt x="57075" y="34805"/>
                  </a:cubicBezTo>
                  <a:lnTo>
                    <a:pt x="15094" y="34805"/>
                  </a:lnTo>
                  <a:close/>
                  <a:moveTo>
                    <a:pt x="14917" y="38525"/>
                  </a:moveTo>
                  <a:lnTo>
                    <a:pt x="64338" y="38525"/>
                  </a:lnTo>
                  <a:cubicBezTo>
                    <a:pt x="68235" y="38525"/>
                    <a:pt x="68766" y="38525"/>
                    <a:pt x="68766" y="34805"/>
                  </a:cubicBezTo>
                  <a:cubicBezTo>
                    <a:pt x="68766" y="17269"/>
                    <a:pt x="59201" y="87"/>
                    <a:pt x="37059" y="87"/>
                  </a:cubicBezTo>
                  <a:cubicBezTo>
                    <a:pt x="16511" y="87"/>
                    <a:pt x="214" y="18332"/>
                    <a:pt x="214" y="40474"/>
                  </a:cubicBezTo>
                  <a:cubicBezTo>
                    <a:pt x="214" y="64210"/>
                    <a:pt x="18814" y="81392"/>
                    <a:pt x="39184" y="81392"/>
                  </a:cubicBezTo>
                  <a:cubicBezTo>
                    <a:pt x="60795" y="81392"/>
                    <a:pt x="68766" y="61730"/>
                    <a:pt x="68766" y="58364"/>
                  </a:cubicBezTo>
                  <a:cubicBezTo>
                    <a:pt x="68766" y="56593"/>
                    <a:pt x="67349" y="56239"/>
                    <a:pt x="66463" y="56239"/>
                  </a:cubicBezTo>
                  <a:cubicBezTo>
                    <a:pt x="64869" y="56239"/>
                    <a:pt x="64515" y="57302"/>
                    <a:pt x="64160" y="58719"/>
                  </a:cubicBezTo>
                  <a:cubicBezTo>
                    <a:pt x="57961" y="76964"/>
                    <a:pt x="42018" y="76964"/>
                    <a:pt x="40247" y="76964"/>
                  </a:cubicBezTo>
                  <a:cubicBezTo>
                    <a:pt x="31390" y="76964"/>
                    <a:pt x="24305" y="71650"/>
                    <a:pt x="20231" y="65095"/>
                  </a:cubicBezTo>
                  <a:cubicBezTo>
                    <a:pt x="14917" y="56593"/>
                    <a:pt x="14917" y="44902"/>
                    <a:pt x="14917" y="38525"/>
                  </a:cubicBezTo>
                  <a:close/>
                </a:path>
              </a:pathLst>
            </a:custGeom>
            <a:solidFill>
              <a:srgbClr val="000000"/>
            </a:solidFill>
            <a:ln w="1773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64" name="任意形状 363">
              <a:extLst>
                <a:ext uri="{FF2B5EF4-FFF2-40B4-BE49-F238E27FC236}">
                  <a16:creationId xmlns:a16="http://schemas.microsoft.com/office/drawing/2014/main" id="{B800E8E4-6B43-7B05-304F-03E85EB4CDB2}"/>
                </a:ext>
              </a:extLst>
            </p:cNvPr>
            <p:cNvSpPr/>
            <p:nvPr>
              <p:custDataLst>
                <p:tags r:id="rId60"/>
              </p:custDataLst>
            </p:nvPr>
          </p:nvSpPr>
          <p:spPr>
            <a:xfrm>
              <a:off x="10825434" y="6246542"/>
              <a:ext cx="59517" cy="78294"/>
            </a:xfrm>
            <a:custGeom>
              <a:avLst/>
              <a:gdLst>
                <a:gd name="connsiteX0" fmla="*/ 24841 w 59517"/>
                <a:gd name="connsiteY0" fmla="*/ 19572 h 78294"/>
                <a:gd name="connsiteX1" fmla="*/ 24841 w 59517"/>
                <a:gd name="connsiteY1" fmla="*/ 87 h 78294"/>
                <a:gd name="connsiteX2" fmla="*/ 219 w 59517"/>
                <a:gd name="connsiteY2" fmla="*/ 2035 h 78294"/>
                <a:gd name="connsiteX3" fmla="*/ 219 w 59517"/>
                <a:gd name="connsiteY3" fmla="*/ 7526 h 78294"/>
                <a:gd name="connsiteX4" fmla="*/ 14035 w 59517"/>
                <a:gd name="connsiteY4" fmla="*/ 17446 h 78294"/>
                <a:gd name="connsiteX5" fmla="*/ 14035 w 59517"/>
                <a:gd name="connsiteY5" fmla="*/ 64918 h 78294"/>
                <a:gd name="connsiteX6" fmla="*/ 219 w 59517"/>
                <a:gd name="connsiteY6" fmla="*/ 72889 h 78294"/>
                <a:gd name="connsiteX7" fmla="*/ 219 w 59517"/>
                <a:gd name="connsiteY7" fmla="*/ 78381 h 78294"/>
                <a:gd name="connsiteX8" fmla="*/ 20412 w 59517"/>
                <a:gd name="connsiteY8" fmla="*/ 77849 h 78294"/>
                <a:gd name="connsiteX9" fmla="*/ 42909 w 59517"/>
                <a:gd name="connsiteY9" fmla="*/ 78381 h 78294"/>
                <a:gd name="connsiteX10" fmla="*/ 42909 w 59517"/>
                <a:gd name="connsiteY10" fmla="*/ 72889 h 78294"/>
                <a:gd name="connsiteX11" fmla="*/ 39189 w 59517"/>
                <a:gd name="connsiteY11" fmla="*/ 72889 h 78294"/>
                <a:gd name="connsiteX12" fmla="*/ 25726 w 59517"/>
                <a:gd name="connsiteY12" fmla="*/ 64564 h 78294"/>
                <a:gd name="connsiteX13" fmla="*/ 25726 w 59517"/>
                <a:gd name="connsiteY13" fmla="*/ 37285 h 78294"/>
                <a:gd name="connsiteX14" fmla="*/ 46628 w 59517"/>
                <a:gd name="connsiteY14" fmla="*/ 3984 h 78294"/>
                <a:gd name="connsiteX15" fmla="*/ 48577 w 59517"/>
                <a:gd name="connsiteY15" fmla="*/ 4161 h 78294"/>
                <a:gd name="connsiteX16" fmla="*/ 44503 w 59517"/>
                <a:gd name="connsiteY16" fmla="*/ 11069 h 78294"/>
                <a:gd name="connsiteX17" fmla="*/ 52120 w 59517"/>
                <a:gd name="connsiteY17" fmla="*/ 18686 h 78294"/>
                <a:gd name="connsiteX18" fmla="*/ 59736 w 59517"/>
                <a:gd name="connsiteY18" fmla="*/ 10892 h 78294"/>
                <a:gd name="connsiteX19" fmla="*/ 46628 w 59517"/>
                <a:gd name="connsiteY19" fmla="*/ 87 h 78294"/>
                <a:gd name="connsiteX20" fmla="*/ 24841 w 59517"/>
                <a:gd name="connsiteY20" fmla="*/ 19572 h 78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59517" h="78294">
                  <a:moveTo>
                    <a:pt x="24841" y="19572"/>
                  </a:moveTo>
                  <a:lnTo>
                    <a:pt x="24841" y="87"/>
                  </a:lnTo>
                  <a:lnTo>
                    <a:pt x="219" y="2035"/>
                  </a:lnTo>
                  <a:lnTo>
                    <a:pt x="219" y="7526"/>
                  </a:lnTo>
                  <a:cubicBezTo>
                    <a:pt x="12618" y="7526"/>
                    <a:pt x="14035" y="8766"/>
                    <a:pt x="14035" y="17446"/>
                  </a:cubicBezTo>
                  <a:lnTo>
                    <a:pt x="14035" y="64918"/>
                  </a:lnTo>
                  <a:cubicBezTo>
                    <a:pt x="14035" y="72889"/>
                    <a:pt x="12087" y="72889"/>
                    <a:pt x="219" y="72889"/>
                  </a:cubicBezTo>
                  <a:lnTo>
                    <a:pt x="219" y="78381"/>
                  </a:lnTo>
                  <a:cubicBezTo>
                    <a:pt x="7127" y="78204"/>
                    <a:pt x="15452" y="77849"/>
                    <a:pt x="20412" y="77849"/>
                  </a:cubicBezTo>
                  <a:cubicBezTo>
                    <a:pt x="27498" y="77849"/>
                    <a:pt x="35823" y="77849"/>
                    <a:pt x="42909" y="78381"/>
                  </a:cubicBezTo>
                  <a:lnTo>
                    <a:pt x="42909" y="72889"/>
                  </a:lnTo>
                  <a:lnTo>
                    <a:pt x="39189" y="72889"/>
                  </a:lnTo>
                  <a:cubicBezTo>
                    <a:pt x="26081" y="72889"/>
                    <a:pt x="25726" y="70941"/>
                    <a:pt x="25726" y="64564"/>
                  </a:cubicBezTo>
                  <a:lnTo>
                    <a:pt x="25726" y="37285"/>
                  </a:lnTo>
                  <a:cubicBezTo>
                    <a:pt x="25726" y="19749"/>
                    <a:pt x="33166" y="3984"/>
                    <a:pt x="46628" y="3984"/>
                  </a:cubicBezTo>
                  <a:cubicBezTo>
                    <a:pt x="47868" y="3984"/>
                    <a:pt x="48223" y="3984"/>
                    <a:pt x="48577" y="4161"/>
                  </a:cubicBezTo>
                  <a:cubicBezTo>
                    <a:pt x="48045" y="4338"/>
                    <a:pt x="44503" y="6464"/>
                    <a:pt x="44503" y="11069"/>
                  </a:cubicBezTo>
                  <a:cubicBezTo>
                    <a:pt x="44503" y="16029"/>
                    <a:pt x="48223" y="18686"/>
                    <a:pt x="52120" y="18686"/>
                  </a:cubicBezTo>
                  <a:cubicBezTo>
                    <a:pt x="55308" y="18686"/>
                    <a:pt x="59736" y="16560"/>
                    <a:pt x="59736" y="10892"/>
                  </a:cubicBezTo>
                  <a:cubicBezTo>
                    <a:pt x="59736" y="5224"/>
                    <a:pt x="54245" y="87"/>
                    <a:pt x="46628" y="87"/>
                  </a:cubicBezTo>
                  <a:cubicBezTo>
                    <a:pt x="33697" y="87"/>
                    <a:pt x="27321" y="11955"/>
                    <a:pt x="24841" y="19572"/>
                  </a:cubicBezTo>
                  <a:close/>
                </a:path>
              </a:pathLst>
            </a:custGeom>
            <a:solidFill>
              <a:srgbClr val="000000"/>
            </a:solidFill>
            <a:ln w="1773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65" name="任意形状 364">
              <a:extLst>
                <a:ext uri="{FF2B5EF4-FFF2-40B4-BE49-F238E27FC236}">
                  <a16:creationId xmlns:a16="http://schemas.microsoft.com/office/drawing/2014/main" id="{AFED397C-34FC-7D5E-92E0-F38AC39143DC}"/>
                </a:ext>
              </a:extLst>
            </p:cNvPr>
            <p:cNvSpPr/>
            <p:nvPr>
              <p:custDataLst>
                <p:tags r:id="rId61"/>
              </p:custDataLst>
            </p:nvPr>
          </p:nvSpPr>
          <p:spPr>
            <a:xfrm>
              <a:off x="10953857" y="6246542"/>
              <a:ext cx="87327" cy="112658"/>
            </a:xfrm>
            <a:custGeom>
              <a:avLst/>
              <a:gdLst>
                <a:gd name="connsiteX0" fmla="*/ 25734 w 87327"/>
                <a:gd name="connsiteY0" fmla="*/ 11778 h 112658"/>
                <a:gd name="connsiteX1" fmla="*/ 25734 w 87327"/>
                <a:gd name="connsiteY1" fmla="*/ 87 h 112658"/>
                <a:gd name="connsiteX2" fmla="*/ 226 w 87327"/>
                <a:gd name="connsiteY2" fmla="*/ 2035 h 112658"/>
                <a:gd name="connsiteX3" fmla="*/ 226 w 87327"/>
                <a:gd name="connsiteY3" fmla="*/ 7526 h 112658"/>
                <a:gd name="connsiteX4" fmla="*/ 14043 w 87327"/>
                <a:gd name="connsiteY4" fmla="*/ 16383 h 112658"/>
                <a:gd name="connsiteX5" fmla="*/ 14043 w 87327"/>
                <a:gd name="connsiteY5" fmla="*/ 99283 h 112658"/>
                <a:gd name="connsiteX6" fmla="*/ 226 w 87327"/>
                <a:gd name="connsiteY6" fmla="*/ 107254 h 112658"/>
                <a:gd name="connsiteX7" fmla="*/ 226 w 87327"/>
                <a:gd name="connsiteY7" fmla="*/ 112745 h 112658"/>
                <a:gd name="connsiteX8" fmla="*/ 20065 w 87327"/>
                <a:gd name="connsiteY8" fmla="*/ 112214 h 112658"/>
                <a:gd name="connsiteX9" fmla="*/ 40082 w 87327"/>
                <a:gd name="connsiteY9" fmla="*/ 112745 h 112658"/>
                <a:gd name="connsiteX10" fmla="*/ 40082 w 87327"/>
                <a:gd name="connsiteY10" fmla="*/ 107254 h 112658"/>
                <a:gd name="connsiteX11" fmla="*/ 26265 w 87327"/>
                <a:gd name="connsiteY11" fmla="*/ 99283 h 112658"/>
                <a:gd name="connsiteX12" fmla="*/ 26265 w 87327"/>
                <a:gd name="connsiteY12" fmla="*/ 69524 h 112658"/>
                <a:gd name="connsiteX13" fmla="*/ 26265 w 87327"/>
                <a:gd name="connsiteY13" fmla="*/ 67930 h 112658"/>
                <a:gd name="connsiteX14" fmla="*/ 48053 w 87327"/>
                <a:gd name="connsiteY14" fmla="*/ 80329 h 112658"/>
                <a:gd name="connsiteX15" fmla="*/ 87554 w 87327"/>
                <a:gd name="connsiteY15" fmla="*/ 40119 h 112658"/>
                <a:gd name="connsiteX16" fmla="*/ 50533 w 87327"/>
                <a:gd name="connsiteY16" fmla="*/ 87 h 112658"/>
                <a:gd name="connsiteX17" fmla="*/ 25734 w 87327"/>
                <a:gd name="connsiteY17" fmla="*/ 11778 h 112658"/>
                <a:gd name="connsiteX18" fmla="*/ 26265 w 87327"/>
                <a:gd name="connsiteY18" fmla="*/ 58187 h 112658"/>
                <a:gd name="connsiteX19" fmla="*/ 26265 w 87327"/>
                <a:gd name="connsiteY19" fmla="*/ 18686 h 112658"/>
                <a:gd name="connsiteX20" fmla="*/ 49115 w 87327"/>
                <a:gd name="connsiteY20" fmla="*/ 4515 h 112658"/>
                <a:gd name="connsiteX21" fmla="*/ 72852 w 87327"/>
                <a:gd name="connsiteY21" fmla="*/ 40119 h 112658"/>
                <a:gd name="connsiteX22" fmla="*/ 47344 w 87327"/>
                <a:gd name="connsiteY22" fmla="*/ 76432 h 112658"/>
                <a:gd name="connsiteX23" fmla="*/ 28745 w 87327"/>
                <a:gd name="connsiteY23" fmla="*/ 65627 h 112658"/>
                <a:gd name="connsiteX24" fmla="*/ 26265 w 87327"/>
                <a:gd name="connsiteY24" fmla="*/ 58187 h 1126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87327" h="112658">
                  <a:moveTo>
                    <a:pt x="25734" y="11778"/>
                  </a:moveTo>
                  <a:lnTo>
                    <a:pt x="25734" y="87"/>
                  </a:lnTo>
                  <a:lnTo>
                    <a:pt x="226" y="2035"/>
                  </a:lnTo>
                  <a:lnTo>
                    <a:pt x="226" y="7526"/>
                  </a:lnTo>
                  <a:cubicBezTo>
                    <a:pt x="12803" y="7526"/>
                    <a:pt x="14043" y="8589"/>
                    <a:pt x="14043" y="16383"/>
                  </a:cubicBezTo>
                  <a:lnTo>
                    <a:pt x="14043" y="99283"/>
                  </a:lnTo>
                  <a:cubicBezTo>
                    <a:pt x="14043" y="107254"/>
                    <a:pt x="12094" y="107254"/>
                    <a:pt x="226" y="107254"/>
                  </a:cubicBezTo>
                  <a:lnTo>
                    <a:pt x="226" y="112745"/>
                  </a:lnTo>
                  <a:cubicBezTo>
                    <a:pt x="6249" y="112568"/>
                    <a:pt x="15460" y="112214"/>
                    <a:pt x="20065" y="112214"/>
                  </a:cubicBezTo>
                  <a:cubicBezTo>
                    <a:pt x="24848" y="112214"/>
                    <a:pt x="33882" y="112568"/>
                    <a:pt x="40082" y="112745"/>
                  </a:cubicBezTo>
                  <a:lnTo>
                    <a:pt x="40082" y="107254"/>
                  </a:lnTo>
                  <a:cubicBezTo>
                    <a:pt x="28213" y="107254"/>
                    <a:pt x="26265" y="107254"/>
                    <a:pt x="26265" y="99283"/>
                  </a:cubicBezTo>
                  <a:lnTo>
                    <a:pt x="26265" y="69524"/>
                  </a:lnTo>
                  <a:lnTo>
                    <a:pt x="26265" y="67930"/>
                  </a:lnTo>
                  <a:cubicBezTo>
                    <a:pt x="27151" y="70764"/>
                    <a:pt x="34590" y="80329"/>
                    <a:pt x="48053" y="80329"/>
                  </a:cubicBezTo>
                  <a:cubicBezTo>
                    <a:pt x="69132" y="80329"/>
                    <a:pt x="87554" y="62970"/>
                    <a:pt x="87554" y="40119"/>
                  </a:cubicBezTo>
                  <a:cubicBezTo>
                    <a:pt x="87554" y="17623"/>
                    <a:pt x="70372" y="87"/>
                    <a:pt x="50533" y="87"/>
                  </a:cubicBezTo>
                  <a:cubicBezTo>
                    <a:pt x="36716" y="87"/>
                    <a:pt x="29276" y="7881"/>
                    <a:pt x="25734" y="11778"/>
                  </a:cubicBezTo>
                  <a:close/>
                  <a:moveTo>
                    <a:pt x="26265" y="58187"/>
                  </a:moveTo>
                  <a:lnTo>
                    <a:pt x="26265" y="18686"/>
                  </a:lnTo>
                  <a:cubicBezTo>
                    <a:pt x="31402" y="9652"/>
                    <a:pt x="40082" y="4515"/>
                    <a:pt x="49115" y="4515"/>
                  </a:cubicBezTo>
                  <a:cubicBezTo>
                    <a:pt x="62046" y="4515"/>
                    <a:pt x="72852" y="20103"/>
                    <a:pt x="72852" y="40119"/>
                  </a:cubicBezTo>
                  <a:cubicBezTo>
                    <a:pt x="72852" y="61553"/>
                    <a:pt x="60452" y="76432"/>
                    <a:pt x="47344" y="76432"/>
                  </a:cubicBezTo>
                  <a:cubicBezTo>
                    <a:pt x="40259" y="76432"/>
                    <a:pt x="33528" y="72889"/>
                    <a:pt x="28745" y="65627"/>
                  </a:cubicBezTo>
                  <a:cubicBezTo>
                    <a:pt x="26265" y="61907"/>
                    <a:pt x="26265" y="61730"/>
                    <a:pt x="26265" y="58187"/>
                  </a:cubicBezTo>
                  <a:close/>
                </a:path>
              </a:pathLst>
            </a:custGeom>
            <a:solidFill>
              <a:srgbClr val="000000"/>
            </a:solidFill>
            <a:ln w="1773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66" name="任意形状 365">
              <a:extLst>
                <a:ext uri="{FF2B5EF4-FFF2-40B4-BE49-F238E27FC236}">
                  <a16:creationId xmlns:a16="http://schemas.microsoft.com/office/drawing/2014/main" id="{17A3BAAD-2C61-5FB0-7F60-048F2D1F99D2}"/>
                </a:ext>
              </a:extLst>
            </p:cNvPr>
            <p:cNvSpPr/>
            <p:nvPr>
              <p:custDataLst>
                <p:tags r:id="rId62"/>
              </p:custDataLst>
            </p:nvPr>
          </p:nvSpPr>
          <p:spPr>
            <a:xfrm>
              <a:off x="11054746" y="6245480"/>
              <a:ext cx="79888" cy="81305"/>
            </a:xfrm>
            <a:custGeom>
              <a:avLst/>
              <a:gdLst>
                <a:gd name="connsiteX0" fmla="*/ 51778 w 79888"/>
                <a:gd name="connsiteY0" fmla="*/ 65981 h 81305"/>
                <a:gd name="connsiteX1" fmla="*/ 65595 w 79888"/>
                <a:gd name="connsiteY1" fmla="*/ 80506 h 81305"/>
                <a:gd name="connsiteX2" fmla="*/ 80120 w 79888"/>
                <a:gd name="connsiteY2" fmla="*/ 63678 h 81305"/>
                <a:gd name="connsiteX3" fmla="*/ 80120 w 79888"/>
                <a:gd name="connsiteY3" fmla="*/ 53759 h 81305"/>
                <a:gd name="connsiteX4" fmla="*/ 75691 w 79888"/>
                <a:gd name="connsiteY4" fmla="*/ 53759 h 81305"/>
                <a:gd name="connsiteX5" fmla="*/ 75691 w 79888"/>
                <a:gd name="connsiteY5" fmla="*/ 63678 h 81305"/>
                <a:gd name="connsiteX6" fmla="*/ 69315 w 79888"/>
                <a:gd name="connsiteY6" fmla="*/ 75015 h 81305"/>
                <a:gd name="connsiteX7" fmla="*/ 62760 w 79888"/>
                <a:gd name="connsiteY7" fmla="*/ 66158 h 81305"/>
                <a:gd name="connsiteX8" fmla="*/ 62760 w 79888"/>
                <a:gd name="connsiteY8" fmla="*/ 30731 h 81305"/>
                <a:gd name="connsiteX9" fmla="*/ 56384 w 79888"/>
                <a:gd name="connsiteY9" fmla="*/ 9829 h 81305"/>
                <a:gd name="connsiteX10" fmla="*/ 32116 w 79888"/>
                <a:gd name="connsiteY10" fmla="*/ 87 h 81305"/>
                <a:gd name="connsiteX11" fmla="*/ 5368 w 79888"/>
                <a:gd name="connsiteY11" fmla="*/ 20103 h 81305"/>
                <a:gd name="connsiteX12" fmla="*/ 13517 w 79888"/>
                <a:gd name="connsiteY12" fmla="*/ 28428 h 81305"/>
                <a:gd name="connsiteX13" fmla="*/ 21665 w 79888"/>
                <a:gd name="connsiteY13" fmla="*/ 20280 h 81305"/>
                <a:gd name="connsiteX14" fmla="*/ 12631 w 79888"/>
                <a:gd name="connsiteY14" fmla="*/ 12132 h 81305"/>
                <a:gd name="connsiteX15" fmla="*/ 31762 w 79888"/>
                <a:gd name="connsiteY15" fmla="*/ 3984 h 81305"/>
                <a:gd name="connsiteX16" fmla="*/ 50538 w 79888"/>
                <a:gd name="connsiteY16" fmla="*/ 26657 h 81305"/>
                <a:gd name="connsiteX17" fmla="*/ 50538 w 79888"/>
                <a:gd name="connsiteY17" fmla="*/ 33211 h 81305"/>
                <a:gd name="connsiteX18" fmla="*/ 17945 w 79888"/>
                <a:gd name="connsiteY18" fmla="*/ 39588 h 81305"/>
                <a:gd name="connsiteX19" fmla="*/ 232 w 79888"/>
                <a:gd name="connsiteY19" fmla="*/ 62616 h 81305"/>
                <a:gd name="connsiteX20" fmla="*/ 28573 w 79888"/>
                <a:gd name="connsiteY20" fmla="*/ 81392 h 81305"/>
                <a:gd name="connsiteX21" fmla="*/ 51778 w 79888"/>
                <a:gd name="connsiteY21" fmla="*/ 65981 h 81305"/>
                <a:gd name="connsiteX22" fmla="*/ 50538 w 79888"/>
                <a:gd name="connsiteY22" fmla="*/ 36931 h 81305"/>
                <a:gd name="connsiteX23" fmla="*/ 50538 w 79888"/>
                <a:gd name="connsiteY23" fmla="*/ 54644 h 81305"/>
                <a:gd name="connsiteX24" fmla="*/ 29813 w 79888"/>
                <a:gd name="connsiteY24" fmla="*/ 77495 h 81305"/>
                <a:gd name="connsiteX25" fmla="*/ 13871 w 79888"/>
                <a:gd name="connsiteY25" fmla="*/ 62438 h 81305"/>
                <a:gd name="connsiteX26" fmla="*/ 50538 w 79888"/>
                <a:gd name="connsiteY26" fmla="*/ 36931 h 813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79888" h="81305">
                  <a:moveTo>
                    <a:pt x="51778" y="65981"/>
                  </a:moveTo>
                  <a:cubicBezTo>
                    <a:pt x="52487" y="73067"/>
                    <a:pt x="57269" y="80506"/>
                    <a:pt x="65595" y="80506"/>
                  </a:cubicBezTo>
                  <a:cubicBezTo>
                    <a:pt x="69315" y="80506"/>
                    <a:pt x="80120" y="78026"/>
                    <a:pt x="80120" y="63678"/>
                  </a:cubicBezTo>
                  <a:lnTo>
                    <a:pt x="80120" y="53759"/>
                  </a:lnTo>
                  <a:lnTo>
                    <a:pt x="75691" y="53759"/>
                  </a:lnTo>
                  <a:lnTo>
                    <a:pt x="75691" y="63678"/>
                  </a:lnTo>
                  <a:cubicBezTo>
                    <a:pt x="75691" y="73952"/>
                    <a:pt x="71263" y="75015"/>
                    <a:pt x="69315" y="75015"/>
                  </a:cubicBezTo>
                  <a:cubicBezTo>
                    <a:pt x="63469" y="75015"/>
                    <a:pt x="62760" y="67044"/>
                    <a:pt x="62760" y="66158"/>
                  </a:cubicBezTo>
                  <a:lnTo>
                    <a:pt x="62760" y="30731"/>
                  </a:lnTo>
                  <a:cubicBezTo>
                    <a:pt x="62760" y="23291"/>
                    <a:pt x="62760" y="16383"/>
                    <a:pt x="56384" y="9829"/>
                  </a:cubicBezTo>
                  <a:cubicBezTo>
                    <a:pt x="49475" y="2921"/>
                    <a:pt x="40619" y="87"/>
                    <a:pt x="32116" y="87"/>
                  </a:cubicBezTo>
                  <a:cubicBezTo>
                    <a:pt x="17591" y="87"/>
                    <a:pt x="5368" y="8412"/>
                    <a:pt x="5368" y="20103"/>
                  </a:cubicBezTo>
                  <a:cubicBezTo>
                    <a:pt x="5368" y="25417"/>
                    <a:pt x="8911" y="28428"/>
                    <a:pt x="13517" y="28428"/>
                  </a:cubicBezTo>
                  <a:cubicBezTo>
                    <a:pt x="18477" y="28428"/>
                    <a:pt x="21665" y="24886"/>
                    <a:pt x="21665" y="20280"/>
                  </a:cubicBezTo>
                  <a:cubicBezTo>
                    <a:pt x="21665" y="18155"/>
                    <a:pt x="20779" y="12309"/>
                    <a:pt x="12631" y="12132"/>
                  </a:cubicBezTo>
                  <a:cubicBezTo>
                    <a:pt x="17414" y="5932"/>
                    <a:pt x="26093" y="3984"/>
                    <a:pt x="31762" y="3984"/>
                  </a:cubicBezTo>
                  <a:cubicBezTo>
                    <a:pt x="40441" y="3984"/>
                    <a:pt x="50538" y="10892"/>
                    <a:pt x="50538" y="26657"/>
                  </a:cubicBezTo>
                  <a:lnTo>
                    <a:pt x="50538" y="33211"/>
                  </a:lnTo>
                  <a:cubicBezTo>
                    <a:pt x="41504" y="33742"/>
                    <a:pt x="29105" y="34274"/>
                    <a:pt x="17945" y="39588"/>
                  </a:cubicBezTo>
                  <a:cubicBezTo>
                    <a:pt x="4660" y="45611"/>
                    <a:pt x="232" y="54822"/>
                    <a:pt x="232" y="62616"/>
                  </a:cubicBezTo>
                  <a:cubicBezTo>
                    <a:pt x="232" y="76964"/>
                    <a:pt x="17414" y="81392"/>
                    <a:pt x="28573" y="81392"/>
                  </a:cubicBezTo>
                  <a:cubicBezTo>
                    <a:pt x="40264" y="81392"/>
                    <a:pt x="48412" y="74307"/>
                    <a:pt x="51778" y="65981"/>
                  </a:cubicBezTo>
                  <a:close/>
                  <a:moveTo>
                    <a:pt x="50538" y="36931"/>
                  </a:moveTo>
                  <a:lnTo>
                    <a:pt x="50538" y="54644"/>
                  </a:lnTo>
                  <a:cubicBezTo>
                    <a:pt x="50538" y="71472"/>
                    <a:pt x="37784" y="77495"/>
                    <a:pt x="29813" y="77495"/>
                  </a:cubicBezTo>
                  <a:cubicBezTo>
                    <a:pt x="21134" y="77495"/>
                    <a:pt x="13871" y="71295"/>
                    <a:pt x="13871" y="62438"/>
                  </a:cubicBezTo>
                  <a:cubicBezTo>
                    <a:pt x="13871" y="52696"/>
                    <a:pt x="21311" y="37994"/>
                    <a:pt x="50538" y="36931"/>
                  </a:cubicBezTo>
                  <a:close/>
                </a:path>
              </a:pathLst>
            </a:custGeom>
            <a:solidFill>
              <a:srgbClr val="000000"/>
            </a:solidFill>
            <a:ln w="1773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67" name="任意形状 366">
              <a:extLst>
                <a:ext uri="{FF2B5EF4-FFF2-40B4-BE49-F238E27FC236}">
                  <a16:creationId xmlns:a16="http://schemas.microsoft.com/office/drawing/2014/main" id="{414682B5-9499-F250-1D66-9B482114D4EF}"/>
                </a:ext>
              </a:extLst>
            </p:cNvPr>
            <p:cNvSpPr/>
            <p:nvPr>
              <p:custDataLst>
                <p:tags r:id="rId63"/>
              </p:custDataLst>
            </p:nvPr>
          </p:nvSpPr>
          <p:spPr>
            <a:xfrm>
              <a:off x="11141720" y="6206333"/>
              <a:ext cx="37907" cy="118503"/>
            </a:xfrm>
            <a:custGeom>
              <a:avLst/>
              <a:gdLst>
                <a:gd name="connsiteX0" fmla="*/ 25744 w 37907"/>
                <a:gd name="connsiteY0" fmla="*/ 40296 h 118503"/>
                <a:gd name="connsiteX1" fmla="*/ 945 w 37907"/>
                <a:gd name="connsiteY1" fmla="*/ 42245 h 118503"/>
                <a:gd name="connsiteX2" fmla="*/ 945 w 37907"/>
                <a:gd name="connsiteY2" fmla="*/ 47736 h 118503"/>
                <a:gd name="connsiteX3" fmla="*/ 14053 w 37907"/>
                <a:gd name="connsiteY3" fmla="*/ 57479 h 118503"/>
                <a:gd name="connsiteX4" fmla="*/ 14053 w 37907"/>
                <a:gd name="connsiteY4" fmla="*/ 105128 h 118503"/>
                <a:gd name="connsiteX5" fmla="*/ 237 w 37907"/>
                <a:gd name="connsiteY5" fmla="*/ 113099 h 118503"/>
                <a:gd name="connsiteX6" fmla="*/ 237 w 37907"/>
                <a:gd name="connsiteY6" fmla="*/ 118590 h 118503"/>
                <a:gd name="connsiteX7" fmla="*/ 19721 w 37907"/>
                <a:gd name="connsiteY7" fmla="*/ 118059 h 118503"/>
                <a:gd name="connsiteX8" fmla="*/ 38144 w 37907"/>
                <a:gd name="connsiteY8" fmla="*/ 118590 h 118503"/>
                <a:gd name="connsiteX9" fmla="*/ 38144 w 37907"/>
                <a:gd name="connsiteY9" fmla="*/ 113099 h 118503"/>
                <a:gd name="connsiteX10" fmla="*/ 25744 w 37907"/>
                <a:gd name="connsiteY10" fmla="*/ 105305 h 118503"/>
                <a:gd name="connsiteX11" fmla="*/ 25744 w 37907"/>
                <a:gd name="connsiteY11" fmla="*/ 40296 h 118503"/>
                <a:gd name="connsiteX12" fmla="*/ 26453 w 37907"/>
                <a:gd name="connsiteY12" fmla="*/ 9475 h 118503"/>
                <a:gd name="connsiteX13" fmla="*/ 17064 w 37907"/>
                <a:gd name="connsiteY13" fmla="*/ 87 h 118503"/>
                <a:gd name="connsiteX14" fmla="*/ 7676 w 37907"/>
                <a:gd name="connsiteY14" fmla="*/ 9475 h 118503"/>
                <a:gd name="connsiteX15" fmla="*/ 17064 w 37907"/>
                <a:gd name="connsiteY15" fmla="*/ 18863 h 118503"/>
                <a:gd name="connsiteX16" fmla="*/ 26453 w 37907"/>
                <a:gd name="connsiteY16" fmla="*/ 9475 h 1185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37907" h="118503">
                  <a:moveTo>
                    <a:pt x="25744" y="40296"/>
                  </a:moveTo>
                  <a:lnTo>
                    <a:pt x="945" y="42245"/>
                  </a:lnTo>
                  <a:lnTo>
                    <a:pt x="945" y="47736"/>
                  </a:lnTo>
                  <a:cubicBezTo>
                    <a:pt x="12459" y="47736"/>
                    <a:pt x="14053" y="48799"/>
                    <a:pt x="14053" y="57479"/>
                  </a:cubicBezTo>
                  <a:lnTo>
                    <a:pt x="14053" y="105128"/>
                  </a:lnTo>
                  <a:cubicBezTo>
                    <a:pt x="14053" y="113099"/>
                    <a:pt x="12105" y="113099"/>
                    <a:pt x="237" y="113099"/>
                  </a:cubicBezTo>
                  <a:lnTo>
                    <a:pt x="237" y="118590"/>
                  </a:lnTo>
                  <a:cubicBezTo>
                    <a:pt x="5905" y="118413"/>
                    <a:pt x="15470" y="118059"/>
                    <a:pt x="19721" y="118059"/>
                  </a:cubicBezTo>
                  <a:cubicBezTo>
                    <a:pt x="25921" y="118059"/>
                    <a:pt x="32121" y="118413"/>
                    <a:pt x="38144" y="118590"/>
                  </a:cubicBezTo>
                  <a:lnTo>
                    <a:pt x="38144" y="113099"/>
                  </a:lnTo>
                  <a:cubicBezTo>
                    <a:pt x="26453" y="113099"/>
                    <a:pt x="25744" y="112214"/>
                    <a:pt x="25744" y="105305"/>
                  </a:cubicBezTo>
                  <a:lnTo>
                    <a:pt x="25744" y="40296"/>
                  </a:lnTo>
                  <a:close/>
                  <a:moveTo>
                    <a:pt x="26453" y="9475"/>
                  </a:moveTo>
                  <a:cubicBezTo>
                    <a:pt x="26453" y="3807"/>
                    <a:pt x="22024" y="87"/>
                    <a:pt x="17064" y="87"/>
                  </a:cubicBezTo>
                  <a:cubicBezTo>
                    <a:pt x="11573" y="87"/>
                    <a:pt x="7676" y="4869"/>
                    <a:pt x="7676" y="9475"/>
                  </a:cubicBezTo>
                  <a:cubicBezTo>
                    <a:pt x="7676" y="14258"/>
                    <a:pt x="11573" y="18863"/>
                    <a:pt x="17064" y="18863"/>
                  </a:cubicBezTo>
                  <a:cubicBezTo>
                    <a:pt x="22024" y="18863"/>
                    <a:pt x="26453" y="15143"/>
                    <a:pt x="26453" y="9475"/>
                  </a:cubicBezTo>
                  <a:close/>
                </a:path>
              </a:pathLst>
            </a:custGeom>
            <a:solidFill>
              <a:srgbClr val="000000"/>
            </a:solidFill>
            <a:ln w="1773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68" name="任意形状 367">
              <a:extLst>
                <a:ext uri="{FF2B5EF4-FFF2-40B4-BE49-F238E27FC236}">
                  <a16:creationId xmlns:a16="http://schemas.microsoft.com/office/drawing/2014/main" id="{AC2D83F3-82D1-136F-B4EE-1357048F8D7F}"/>
                </a:ext>
              </a:extLst>
            </p:cNvPr>
            <p:cNvSpPr/>
            <p:nvPr>
              <p:custDataLst>
                <p:tags r:id="rId64"/>
              </p:custDataLst>
            </p:nvPr>
          </p:nvSpPr>
          <p:spPr>
            <a:xfrm>
              <a:off x="11190039" y="6246542"/>
              <a:ext cx="59517" cy="78294"/>
            </a:xfrm>
            <a:custGeom>
              <a:avLst/>
              <a:gdLst>
                <a:gd name="connsiteX0" fmla="*/ 24861 w 59517"/>
                <a:gd name="connsiteY0" fmla="*/ 19572 h 78294"/>
                <a:gd name="connsiteX1" fmla="*/ 24861 w 59517"/>
                <a:gd name="connsiteY1" fmla="*/ 87 h 78294"/>
                <a:gd name="connsiteX2" fmla="*/ 239 w 59517"/>
                <a:gd name="connsiteY2" fmla="*/ 2035 h 78294"/>
                <a:gd name="connsiteX3" fmla="*/ 239 w 59517"/>
                <a:gd name="connsiteY3" fmla="*/ 7526 h 78294"/>
                <a:gd name="connsiteX4" fmla="*/ 14056 w 59517"/>
                <a:gd name="connsiteY4" fmla="*/ 17446 h 78294"/>
                <a:gd name="connsiteX5" fmla="*/ 14056 w 59517"/>
                <a:gd name="connsiteY5" fmla="*/ 64918 h 78294"/>
                <a:gd name="connsiteX6" fmla="*/ 239 w 59517"/>
                <a:gd name="connsiteY6" fmla="*/ 72889 h 78294"/>
                <a:gd name="connsiteX7" fmla="*/ 239 w 59517"/>
                <a:gd name="connsiteY7" fmla="*/ 78381 h 78294"/>
                <a:gd name="connsiteX8" fmla="*/ 20433 w 59517"/>
                <a:gd name="connsiteY8" fmla="*/ 77849 h 78294"/>
                <a:gd name="connsiteX9" fmla="*/ 42929 w 59517"/>
                <a:gd name="connsiteY9" fmla="*/ 78381 h 78294"/>
                <a:gd name="connsiteX10" fmla="*/ 42929 w 59517"/>
                <a:gd name="connsiteY10" fmla="*/ 72889 h 78294"/>
                <a:gd name="connsiteX11" fmla="*/ 39209 w 59517"/>
                <a:gd name="connsiteY11" fmla="*/ 72889 h 78294"/>
                <a:gd name="connsiteX12" fmla="*/ 25747 w 59517"/>
                <a:gd name="connsiteY12" fmla="*/ 64564 h 78294"/>
                <a:gd name="connsiteX13" fmla="*/ 25747 w 59517"/>
                <a:gd name="connsiteY13" fmla="*/ 37285 h 78294"/>
                <a:gd name="connsiteX14" fmla="*/ 46649 w 59517"/>
                <a:gd name="connsiteY14" fmla="*/ 3984 h 78294"/>
                <a:gd name="connsiteX15" fmla="*/ 48597 w 59517"/>
                <a:gd name="connsiteY15" fmla="*/ 4161 h 78294"/>
                <a:gd name="connsiteX16" fmla="*/ 44523 w 59517"/>
                <a:gd name="connsiteY16" fmla="*/ 11069 h 78294"/>
                <a:gd name="connsiteX17" fmla="*/ 52140 w 59517"/>
                <a:gd name="connsiteY17" fmla="*/ 18686 h 78294"/>
                <a:gd name="connsiteX18" fmla="*/ 59757 w 59517"/>
                <a:gd name="connsiteY18" fmla="*/ 10892 h 78294"/>
                <a:gd name="connsiteX19" fmla="*/ 46649 w 59517"/>
                <a:gd name="connsiteY19" fmla="*/ 87 h 78294"/>
                <a:gd name="connsiteX20" fmla="*/ 24861 w 59517"/>
                <a:gd name="connsiteY20" fmla="*/ 19572 h 78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59517" h="78294">
                  <a:moveTo>
                    <a:pt x="24861" y="19572"/>
                  </a:moveTo>
                  <a:lnTo>
                    <a:pt x="24861" y="87"/>
                  </a:lnTo>
                  <a:lnTo>
                    <a:pt x="239" y="2035"/>
                  </a:lnTo>
                  <a:lnTo>
                    <a:pt x="239" y="7526"/>
                  </a:lnTo>
                  <a:cubicBezTo>
                    <a:pt x="12639" y="7526"/>
                    <a:pt x="14056" y="8766"/>
                    <a:pt x="14056" y="17446"/>
                  </a:cubicBezTo>
                  <a:lnTo>
                    <a:pt x="14056" y="64918"/>
                  </a:lnTo>
                  <a:cubicBezTo>
                    <a:pt x="14056" y="72889"/>
                    <a:pt x="12107" y="72889"/>
                    <a:pt x="239" y="72889"/>
                  </a:cubicBezTo>
                  <a:lnTo>
                    <a:pt x="239" y="78381"/>
                  </a:lnTo>
                  <a:cubicBezTo>
                    <a:pt x="7148" y="78204"/>
                    <a:pt x="15473" y="77849"/>
                    <a:pt x="20433" y="77849"/>
                  </a:cubicBezTo>
                  <a:cubicBezTo>
                    <a:pt x="27518" y="77849"/>
                    <a:pt x="35844" y="77849"/>
                    <a:pt x="42929" y="78381"/>
                  </a:cubicBezTo>
                  <a:lnTo>
                    <a:pt x="42929" y="72889"/>
                  </a:lnTo>
                  <a:lnTo>
                    <a:pt x="39209" y="72889"/>
                  </a:lnTo>
                  <a:cubicBezTo>
                    <a:pt x="26101" y="72889"/>
                    <a:pt x="25747" y="70941"/>
                    <a:pt x="25747" y="64564"/>
                  </a:cubicBezTo>
                  <a:lnTo>
                    <a:pt x="25747" y="37285"/>
                  </a:lnTo>
                  <a:cubicBezTo>
                    <a:pt x="25747" y="19749"/>
                    <a:pt x="33187" y="3984"/>
                    <a:pt x="46649" y="3984"/>
                  </a:cubicBezTo>
                  <a:cubicBezTo>
                    <a:pt x="47889" y="3984"/>
                    <a:pt x="48243" y="3984"/>
                    <a:pt x="48597" y="4161"/>
                  </a:cubicBezTo>
                  <a:cubicBezTo>
                    <a:pt x="48066" y="4338"/>
                    <a:pt x="44523" y="6464"/>
                    <a:pt x="44523" y="11069"/>
                  </a:cubicBezTo>
                  <a:cubicBezTo>
                    <a:pt x="44523" y="16029"/>
                    <a:pt x="48243" y="18686"/>
                    <a:pt x="52140" y="18686"/>
                  </a:cubicBezTo>
                  <a:cubicBezTo>
                    <a:pt x="55329" y="18686"/>
                    <a:pt x="59757" y="16560"/>
                    <a:pt x="59757" y="10892"/>
                  </a:cubicBezTo>
                  <a:cubicBezTo>
                    <a:pt x="59757" y="5224"/>
                    <a:pt x="54266" y="87"/>
                    <a:pt x="46649" y="87"/>
                  </a:cubicBezTo>
                  <a:cubicBezTo>
                    <a:pt x="33718" y="87"/>
                    <a:pt x="27341" y="11955"/>
                    <a:pt x="24861" y="19572"/>
                  </a:cubicBezTo>
                  <a:close/>
                </a:path>
              </a:pathLst>
            </a:custGeom>
            <a:solidFill>
              <a:srgbClr val="000000"/>
            </a:solidFill>
            <a:ln w="1773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69" name="任意形状 368">
              <a:extLst>
                <a:ext uri="{FF2B5EF4-FFF2-40B4-BE49-F238E27FC236}">
                  <a16:creationId xmlns:a16="http://schemas.microsoft.com/office/drawing/2014/main" id="{E5226365-4D5F-68EC-FF2F-BAC2FC4DC0F0}"/>
                </a:ext>
              </a:extLst>
            </p:cNvPr>
            <p:cNvSpPr/>
            <p:nvPr>
              <p:custDataLst>
                <p:tags r:id="rId65"/>
              </p:custDataLst>
            </p:nvPr>
          </p:nvSpPr>
          <p:spPr>
            <a:xfrm>
              <a:off x="8297499" y="6428461"/>
              <a:ext cx="55443" cy="110886"/>
            </a:xfrm>
            <a:custGeom>
              <a:avLst/>
              <a:gdLst>
                <a:gd name="connsiteX0" fmla="*/ 27356 w 55443"/>
                <a:gd name="connsiteY0" fmla="*/ 38183 h 110886"/>
                <a:gd name="connsiteX1" fmla="*/ 52686 w 55443"/>
                <a:gd name="connsiteY1" fmla="*/ 38183 h 110886"/>
                <a:gd name="connsiteX2" fmla="*/ 52686 w 55443"/>
                <a:gd name="connsiteY2" fmla="*/ 32692 h 110886"/>
                <a:gd name="connsiteX3" fmla="*/ 27356 w 55443"/>
                <a:gd name="connsiteY3" fmla="*/ 32692 h 110886"/>
                <a:gd name="connsiteX4" fmla="*/ 27356 w 55443"/>
                <a:gd name="connsiteY4" fmla="*/ 99 h 110886"/>
                <a:gd name="connsiteX5" fmla="*/ 22927 w 55443"/>
                <a:gd name="connsiteY5" fmla="*/ 99 h 110886"/>
                <a:gd name="connsiteX6" fmla="*/ 77 w 55443"/>
                <a:gd name="connsiteY6" fmla="*/ 34286 h 110886"/>
                <a:gd name="connsiteX7" fmla="*/ 77 w 55443"/>
                <a:gd name="connsiteY7" fmla="*/ 38183 h 110886"/>
                <a:gd name="connsiteX8" fmla="*/ 15133 w 55443"/>
                <a:gd name="connsiteY8" fmla="*/ 38183 h 110886"/>
                <a:gd name="connsiteX9" fmla="*/ 15133 w 55443"/>
                <a:gd name="connsiteY9" fmla="*/ 87072 h 110886"/>
                <a:gd name="connsiteX10" fmla="*/ 37984 w 55443"/>
                <a:gd name="connsiteY10" fmla="*/ 110986 h 110886"/>
                <a:gd name="connsiteX11" fmla="*/ 55520 w 55443"/>
                <a:gd name="connsiteY11" fmla="*/ 87072 h 110886"/>
                <a:gd name="connsiteX12" fmla="*/ 55520 w 55443"/>
                <a:gd name="connsiteY12" fmla="*/ 76976 h 110886"/>
                <a:gd name="connsiteX13" fmla="*/ 51092 w 55443"/>
                <a:gd name="connsiteY13" fmla="*/ 76976 h 110886"/>
                <a:gd name="connsiteX14" fmla="*/ 51092 w 55443"/>
                <a:gd name="connsiteY14" fmla="*/ 86718 h 110886"/>
                <a:gd name="connsiteX15" fmla="*/ 39224 w 55443"/>
                <a:gd name="connsiteY15" fmla="*/ 106557 h 110886"/>
                <a:gd name="connsiteX16" fmla="*/ 27356 w 55443"/>
                <a:gd name="connsiteY16" fmla="*/ 87427 h 110886"/>
                <a:gd name="connsiteX17" fmla="*/ 27356 w 55443"/>
                <a:gd name="connsiteY17" fmla="*/ 38183 h 1108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55443" h="110886">
                  <a:moveTo>
                    <a:pt x="27356" y="38183"/>
                  </a:moveTo>
                  <a:lnTo>
                    <a:pt x="52686" y="38183"/>
                  </a:lnTo>
                  <a:lnTo>
                    <a:pt x="52686" y="32692"/>
                  </a:lnTo>
                  <a:lnTo>
                    <a:pt x="27356" y="32692"/>
                  </a:lnTo>
                  <a:lnTo>
                    <a:pt x="27356" y="99"/>
                  </a:lnTo>
                  <a:lnTo>
                    <a:pt x="22927" y="99"/>
                  </a:lnTo>
                  <a:cubicBezTo>
                    <a:pt x="22750" y="14624"/>
                    <a:pt x="17436" y="33577"/>
                    <a:pt x="77" y="34286"/>
                  </a:cubicBezTo>
                  <a:lnTo>
                    <a:pt x="77" y="38183"/>
                  </a:lnTo>
                  <a:lnTo>
                    <a:pt x="15133" y="38183"/>
                  </a:lnTo>
                  <a:lnTo>
                    <a:pt x="15133" y="87072"/>
                  </a:lnTo>
                  <a:cubicBezTo>
                    <a:pt x="15133" y="108860"/>
                    <a:pt x="31607" y="110986"/>
                    <a:pt x="37984" y="110986"/>
                  </a:cubicBezTo>
                  <a:cubicBezTo>
                    <a:pt x="50560" y="110986"/>
                    <a:pt x="55520" y="98409"/>
                    <a:pt x="55520" y="87072"/>
                  </a:cubicBezTo>
                  <a:lnTo>
                    <a:pt x="55520" y="76976"/>
                  </a:lnTo>
                  <a:lnTo>
                    <a:pt x="51092" y="76976"/>
                  </a:lnTo>
                  <a:lnTo>
                    <a:pt x="51092" y="86718"/>
                  </a:lnTo>
                  <a:cubicBezTo>
                    <a:pt x="51092" y="99826"/>
                    <a:pt x="45778" y="106557"/>
                    <a:pt x="39224" y="106557"/>
                  </a:cubicBezTo>
                  <a:cubicBezTo>
                    <a:pt x="27356" y="106557"/>
                    <a:pt x="27356" y="90438"/>
                    <a:pt x="27356" y="87427"/>
                  </a:cubicBezTo>
                  <a:lnTo>
                    <a:pt x="27356" y="38183"/>
                  </a:lnTo>
                  <a:close/>
                </a:path>
              </a:pathLst>
            </a:custGeom>
            <a:solidFill>
              <a:srgbClr val="000000"/>
            </a:solidFill>
            <a:ln w="1773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70" name="任意形状 369">
              <a:extLst>
                <a:ext uri="{FF2B5EF4-FFF2-40B4-BE49-F238E27FC236}">
                  <a16:creationId xmlns:a16="http://schemas.microsoft.com/office/drawing/2014/main" id="{ACF28051-65DE-384B-BABD-D76B760C35F4}"/>
                </a:ext>
              </a:extLst>
            </p:cNvPr>
            <p:cNvSpPr/>
            <p:nvPr>
              <p:custDataLst>
                <p:tags r:id="rId66"/>
              </p:custDataLst>
            </p:nvPr>
          </p:nvSpPr>
          <p:spPr>
            <a:xfrm>
              <a:off x="8367980" y="6459105"/>
              <a:ext cx="59517" cy="78294"/>
            </a:xfrm>
            <a:custGeom>
              <a:avLst/>
              <a:gdLst>
                <a:gd name="connsiteX0" fmla="*/ 24702 w 59517"/>
                <a:gd name="connsiteY0" fmla="*/ 19584 h 78294"/>
                <a:gd name="connsiteX1" fmla="*/ 24702 w 59517"/>
                <a:gd name="connsiteY1" fmla="*/ 99 h 78294"/>
                <a:gd name="connsiteX2" fmla="*/ 81 w 59517"/>
                <a:gd name="connsiteY2" fmla="*/ 2047 h 78294"/>
                <a:gd name="connsiteX3" fmla="*/ 81 w 59517"/>
                <a:gd name="connsiteY3" fmla="*/ 7538 h 78294"/>
                <a:gd name="connsiteX4" fmla="*/ 13897 w 59517"/>
                <a:gd name="connsiteY4" fmla="*/ 17458 h 78294"/>
                <a:gd name="connsiteX5" fmla="*/ 13897 w 59517"/>
                <a:gd name="connsiteY5" fmla="*/ 64930 h 78294"/>
                <a:gd name="connsiteX6" fmla="*/ 81 w 59517"/>
                <a:gd name="connsiteY6" fmla="*/ 72901 h 78294"/>
                <a:gd name="connsiteX7" fmla="*/ 81 w 59517"/>
                <a:gd name="connsiteY7" fmla="*/ 78393 h 78294"/>
                <a:gd name="connsiteX8" fmla="*/ 20274 w 59517"/>
                <a:gd name="connsiteY8" fmla="*/ 77861 h 78294"/>
                <a:gd name="connsiteX9" fmla="*/ 42770 w 59517"/>
                <a:gd name="connsiteY9" fmla="*/ 78393 h 78294"/>
                <a:gd name="connsiteX10" fmla="*/ 42770 w 59517"/>
                <a:gd name="connsiteY10" fmla="*/ 72901 h 78294"/>
                <a:gd name="connsiteX11" fmla="*/ 39050 w 59517"/>
                <a:gd name="connsiteY11" fmla="*/ 72901 h 78294"/>
                <a:gd name="connsiteX12" fmla="*/ 25588 w 59517"/>
                <a:gd name="connsiteY12" fmla="*/ 64576 h 78294"/>
                <a:gd name="connsiteX13" fmla="*/ 25588 w 59517"/>
                <a:gd name="connsiteY13" fmla="*/ 37297 h 78294"/>
                <a:gd name="connsiteX14" fmla="*/ 46490 w 59517"/>
                <a:gd name="connsiteY14" fmla="*/ 3996 h 78294"/>
                <a:gd name="connsiteX15" fmla="*/ 48439 w 59517"/>
                <a:gd name="connsiteY15" fmla="*/ 4173 h 78294"/>
                <a:gd name="connsiteX16" fmla="*/ 44365 w 59517"/>
                <a:gd name="connsiteY16" fmla="*/ 11081 h 78294"/>
                <a:gd name="connsiteX17" fmla="*/ 51981 w 59517"/>
                <a:gd name="connsiteY17" fmla="*/ 18698 h 78294"/>
                <a:gd name="connsiteX18" fmla="*/ 59598 w 59517"/>
                <a:gd name="connsiteY18" fmla="*/ 10904 h 78294"/>
                <a:gd name="connsiteX19" fmla="*/ 46490 w 59517"/>
                <a:gd name="connsiteY19" fmla="*/ 99 h 78294"/>
                <a:gd name="connsiteX20" fmla="*/ 24702 w 59517"/>
                <a:gd name="connsiteY20" fmla="*/ 19584 h 78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59517" h="78294">
                  <a:moveTo>
                    <a:pt x="24702" y="19584"/>
                  </a:moveTo>
                  <a:lnTo>
                    <a:pt x="24702" y="99"/>
                  </a:lnTo>
                  <a:lnTo>
                    <a:pt x="81" y="2047"/>
                  </a:lnTo>
                  <a:lnTo>
                    <a:pt x="81" y="7538"/>
                  </a:lnTo>
                  <a:cubicBezTo>
                    <a:pt x="12480" y="7538"/>
                    <a:pt x="13897" y="8778"/>
                    <a:pt x="13897" y="17458"/>
                  </a:cubicBezTo>
                  <a:lnTo>
                    <a:pt x="13897" y="64930"/>
                  </a:lnTo>
                  <a:cubicBezTo>
                    <a:pt x="13897" y="72901"/>
                    <a:pt x="11949" y="72901"/>
                    <a:pt x="81" y="72901"/>
                  </a:cubicBezTo>
                  <a:lnTo>
                    <a:pt x="81" y="78393"/>
                  </a:lnTo>
                  <a:cubicBezTo>
                    <a:pt x="6989" y="78215"/>
                    <a:pt x="15314" y="77861"/>
                    <a:pt x="20274" y="77861"/>
                  </a:cubicBezTo>
                  <a:cubicBezTo>
                    <a:pt x="27359" y="77861"/>
                    <a:pt x="35685" y="77861"/>
                    <a:pt x="42770" y="78393"/>
                  </a:cubicBezTo>
                  <a:lnTo>
                    <a:pt x="42770" y="72901"/>
                  </a:lnTo>
                  <a:lnTo>
                    <a:pt x="39050" y="72901"/>
                  </a:lnTo>
                  <a:cubicBezTo>
                    <a:pt x="25942" y="72901"/>
                    <a:pt x="25588" y="70953"/>
                    <a:pt x="25588" y="64576"/>
                  </a:cubicBezTo>
                  <a:lnTo>
                    <a:pt x="25588" y="37297"/>
                  </a:lnTo>
                  <a:cubicBezTo>
                    <a:pt x="25588" y="19761"/>
                    <a:pt x="33028" y="3996"/>
                    <a:pt x="46490" y="3996"/>
                  </a:cubicBezTo>
                  <a:cubicBezTo>
                    <a:pt x="47730" y="3996"/>
                    <a:pt x="48084" y="3996"/>
                    <a:pt x="48439" y="4173"/>
                  </a:cubicBezTo>
                  <a:cubicBezTo>
                    <a:pt x="47907" y="4350"/>
                    <a:pt x="44365" y="6476"/>
                    <a:pt x="44365" y="11081"/>
                  </a:cubicBezTo>
                  <a:cubicBezTo>
                    <a:pt x="44365" y="16041"/>
                    <a:pt x="48084" y="18698"/>
                    <a:pt x="51981" y="18698"/>
                  </a:cubicBezTo>
                  <a:cubicBezTo>
                    <a:pt x="55170" y="18698"/>
                    <a:pt x="59598" y="16572"/>
                    <a:pt x="59598" y="10904"/>
                  </a:cubicBezTo>
                  <a:cubicBezTo>
                    <a:pt x="59598" y="5236"/>
                    <a:pt x="54107" y="99"/>
                    <a:pt x="46490" y="99"/>
                  </a:cubicBezTo>
                  <a:cubicBezTo>
                    <a:pt x="33559" y="99"/>
                    <a:pt x="27182" y="11967"/>
                    <a:pt x="24702" y="19584"/>
                  </a:cubicBezTo>
                  <a:close/>
                </a:path>
              </a:pathLst>
            </a:custGeom>
            <a:solidFill>
              <a:srgbClr val="000000"/>
            </a:solidFill>
            <a:ln w="1773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71" name="任意形状 370">
              <a:extLst>
                <a:ext uri="{FF2B5EF4-FFF2-40B4-BE49-F238E27FC236}">
                  <a16:creationId xmlns:a16="http://schemas.microsoft.com/office/drawing/2014/main" id="{6A12E682-EB60-FAB2-4D8E-6D3D6F361515}"/>
                </a:ext>
              </a:extLst>
            </p:cNvPr>
            <p:cNvSpPr/>
            <p:nvPr>
              <p:custDataLst>
                <p:tags r:id="rId67"/>
              </p:custDataLst>
            </p:nvPr>
          </p:nvSpPr>
          <p:spPr>
            <a:xfrm>
              <a:off x="8449935" y="6404548"/>
              <a:ext cx="41095" cy="177135"/>
            </a:xfrm>
            <a:custGeom>
              <a:avLst/>
              <a:gdLst>
                <a:gd name="connsiteX0" fmla="*/ 41180 w 41095"/>
                <a:gd name="connsiteY0" fmla="*/ 175463 h 177135"/>
                <a:gd name="connsiteX1" fmla="*/ 38169 w 41095"/>
                <a:gd name="connsiteY1" fmla="*/ 171566 h 177135"/>
                <a:gd name="connsiteX2" fmla="*/ 10358 w 41095"/>
                <a:gd name="connsiteY2" fmla="*/ 88667 h 177135"/>
                <a:gd name="connsiteX3" fmla="*/ 38877 w 41095"/>
                <a:gd name="connsiteY3" fmla="*/ 4881 h 177135"/>
                <a:gd name="connsiteX4" fmla="*/ 41180 w 41095"/>
                <a:gd name="connsiteY4" fmla="*/ 1870 h 177135"/>
                <a:gd name="connsiteX5" fmla="*/ 39409 w 41095"/>
                <a:gd name="connsiteY5" fmla="*/ 99 h 177135"/>
                <a:gd name="connsiteX6" fmla="*/ 11244 w 41095"/>
                <a:gd name="connsiteY6" fmla="*/ 34640 h 177135"/>
                <a:gd name="connsiteX7" fmla="*/ 84 w 41095"/>
                <a:gd name="connsiteY7" fmla="*/ 88667 h 177135"/>
                <a:gd name="connsiteX8" fmla="*/ 11775 w 41095"/>
                <a:gd name="connsiteY8" fmla="*/ 143933 h 177135"/>
                <a:gd name="connsiteX9" fmla="*/ 39409 w 41095"/>
                <a:gd name="connsiteY9" fmla="*/ 177234 h 177135"/>
                <a:gd name="connsiteX10" fmla="*/ 41180 w 41095"/>
                <a:gd name="connsiteY10" fmla="*/ 175463 h 1771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41095" h="177135">
                  <a:moveTo>
                    <a:pt x="41180" y="175463"/>
                  </a:moveTo>
                  <a:cubicBezTo>
                    <a:pt x="41180" y="174932"/>
                    <a:pt x="41180" y="174577"/>
                    <a:pt x="38169" y="171566"/>
                  </a:cubicBezTo>
                  <a:cubicBezTo>
                    <a:pt x="16027" y="149247"/>
                    <a:pt x="10358" y="115768"/>
                    <a:pt x="10358" y="88667"/>
                  </a:cubicBezTo>
                  <a:cubicBezTo>
                    <a:pt x="10358" y="57845"/>
                    <a:pt x="17090" y="27023"/>
                    <a:pt x="38877" y="4881"/>
                  </a:cubicBezTo>
                  <a:cubicBezTo>
                    <a:pt x="41180" y="2756"/>
                    <a:pt x="41180" y="2401"/>
                    <a:pt x="41180" y="1870"/>
                  </a:cubicBezTo>
                  <a:cubicBezTo>
                    <a:pt x="41180" y="630"/>
                    <a:pt x="40471" y="99"/>
                    <a:pt x="39409" y="99"/>
                  </a:cubicBezTo>
                  <a:cubicBezTo>
                    <a:pt x="37637" y="99"/>
                    <a:pt x="21695" y="12144"/>
                    <a:pt x="11244" y="34640"/>
                  </a:cubicBezTo>
                  <a:cubicBezTo>
                    <a:pt x="2210" y="54125"/>
                    <a:pt x="84" y="73787"/>
                    <a:pt x="84" y="88667"/>
                  </a:cubicBezTo>
                  <a:cubicBezTo>
                    <a:pt x="84" y="102483"/>
                    <a:pt x="2033" y="123917"/>
                    <a:pt x="11775" y="143933"/>
                  </a:cubicBezTo>
                  <a:cubicBezTo>
                    <a:pt x="22404" y="165721"/>
                    <a:pt x="37637" y="177234"/>
                    <a:pt x="39409" y="177234"/>
                  </a:cubicBezTo>
                  <a:cubicBezTo>
                    <a:pt x="40471" y="177234"/>
                    <a:pt x="41180" y="176703"/>
                    <a:pt x="41180" y="175463"/>
                  </a:cubicBezTo>
                  <a:close/>
                </a:path>
              </a:pathLst>
            </a:custGeom>
            <a:solidFill>
              <a:srgbClr val="000000"/>
            </a:solidFill>
            <a:ln w="1773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72" name="任意形状 371">
              <a:extLst>
                <a:ext uri="{FF2B5EF4-FFF2-40B4-BE49-F238E27FC236}">
                  <a16:creationId xmlns:a16="http://schemas.microsoft.com/office/drawing/2014/main" id="{0716F50E-D35A-64B2-EA39-5E855519581E}"/>
                </a:ext>
              </a:extLst>
            </p:cNvPr>
            <p:cNvSpPr/>
            <p:nvPr>
              <p:custDataLst>
                <p:tags r:id="rId68"/>
              </p:custDataLst>
            </p:nvPr>
          </p:nvSpPr>
          <p:spPr>
            <a:xfrm>
              <a:off x="8508370" y="6459105"/>
              <a:ext cx="72979" cy="112658"/>
            </a:xfrm>
            <a:custGeom>
              <a:avLst/>
              <a:gdLst>
                <a:gd name="connsiteX0" fmla="*/ 73068 w 72979"/>
                <a:gd name="connsiteY0" fmla="*/ 2047 h 112658"/>
                <a:gd name="connsiteX1" fmla="*/ 71297 w 72979"/>
                <a:gd name="connsiteY1" fmla="*/ 276 h 112658"/>
                <a:gd name="connsiteX2" fmla="*/ 59252 w 72979"/>
                <a:gd name="connsiteY2" fmla="*/ 12498 h 112658"/>
                <a:gd name="connsiteX3" fmla="*/ 42778 w 72979"/>
                <a:gd name="connsiteY3" fmla="*/ 99 h 112658"/>
                <a:gd name="connsiteX4" fmla="*/ 88 w 72979"/>
                <a:gd name="connsiteY4" fmla="*/ 51999 h 112658"/>
                <a:gd name="connsiteX5" fmla="*/ 23470 w 72979"/>
                <a:gd name="connsiteY5" fmla="*/ 80341 h 112658"/>
                <a:gd name="connsiteX6" fmla="*/ 44372 w 72979"/>
                <a:gd name="connsiteY6" fmla="*/ 69713 h 112658"/>
                <a:gd name="connsiteX7" fmla="*/ 36401 w 72979"/>
                <a:gd name="connsiteY7" fmla="*/ 101420 h 112658"/>
                <a:gd name="connsiteX8" fmla="*/ 23647 w 72979"/>
                <a:gd name="connsiteY8" fmla="*/ 107266 h 112658"/>
                <a:gd name="connsiteX9" fmla="*/ 19573 w 72979"/>
                <a:gd name="connsiteY9" fmla="*/ 110808 h 112658"/>
                <a:gd name="connsiteX10" fmla="*/ 21876 w 72979"/>
                <a:gd name="connsiteY10" fmla="*/ 112757 h 112658"/>
                <a:gd name="connsiteX11" fmla="*/ 39590 w 72979"/>
                <a:gd name="connsiteY11" fmla="*/ 112226 h 112658"/>
                <a:gd name="connsiteX12" fmla="*/ 57835 w 72979"/>
                <a:gd name="connsiteY12" fmla="*/ 112757 h 112658"/>
                <a:gd name="connsiteX13" fmla="*/ 61023 w 72979"/>
                <a:gd name="connsiteY13" fmla="*/ 109214 h 112658"/>
                <a:gd name="connsiteX14" fmla="*/ 56418 w 72979"/>
                <a:gd name="connsiteY14" fmla="*/ 107266 h 112658"/>
                <a:gd name="connsiteX15" fmla="*/ 47915 w 72979"/>
                <a:gd name="connsiteY15" fmla="*/ 104432 h 112658"/>
                <a:gd name="connsiteX16" fmla="*/ 48624 w 72979"/>
                <a:gd name="connsiteY16" fmla="*/ 100535 h 112658"/>
                <a:gd name="connsiteX17" fmla="*/ 73068 w 72979"/>
                <a:gd name="connsiteY17" fmla="*/ 2047 h 112658"/>
                <a:gd name="connsiteX18" fmla="*/ 24002 w 72979"/>
                <a:gd name="connsiteY18" fmla="*/ 76444 h 112658"/>
                <a:gd name="connsiteX19" fmla="*/ 12665 w 72979"/>
                <a:gd name="connsiteY19" fmla="*/ 59793 h 112658"/>
                <a:gd name="connsiteX20" fmla="*/ 20813 w 72979"/>
                <a:gd name="connsiteY20" fmla="*/ 24543 h 112658"/>
                <a:gd name="connsiteX21" fmla="*/ 42778 w 72979"/>
                <a:gd name="connsiteY21" fmla="*/ 3996 h 112658"/>
                <a:gd name="connsiteX22" fmla="*/ 56772 w 72979"/>
                <a:gd name="connsiteY22" fmla="*/ 19584 h 112658"/>
                <a:gd name="connsiteX23" fmla="*/ 46498 w 72979"/>
                <a:gd name="connsiteY23" fmla="*/ 60148 h 112658"/>
                <a:gd name="connsiteX24" fmla="*/ 24002 w 72979"/>
                <a:gd name="connsiteY24" fmla="*/ 76444 h 1126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72979" h="112658">
                  <a:moveTo>
                    <a:pt x="73068" y="2047"/>
                  </a:moveTo>
                  <a:cubicBezTo>
                    <a:pt x="73068" y="1339"/>
                    <a:pt x="72537" y="276"/>
                    <a:pt x="71297" y="276"/>
                  </a:cubicBezTo>
                  <a:cubicBezTo>
                    <a:pt x="69348" y="276"/>
                    <a:pt x="62263" y="7361"/>
                    <a:pt x="59252" y="12498"/>
                  </a:cubicBezTo>
                  <a:cubicBezTo>
                    <a:pt x="55355" y="2933"/>
                    <a:pt x="48446" y="99"/>
                    <a:pt x="42778" y="99"/>
                  </a:cubicBezTo>
                  <a:cubicBezTo>
                    <a:pt x="21876" y="99"/>
                    <a:pt x="88" y="26315"/>
                    <a:pt x="88" y="51999"/>
                  </a:cubicBezTo>
                  <a:cubicBezTo>
                    <a:pt x="88" y="69359"/>
                    <a:pt x="10539" y="80341"/>
                    <a:pt x="23470" y="80341"/>
                  </a:cubicBezTo>
                  <a:cubicBezTo>
                    <a:pt x="31087" y="80341"/>
                    <a:pt x="37995" y="76090"/>
                    <a:pt x="44372" y="69713"/>
                  </a:cubicBezTo>
                  <a:cubicBezTo>
                    <a:pt x="42778" y="75913"/>
                    <a:pt x="36933" y="99826"/>
                    <a:pt x="36401" y="101420"/>
                  </a:cubicBezTo>
                  <a:cubicBezTo>
                    <a:pt x="34984" y="106380"/>
                    <a:pt x="33567" y="107089"/>
                    <a:pt x="23647" y="107266"/>
                  </a:cubicBezTo>
                  <a:cubicBezTo>
                    <a:pt x="21345" y="107266"/>
                    <a:pt x="19573" y="107266"/>
                    <a:pt x="19573" y="110808"/>
                  </a:cubicBezTo>
                  <a:cubicBezTo>
                    <a:pt x="19573" y="110986"/>
                    <a:pt x="19573" y="112757"/>
                    <a:pt x="21876" y="112757"/>
                  </a:cubicBezTo>
                  <a:cubicBezTo>
                    <a:pt x="27544" y="112757"/>
                    <a:pt x="33744" y="112226"/>
                    <a:pt x="39590" y="112226"/>
                  </a:cubicBezTo>
                  <a:cubicBezTo>
                    <a:pt x="45612" y="112226"/>
                    <a:pt x="51989" y="112757"/>
                    <a:pt x="57835" y="112757"/>
                  </a:cubicBezTo>
                  <a:cubicBezTo>
                    <a:pt x="58720" y="112757"/>
                    <a:pt x="61023" y="112757"/>
                    <a:pt x="61023" y="109214"/>
                  </a:cubicBezTo>
                  <a:cubicBezTo>
                    <a:pt x="61023" y="107266"/>
                    <a:pt x="59252" y="107266"/>
                    <a:pt x="56418" y="107266"/>
                  </a:cubicBezTo>
                  <a:cubicBezTo>
                    <a:pt x="47915" y="107266"/>
                    <a:pt x="47915" y="106026"/>
                    <a:pt x="47915" y="104432"/>
                  </a:cubicBezTo>
                  <a:cubicBezTo>
                    <a:pt x="47915" y="103192"/>
                    <a:pt x="48269" y="102129"/>
                    <a:pt x="48624" y="100535"/>
                  </a:cubicBezTo>
                  <a:lnTo>
                    <a:pt x="73068" y="2047"/>
                  </a:lnTo>
                  <a:close/>
                  <a:moveTo>
                    <a:pt x="24002" y="76444"/>
                  </a:moveTo>
                  <a:cubicBezTo>
                    <a:pt x="13374" y="76444"/>
                    <a:pt x="12665" y="62805"/>
                    <a:pt x="12665" y="59793"/>
                  </a:cubicBezTo>
                  <a:cubicBezTo>
                    <a:pt x="12665" y="51291"/>
                    <a:pt x="17802" y="31983"/>
                    <a:pt x="20813" y="24543"/>
                  </a:cubicBezTo>
                  <a:cubicBezTo>
                    <a:pt x="26304" y="11435"/>
                    <a:pt x="35516" y="3996"/>
                    <a:pt x="42778" y="3996"/>
                  </a:cubicBezTo>
                  <a:cubicBezTo>
                    <a:pt x="54292" y="3996"/>
                    <a:pt x="56772" y="18344"/>
                    <a:pt x="56772" y="19584"/>
                  </a:cubicBezTo>
                  <a:cubicBezTo>
                    <a:pt x="56772" y="20646"/>
                    <a:pt x="47029" y="59439"/>
                    <a:pt x="46498" y="60148"/>
                  </a:cubicBezTo>
                  <a:cubicBezTo>
                    <a:pt x="43841" y="65107"/>
                    <a:pt x="33921" y="76444"/>
                    <a:pt x="24002" y="76444"/>
                  </a:cubicBezTo>
                  <a:close/>
                </a:path>
              </a:pathLst>
            </a:custGeom>
            <a:solidFill>
              <a:srgbClr val="000000"/>
            </a:solidFill>
            <a:ln w="1773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73" name="任意形状 372">
              <a:extLst>
                <a:ext uri="{FF2B5EF4-FFF2-40B4-BE49-F238E27FC236}">
                  <a16:creationId xmlns:a16="http://schemas.microsoft.com/office/drawing/2014/main" id="{8C516618-2328-E0B9-9BD4-DA4C8C250B35}"/>
                </a:ext>
              </a:extLst>
            </p:cNvPr>
            <p:cNvSpPr/>
            <p:nvPr>
              <p:custDataLst>
                <p:tags r:id="rId69"/>
              </p:custDataLst>
            </p:nvPr>
          </p:nvSpPr>
          <p:spPr>
            <a:xfrm>
              <a:off x="8601949" y="6518623"/>
              <a:ext cx="20724" cy="52963"/>
            </a:xfrm>
            <a:custGeom>
              <a:avLst/>
              <a:gdLst>
                <a:gd name="connsiteX0" fmla="*/ 20818 w 20724"/>
                <a:gd name="connsiteY0" fmla="*/ 18698 h 52963"/>
                <a:gd name="connsiteX1" fmla="*/ 9481 w 20724"/>
                <a:gd name="connsiteY1" fmla="*/ 99 h 52963"/>
                <a:gd name="connsiteX2" fmla="*/ 93 w 20724"/>
                <a:gd name="connsiteY2" fmla="*/ 9487 h 52963"/>
                <a:gd name="connsiteX3" fmla="*/ 9481 w 20724"/>
                <a:gd name="connsiteY3" fmla="*/ 18875 h 52963"/>
                <a:gd name="connsiteX4" fmla="*/ 15681 w 20724"/>
                <a:gd name="connsiteY4" fmla="*/ 16572 h 52963"/>
                <a:gd name="connsiteX5" fmla="*/ 16567 w 20724"/>
                <a:gd name="connsiteY5" fmla="*/ 16041 h 52963"/>
                <a:gd name="connsiteX6" fmla="*/ 16921 w 20724"/>
                <a:gd name="connsiteY6" fmla="*/ 18698 h 52963"/>
                <a:gd name="connsiteX7" fmla="*/ 4876 w 20724"/>
                <a:gd name="connsiteY7" fmla="*/ 48280 h 52963"/>
                <a:gd name="connsiteX8" fmla="*/ 2927 w 20724"/>
                <a:gd name="connsiteY8" fmla="*/ 51114 h 52963"/>
                <a:gd name="connsiteX9" fmla="*/ 4699 w 20724"/>
                <a:gd name="connsiteY9" fmla="*/ 53062 h 52963"/>
                <a:gd name="connsiteX10" fmla="*/ 20818 w 20724"/>
                <a:gd name="connsiteY10" fmla="*/ 18698 h 52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0724" h="52963">
                  <a:moveTo>
                    <a:pt x="20818" y="18698"/>
                  </a:moveTo>
                  <a:cubicBezTo>
                    <a:pt x="20818" y="7007"/>
                    <a:pt x="16390" y="99"/>
                    <a:pt x="9481" y="99"/>
                  </a:cubicBezTo>
                  <a:cubicBezTo>
                    <a:pt x="3636" y="99"/>
                    <a:pt x="93" y="4527"/>
                    <a:pt x="93" y="9487"/>
                  </a:cubicBezTo>
                  <a:cubicBezTo>
                    <a:pt x="93" y="14269"/>
                    <a:pt x="3636" y="18875"/>
                    <a:pt x="9481" y="18875"/>
                  </a:cubicBezTo>
                  <a:cubicBezTo>
                    <a:pt x="11607" y="18875"/>
                    <a:pt x="13910" y="18166"/>
                    <a:pt x="15681" y="16572"/>
                  </a:cubicBezTo>
                  <a:cubicBezTo>
                    <a:pt x="16213" y="16218"/>
                    <a:pt x="16390" y="16041"/>
                    <a:pt x="16567" y="16041"/>
                  </a:cubicBezTo>
                  <a:cubicBezTo>
                    <a:pt x="16744" y="16041"/>
                    <a:pt x="16921" y="16218"/>
                    <a:pt x="16921" y="18698"/>
                  </a:cubicBezTo>
                  <a:cubicBezTo>
                    <a:pt x="16921" y="31806"/>
                    <a:pt x="10721" y="42434"/>
                    <a:pt x="4876" y="48280"/>
                  </a:cubicBezTo>
                  <a:cubicBezTo>
                    <a:pt x="2927" y="50228"/>
                    <a:pt x="2927" y="50582"/>
                    <a:pt x="2927" y="51114"/>
                  </a:cubicBezTo>
                  <a:cubicBezTo>
                    <a:pt x="2927" y="52354"/>
                    <a:pt x="3813" y="53062"/>
                    <a:pt x="4699" y="53062"/>
                  </a:cubicBezTo>
                  <a:cubicBezTo>
                    <a:pt x="6647" y="53062"/>
                    <a:pt x="20818" y="39423"/>
                    <a:pt x="20818" y="18698"/>
                  </a:cubicBezTo>
                  <a:close/>
                </a:path>
              </a:pathLst>
            </a:custGeom>
            <a:solidFill>
              <a:srgbClr val="000000"/>
            </a:solidFill>
            <a:ln w="1773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74" name="任意形状 373">
              <a:extLst>
                <a:ext uri="{FF2B5EF4-FFF2-40B4-BE49-F238E27FC236}">
                  <a16:creationId xmlns:a16="http://schemas.microsoft.com/office/drawing/2014/main" id="{3D3CA88C-9579-1F49-56CD-10667C5469AA}"/>
                </a:ext>
              </a:extLst>
            </p:cNvPr>
            <p:cNvSpPr/>
            <p:nvPr>
              <p:custDataLst>
                <p:tags r:id="rId70"/>
              </p:custDataLst>
            </p:nvPr>
          </p:nvSpPr>
          <p:spPr>
            <a:xfrm>
              <a:off x="8673590" y="6459105"/>
              <a:ext cx="68020" cy="80242"/>
            </a:xfrm>
            <a:custGeom>
              <a:avLst/>
              <a:gdLst>
                <a:gd name="connsiteX0" fmla="*/ 25074 w 68020"/>
                <a:gd name="connsiteY0" fmla="*/ 37474 h 80242"/>
                <a:gd name="connsiteX1" fmla="*/ 52176 w 68020"/>
                <a:gd name="connsiteY1" fmla="*/ 33400 h 80242"/>
                <a:gd name="connsiteX2" fmla="*/ 65461 w 68020"/>
                <a:gd name="connsiteY2" fmla="*/ 15155 h 80242"/>
                <a:gd name="connsiteX3" fmla="*/ 46507 w 68020"/>
                <a:gd name="connsiteY3" fmla="*/ 99 h 80242"/>
                <a:gd name="connsiteX4" fmla="*/ 98 w 68020"/>
                <a:gd name="connsiteY4" fmla="*/ 48280 h 80242"/>
                <a:gd name="connsiteX5" fmla="*/ 27908 w 68020"/>
                <a:gd name="connsiteY5" fmla="*/ 80341 h 80242"/>
                <a:gd name="connsiteX6" fmla="*/ 68118 w 68020"/>
                <a:gd name="connsiteY6" fmla="*/ 59439 h 80242"/>
                <a:gd name="connsiteX7" fmla="*/ 65992 w 68020"/>
                <a:gd name="connsiteY7" fmla="*/ 57136 h 80242"/>
                <a:gd name="connsiteX8" fmla="*/ 63689 w 68020"/>
                <a:gd name="connsiteY8" fmla="*/ 58908 h 80242"/>
                <a:gd name="connsiteX9" fmla="*/ 28262 w 68020"/>
                <a:gd name="connsiteY9" fmla="*/ 76444 h 80242"/>
                <a:gd name="connsiteX10" fmla="*/ 12851 w 68020"/>
                <a:gd name="connsiteY10" fmla="*/ 55896 h 80242"/>
                <a:gd name="connsiteX11" fmla="*/ 15686 w 68020"/>
                <a:gd name="connsiteY11" fmla="*/ 37474 h 80242"/>
                <a:gd name="connsiteX12" fmla="*/ 25074 w 68020"/>
                <a:gd name="connsiteY12" fmla="*/ 37474 h 80242"/>
                <a:gd name="connsiteX13" fmla="*/ 16748 w 68020"/>
                <a:gd name="connsiteY13" fmla="*/ 33577 h 80242"/>
                <a:gd name="connsiteX14" fmla="*/ 46507 w 68020"/>
                <a:gd name="connsiteY14" fmla="*/ 3996 h 80242"/>
                <a:gd name="connsiteX15" fmla="*/ 59615 w 68020"/>
                <a:gd name="connsiteY15" fmla="*/ 15155 h 80242"/>
                <a:gd name="connsiteX16" fmla="*/ 24011 w 68020"/>
                <a:gd name="connsiteY16" fmla="*/ 33577 h 80242"/>
                <a:gd name="connsiteX17" fmla="*/ 16748 w 68020"/>
                <a:gd name="connsiteY17" fmla="*/ 33577 h 802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68020" h="80242">
                  <a:moveTo>
                    <a:pt x="25074" y="37474"/>
                  </a:moveTo>
                  <a:cubicBezTo>
                    <a:pt x="30211" y="37474"/>
                    <a:pt x="43319" y="37120"/>
                    <a:pt x="52176" y="33400"/>
                  </a:cubicBezTo>
                  <a:cubicBezTo>
                    <a:pt x="64575" y="28086"/>
                    <a:pt x="65461" y="17635"/>
                    <a:pt x="65461" y="15155"/>
                  </a:cubicBezTo>
                  <a:cubicBezTo>
                    <a:pt x="65461" y="7361"/>
                    <a:pt x="58730" y="99"/>
                    <a:pt x="46507" y="99"/>
                  </a:cubicBezTo>
                  <a:cubicBezTo>
                    <a:pt x="26845" y="99"/>
                    <a:pt x="98" y="17281"/>
                    <a:pt x="98" y="48280"/>
                  </a:cubicBezTo>
                  <a:cubicBezTo>
                    <a:pt x="98" y="66347"/>
                    <a:pt x="10549" y="80341"/>
                    <a:pt x="27908" y="80341"/>
                  </a:cubicBezTo>
                  <a:cubicBezTo>
                    <a:pt x="53238" y="80341"/>
                    <a:pt x="68118" y="61565"/>
                    <a:pt x="68118" y="59439"/>
                  </a:cubicBezTo>
                  <a:cubicBezTo>
                    <a:pt x="68118" y="58376"/>
                    <a:pt x="67055" y="57136"/>
                    <a:pt x="65992" y="57136"/>
                  </a:cubicBezTo>
                  <a:cubicBezTo>
                    <a:pt x="65106" y="57136"/>
                    <a:pt x="64752" y="57491"/>
                    <a:pt x="63689" y="58908"/>
                  </a:cubicBezTo>
                  <a:cubicBezTo>
                    <a:pt x="49696" y="76444"/>
                    <a:pt x="30388" y="76444"/>
                    <a:pt x="28262" y="76444"/>
                  </a:cubicBezTo>
                  <a:cubicBezTo>
                    <a:pt x="14446" y="76444"/>
                    <a:pt x="12851" y="61565"/>
                    <a:pt x="12851" y="55896"/>
                  </a:cubicBezTo>
                  <a:cubicBezTo>
                    <a:pt x="12851" y="53771"/>
                    <a:pt x="13029" y="48280"/>
                    <a:pt x="15686" y="37474"/>
                  </a:cubicBezTo>
                  <a:lnTo>
                    <a:pt x="25074" y="37474"/>
                  </a:lnTo>
                  <a:close/>
                  <a:moveTo>
                    <a:pt x="16748" y="33577"/>
                  </a:moveTo>
                  <a:cubicBezTo>
                    <a:pt x="23657" y="6653"/>
                    <a:pt x="41902" y="3996"/>
                    <a:pt x="46507" y="3996"/>
                  </a:cubicBezTo>
                  <a:cubicBezTo>
                    <a:pt x="54833" y="3996"/>
                    <a:pt x="59615" y="9133"/>
                    <a:pt x="59615" y="15155"/>
                  </a:cubicBezTo>
                  <a:cubicBezTo>
                    <a:pt x="59615" y="33577"/>
                    <a:pt x="31273" y="33577"/>
                    <a:pt x="24011" y="33577"/>
                  </a:cubicBezTo>
                  <a:lnTo>
                    <a:pt x="16748" y="33577"/>
                  </a:lnTo>
                  <a:close/>
                </a:path>
              </a:pathLst>
            </a:custGeom>
            <a:solidFill>
              <a:srgbClr val="000000"/>
            </a:solidFill>
            <a:ln w="1773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75" name="任意形状 374">
              <a:extLst>
                <a:ext uri="{FF2B5EF4-FFF2-40B4-BE49-F238E27FC236}">
                  <a16:creationId xmlns:a16="http://schemas.microsoft.com/office/drawing/2014/main" id="{1A349745-B4B0-D5D8-51BD-5D9824E4B5FD}"/>
                </a:ext>
              </a:extLst>
            </p:cNvPr>
            <p:cNvSpPr/>
            <p:nvPr>
              <p:custDataLst>
                <p:tags r:id="rId71"/>
              </p:custDataLst>
            </p:nvPr>
          </p:nvSpPr>
          <p:spPr>
            <a:xfrm>
              <a:off x="8758018" y="6404548"/>
              <a:ext cx="41095" cy="177135"/>
            </a:xfrm>
            <a:custGeom>
              <a:avLst/>
              <a:gdLst>
                <a:gd name="connsiteX0" fmla="*/ 41198 w 41095"/>
                <a:gd name="connsiteY0" fmla="*/ 88667 h 177135"/>
                <a:gd name="connsiteX1" fmla="*/ 29507 w 41095"/>
                <a:gd name="connsiteY1" fmla="*/ 33400 h 177135"/>
                <a:gd name="connsiteX2" fmla="*/ 1874 w 41095"/>
                <a:gd name="connsiteY2" fmla="*/ 99 h 177135"/>
                <a:gd name="connsiteX3" fmla="*/ 102 w 41095"/>
                <a:gd name="connsiteY3" fmla="*/ 1870 h 177135"/>
                <a:gd name="connsiteX4" fmla="*/ 3468 w 41095"/>
                <a:gd name="connsiteY4" fmla="*/ 5944 h 177135"/>
                <a:gd name="connsiteX5" fmla="*/ 30924 w 41095"/>
                <a:gd name="connsiteY5" fmla="*/ 88667 h 177135"/>
                <a:gd name="connsiteX6" fmla="*/ 2405 w 41095"/>
                <a:gd name="connsiteY6" fmla="*/ 172452 h 177135"/>
                <a:gd name="connsiteX7" fmla="*/ 102 w 41095"/>
                <a:gd name="connsiteY7" fmla="*/ 175463 h 177135"/>
                <a:gd name="connsiteX8" fmla="*/ 1874 w 41095"/>
                <a:gd name="connsiteY8" fmla="*/ 177234 h 177135"/>
                <a:gd name="connsiteX9" fmla="*/ 30038 w 41095"/>
                <a:gd name="connsiteY9" fmla="*/ 142693 h 177135"/>
                <a:gd name="connsiteX10" fmla="*/ 41198 w 41095"/>
                <a:gd name="connsiteY10" fmla="*/ 88667 h 1771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41095" h="177135">
                  <a:moveTo>
                    <a:pt x="41198" y="88667"/>
                  </a:moveTo>
                  <a:cubicBezTo>
                    <a:pt x="41198" y="74850"/>
                    <a:pt x="39249" y="53416"/>
                    <a:pt x="29507" y="33400"/>
                  </a:cubicBezTo>
                  <a:cubicBezTo>
                    <a:pt x="18879" y="11612"/>
                    <a:pt x="3645" y="99"/>
                    <a:pt x="1874" y="99"/>
                  </a:cubicBezTo>
                  <a:cubicBezTo>
                    <a:pt x="811" y="99"/>
                    <a:pt x="102" y="807"/>
                    <a:pt x="102" y="1870"/>
                  </a:cubicBezTo>
                  <a:cubicBezTo>
                    <a:pt x="102" y="2401"/>
                    <a:pt x="102" y="2756"/>
                    <a:pt x="3468" y="5944"/>
                  </a:cubicBezTo>
                  <a:cubicBezTo>
                    <a:pt x="20827" y="23481"/>
                    <a:pt x="30924" y="51645"/>
                    <a:pt x="30924" y="88667"/>
                  </a:cubicBezTo>
                  <a:cubicBezTo>
                    <a:pt x="30924" y="118957"/>
                    <a:pt x="24370" y="150133"/>
                    <a:pt x="2405" y="172452"/>
                  </a:cubicBezTo>
                  <a:cubicBezTo>
                    <a:pt x="102" y="174577"/>
                    <a:pt x="102" y="174932"/>
                    <a:pt x="102" y="175463"/>
                  </a:cubicBezTo>
                  <a:cubicBezTo>
                    <a:pt x="102" y="176526"/>
                    <a:pt x="811" y="177234"/>
                    <a:pt x="1874" y="177234"/>
                  </a:cubicBezTo>
                  <a:cubicBezTo>
                    <a:pt x="3645" y="177234"/>
                    <a:pt x="19587" y="165189"/>
                    <a:pt x="30038" y="142693"/>
                  </a:cubicBezTo>
                  <a:cubicBezTo>
                    <a:pt x="39072" y="123208"/>
                    <a:pt x="41198" y="103546"/>
                    <a:pt x="41198" y="88667"/>
                  </a:cubicBezTo>
                  <a:close/>
                </a:path>
              </a:pathLst>
            </a:custGeom>
            <a:solidFill>
              <a:srgbClr val="000000"/>
            </a:solidFill>
            <a:ln w="1773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76" name="任意形状 375">
              <a:extLst>
                <a:ext uri="{FF2B5EF4-FFF2-40B4-BE49-F238E27FC236}">
                  <a16:creationId xmlns:a16="http://schemas.microsoft.com/office/drawing/2014/main" id="{FCFF4C69-F74A-D665-B67A-DB27D6482FAE}"/>
                </a:ext>
              </a:extLst>
            </p:cNvPr>
            <p:cNvSpPr/>
            <p:nvPr>
              <p:custDataLst>
                <p:tags r:id="rId72"/>
              </p:custDataLst>
            </p:nvPr>
          </p:nvSpPr>
          <p:spPr>
            <a:xfrm>
              <a:off x="8891087" y="6461054"/>
              <a:ext cx="18776" cy="76345"/>
            </a:xfrm>
            <a:custGeom>
              <a:avLst/>
              <a:gdLst>
                <a:gd name="connsiteX0" fmla="*/ 18886 w 18776"/>
                <a:gd name="connsiteY0" fmla="*/ 9487 h 76345"/>
                <a:gd name="connsiteX1" fmla="*/ 9498 w 18776"/>
                <a:gd name="connsiteY1" fmla="*/ 99 h 76345"/>
                <a:gd name="connsiteX2" fmla="*/ 109 w 18776"/>
                <a:gd name="connsiteY2" fmla="*/ 9487 h 76345"/>
                <a:gd name="connsiteX3" fmla="*/ 9498 w 18776"/>
                <a:gd name="connsiteY3" fmla="*/ 18875 h 76345"/>
                <a:gd name="connsiteX4" fmla="*/ 18886 w 18776"/>
                <a:gd name="connsiteY4" fmla="*/ 9487 h 76345"/>
                <a:gd name="connsiteX5" fmla="*/ 18886 w 18776"/>
                <a:gd name="connsiteY5" fmla="*/ 67056 h 76345"/>
                <a:gd name="connsiteX6" fmla="*/ 9498 w 18776"/>
                <a:gd name="connsiteY6" fmla="*/ 57668 h 76345"/>
                <a:gd name="connsiteX7" fmla="*/ 109 w 18776"/>
                <a:gd name="connsiteY7" fmla="*/ 67056 h 76345"/>
                <a:gd name="connsiteX8" fmla="*/ 9498 w 18776"/>
                <a:gd name="connsiteY8" fmla="*/ 76444 h 76345"/>
                <a:gd name="connsiteX9" fmla="*/ 18886 w 18776"/>
                <a:gd name="connsiteY9" fmla="*/ 67056 h 763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8776" h="76345">
                  <a:moveTo>
                    <a:pt x="18886" y="9487"/>
                  </a:moveTo>
                  <a:cubicBezTo>
                    <a:pt x="18886" y="4350"/>
                    <a:pt x="14635" y="99"/>
                    <a:pt x="9498" y="99"/>
                  </a:cubicBezTo>
                  <a:cubicBezTo>
                    <a:pt x="4361" y="99"/>
                    <a:pt x="109" y="4350"/>
                    <a:pt x="109" y="9487"/>
                  </a:cubicBezTo>
                  <a:cubicBezTo>
                    <a:pt x="109" y="14624"/>
                    <a:pt x="4361" y="18875"/>
                    <a:pt x="9498" y="18875"/>
                  </a:cubicBezTo>
                  <a:cubicBezTo>
                    <a:pt x="14635" y="18875"/>
                    <a:pt x="18886" y="14624"/>
                    <a:pt x="18886" y="9487"/>
                  </a:cubicBezTo>
                  <a:close/>
                  <a:moveTo>
                    <a:pt x="18886" y="67056"/>
                  </a:moveTo>
                  <a:cubicBezTo>
                    <a:pt x="18886" y="61919"/>
                    <a:pt x="14635" y="57668"/>
                    <a:pt x="9498" y="57668"/>
                  </a:cubicBezTo>
                  <a:cubicBezTo>
                    <a:pt x="4361" y="57668"/>
                    <a:pt x="109" y="61919"/>
                    <a:pt x="109" y="67056"/>
                  </a:cubicBezTo>
                  <a:cubicBezTo>
                    <a:pt x="109" y="72193"/>
                    <a:pt x="4361" y="76444"/>
                    <a:pt x="9498" y="76444"/>
                  </a:cubicBezTo>
                  <a:cubicBezTo>
                    <a:pt x="14635" y="76444"/>
                    <a:pt x="18886" y="72193"/>
                    <a:pt x="18886" y="67056"/>
                  </a:cubicBezTo>
                  <a:close/>
                </a:path>
              </a:pathLst>
            </a:custGeom>
            <a:solidFill>
              <a:srgbClr val="000000"/>
            </a:solidFill>
            <a:ln w="1773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77" name="任意形状 376">
              <a:extLst>
                <a:ext uri="{FF2B5EF4-FFF2-40B4-BE49-F238E27FC236}">
                  <a16:creationId xmlns:a16="http://schemas.microsoft.com/office/drawing/2014/main" id="{0A1FC809-C1C7-B44B-AB88-FC60CE8DAAC1}"/>
                </a:ext>
              </a:extLst>
            </p:cNvPr>
            <p:cNvSpPr/>
            <p:nvPr>
              <p:custDataLst>
                <p:tags r:id="rId73"/>
              </p:custDataLst>
            </p:nvPr>
          </p:nvSpPr>
          <p:spPr>
            <a:xfrm>
              <a:off x="9009807" y="6458043"/>
              <a:ext cx="67488" cy="81305"/>
            </a:xfrm>
            <a:custGeom>
              <a:avLst/>
              <a:gdLst>
                <a:gd name="connsiteX0" fmla="*/ 14819 w 67488"/>
                <a:gd name="connsiteY0" fmla="*/ 40840 h 81305"/>
                <a:gd name="connsiteX1" fmla="*/ 38732 w 67488"/>
                <a:gd name="connsiteY1" fmla="*/ 4527 h 81305"/>
                <a:gd name="connsiteX2" fmla="*/ 57686 w 67488"/>
                <a:gd name="connsiteY2" fmla="*/ 11081 h 81305"/>
                <a:gd name="connsiteX3" fmla="*/ 49360 w 67488"/>
                <a:gd name="connsiteY3" fmla="*/ 19229 h 81305"/>
                <a:gd name="connsiteX4" fmla="*/ 57509 w 67488"/>
                <a:gd name="connsiteY4" fmla="*/ 27378 h 81305"/>
                <a:gd name="connsiteX5" fmla="*/ 65657 w 67488"/>
                <a:gd name="connsiteY5" fmla="*/ 19052 h 81305"/>
                <a:gd name="connsiteX6" fmla="*/ 38555 w 67488"/>
                <a:gd name="connsiteY6" fmla="*/ 99 h 81305"/>
                <a:gd name="connsiteX7" fmla="*/ 117 w 67488"/>
                <a:gd name="connsiteY7" fmla="*/ 41194 h 81305"/>
                <a:gd name="connsiteX8" fmla="*/ 38201 w 67488"/>
                <a:gd name="connsiteY8" fmla="*/ 81404 h 81305"/>
                <a:gd name="connsiteX9" fmla="*/ 67605 w 67488"/>
                <a:gd name="connsiteY9" fmla="*/ 58376 h 81305"/>
                <a:gd name="connsiteX10" fmla="*/ 65303 w 67488"/>
                <a:gd name="connsiteY10" fmla="*/ 56605 h 81305"/>
                <a:gd name="connsiteX11" fmla="*/ 63000 w 67488"/>
                <a:gd name="connsiteY11" fmla="*/ 58376 h 81305"/>
                <a:gd name="connsiteX12" fmla="*/ 39795 w 67488"/>
                <a:gd name="connsiteY12" fmla="*/ 76976 h 81305"/>
                <a:gd name="connsiteX13" fmla="*/ 14819 w 67488"/>
                <a:gd name="connsiteY13" fmla="*/ 40840 h 813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7488" h="81305">
                  <a:moveTo>
                    <a:pt x="14819" y="40840"/>
                  </a:moveTo>
                  <a:cubicBezTo>
                    <a:pt x="14819" y="11967"/>
                    <a:pt x="29344" y="4527"/>
                    <a:pt x="38732" y="4527"/>
                  </a:cubicBezTo>
                  <a:cubicBezTo>
                    <a:pt x="40326" y="4527"/>
                    <a:pt x="51486" y="4704"/>
                    <a:pt x="57686" y="11081"/>
                  </a:cubicBezTo>
                  <a:cubicBezTo>
                    <a:pt x="50423" y="11612"/>
                    <a:pt x="49360" y="16927"/>
                    <a:pt x="49360" y="19229"/>
                  </a:cubicBezTo>
                  <a:cubicBezTo>
                    <a:pt x="49360" y="23835"/>
                    <a:pt x="52549" y="27378"/>
                    <a:pt x="57509" y="27378"/>
                  </a:cubicBezTo>
                  <a:cubicBezTo>
                    <a:pt x="62114" y="27378"/>
                    <a:pt x="65657" y="24366"/>
                    <a:pt x="65657" y="19052"/>
                  </a:cubicBezTo>
                  <a:cubicBezTo>
                    <a:pt x="65657" y="7007"/>
                    <a:pt x="52195" y="99"/>
                    <a:pt x="38555" y="99"/>
                  </a:cubicBezTo>
                  <a:cubicBezTo>
                    <a:pt x="16413" y="99"/>
                    <a:pt x="117" y="19229"/>
                    <a:pt x="117" y="41194"/>
                  </a:cubicBezTo>
                  <a:cubicBezTo>
                    <a:pt x="117" y="63868"/>
                    <a:pt x="17653" y="81404"/>
                    <a:pt x="38201" y="81404"/>
                  </a:cubicBezTo>
                  <a:cubicBezTo>
                    <a:pt x="61937" y="81404"/>
                    <a:pt x="67605" y="60148"/>
                    <a:pt x="67605" y="58376"/>
                  </a:cubicBezTo>
                  <a:cubicBezTo>
                    <a:pt x="67605" y="56605"/>
                    <a:pt x="65834" y="56605"/>
                    <a:pt x="65303" y="56605"/>
                  </a:cubicBezTo>
                  <a:cubicBezTo>
                    <a:pt x="63708" y="56605"/>
                    <a:pt x="63354" y="57313"/>
                    <a:pt x="63000" y="58376"/>
                  </a:cubicBezTo>
                  <a:cubicBezTo>
                    <a:pt x="57863" y="74850"/>
                    <a:pt x="46349" y="76976"/>
                    <a:pt x="39795" y="76976"/>
                  </a:cubicBezTo>
                  <a:cubicBezTo>
                    <a:pt x="30407" y="76976"/>
                    <a:pt x="14819" y="69359"/>
                    <a:pt x="14819" y="40840"/>
                  </a:cubicBezTo>
                  <a:close/>
                </a:path>
              </a:pathLst>
            </a:custGeom>
            <a:solidFill>
              <a:srgbClr val="000000"/>
            </a:solidFill>
            <a:ln w="1773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78" name="任意形状 377">
              <a:extLst>
                <a:ext uri="{FF2B5EF4-FFF2-40B4-BE49-F238E27FC236}">
                  <a16:creationId xmlns:a16="http://schemas.microsoft.com/office/drawing/2014/main" id="{169CEF31-44C1-DE8E-182F-55C005A8FF34}"/>
                </a:ext>
              </a:extLst>
            </p:cNvPr>
            <p:cNvSpPr/>
            <p:nvPr>
              <p:custDataLst>
                <p:tags r:id="rId74"/>
              </p:custDataLst>
            </p:nvPr>
          </p:nvSpPr>
          <p:spPr>
            <a:xfrm>
              <a:off x="9087471" y="6458043"/>
              <a:ext cx="78471" cy="81305"/>
            </a:xfrm>
            <a:custGeom>
              <a:avLst/>
              <a:gdLst>
                <a:gd name="connsiteX0" fmla="*/ 78592 w 78471"/>
                <a:gd name="connsiteY0" fmla="*/ 41548 h 81305"/>
                <a:gd name="connsiteX1" fmla="*/ 39445 w 78471"/>
                <a:gd name="connsiteY1" fmla="*/ 99 h 81305"/>
                <a:gd name="connsiteX2" fmla="*/ 121 w 78471"/>
                <a:gd name="connsiteY2" fmla="*/ 41548 h 81305"/>
                <a:gd name="connsiteX3" fmla="*/ 39268 w 78471"/>
                <a:gd name="connsiteY3" fmla="*/ 81404 h 81305"/>
                <a:gd name="connsiteX4" fmla="*/ 78592 w 78471"/>
                <a:gd name="connsiteY4" fmla="*/ 41548 h 81305"/>
                <a:gd name="connsiteX5" fmla="*/ 39445 w 78471"/>
                <a:gd name="connsiteY5" fmla="*/ 76976 h 81305"/>
                <a:gd name="connsiteX6" fmla="*/ 19252 w 78471"/>
                <a:gd name="connsiteY6" fmla="*/ 65107 h 81305"/>
                <a:gd name="connsiteX7" fmla="*/ 14823 w 78471"/>
                <a:gd name="connsiteY7" fmla="*/ 40131 h 81305"/>
                <a:gd name="connsiteX8" fmla="*/ 19075 w 78471"/>
                <a:gd name="connsiteY8" fmla="*/ 15864 h 81305"/>
                <a:gd name="connsiteX9" fmla="*/ 39268 w 78471"/>
                <a:gd name="connsiteY9" fmla="*/ 3996 h 81305"/>
                <a:gd name="connsiteX10" fmla="*/ 59284 w 78471"/>
                <a:gd name="connsiteY10" fmla="*/ 15509 h 81305"/>
                <a:gd name="connsiteX11" fmla="*/ 63890 w 78471"/>
                <a:gd name="connsiteY11" fmla="*/ 40131 h 81305"/>
                <a:gd name="connsiteX12" fmla="*/ 59993 w 78471"/>
                <a:gd name="connsiteY12" fmla="*/ 63868 h 81305"/>
                <a:gd name="connsiteX13" fmla="*/ 39445 w 78471"/>
                <a:gd name="connsiteY13" fmla="*/ 76976 h 813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78471" h="81305">
                  <a:moveTo>
                    <a:pt x="78592" y="41548"/>
                  </a:moveTo>
                  <a:cubicBezTo>
                    <a:pt x="78592" y="18875"/>
                    <a:pt x="60879" y="99"/>
                    <a:pt x="39445" y="99"/>
                  </a:cubicBezTo>
                  <a:cubicBezTo>
                    <a:pt x="17303" y="99"/>
                    <a:pt x="121" y="19406"/>
                    <a:pt x="121" y="41548"/>
                  </a:cubicBezTo>
                  <a:cubicBezTo>
                    <a:pt x="121" y="64399"/>
                    <a:pt x="18543" y="81404"/>
                    <a:pt x="39268" y="81404"/>
                  </a:cubicBezTo>
                  <a:cubicBezTo>
                    <a:pt x="60701" y="81404"/>
                    <a:pt x="78592" y="64045"/>
                    <a:pt x="78592" y="41548"/>
                  </a:cubicBezTo>
                  <a:close/>
                  <a:moveTo>
                    <a:pt x="39445" y="76976"/>
                  </a:moveTo>
                  <a:cubicBezTo>
                    <a:pt x="31828" y="76976"/>
                    <a:pt x="24034" y="73256"/>
                    <a:pt x="19252" y="65107"/>
                  </a:cubicBezTo>
                  <a:cubicBezTo>
                    <a:pt x="14823" y="57313"/>
                    <a:pt x="14823" y="46508"/>
                    <a:pt x="14823" y="40131"/>
                  </a:cubicBezTo>
                  <a:cubicBezTo>
                    <a:pt x="14823" y="33223"/>
                    <a:pt x="14823" y="23658"/>
                    <a:pt x="19075" y="15864"/>
                  </a:cubicBezTo>
                  <a:cubicBezTo>
                    <a:pt x="23857" y="7715"/>
                    <a:pt x="32183" y="3996"/>
                    <a:pt x="39268" y="3996"/>
                  </a:cubicBezTo>
                  <a:cubicBezTo>
                    <a:pt x="47062" y="3996"/>
                    <a:pt x="54679" y="7893"/>
                    <a:pt x="59284" y="15509"/>
                  </a:cubicBezTo>
                  <a:cubicBezTo>
                    <a:pt x="63890" y="23126"/>
                    <a:pt x="63890" y="33400"/>
                    <a:pt x="63890" y="40131"/>
                  </a:cubicBezTo>
                  <a:cubicBezTo>
                    <a:pt x="63890" y="46508"/>
                    <a:pt x="63890" y="56074"/>
                    <a:pt x="59993" y="63868"/>
                  </a:cubicBezTo>
                  <a:cubicBezTo>
                    <a:pt x="56096" y="71839"/>
                    <a:pt x="48302" y="76976"/>
                    <a:pt x="39445" y="76976"/>
                  </a:cubicBezTo>
                  <a:close/>
                </a:path>
              </a:pathLst>
            </a:custGeom>
            <a:solidFill>
              <a:srgbClr val="000000"/>
            </a:solidFill>
            <a:ln w="1773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79" name="任意形状 378">
              <a:extLst>
                <a:ext uri="{FF2B5EF4-FFF2-40B4-BE49-F238E27FC236}">
                  <a16:creationId xmlns:a16="http://schemas.microsoft.com/office/drawing/2014/main" id="{6830AD29-55E5-6535-A0B9-2CA6DDFAC6D8}"/>
                </a:ext>
              </a:extLst>
            </p:cNvPr>
            <p:cNvSpPr/>
            <p:nvPr>
              <p:custDataLst>
                <p:tags r:id="rId75"/>
              </p:custDataLst>
            </p:nvPr>
          </p:nvSpPr>
          <p:spPr>
            <a:xfrm>
              <a:off x="9176040" y="6459105"/>
              <a:ext cx="59517" cy="78294"/>
            </a:xfrm>
            <a:custGeom>
              <a:avLst/>
              <a:gdLst>
                <a:gd name="connsiteX0" fmla="*/ 24748 w 59517"/>
                <a:gd name="connsiteY0" fmla="*/ 19584 h 78294"/>
                <a:gd name="connsiteX1" fmla="*/ 24748 w 59517"/>
                <a:gd name="connsiteY1" fmla="*/ 99 h 78294"/>
                <a:gd name="connsiteX2" fmla="*/ 126 w 59517"/>
                <a:gd name="connsiteY2" fmla="*/ 2047 h 78294"/>
                <a:gd name="connsiteX3" fmla="*/ 126 w 59517"/>
                <a:gd name="connsiteY3" fmla="*/ 7538 h 78294"/>
                <a:gd name="connsiteX4" fmla="*/ 13943 w 59517"/>
                <a:gd name="connsiteY4" fmla="*/ 17458 h 78294"/>
                <a:gd name="connsiteX5" fmla="*/ 13943 w 59517"/>
                <a:gd name="connsiteY5" fmla="*/ 64930 h 78294"/>
                <a:gd name="connsiteX6" fmla="*/ 126 w 59517"/>
                <a:gd name="connsiteY6" fmla="*/ 72901 h 78294"/>
                <a:gd name="connsiteX7" fmla="*/ 126 w 59517"/>
                <a:gd name="connsiteY7" fmla="*/ 78393 h 78294"/>
                <a:gd name="connsiteX8" fmla="*/ 20320 w 59517"/>
                <a:gd name="connsiteY8" fmla="*/ 77861 h 78294"/>
                <a:gd name="connsiteX9" fmla="*/ 42816 w 59517"/>
                <a:gd name="connsiteY9" fmla="*/ 78393 h 78294"/>
                <a:gd name="connsiteX10" fmla="*/ 42816 w 59517"/>
                <a:gd name="connsiteY10" fmla="*/ 72901 h 78294"/>
                <a:gd name="connsiteX11" fmla="*/ 39096 w 59517"/>
                <a:gd name="connsiteY11" fmla="*/ 72901 h 78294"/>
                <a:gd name="connsiteX12" fmla="*/ 25634 w 59517"/>
                <a:gd name="connsiteY12" fmla="*/ 64576 h 78294"/>
                <a:gd name="connsiteX13" fmla="*/ 25634 w 59517"/>
                <a:gd name="connsiteY13" fmla="*/ 37297 h 78294"/>
                <a:gd name="connsiteX14" fmla="*/ 46536 w 59517"/>
                <a:gd name="connsiteY14" fmla="*/ 3996 h 78294"/>
                <a:gd name="connsiteX15" fmla="*/ 48484 w 59517"/>
                <a:gd name="connsiteY15" fmla="*/ 4173 h 78294"/>
                <a:gd name="connsiteX16" fmla="*/ 44410 w 59517"/>
                <a:gd name="connsiteY16" fmla="*/ 11081 h 78294"/>
                <a:gd name="connsiteX17" fmla="*/ 52027 w 59517"/>
                <a:gd name="connsiteY17" fmla="*/ 18698 h 78294"/>
                <a:gd name="connsiteX18" fmla="*/ 59644 w 59517"/>
                <a:gd name="connsiteY18" fmla="*/ 10904 h 78294"/>
                <a:gd name="connsiteX19" fmla="*/ 46536 w 59517"/>
                <a:gd name="connsiteY19" fmla="*/ 99 h 78294"/>
                <a:gd name="connsiteX20" fmla="*/ 24748 w 59517"/>
                <a:gd name="connsiteY20" fmla="*/ 19584 h 78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59517" h="78294">
                  <a:moveTo>
                    <a:pt x="24748" y="19584"/>
                  </a:moveTo>
                  <a:lnTo>
                    <a:pt x="24748" y="99"/>
                  </a:lnTo>
                  <a:lnTo>
                    <a:pt x="126" y="2047"/>
                  </a:lnTo>
                  <a:lnTo>
                    <a:pt x="126" y="7538"/>
                  </a:lnTo>
                  <a:cubicBezTo>
                    <a:pt x="12526" y="7538"/>
                    <a:pt x="13943" y="8778"/>
                    <a:pt x="13943" y="17458"/>
                  </a:cubicBezTo>
                  <a:lnTo>
                    <a:pt x="13943" y="64930"/>
                  </a:lnTo>
                  <a:cubicBezTo>
                    <a:pt x="13943" y="72901"/>
                    <a:pt x="11994" y="72901"/>
                    <a:pt x="126" y="72901"/>
                  </a:cubicBezTo>
                  <a:lnTo>
                    <a:pt x="126" y="78393"/>
                  </a:lnTo>
                  <a:cubicBezTo>
                    <a:pt x="7034" y="78215"/>
                    <a:pt x="15360" y="77861"/>
                    <a:pt x="20320" y="77861"/>
                  </a:cubicBezTo>
                  <a:cubicBezTo>
                    <a:pt x="27405" y="77861"/>
                    <a:pt x="35730" y="77861"/>
                    <a:pt x="42816" y="78393"/>
                  </a:cubicBezTo>
                  <a:lnTo>
                    <a:pt x="42816" y="72901"/>
                  </a:lnTo>
                  <a:lnTo>
                    <a:pt x="39096" y="72901"/>
                  </a:lnTo>
                  <a:cubicBezTo>
                    <a:pt x="25988" y="72901"/>
                    <a:pt x="25634" y="70953"/>
                    <a:pt x="25634" y="64576"/>
                  </a:cubicBezTo>
                  <a:lnTo>
                    <a:pt x="25634" y="37297"/>
                  </a:lnTo>
                  <a:cubicBezTo>
                    <a:pt x="25634" y="19761"/>
                    <a:pt x="33073" y="3996"/>
                    <a:pt x="46536" y="3996"/>
                  </a:cubicBezTo>
                  <a:cubicBezTo>
                    <a:pt x="47776" y="3996"/>
                    <a:pt x="48130" y="3996"/>
                    <a:pt x="48484" y="4173"/>
                  </a:cubicBezTo>
                  <a:cubicBezTo>
                    <a:pt x="47953" y="4350"/>
                    <a:pt x="44410" y="6476"/>
                    <a:pt x="44410" y="11081"/>
                  </a:cubicBezTo>
                  <a:cubicBezTo>
                    <a:pt x="44410" y="16041"/>
                    <a:pt x="48130" y="18698"/>
                    <a:pt x="52027" y="18698"/>
                  </a:cubicBezTo>
                  <a:cubicBezTo>
                    <a:pt x="55215" y="18698"/>
                    <a:pt x="59644" y="16572"/>
                    <a:pt x="59644" y="10904"/>
                  </a:cubicBezTo>
                  <a:cubicBezTo>
                    <a:pt x="59644" y="5236"/>
                    <a:pt x="54152" y="99"/>
                    <a:pt x="46536" y="99"/>
                  </a:cubicBezTo>
                  <a:cubicBezTo>
                    <a:pt x="33605" y="99"/>
                    <a:pt x="27228" y="11967"/>
                    <a:pt x="24748" y="19584"/>
                  </a:cubicBezTo>
                  <a:close/>
                </a:path>
              </a:pathLst>
            </a:custGeom>
            <a:solidFill>
              <a:srgbClr val="000000"/>
            </a:solidFill>
            <a:ln w="1773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80" name="任意形状 379">
              <a:extLst>
                <a:ext uri="{FF2B5EF4-FFF2-40B4-BE49-F238E27FC236}">
                  <a16:creationId xmlns:a16="http://schemas.microsoft.com/office/drawing/2014/main" id="{654FA395-99B9-45C6-1E0F-EC165643143F}"/>
                </a:ext>
              </a:extLst>
            </p:cNvPr>
            <p:cNvSpPr/>
            <p:nvPr>
              <p:custDataLst>
                <p:tags r:id="rId76"/>
              </p:custDataLst>
            </p:nvPr>
          </p:nvSpPr>
          <p:spPr>
            <a:xfrm>
              <a:off x="9245418" y="6459105"/>
              <a:ext cx="59517" cy="78294"/>
            </a:xfrm>
            <a:custGeom>
              <a:avLst/>
              <a:gdLst>
                <a:gd name="connsiteX0" fmla="*/ 24752 w 59517"/>
                <a:gd name="connsiteY0" fmla="*/ 19584 h 78294"/>
                <a:gd name="connsiteX1" fmla="*/ 24752 w 59517"/>
                <a:gd name="connsiteY1" fmla="*/ 99 h 78294"/>
                <a:gd name="connsiteX2" fmla="*/ 130 w 59517"/>
                <a:gd name="connsiteY2" fmla="*/ 2047 h 78294"/>
                <a:gd name="connsiteX3" fmla="*/ 130 w 59517"/>
                <a:gd name="connsiteY3" fmla="*/ 7538 h 78294"/>
                <a:gd name="connsiteX4" fmla="*/ 13947 w 59517"/>
                <a:gd name="connsiteY4" fmla="*/ 17458 h 78294"/>
                <a:gd name="connsiteX5" fmla="*/ 13947 w 59517"/>
                <a:gd name="connsiteY5" fmla="*/ 64930 h 78294"/>
                <a:gd name="connsiteX6" fmla="*/ 130 w 59517"/>
                <a:gd name="connsiteY6" fmla="*/ 72901 h 78294"/>
                <a:gd name="connsiteX7" fmla="*/ 130 w 59517"/>
                <a:gd name="connsiteY7" fmla="*/ 78393 h 78294"/>
                <a:gd name="connsiteX8" fmla="*/ 20323 w 59517"/>
                <a:gd name="connsiteY8" fmla="*/ 77861 h 78294"/>
                <a:gd name="connsiteX9" fmla="*/ 42820 w 59517"/>
                <a:gd name="connsiteY9" fmla="*/ 78393 h 78294"/>
                <a:gd name="connsiteX10" fmla="*/ 42820 w 59517"/>
                <a:gd name="connsiteY10" fmla="*/ 72901 h 78294"/>
                <a:gd name="connsiteX11" fmla="*/ 39100 w 59517"/>
                <a:gd name="connsiteY11" fmla="*/ 72901 h 78294"/>
                <a:gd name="connsiteX12" fmla="*/ 25637 w 59517"/>
                <a:gd name="connsiteY12" fmla="*/ 64576 h 78294"/>
                <a:gd name="connsiteX13" fmla="*/ 25637 w 59517"/>
                <a:gd name="connsiteY13" fmla="*/ 37297 h 78294"/>
                <a:gd name="connsiteX14" fmla="*/ 46540 w 59517"/>
                <a:gd name="connsiteY14" fmla="*/ 3996 h 78294"/>
                <a:gd name="connsiteX15" fmla="*/ 48488 w 59517"/>
                <a:gd name="connsiteY15" fmla="*/ 4173 h 78294"/>
                <a:gd name="connsiteX16" fmla="*/ 44414 w 59517"/>
                <a:gd name="connsiteY16" fmla="*/ 11081 h 78294"/>
                <a:gd name="connsiteX17" fmla="*/ 52031 w 59517"/>
                <a:gd name="connsiteY17" fmla="*/ 18698 h 78294"/>
                <a:gd name="connsiteX18" fmla="*/ 59648 w 59517"/>
                <a:gd name="connsiteY18" fmla="*/ 10904 h 78294"/>
                <a:gd name="connsiteX19" fmla="*/ 46540 w 59517"/>
                <a:gd name="connsiteY19" fmla="*/ 99 h 78294"/>
                <a:gd name="connsiteX20" fmla="*/ 24752 w 59517"/>
                <a:gd name="connsiteY20" fmla="*/ 19584 h 78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59517" h="78294">
                  <a:moveTo>
                    <a:pt x="24752" y="19584"/>
                  </a:moveTo>
                  <a:lnTo>
                    <a:pt x="24752" y="99"/>
                  </a:lnTo>
                  <a:lnTo>
                    <a:pt x="130" y="2047"/>
                  </a:lnTo>
                  <a:lnTo>
                    <a:pt x="130" y="7538"/>
                  </a:lnTo>
                  <a:cubicBezTo>
                    <a:pt x="12529" y="7538"/>
                    <a:pt x="13947" y="8778"/>
                    <a:pt x="13947" y="17458"/>
                  </a:cubicBezTo>
                  <a:lnTo>
                    <a:pt x="13947" y="64930"/>
                  </a:lnTo>
                  <a:cubicBezTo>
                    <a:pt x="13947" y="72901"/>
                    <a:pt x="11998" y="72901"/>
                    <a:pt x="130" y="72901"/>
                  </a:cubicBezTo>
                  <a:lnTo>
                    <a:pt x="130" y="78393"/>
                  </a:lnTo>
                  <a:cubicBezTo>
                    <a:pt x="7038" y="78215"/>
                    <a:pt x="15364" y="77861"/>
                    <a:pt x="20323" y="77861"/>
                  </a:cubicBezTo>
                  <a:cubicBezTo>
                    <a:pt x="27409" y="77861"/>
                    <a:pt x="35734" y="77861"/>
                    <a:pt x="42820" y="78393"/>
                  </a:cubicBezTo>
                  <a:lnTo>
                    <a:pt x="42820" y="72901"/>
                  </a:lnTo>
                  <a:lnTo>
                    <a:pt x="39100" y="72901"/>
                  </a:lnTo>
                  <a:cubicBezTo>
                    <a:pt x="25992" y="72901"/>
                    <a:pt x="25637" y="70953"/>
                    <a:pt x="25637" y="64576"/>
                  </a:cubicBezTo>
                  <a:lnTo>
                    <a:pt x="25637" y="37297"/>
                  </a:lnTo>
                  <a:cubicBezTo>
                    <a:pt x="25637" y="19761"/>
                    <a:pt x="33077" y="3996"/>
                    <a:pt x="46540" y="3996"/>
                  </a:cubicBezTo>
                  <a:cubicBezTo>
                    <a:pt x="47779" y="3996"/>
                    <a:pt x="48134" y="3996"/>
                    <a:pt x="48488" y="4173"/>
                  </a:cubicBezTo>
                  <a:cubicBezTo>
                    <a:pt x="47957" y="4350"/>
                    <a:pt x="44414" y="6476"/>
                    <a:pt x="44414" y="11081"/>
                  </a:cubicBezTo>
                  <a:cubicBezTo>
                    <a:pt x="44414" y="16041"/>
                    <a:pt x="48134" y="18698"/>
                    <a:pt x="52031" y="18698"/>
                  </a:cubicBezTo>
                  <a:cubicBezTo>
                    <a:pt x="55219" y="18698"/>
                    <a:pt x="59648" y="16572"/>
                    <a:pt x="59648" y="10904"/>
                  </a:cubicBezTo>
                  <a:cubicBezTo>
                    <a:pt x="59648" y="5236"/>
                    <a:pt x="54156" y="99"/>
                    <a:pt x="46540" y="99"/>
                  </a:cubicBezTo>
                  <a:cubicBezTo>
                    <a:pt x="33609" y="99"/>
                    <a:pt x="27232" y="11967"/>
                    <a:pt x="24752" y="19584"/>
                  </a:cubicBezTo>
                  <a:close/>
                </a:path>
              </a:pathLst>
            </a:custGeom>
            <a:solidFill>
              <a:srgbClr val="000000"/>
            </a:solidFill>
            <a:ln w="1773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81" name="任意形状 380">
              <a:extLst>
                <a:ext uri="{FF2B5EF4-FFF2-40B4-BE49-F238E27FC236}">
                  <a16:creationId xmlns:a16="http://schemas.microsoft.com/office/drawing/2014/main" id="{DB312177-64F9-9472-1861-415ACB0FEC32}"/>
                </a:ext>
              </a:extLst>
            </p:cNvPr>
            <p:cNvSpPr/>
            <p:nvPr>
              <p:custDataLst>
                <p:tags r:id="rId77"/>
              </p:custDataLst>
            </p:nvPr>
          </p:nvSpPr>
          <p:spPr>
            <a:xfrm>
              <a:off x="9314797" y="6458043"/>
              <a:ext cx="68551" cy="81305"/>
            </a:xfrm>
            <a:custGeom>
              <a:avLst/>
              <a:gdLst>
                <a:gd name="connsiteX0" fmla="*/ 15013 w 68551"/>
                <a:gd name="connsiteY0" fmla="*/ 34817 h 81305"/>
                <a:gd name="connsiteX1" fmla="*/ 36978 w 68551"/>
                <a:gd name="connsiteY1" fmla="*/ 3996 h 81305"/>
                <a:gd name="connsiteX2" fmla="*/ 56994 w 68551"/>
                <a:gd name="connsiteY2" fmla="*/ 34817 h 81305"/>
                <a:gd name="connsiteX3" fmla="*/ 15013 w 68551"/>
                <a:gd name="connsiteY3" fmla="*/ 34817 h 81305"/>
                <a:gd name="connsiteX4" fmla="*/ 14836 w 68551"/>
                <a:gd name="connsiteY4" fmla="*/ 38537 h 81305"/>
                <a:gd name="connsiteX5" fmla="*/ 64257 w 68551"/>
                <a:gd name="connsiteY5" fmla="*/ 38537 h 81305"/>
                <a:gd name="connsiteX6" fmla="*/ 68685 w 68551"/>
                <a:gd name="connsiteY6" fmla="*/ 34817 h 81305"/>
                <a:gd name="connsiteX7" fmla="*/ 36978 w 68551"/>
                <a:gd name="connsiteY7" fmla="*/ 99 h 81305"/>
                <a:gd name="connsiteX8" fmla="*/ 134 w 68551"/>
                <a:gd name="connsiteY8" fmla="*/ 40486 h 81305"/>
                <a:gd name="connsiteX9" fmla="*/ 39104 w 68551"/>
                <a:gd name="connsiteY9" fmla="*/ 81404 h 81305"/>
                <a:gd name="connsiteX10" fmla="*/ 68685 w 68551"/>
                <a:gd name="connsiteY10" fmla="*/ 58376 h 81305"/>
                <a:gd name="connsiteX11" fmla="*/ 66383 w 68551"/>
                <a:gd name="connsiteY11" fmla="*/ 56251 h 81305"/>
                <a:gd name="connsiteX12" fmla="*/ 64080 w 68551"/>
                <a:gd name="connsiteY12" fmla="*/ 58731 h 81305"/>
                <a:gd name="connsiteX13" fmla="*/ 40167 w 68551"/>
                <a:gd name="connsiteY13" fmla="*/ 76976 h 81305"/>
                <a:gd name="connsiteX14" fmla="*/ 20150 w 68551"/>
                <a:gd name="connsiteY14" fmla="*/ 65107 h 81305"/>
                <a:gd name="connsiteX15" fmla="*/ 14836 w 68551"/>
                <a:gd name="connsiteY15" fmla="*/ 38537 h 813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68551" h="81305">
                  <a:moveTo>
                    <a:pt x="15013" y="34817"/>
                  </a:moveTo>
                  <a:cubicBezTo>
                    <a:pt x="16076" y="8424"/>
                    <a:pt x="30955" y="3996"/>
                    <a:pt x="36978" y="3996"/>
                  </a:cubicBezTo>
                  <a:cubicBezTo>
                    <a:pt x="55223" y="3996"/>
                    <a:pt x="56994" y="27909"/>
                    <a:pt x="56994" y="34817"/>
                  </a:cubicBezTo>
                  <a:lnTo>
                    <a:pt x="15013" y="34817"/>
                  </a:lnTo>
                  <a:close/>
                  <a:moveTo>
                    <a:pt x="14836" y="38537"/>
                  </a:moveTo>
                  <a:lnTo>
                    <a:pt x="64257" y="38537"/>
                  </a:lnTo>
                  <a:cubicBezTo>
                    <a:pt x="68154" y="38537"/>
                    <a:pt x="68685" y="38537"/>
                    <a:pt x="68685" y="34817"/>
                  </a:cubicBezTo>
                  <a:cubicBezTo>
                    <a:pt x="68685" y="17281"/>
                    <a:pt x="59120" y="99"/>
                    <a:pt x="36978" y="99"/>
                  </a:cubicBezTo>
                  <a:cubicBezTo>
                    <a:pt x="16430" y="99"/>
                    <a:pt x="134" y="18344"/>
                    <a:pt x="134" y="40486"/>
                  </a:cubicBezTo>
                  <a:cubicBezTo>
                    <a:pt x="134" y="64222"/>
                    <a:pt x="18733" y="81404"/>
                    <a:pt x="39104" y="81404"/>
                  </a:cubicBezTo>
                  <a:cubicBezTo>
                    <a:pt x="60714" y="81404"/>
                    <a:pt x="68685" y="61742"/>
                    <a:pt x="68685" y="58376"/>
                  </a:cubicBezTo>
                  <a:cubicBezTo>
                    <a:pt x="68685" y="56605"/>
                    <a:pt x="67268" y="56251"/>
                    <a:pt x="66383" y="56251"/>
                  </a:cubicBezTo>
                  <a:cubicBezTo>
                    <a:pt x="64788" y="56251"/>
                    <a:pt x="64434" y="57313"/>
                    <a:pt x="64080" y="58731"/>
                  </a:cubicBezTo>
                  <a:cubicBezTo>
                    <a:pt x="57880" y="76976"/>
                    <a:pt x="41938" y="76976"/>
                    <a:pt x="40167" y="76976"/>
                  </a:cubicBezTo>
                  <a:cubicBezTo>
                    <a:pt x="31310" y="76976"/>
                    <a:pt x="24224" y="71661"/>
                    <a:pt x="20150" y="65107"/>
                  </a:cubicBezTo>
                  <a:cubicBezTo>
                    <a:pt x="14836" y="56605"/>
                    <a:pt x="14836" y="44914"/>
                    <a:pt x="14836" y="38537"/>
                  </a:cubicBezTo>
                  <a:close/>
                </a:path>
              </a:pathLst>
            </a:custGeom>
            <a:solidFill>
              <a:srgbClr val="000000"/>
            </a:solidFill>
            <a:ln w="1773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82" name="任意形状 381">
              <a:extLst>
                <a:ext uri="{FF2B5EF4-FFF2-40B4-BE49-F238E27FC236}">
                  <a16:creationId xmlns:a16="http://schemas.microsoft.com/office/drawing/2014/main" id="{AED09702-4FBD-6448-8324-B720EA2C50A8}"/>
                </a:ext>
              </a:extLst>
            </p:cNvPr>
            <p:cNvSpPr/>
            <p:nvPr>
              <p:custDataLst>
                <p:tags r:id="rId78"/>
              </p:custDataLst>
            </p:nvPr>
          </p:nvSpPr>
          <p:spPr>
            <a:xfrm>
              <a:off x="9394409" y="6458043"/>
              <a:ext cx="57923" cy="81305"/>
            </a:xfrm>
            <a:custGeom>
              <a:avLst/>
              <a:gdLst>
                <a:gd name="connsiteX0" fmla="*/ 31137 w 57923"/>
                <a:gd name="connsiteY0" fmla="*/ 45091 h 81305"/>
                <a:gd name="connsiteX1" fmla="*/ 49559 w 57923"/>
                <a:gd name="connsiteY1" fmla="*/ 61388 h 81305"/>
                <a:gd name="connsiteX2" fmla="*/ 29543 w 57923"/>
                <a:gd name="connsiteY2" fmla="*/ 77507 h 81305"/>
                <a:gd name="connsiteX3" fmla="*/ 4921 w 57923"/>
                <a:gd name="connsiteY3" fmla="*/ 52354 h 81305"/>
                <a:gd name="connsiteX4" fmla="*/ 2441 w 57923"/>
                <a:gd name="connsiteY4" fmla="*/ 49342 h 81305"/>
                <a:gd name="connsiteX5" fmla="*/ 138 w 57923"/>
                <a:gd name="connsiteY5" fmla="*/ 53771 h 81305"/>
                <a:gd name="connsiteX6" fmla="*/ 138 w 57923"/>
                <a:gd name="connsiteY6" fmla="*/ 77153 h 81305"/>
                <a:gd name="connsiteX7" fmla="*/ 2087 w 57923"/>
                <a:gd name="connsiteY7" fmla="*/ 81404 h 81305"/>
                <a:gd name="connsiteX8" fmla="*/ 6515 w 57923"/>
                <a:gd name="connsiteY8" fmla="*/ 77861 h 81305"/>
                <a:gd name="connsiteX9" fmla="*/ 10058 w 57923"/>
                <a:gd name="connsiteY9" fmla="*/ 73787 h 81305"/>
                <a:gd name="connsiteX10" fmla="*/ 29543 w 57923"/>
                <a:gd name="connsiteY10" fmla="*/ 81404 h 81305"/>
                <a:gd name="connsiteX11" fmla="*/ 58062 w 57923"/>
                <a:gd name="connsiteY11" fmla="*/ 56782 h 81305"/>
                <a:gd name="connsiteX12" fmla="*/ 50622 w 57923"/>
                <a:gd name="connsiteY12" fmla="*/ 39954 h 81305"/>
                <a:gd name="connsiteX13" fmla="*/ 30428 w 57923"/>
                <a:gd name="connsiteY13" fmla="*/ 31452 h 81305"/>
                <a:gd name="connsiteX14" fmla="*/ 8641 w 57923"/>
                <a:gd name="connsiteY14" fmla="*/ 16927 h 81305"/>
                <a:gd name="connsiteX15" fmla="*/ 28480 w 57923"/>
                <a:gd name="connsiteY15" fmla="*/ 3464 h 81305"/>
                <a:gd name="connsiteX16" fmla="*/ 49205 w 57923"/>
                <a:gd name="connsiteY16" fmla="*/ 24898 h 81305"/>
                <a:gd name="connsiteX17" fmla="*/ 51330 w 57923"/>
                <a:gd name="connsiteY17" fmla="*/ 26492 h 81305"/>
                <a:gd name="connsiteX18" fmla="*/ 53633 w 57923"/>
                <a:gd name="connsiteY18" fmla="*/ 22241 h 81305"/>
                <a:gd name="connsiteX19" fmla="*/ 53633 w 57923"/>
                <a:gd name="connsiteY19" fmla="*/ 4350 h 81305"/>
                <a:gd name="connsiteX20" fmla="*/ 51685 w 57923"/>
                <a:gd name="connsiteY20" fmla="*/ 99 h 81305"/>
                <a:gd name="connsiteX21" fmla="*/ 48142 w 57923"/>
                <a:gd name="connsiteY21" fmla="*/ 2224 h 81305"/>
                <a:gd name="connsiteX22" fmla="*/ 45131 w 57923"/>
                <a:gd name="connsiteY22" fmla="*/ 5058 h 81305"/>
                <a:gd name="connsiteX23" fmla="*/ 28480 w 57923"/>
                <a:gd name="connsiteY23" fmla="*/ 99 h 81305"/>
                <a:gd name="connsiteX24" fmla="*/ 138 w 57923"/>
                <a:gd name="connsiteY24" fmla="*/ 21886 h 81305"/>
                <a:gd name="connsiteX25" fmla="*/ 7755 w 57923"/>
                <a:gd name="connsiteY25" fmla="*/ 36943 h 81305"/>
                <a:gd name="connsiteX26" fmla="*/ 31137 w 57923"/>
                <a:gd name="connsiteY26" fmla="*/ 45091 h 813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57923" h="81305">
                  <a:moveTo>
                    <a:pt x="31137" y="45091"/>
                  </a:moveTo>
                  <a:cubicBezTo>
                    <a:pt x="35034" y="45800"/>
                    <a:pt x="49559" y="48634"/>
                    <a:pt x="49559" y="61388"/>
                  </a:cubicBezTo>
                  <a:cubicBezTo>
                    <a:pt x="49559" y="70422"/>
                    <a:pt x="43359" y="77507"/>
                    <a:pt x="29543" y="77507"/>
                  </a:cubicBezTo>
                  <a:cubicBezTo>
                    <a:pt x="14663" y="77507"/>
                    <a:pt x="8287" y="67410"/>
                    <a:pt x="4921" y="52354"/>
                  </a:cubicBezTo>
                  <a:cubicBezTo>
                    <a:pt x="4390" y="50051"/>
                    <a:pt x="4212" y="49342"/>
                    <a:pt x="2441" y="49342"/>
                  </a:cubicBezTo>
                  <a:cubicBezTo>
                    <a:pt x="138" y="49342"/>
                    <a:pt x="138" y="50582"/>
                    <a:pt x="138" y="53771"/>
                  </a:cubicBezTo>
                  <a:lnTo>
                    <a:pt x="138" y="77153"/>
                  </a:lnTo>
                  <a:cubicBezTo>
                    <a:pt x="138" y="80164"/>
                    <a:pt x="138" y="81404"/>
                    <a:pt x="2087" y="81404"/>
                  </a:cubicBezTo>
                  <a:cubicBezTo>
                    <a:pt x="2972" y="81404"/>
                    <a:pt x="3150" y="81227"/>
                    <a:pt x="6515" y="77861"/>
                  </a:cubicBezTo>
                  <a:cubicBezTo>
                    <a:pt x="6869" y="77507"/>
                    <a:pt x="6869" y="77153"/>
                    <a:pt x="10058" y="73787"/>
                  </a:cubicBezTo>
                  <a:cubicBezTo>
                    <a:pt x="17852" y="81227"/>
                    <a:pt x="25823" y="81404"/>
                    <a:pt x="29543" y="81404"/>
                  </a:cubicBezTo>
                  <a:cubicBezTo>
                    <a:pt x="49913" y="81404"/>
                    <a:pt x="58062" y="69536"/>
                    <a:pt x="58062" y="56782"/>
                  </a:cubicBezTo>
                  <a:cubicBezTo>
                    <a:pt x="58062" y="47394"/>
                    <a:pt x="52748" y="42080"/>
                    <a:pt x="50622" y="39954"/>
                  </a:cubicBezTo>
                  <a:cubicBezTo>
                    <a:pt x="44776" y="34286"/>
                    <a:pt x="37868" y="32869"/>
                    <a:pt x="30428" y="31452"/>
                  </a:cubicBezTo>
                  <a:cubicBezTo>
                    <a:pt x="20509" y="29503"/>
                    <a:pt x="8641" y="27200"/>
                    <a:pt x="8641" y="16927"/>
                  </a:cubicBezTo>
                  <a:cubicBezTo>
                    <a:pt x="8641" y="10727"/>
                    <a:pt x="13246" y="3464"/>
                    <a:pt x="28480" y="3464"/>
                  </a:cubicBezTo>
                  <a:cubicBezTo>
                    <a:pt x="47965" y="3464"/>
                    <a:pt x="48851" y="19406"/>
                    <a:pt x="49205" y="24898"/>
                  </a:cubicBezTo>
                  <a:cubicBezTo>
                    <a:pt x="49382" y="26492"/>
                    <a:pt x="50976" y="26492"/>
                    <a:pt x="51330" y="26492"/>
                  </a:cubicBezTo>
                  <a:cubicBezTo>
                    <a:pt x="53633" y="26492"/>
                    <a:pt x="53633" y="25606"/>
                    <a:pt x="53633" y="22241"/>
                  </a:cubicBezTo>
                  <a:lnTo>
                    <a:pt x="53633" y="4350"/>
                  </a:lnTo>
                  <a:cubicBezTo>
                    <a:pt x="53633" y="1339"/>
                    <a:pt x="53633" y="99"/>
                    <a:pt x="51685" y="99"/>
                  </a:cubicBezTo>
                  <a:cubicBezTo>
                    <a:pt x="50799" y="99"/>
                    <a:pt x="50445" y="99"/>
                    <a:pt x="48142" y="2224"/>
                  </a:cubicBezTo>
                  <a:cubicBezTo>
                    <a:pt x="47611" y="2933"/>
                    <a:pt x="45839" y="4527"/>
                    <a:pt x="45131" y="5058"/>
                  </a:cubicBezTo>
                  <a:cubicBezTo>
                    <a:pt x="38400" y="99"/>
                    <a:pt x="31137" y="99"/>
                    <a:pt x="28480" y="99"/>
                  </a:cubicBezTo>
                  <a:cubicBezTo>
                    <a:pt x="6869" y="99"/>
                    <a:pt x="138" y="11967"/>
                    <a:pt x="138" y="21886"/>
                  </a:cubicBezTo>
                  <a:cubicBezTo>
                    <a:pt x="138" y="28086"/>
                    <a:pt x="2972" y="33046"/>
                    <a:pt x="7755" y="36943"/>
                  </a:cubicBezTo>
                  <a:cubicBezTo>
                    <a:pt x="13423" y="41548"/>
                    <a:pt x="18383" y="42611"/>
                    <a:pt x="31137" y="45091"/>
                  </a:cubicBezTo>
                  <a:close/>
                </a:path>
              </a:pathLst>
            </a:custGeom>
            <a:solidFill>
              <a:srgbClr val="000000"/>
            </a:solidFill>
            <a:ln w="1773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83" name="任意形状 382">
              <a:extLst>
                <a:ext uri="{FF2B5EF4-FFF2-40B4-BE49-F238E27FC236}">
                  <a16:creationId xmlns:a16="http://schemas.microsoft.com/office/drawing/2014/main" id="{A7DD5164-BD9C-707C-B91A-6D579E596DAE}"/>
                </a:ext>
              </a:extLst>
            </p:cNvPr>
            <p:cNvSpPr/>
            <p:nvPr>
              <p:custDataLst>
                <p:tags r:id="rId79"/>
              </p:custDataLst>
            </p:nvPr>
          </p:nvSpPr>
          <p:spPr>
            <a:xfrm>
              <a:off x="9463394" y="6459105"/>
              <a:ext cx="87327" cy="112658"/>
            </a:xfrm>
            <a:custGeom>
              <a:avLst/>
              <a:gdLst>
                <a:gd name="connsiteX0" fmla="*/ 25650 w 87327"/>
                <a:gd name="connsiteY0" fmla="*/ 11790 h 112658"/>
                <a:gd name="connsiteX1" fmla="*/ 25650 w 87327"/>
                <a:gd name="connsiteY1" fmla="*/ 99 h 112658"/>
                <a:gd name="connsiteX2" fmla="*/ 142 w 87327"/>
                <a:gd name="connsiteY2" fmla="*/ 2047 h 112658"/>
                <a:gd name="connsiteX3" fmla="*/ 142 w 87327"/>
                <a:gd name="connsiteY3" fmla="*/ 7538 h 112658"/>
                <a:gd name="connsiteX4" fmla="*/ 13959 w 87327"/>
                <a:gd name="connsiteY4" fmla="*/ 16395 h 112658"/>
                <a:gd name="connsiteX5" fmla="*/ 13959 w 87327"/>
                <a:gd name="connsiteY5" fmla="*/ 99295 h 112658"/>
                <a:gd name="connsiteX6" fmla="*/ 142 w 87327"/>
                <a:gd name="connsiteY6" fmla="*/ 107266 h 112658"/>
                <a:gd name="connsiteX7" fmla="*/ 142 w 87327"/>
                <a:gd name="connsiteY7" fmla="*/ 112757 h 112658"/>
                <a:gd name="connsiteX8" fmla="*/ 19981 w 87327"/>
                <a:gd name="connsiteY8" fmla="*/ 112226 h 112658"/>
                <a:gd name="connsiteX9" fmla="*/ 39998 w 87327"/>
                <a:gd name="connsiteY9" fmla="*/ 112757 h 112658"/>
                <a:gd name="connsiteX10" fmla="*/ 39998 w 87327"/>
                <a:gd name="connsiteY10" fmla="*/ 107266 h 112658"/>
                <a:gd name="connsiteX11" fmla="*/ 26181 w 87327"/>
                <a:gd name="connsiteY11" fmla="*/ 99295 h 112658"/>
                <a:gd name="connsiteX12" fmla="*/ 26181 w 87327"/>
                <a:gd name="connsiteY12" fmla="*/ 69536 h 112658"/>
                <a:gd name="connsiteX13" fmla="*/ 26181 w 87327"/>
                <a:gd name="connsiteY13" fmla="*/ 67942 h 112658"/>
                <a:gd name="connsiteX14" fmla="*/ 47969 w 87327"/>
                <a:gd name="connsiteY14" fmla="*/ 80341 h 112658"/>
                <a:gd name="connsiteX15" fmla="*/ 87470 w 87327"/>
                <a:gd name="connsiteY15" fmla="*/ 40131 h 112658"/>
                <a:gd name="connsiteX16" fmla="*/ 50449 w 87327"/>
                <a:gd name="connsiteY16" fmla="*/ 99 h 112658"/>
                <a:gd name="connsiteX17" fmla="*/ 25650 w 87327"/>
                <a:gd name="connsiteY17" fmla="*/ 11790 h 112658"/>
                <a:gd name="connsiteX18" fmla="*/ 26181 w 87327"/>
                <a:gd name="connsiteY18" fmla="*/ 58199 h 112658"/>
                <a:gd name="connsiteX19" fmla="*/ 26181 w 87327"/>
                <a:gd name="connsiteY19" fmla="*/ 18698 h 112658"/>
                <a:gd name="connsiteX20" fmla="*/ 49032 w 87327"/>
                <a:gd name="connsiteY20" fmla="*/ 4527 h 112658"/>
                <a:gd name="connsiteX21" fmla="*/ 72768 w 87327"/>
                <a:gd name="connsiteY21" fmla="*/ 40131 h 112658"/>
                <a:gd name="connsiteX22" fmla="*/ 47260 w 87327"/>
                <a:gd name="connsiteY22" fmla="*/ 76444 h 112658"/>
                <a:gd name="connsiteX23" fmla="*/ 28661 w 87327"/>
                <a:gd name="connsiteY23" fmla="*/ 65639 h 112658"/>
                <a:gd name="connsiteX24" fmla="*/ 26181 w 87327"/>
                <a:gd name="connsiteY24" fmla="*/ 58199 h 1126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87327" h="112658">
                  <a:moveTo>
                    <a:pt x="25650" y="11790"/>
                  </a:moveTo>
                  <a:lnTo>
                    <a:pt x="25650" y="99"/>
                  </a:lnTo>
                  <a:lnTo>
                    <a:pt x="142" y="2047"/>
                  </a:lnTo>
                  <a:lnTo>
                    <a:pt x="142" y="7538"/>
                  </a:lnTo>
                  <a:cubicBezTo>
                    <a:pt x="12719" y="7538"/>
                    <a:pt x="13959" y="8601"/>
                    <a:pt x="13959" y="16395"/>
                  </a:cubicBezTo>
                  <a:lnTo>
                    <a:pt x="13959" y="99295"/>
                  </a:lnTo>
                  <a:cubicBezTo>
                    <a:pt x="13959" y="107266"/>
                    <a:pt x="12010" y="107266"/>
                    <a:pt x="142" y="107266"/>
                  </a:cubicBezTo>
                  <a:lnTo>
                    <a:pt x="142" y="112757"/>
                  </a:lnTo>
                  <a:cubicBezTo>
                    <a:pt x="6165" y="112580"/>
                    <a:pt x="15376" y="112226"/>
                    <a:pt x="19981" y="112226"/>
                  </a:cubicBezTo>
                  <a:cubicBezTo>
                    <a:pt x="24764" y="112226"/>
                    <a:pt x="33798" y="112580"/>
                    <a:pt x="39998" y="112757"/>
                  </a:cubicBezTo>
                  <a:lnTo>
                    <a:pt x="39998" y="107266"/>
                  </a:lnTo>
                  <a:cubicBezTo>
                    <a:pt x="28130" y="107266"/>
                    <a:pt x="26181" y="107266"/>
                    <a:pt x="26181" y="99295"/>
                  </a:cubicBezTo>
                  <a:lnTo>
                    <a:pt x="26181" y="69536"/>
                  </a:lnTo>
                  <a:lnTo>
                    <a:pt x="26181" y="67942"/>
                  </a:lnTo>
                  <a:cubicBezTo>
                    <a:pt x="27067" y="70776"/>
                    <a:pt x="34507" y="80341"/>
                    <a:pt x="47969" y="80341"/>
                  </a:cubicBezTo>
                  <a:cubicBezTo>
                    <a:pt x="69048" y="80341"/>
                    <a:pt x="87470" y="62982"/>
                    <a:pt x="87470" y="40131"/>
                  </a:cubicBezTo>
                  <a:cubicBezTo>
                    <a:pt x="87470" y="17635"/>
                    <a:pt x="70288" y="99"/>
                    <a:pt x="50449" y="99"/>
                  </a:cubicBezTo>
                  <a:cubicBezTo>
                    <a:pt x="36632" y="99"/>
                    <a:pt x="29192" y="7893"/>
                    <a:pt x="25650" y="11790"/>
                  </a:cubicBezTo>
                  <a:close/>
                  <a:moveTo>
                    <a:pt x="26181" y="58199"/>
                  </a:moveTo>
                  <a:lnTo>
                    <a:pt x="26181" y="18698"/>
                  </a:lnTo>
                  <a:cubicBezTo>
                    <a:pt x="31318" y="9664"/>
                    <a:pt x="39998" y="4527"/>
                    <a:pt x="49032" y="4527"/>
                  </a:cubicBezTo>
                  <a:cubicBezTo>
                    <a:pt x="61963" y="4527"/>
                    <a:pt x="72768" y="20115"/>
                    <a:pt x="72768" y="40131"/>
                  </a:cubicBezTo>
                  <a:cubicBezTo>
                    <a:pt x="72768" y="61565"/>
                    <a:pt x="60368" y="76444"/>
                    <a:pt x="47260" y="76444"/>
                  </a:cubicBezTo>
                  <a:cubicBezTo>
                    <a:pt x="40175" y="76444"/>
                    <a:pt x="33444" y="72901"/>
                    <a:pt x="28661" y="65639"/>
                  </a:cubicBezTo>
                  <a:cubicBezTo>
                    <a:pt x="26181" y="61919"/>
                    <a:pt x="26181" y="61742"/>
                    <a:pt x="26181" y="58199"/>
                  </a:cubicBezTo>
                  <a:close/>
                </a:path>
              </a:pathLst>
            </a:custGeom>
            <a:solidFill>
              <a:srgbClr val="000000"/>
            </a:solidFill>
            <a:ln w="1773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84" name="任意形状 383">
              <a:extLst>
                <a:ext uri="{FF2B5EF4-FFF2-40B4-BE49-F238E27FC236}">
                  <a16:creationId xmlns:a16="http://schemas.microsoft.com/office/drawing/2014/main" id="{385A1B3C-C1F5-BF07-5FBB-8D0EECD76E9F}"/>
                </a:ext>
              </a:extLst>
            </p:cNvPr>
            <p:cNvSpPr/>
            <p:nvPr>
              <p:custDataLst>
                <p:tags r:id="rId80"/>
              </p:custDataLst>
            </p:nvPr>
          </p:nvSpPr>
          <p:spPr>
            <a:xfrm>
              <a:off x="9566724" y="6458043"/>
              <a:ext cx="78471" cy="81305"/>
            </a:xfrm>
            <a:custGeom>
              <a:avLst/>
              <a:gdLst>
                <a:gd name="connsiteX0" fmla="*/ 78619 w 78471"/>
                <a:gd name="connsiteY0" fmla="*/ 41548 h 81305"/>
                <a:gd name="connsiteX1" fmla="*/ 39472 w 78471"/>
                <a:gd name="connsiteY1" fmla="*/ 99 h 81305"/>
                <a:gd name="connsiteX2" fmla="*/ 148 w 78471"/>
                <a:gd name="connsiteY2" fmla="*/ 41548 h 81305"/>
                <a:gd name="connsiteX3" fmla="*/ 39295 w 78471"/>
                <a:gd name="connsiteY3" fmla="*/ 81404 h 81305"/>
                <a:gd name="connsiteX4" fmla="*/ 78619 w 78471"/>
                <a:gd name="connsiteY4" fmla="*/ 41548 h 81305"/>
                <a:gd name="connsiteX5" fmla="*/ 39472 w 78471"/>
                <a:gd name="connsiteY5" fmla="*/ 76976 h 81305"/>
                <a:gd name="connsiteX6" fmla="*/ 19279 w 78471"/>
                <a:gd name="connsiteY6" fmla="*/ 65107 h 81305"/>
                <a:gd name="connsiteX7" fmla="*/ 14850 w 78471"/>
                <a:gd name="connsiteY7" fmla="*/ 40131 h 81305"/>
                <a:gd name="connsiteX8" fmla="*/ 19102 w 78471"/>
                <a:gd name="connsiteY8" fmla="*/ 15864 h 81305"/>
                <a:gd name="connsiteX9" fmla="*/ 39295 w 78471"/>
                <a:gd name="connsiteY9" fmla="*/ 3996 h 81305"/>
                <a:gd name="connsiteX10" fmla="*/ 59311 w 78471"/>
                <a:gd name="connsiteY10" fmla="*/ 15509 h 81305"/>
                <a:gd name="connsiteX11" fmla="*/ 63917 w 78471"/>
                <a:gd name="connsiteY11" fmla="*/ 40131 h 81305"/>
                <a:gd name="connsiteX12" fmla="*/ 60020 w 78471"/>
                <a:gd name="connsiteY12" fmla="*/ 63868 h 81305"/>
                <a:gd name="connsiteX13" fmla="*/ 39472 w 78471"/>
                <a:gd name="connsiteY13" fmla="*/ 76976 h 813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78471" h="81305">
                  <a:moveTo>
                    <a:pt x="78619" y="41548"/>
                  </a:moveTo>
                  <a:cubicBezTo>
                    <a:pt x="78619" y="18875"/>
                    <a:pt x="60906" y="99"/>
                    <a:pt x="39472" y="99"/>
                  </a:cubicBezTo>
                  <a:cubicBezTo>
                    <a:pt x="17330" y="99"/>
                    <a:pt x="148" y="19406"/>
                    <a:pt x="148" y="41548"/>
                  </a:cubicBezTo>
                  <a:cubicBezTo>
                    <a:pt x="148" y="64399"/>
                    <a:pt x="18570" y="81404"/>
                    <a:pt x="39295" y="81404"/>
                  </a:cubicBezTo>
                  <a:cubicBezTo>
                    <a:pt x="60728" y="81404"/>
                    <a:pt x="78619" y="64045"/>
                    <a:pt x="78619" y="41548"/>
                  </a:cubicBezTo>
                  <a:close/>
                  <a:moveTo>
                    <a:pt x="39472" y="76976"/>
                  </a:moveTo>
                  <a:cubicBezTo>
                    <a:pt x="31855" y="76976"/>
                    <a:pt x="24061" y="73256"/>
                    <a:pt x="19279" y="65107"/>
                  </a:cubicBezTo>
                  <a:cubicBezTo>
                    <a:pt x="14850" y="57313"/>
                    <a:pt x="14850" y="46508"/>
                    <a:pt x="14850" y="40131"/>
                  </a:cubicBezTo>
                  <a:cubicBezTo>
                    <a:pt x="14850" y="33223"/>
                    <a:pt x="14850" y="23658"/>
                    <a:pt x="19102" y="15864"/>
                  </a:cubicBezTo>
                  <a:cubicBezTo>
                    <a:pt x="23884" y="7715"/>
                    <a:pt x="32210" y="3996"/>
                    <a:pt x="39295" y="3996"/>
                  </a:cubicBezTo>
                  <a:cubicBezTo>
                    <a:pt x="47089" y="3996"/>
                    <a:pt x="54706" y="7893"/>
                    <a:pt x="59311" y="15509"/>
                  </a:cubicBezTo>
                  <a:cubicBezTo>
                    <a:pt x="63917" y="23126"/>
                    <a:pt x="63917" y="33400"/>
                    <a:pt x="63917" y="40131"/>
                  </a:cubicBezTo>
                  <a:cubicBezTo>
                    <a:pt x="63917" y="46508"/>
                    <a:pt x="63917" y="56074"/>
                    <a:pt x="60020" y="63868"/>
                  </a:cubicBezTo>
                  <a:cubicBezTo>
                    <a:pt x="56123" y="71839"/>
                    <a:pt x="48329" y="76976"/>
                    <a:pt x="39472" y="76976"/>
                  </a:cubicBezTo>
                  <a:close/>
                </a:path>
              </a:pathLst>
            </a:custGeom>
            <a:solidFill>
              <a:srgbClr val="000000"/>
            </a:solidFill>
            <a:ln w="1773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85" name="任意形状 384">
              <a:extLst>
                <a:ext uri="{FF2B5EF4-FFF2-40B4-BE49-F238E27FC236}">
                  <a16:creationId xmlns:a16="http://schemas.microsoft.com/office/drawing/2014/main" id="{DF2B4B0E-133E-B063-63D9-1C5A823EA59F}"/>
                </a:ext>
              </a:extLst>
            </p:cNvPr>
            <p:cNvSpPr/>
            <p:nvPr>
              <p:custDataLst>
                <p:tags r:id="rId81"/>
              </p:custDataLst>
            </p:nvPr>
          </p:nvSpPr>
          <p:spPr>
            <a:xfrm>
              <a:off x="9656000" y="6459105"/>
              <a:ext cx="89099" cy="78294"/>
            </a:xfrm>
            <a:custGeom>
              <a:avLst/>
              <a:gdLst>
                <a:gd name="connsiteX0" fmla="*/ 13970 w 89099"/>
                <a:gd name="connsiteY0" fmla="*/ 17458 h 78294"/>
                <a:gd name="connsiteX1" fmla="*/ 13970 w 89099"/>
                <a:gd name="connsiteY1" fmla="*/ 64930 h 78294"/>
                <a:gd name="connsiteX2" fmla="*/ 153 w 89099"/>
                <a:gd name="connsiteY2" fmla="*/ 72901 h 78294"/>
                <a:gd name="connsiteX3" fmla="*/ 153 w 89099"/>
                <a:gd name="connsiteY3" fmla="*/ 78393 h 78294"/>
                <a:gd name="connsiteX4" fmla="*/ 20169 w 89099"/>
                <a:gd name="connsiteY4" fmla="*/ 77861 h 78294"/>
                <a:gd name="connsiteX5" fmla="*/ 40009 w 89099"/>
                <a:gd name="connsiteY5" fmla="*/ 78393 h 78294"/>
                <a:gd name="connsiteX6" fmla="*/ 40009 w 89099"/>
                <a:gd name="connsiteY6" fmla="*/ 72901 h 78294"/>
                <a:gd name="connsiteX7" fmla="*/ 26192 w 89099"/>
                <a:gd name="connsiteY7" fmla="*/ 64930 h 78294"/>
                <a:gd name="connsiteX8" fmla="*/ 26192 w 89099"/>
                <a:gd name="connsiteY8" fmla="*/ 32337 h 78294"/>
                <a:gd name="connsiteX9" fmla="*/ 50105 w 89099"/>
                <a:gd name="connsiteY9" fmla="*/ 3996 h 78294"/>
                <a:gd name="connsiteX10" fmla="*/ 63213 w 89099"/>
                <a:gd name="connsiteY10" fmla="*/ 23658 h 78294"/>
                <a:gd name="connsiteX11" fmla="*/ 63213 w 89099"/>
                <a:gd name="connsiteY11" fmla="*/ 64930 h 78294"/>
                <a:gd name="connsiteX12" fmla="*/ 49397 w 89099"/>
                <a:gd name="connsiteY12" fmla="*/ 72901 h 78294"/>
                <a:gd name="connsiteX13" fmla="*/ 49397 w 89099"/>
                <a:gd name="connsiteY13" fmla="*/ 78393 h 78294"/>
                <a:gd name="connsiteX14" fmla="*/ 69413 w 89099"/>
                <a:gd name="connsiteY14" fmla="*/ 77861 h 78294"/>
                <a:gd name="connsiteX15" fmla="*/ 89252 w 89099"/>
                <a:gd name="connsiteY15" fmla="*/ 78393 h 78294"/>
                <a:gd name="connsiteX16" fmla="*/ 89252 w 89099"/>
                <a:gd name="connsiteY16" fmla="*/ 72901 h 78294"/>
                <a:gd name="connsiteX17" fmla="*/ 75436 w 89099"/>
                <a:gd name="connsiteY17" fmla="*/ 67587 h 78294"/>
                <a:gd name="connsiteX18" fmla="*/ 75436 w 89099"/>
                <a:gd name="connsiteY18" fmla="*/ 33754 h 78294"/>
                <a:gd name="connsiteX19" fmla="*/ 69944 w 89099"/>
                <a:gd name="connsiteY19" fmla="*/ 6653 h 78294"/>
                <a:gd name="connsiteX20" fmla="*/ 51345 w 89099"/>
                <a:gd name="connsiteY20" fmla="*/ 99 h 78294"/>
                <a:gd name="connsiteX21" fmla="*/ 25129 w 89099"/>
                <a:gd name="connsiteY21" fmla="*/ 18698 h 78294"/>
                <a:gd name="connsiteX22" fmla="*/ 25129 w 89099"/>
                <a:gd name="connsiteY22" fmla="*/ 99 h 78294"/>
                <a:gd name="connsiteX23" fmla="*/ 153 w 89099"/>
                <a:gd name="connsiteY23" fmla="*/ 2047 h 78294"/>
                <a:gd name="connsiteX24" fmla="*/ 153 w 89099"/>
                <a:gd name="connsiteY24" fmla="*/ 7538 h 78294"/>
                <a:gd name="connsiteX25" fmla="*/ 13970 w 89099"/>
                <a:gd name="connsiteY25" fmla="*/ 17458 h 78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89099" h="78294">
                  <a:moveTo>
                    <a:pt x="13970" y="17458"/>
                  </a:moveTo>
                  <a:lnTo>
                    <a:pt x="13970" y="64930"/>
                  </a:lnTo>
                  <a:cubicBezTo>
                    <a:pt x="13970" y="72901"/>
                    <a:pt x="12021" y="72901"/>
                    <a:pt x="153" y="72901"/>
                  </a:cubicBezTo>
                  <a:lnTo>
                    <a:pt x="153" y="78393"/>
                  </a:lnTo>
                  <a:cubicBezTo>
                    <a:pt x="6353" y="78215"/>
                    <a:pt x="15387" y="77861"/>
                    <a:pt x="20169" y="77861"/>
                  </a:cubicBezTo>
                  <a:cubicBezTo>
                    <a:pt x="24775" y="77861"/>
                    <a:pt x="33986" y="78215"/>
                    <a:pt x="40009" y="78393"/>
                  </a:cubicBezTo>
                  <a:lnTo>
                    <a:pt x="40009" y="72901"/>
                  </a:lnTo>
                  <a:cubicBezTo>
                    <a:pt x="28140" y="72901"/>
                    <a:pt x="26192" y="72901"/>
                    <a:pt x="26192" y="64930"/>
                  </a:cubicBezTo>
                  <a:lnTo>
                    <a:pt x="26192" y="32337"/>
                  </a:lnTo>
                  <a:cubicBezTo>
                    <a:pt x="26192" y="13915"/>
                    <a:pt x="38769" y="3996"/>
                    <a:pt x="50105" y="3996"/>
                  </a:cubicBezTo>
                  <a:cubicBezTo>
                    <a:pt x="61265" y="3996"/>
                    <a:pt x="63213" y="13561"/>
                    <a:pt x="63213" y="23658"/>
                  </a:cubicBezTo>
                  <a:lnTo>
                    <a:pt x="63213" y="64930"/>
                  </a:lnTo>
                  <a:cubicBezTo>
                    <a:pt x="63213" y="72901"/>
                    <a:pt x="61265" y="72901"/>
                    <a:pt x="49397" y="72901"/>
                  </a:cubicBezTo>
                  <a:lnTo>
                    <a:pt x="49397" y="78393"/>
                  </a:lnTo>
                  <a:cubicBezTo>
                    <a:pt x="55596" y="78215"/>
                    <a:pt x="64630" y="77861"/>
                    <a:pt x="69413" y="77861"/>
                  </a:cubicBezTo>
                  <a:cubicBezTo>
                    <a:pt x="74019" y="77861"/>
                    <a:pt x="83230" y="78215"/>
                    <a:pt x="89252" y="78393"/>
                  </a:cubicBezTo>
                  <a:lnTo>
                    <a:pt x="89252" y="72901"/>
                  </a:lnTo>
                  <a:cubicBezTo>
                    <a:pt x="80041" y="72901"/>
                    <a:pt x="75613" y="72901"/>
                    <a:pt x="75436" y="67587"/>
                  </a:cubicBezTo>
                  <a:lnTo>
                    <a:pt x="75436" y="33754"/>
                  </a:lnTo>
                  <a:cubicBezTo>
                    <a:pt x="75436" y="18521"/>
                    <a:pt x="75436" y="13030"/>
                    <a:pt x="69944" y="6653"/>
                  </a:cubicBezTo>
                  <a:cubicBezTo>
                    <a:pt x="67465" y="3641"/>
                    <a:pt x="61619" y="99"/>
                    <a:pt x="51345" y="99"/>
                  </a:cubicBezTo>
                  <a:cubicBezTo>
                    <a:pt x="38414" y="99"/>
                    <a:pt x="30089" y="7715"/>
                    <a:pt x="25129" y="18698"/>
                  </a:cubicBezTo>
                  <a:lnTo>
                    <a:pt x="25129" y="99"/>
                  </a:lnTo>
                  <a:lnTo>
                    <a:pt x="153" y="2047"/>
                  </a:lnTo>
                  <a:lnTo>
                    <a:pt x="153" y="7538"/>
                  </a:lnTo>
                  <a:cubicBezTo>
                    <a:pt x="12552" y="7538"/>
                    <a:pt x="13970" y="8778"/>
                    <a:pt x="13970" y="17458"/>
                  </a:cubicBezTo>
                  <a:close/>
                </a:path>
              </a:pathLst>
            </a:custGeom>
            <a:solidFill>
              <a:srgbClr val="000000"/>
            </a:solidFill>
            <a:ln w="1773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86" name="任意形状 385">
              <a:extLst>
                <a:ext uri="{FF2B5EF4-FFF2-40B4-BE49-F238E27FC236}">
                  <a16:creationId xmlns:a16="http://schemas.microsoft.com/office/drawing/2014/main" id="{7F6A0434-50C4-E547-5F85-C1BBFC59EF14}"/>
                </a:ext>
              </a:extLst>
            </p:cNvPr>
            <p:cNvSpPr/>
            <p:nvPr>
              <p:custDataLst>
                <p:tags r:id="rId82"/>
              </p:custDataLst>
            </p:nvPr>
          </p:nvSpPr>
          <p:spPr>
            <a:xfrm>
              <a:off x="9754764" y="6414467"/>
              <a:ext cx="87327" cy="124880"/>
            </a:xfrm>
            <a:custGeom>
              <a:avLst/>
              <a:gdLst>
                <a:gd name="connsiteX0" fmla="*/ 61447 w 87327"/>
                <a:gd name="connsiteY0" fmla="*/ 113288 h 124880"/>
                <a:gd name="connsiteX1" fmla="*/ 61447 w 87327"/>
                <a:gd name="connsiteY1" fmla="*/ 124979 h 124880"/>
                <a:gd name="connsiteX2" fmla="*/ 87486 w 87327"/>
                <a:gd name="connsiteY2" fmla="*/ 123031 h 124880"/>
                <a:gd name="connsiteX3" fmla="*/ 87486 w 87327"/>
                <a:gd name="connsiteY3" fmla="*/ 117540 h 124880"/>
                <a:gd name="connsiteX4" fmla="*/ 73670 w 87327"/>
                <a:gd name="connsiteY4" fmla="*/ 107620 h 124880"/>
                <a:gd name="connsiteX5" fmla="*/ 73670 w 87327"/>
                <a:gd name="connsiteY5" fmla="*/ 99 h 124880"/>
                <a:gd name="connsiteX6" fmla="*/ 48162 w 87327"/>
                <a:gd name="connsiteY6" fmla="*/ 2047 h 124880"/>
                <a:gd name="connsiteX7" fmla="*/ 48162 w 87327"/>
                <a:gd name="connsiteY7" fmla="*/ 7538 h 124880"/>
                <a:gd name="connsiteX8" fmla="*/ 61979 w 87327"/>
                <a:gd name="connsiteY8" fmla="*/ 17458 h 124880"/>
                <a:gd name="connsiteX9" fmla="*/ 61979 w 87327"/>
                <a:gd name="connsiteY9" fmla="*/ 55719 h 124880"/>
                <a:gd name="connsiteX10" fmla="*/ 39660 w 87327"/>
                <a:gd name="connsiteY10" fmla="*/ 44737 h 124880"/>
                <a:gd name="connsiteX11" fmla="*/ 159 w 87327"/>
                <a:gd name="connsiteY11" fmla="*/ 84947 h 124880"/>
                <a:gd name="connsiteX12" fmla="*/ 37711 w 87327"/>
                <a:gd name="connsiteY12" fmla="*/ 124979 h 124880"/>
                <a:gd name="connsiteX13" fmla="*/ 61447 w 87327"/>
                <a:gd name="connsiteY13" fmla="*/ 113288 h 124880"/>
                <a:gd name="connsiteX14" fmla="*/ 61447 w 87327"/>
                <a:gd name="connsiteY14" fmla="*/ 65816 h 124880"/>
                <a:gd name="connsiteX15" fmla="*/ 61447 w 87327"/>
                <a:gd name="connsiteY15" fmla="*/ 102129 h 124880"/>
                <a:gd name="connsiteX16" fmla="*/ 59499 w 87327"/>
                <a:gd name="connsiteY16" fmla="*/ 108683 h 124880"/>
                <a:gd name="connsiteX17" fmla="*/ 38597 w 87327"/>
                <a:gd name="connsiteY17" fmla="*/ 121082 h 124880"/>
                <a:gd name="connsiteX18" fmla="*/ 19998 w 87327"/>
                <a:gd name="connsiteY18" fmla="*/ 109746 h 124880"/>
                <a:gd name="connsiteX19" fmla="*/ 14861 w 87327"/>
                <a:gd name="connsiteY19" fmla="*/ 85124 h 124880"/>
                <a:gd name="connsiteX20" fmla="*/ 20352 w 87327"/>
                <a:gd name="connsiteY20" fmla="*/ 59971 h 124880"/>
                <a:gd name="connsiteX21" fmla="*/ 40368 w 87327"/>
                <a:gd name="connsiteY21" fmla="*/ 48634 h 124880"/>
                <a:gd name="connsiteX22" fmla="*/ 59499 w 87327"/>
                <a:gd name="connsiteY22" fmla="*/ 59262 h 124880"/>
                <a:gd name="connsiteX23" fmla="*/ 61447 w 87327"/>
                <a:gd name="connsiteY23" fmla="*/ 65816 h 1248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87327" h="124880">
                  <a:moveTo>
                    <a:pt x="61447" y="113288"/>
                  </a:moveTo>
                  <a:lnTo>
                    <a:pt x="61447" y="124979"/>
                  </a:lnTo>
                  <a:lnTo>
                    <a:pt x="87486" y="123031"/>
                  </a:lnTo>
                  <a:lnTo>
                    <a:pt x="87486" y="117540"/>
                  </a:lnTo>
                  <a:cubicBezTo>
                    <a:pt x="75087" y="117540"/>
                    <a:pt x="73670" y="116300"/>
                    <a:pt x="73670" y="107620"/>
                  </a:cubicBezTo>
                  <a:lnTo>
                    <a:pt x="73670" y="99"/>
                  </a:lnTo>
                  <a:lnTo>
                    <a:pt x="48162" y="2047"/>
                  </a:lnTo>
                  <a:lnTo>
                    <a:pt x="48162" y="7538"/>
                  </a:lnTo>
                  <a:cubicBezTo>
                    <a:pt x="60562" y="7538"/>
                    <a:pt x="61979" y="8778"/>
                    <a:pt x="61979" y="17458"/>
                  </a:cubicBezTo>
                  <a:lnTo>
                    <a:pt x="61979" y="55719"/>
                  </a:lnTo>
                  <a:cubicBezTo>
                    <a:pt x="56842" y="49342"/>
                    <a:pt x="49225" y="44737"/>
                    <a:pt x="39660" y="44737"/>
                  </a:cubicBezTo>
                  <a:cubicBezTo>
                    <a:pt x="18758" y="44737"/>
                    <a:pt x="159" y="62096"/>
                    <a:pt x="159" y="84947"/>
                  </a:cubicBezTo>
                  <a:cubicBezTo>
                    <a:pt x="159" y="107443"/>
                    <a:pt x="17518" y="124979"/>
                    <a:pt x="37711" y="124979"/>
                  </a:cubicBezTo>
                  <a:cubicBezTo>
                    <a:pt x="49048" y="124979"/>
                    <a:pt x="57019" y="118957"/>
                    <a:pt x="61447" y="113288"/>
                  </a:cubicBezTo>
                  <a:close/>
                  <a:moveTo>
                    <a:pt x="61447" y="65816"/>
                  </a:moveTo>
                  <a:lnTo>
                    <a:pt x="61447" y="102129"/>
                  </a:lnTo>
                  <a:cubicBezTo>
                    <a:pt x="61447" y="105317"/>
                    <a:pt x="61447" y="105672"/>
                    <a:pt x="59499" y="108683"/>
                  </a:cubicBezTo>
                  <a:cubicBezTo>
                    <a:pt x="54185" y="117185"/>
                    <a:pt x="46214" y="121082"/>
                    <a:pt x="38597" y="121082"/>
                  </a:cubicBezTo>
                  <a:cubicBezTo>
                    <a:pt x="30626" y="121082"/>
                    <a:pt x="24249" y="116477"/>
                    <a:pt x="19998" y="109746"/>
                  </a:cubicBezTo>
                  <a:cubicBezTo>
                    <a:pt x="15392" y="102483"/>
                    <a:pt x="14861" y="92386"/>
                    <a:pt x="14861" y="85124"/>
                  </a:cubicBezTo>
                  <a:cubicBezTo>
                    <a:pt x="14861" y="78570"/>
                    <a:pt x="15215" y="67942"/>
                    <a:pt x="20352" y="59971"/>
                  </a:cubicBezTo>
                  <a:cubicBezTo>
                    <a:pt x="24072" y="54479"/>
                    <a:pt x="30803" y="48634"/>
                    <a:pt x="40368" y="48634"/>
                  </a:cubicBezTo>
                  <a:cubicBezTo>
                    <a:pt x="46568" y="48634"/>
                    <a:pt x="54008" y="51291"/>
                    <a:pt x="59499" y="59262"/>
                  </a:cubicBezTo>
                  <a:cubicBezTo>
                    <a:pt x="61447" y="62273"/>
                    <a:pt x="61447" y="62628"/>
                    <a:pt x="61447" y="65816"/>
                  </a:cubicBezTo>
                  <a:close/>
                </a:path>
              </a:pathLst>
            </a:custGeom>
            <a:solidFill>
              <a:srgbClr val="000000"/>
            </a:solidFill>
            <a:ln w="1773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87" name="任意形状 386">
              <a:extLst>
                <a:ext uri="{FF2B5EF4-FFF2-40B4-BE49-F238E27FC236}">
                  <a16:creationId xmlns:a16="http://schemas.microsoft.com/office/drawing/2014/main" id="{E7EED84A-2C82-4E9B-9401-FD18811D1DCD}"/>
                </a:ext>
              </a:extLst>
            </p:cNvPr>
            <p:cNvSpPr/>
            <p:nvPr>
              <p:custDataLst>
                <p:tags r:id="rId83"/>
              </p:custDataLst>
            </p:nvPr>
          </p:nvSpPr>
          <p:spPr>
            <a:xfrm>
              <a:off x="9852996" y="6418896"/>
              <a:ext cx="37907" cy="118503"/>
            </a:xfrm>
            <a:custGeom>
              <a:avLst/>
              <a:gdLst>
                <a:gd name="connsiteX0" fmla="*/ 25672 w 37907"/>
                <a:gd name="connsiteY0" fmla="*/ 40308 h 118503"/>
                <a:gd name="connsiteX1" fmla="*/ 873 w 37907"/>
                <a:gd name="connsiteY1" fmla="*/ 42257 h 118503"/>
                <a:gd name="connsiteX2" fmla="*/ 873 w 37907"/>
                <a:gd name="connsiteY2" fmla="*/ 47748 h 118503"/>
                <a:gd name="connsiteX3" fmla="*/ 13981 w 37907"/>
                <a:gd name="connsiteY3" fmla="*/ 57491 h 118503"/>
                <a:gd name="connsiteX4" fmla="*/ 13981 w 37907"/>
                <a:gd name="connsiteY4" fmla="*/ 105140 h 118503"/>
                <a:gd name="connsiteX5" fmla="*/ 164 w 37907"/>
                <a:gd name="connsiteY5" fmla="*/ 113111 h 118503"/>
                <a:gd name="connsiteX6" fmla="*/ 164 w 37907"/>
                <a:gd name="connsiteY6" fmla="*/ 118602 h 118503"/>
                <a:gd name="connsiteX7" fmla="*/ 19649 w 37907"/>
                <a:gd name="connsiteY7" fmla="*/ 118071 h 118503"/>
                <a:gd name="connsiteX8" fmla="*/ 38071 w 37907"/>
                <a:gd name="connsiteY8" fmla="*/ 118602 h 118503"/>
                <a:gd name="connsiteX9" fmla="*/ 38071 w 37907"/>
                <a:gd name="connsiteY9" fmla="*/ 113111 h 118503"/>
                <a:gd name="connsiteX10" fmla="*/ 25672 w 37907"/>
                <a:gd name="connsiteY10" fmla="*/ 105317 h 118503"/>
                <a:gd name="connsiteX11" fmla="*/ 25672 w 37907"/>
                <a:gd name="connsiteY11" fmla="*/ 40308 h 118503"/>
                <a:gd name="connsiteX12" fmla="*/ 26380 w 37907"/>
                <a:gd name="connsiteY12" fmla="*/ 9487 h 118503"/>
                <a:gd name="connsiteX13" fmla="*/ 16992 w 37907"/>
                <a:gd name="connsiteY13" fmla="*/ 99 h 118503"/>
                <a:gd name="connsiteX14" fmla="*/ 7604 w 37907"/>
                <a:gd name="connsiteY14" fmla="*/ 9487 h 118503"/>
                <a:gd name="connsiteX15" fmla="*/ 16992 w 37907"/>
                <a:gd name="connsiteY15" fmla="*/ 18875 h 118503"/>
                <a:gd name="connsiteX16" fmla="*/ 26380 w 37907"/>
                <a:gd name="connsiteY16" fmla="*/ 9487 h 1185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37907" h="118503">
                  <a:moveTo>
                    <a:pt x="25672" y="40308"/>
                  </a:moveTo>
                  <a:lnTo>
                    <a:pt x="873" y="42257"/>
                  </a:lnTo>
                  <a:lnTo>
                    <a:pt x="873" y="47748"/>
                  </a:lnTo>
                  <a:cubicBezTo>
                    <a:pt x="12386" y="47748"/>
                    <a:pt x="13981" y="48811"/>
                    <a:pt x="13981" y="57491"/>
                  </a:cubicBezTo>
                  <a:lnTo>
                    <a:pt x="13981" y="105140"/>
                  </a:lnTo>
                  <a:cubicBezTo>
                    <a:pt x="13981" y="113111"/>
                    <a:pt x="12032" y="113111"/>
                    <a:pt x="164" y="113111"/>
                  </a:cubicBezTo>
                  <a:lnTo>
                    <a:pt x="164" y="118602"/>
                  </a:lnTo>
                  <a:cubicBezTo>
                    <a:pt x="5832" y="118425"/>
                    <a:pt x="15398" y="118071"/>
                    <a:pt x="19649" y="118071"/>
                  </a:cubicBezTo>
                  <a:cubicBezTo>
                    <a:pt x="25849" y="118071"/>
                    <a:pt x="32048" y="118425"/>
                    <a:pt x="38071" y="118602"/>
                  </a:cubicBezTo>
                  <a:lnTo>
                    <a:pt x="38071" y="113111"/>
                  </a:lnTo>
                  <a:cubicBezTo>
                    <a:pt x="26380" y="113111"/>
                    <a:pt x="25672" y="112226"/>
                    <a:pt x="25672" y="105317"/>
                  </a:cubicBezTo>
                  <a:lnTo>
                    <a:pt x="25672" y="40308"/>
                  </a:lnTo>
                  <a:close/>
                  <a:moveTo>
                    <a:pt x="26380" y="9487"/>
                  </a:moveTo>
                  <a:cubicBezTo>
                    <a:pt x="26380" y="3818"/>
                    <a:pt x="21952" y="99"/>
                    <a:pt x="16992" y="99"/>
                  </a:cubicBezTo>
                  <a:cubicBezTo>
                    <a:pt x="11501" y="99"/>
                    <a:pt x="7604" y="4881"/>
                    <a:pt x="7604" y="9487"/>
                  </a:cubicBezTo>
                  <a:cubicBezTo>
                    <a:pt x="7604" y="14269"/>
                    <a:pt x="11501" y="18875"/>
                    <a:pt x="16992" y="18875"/>
                  </a:cubicBezTo>
                  <a:cubicBezTo>
                    <a:pt x="21952" y="18875"/>
                    <a:pt x="26380" y="15155"/>
                    <a:pt x="26380" y="9487"/>
                  </a:cubicBezTo>
                  <a:close/>
                </a:path>
              </a:pathLst>
            </a:custGeom>
            <a:solidFill>
              <a:srgbClr val="000000"/>
            </a:solidFill>
            <a:ln w="1773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88" name="任意形状 387">
              <a:extLst>
                <a:ext uri="{FF2B5EF4-FFF2-40B4-BE49-F238E27FC236}">
                  <a16:creationId xmlns:a16="http://schemas.microsoft.com/office/drawing/2014/main" id="{C75F0061-9588-36DC-9737-D3AA86D2BAFF}"/>
                </a:ext>
              </a:extLst>
            </p:cNvPr>
            <p:cNvSpPr/>
            <p:nvPr>
              <p:custDataLst>
                <p:tags r:id="rId84"/>
              </p:custDataLst>
            </p:nvPr>
          </p:nvSpPr>
          <p:spPr>
            <a:xfrm>
              <a:off x="9902023" y="6459105"/>
              <a:ext cx="89099" cy="78294"/>
            </a:xfrm>
            <a:custGeom>
              <a:avLst/>
              <a:gdLst>
                <a:gd name="connsiteX0" fmla="*/ 13983 w 89099"/>
                <a:gd name="connsiteY0" fmla="*/ 17458 h 78294"/>
                <a:gd name="connsiteX1" fmla="*/ 13983 w 89099"/>
                <a:gd name="connsiteY1" fmla="*/ 64930 h 78294"/>
                <a:gd name="connsiteX2" fmla="*/ 167 w 89099"/>
                <a:gd name="connsiteY2" fmla="*/ 72901 h 78294"/>
                <a:gd name="connsiteX3" fmla="*/ 167 w 89099"/>
                <a:gd name="connsiteY3" fmla="*/ 78393 h 78294"/>
                <a:gd name="connsiteX4" fmla="*/ 20183 w 89099"/>
                <a:gd name="connsiteY4" fmla="*/ 77861 h 78294"/>
                <a:gd name="connsiteX5" fmla="*/ 40022 w 89099"/>
                <a:gd name="connsiteY5" fmla="*/ 78393 h 78294"/>
                <a:gd name="connsiteX6" fmla="*/ 40022 w 89099"/>
                <a:gd name="connsiteY6" fmla="*/ 72901 h 78294"/>
                <a:gd name="connsiteX7" fmla="*/ 26206 w 89099"/>
                <a:gd name="connsiteY7" fmla="*/ 64930 h 78294"/>
                <a:gd name="connsiteX8" fmla="*/ 26206 w 89099"/>
                <a:gd name="connsiteY8" fmla="*/ 32337 h 78294"/>
                <a:gd name="connsiteX9" fmla="*/ 50119 w 89099"/>
                <a:gd name="connsiteY9" fmla="*/ 3996 h 78294"/>
                <a:gd name="connsiteX10" fmla="*/ 63227 w 89099"/>
                <a:gd name="connsiteY10" fmla="*/ 23658 h 78294"/>
                <a:gd name="connsiteX11" fmla="*/ 63227 w 89099"/>
                <a:gd name="connsiteY11" fmla="*/ 64930 h 78294"/>
                <a:gd name="connsiteX12" fmla="*/ 49411 w 89099"/>
                <a:gd name="connsiteY12" fmla="*/ 72901 h 78294"/>
                <a:gd name="connsiteX13" fmla="*/ 49411 w 89099"/>
                <a:gd name="connsiteY13" fmla="*/ 78393 h 78294"/>
                <a:gd name="connsiteX14" fmla="*/ 69427 w 89099"/>
                <a:gd name="connsiteY14" fmla="*/ 77861 h 78294"/>
                <a:gd name="connsiteX15" fmla="*/ 89266 w 89099"/>
                <a:gd name="connsiteY15" fmla="*/ 78393 h 78294"/>
                <a:gd name="connsiteX16" fmla="*/ 89266 w 89099"/>
                <a:gd name="connsiteY16" fmla="*/ 72901 h 78294"/>
                <a:gd name="connsiteX17" fmla="*/ 75450 w 89099"/>
                <a:gd name="connsiteY17" fmla="*/ 67587 h 78294"/>
                <a:gd name="connsiteX18" fmla="*/ 75450 w 89099"/>
                <a:gd name="connsiteY18" fmla="*/ 33754 h 78294"/>
                <a:gd name="connsiteX19" fmla="*/ 69958 w 89099"/>
                <a:gd name="connsiteY19" fmla="*/ 6653 h 78294"/>
                <a:gd name="connsiteX20" fmla="*/ 51359 w 89099"/>
                <a:gd name="connsiteY20" fmla="*/ 99 h 78294"/>
                <a:gd name="connsiteX21" fmla="*/ 25143 w 89099"/>
                <a:gd name="connsiteY21" fmla="*/ 18698 h 78294"/>
                <a:gd name="connsiteX22" fmla="*/ 25143 w 89099"/>
                <a:gd name="connsiteY22" fmla="*/ 99 h 78294"/>
                <a:gd name="connsiteX23" fmla="*/ 167 w 89099"/>
                <a:gd name="connsiteY23" fmla="*/ 2047 h 78294"/>
                <a:gd name="connsiteX24" fmla="*/ 167 w 89099"/>
                <a:gd name="connsiteY24" fmla="*/ 7538 h 78294"/>
                <a:gd name="connsiteX25" fmla="*/ 13983 w 89099"/>
                <a:gd name="connsiteY25" fmla="*/ 17458 h 78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89099" h="78294">
                  <a:moveTo>
                    <a:pt x="13983" y="17458"/>
                  </a:moveTo>
                  <a:lnTo>
                    <a:pt x="13983" y="64930"/>
                  </a:lnTo>
                  <a:cubicBezTo>
                    <a:pt x="13983" y="72901"/>
                    <a:pt x="12035" y="72901"/>
                    <a:pt x="167" y="72901"/>
                  </a:cubicBezTo>
                  <a:lnTo>
                    <a:pt x="167" y="78393"/>
                  </a:lnTo>
                  <a:cubicBezTo>
                    <a:pt x="6367" y="78215"/>
                    <a:pt x="15401" y="77861"/>
                    <a:pt x="20183" y="77861"/>
                  </a:cubicBezTo>
                  <a:cubicBezTo>
                    <a:pt x="24789" y="77861"/>
                    <a:pt x="34000" y="78215"/>
                    <a:pt x="40022" y="78393"/>
                  </a:cubicBezTo>
                  <a:lnTo>
                    <a:pt x="40022" y="72901"/>
                  </a:lnTo>
                  <a:cubicBezTo>
                    <a:pt x="28154" y="72901"/>
                    <a:pt x="26206" y="72901"/>
                    <a:pt x="26206" y="64930"/>
                  </a:cubicBezTo>
                  <a:lnTo>
                    <a:pt x="26206" y="32337"/>
                  </a:lnTo>
                  <a:cubicBezTo>
                    <a:pt x="26206" y="13915"/>
                    <a:pt x="38782" y="3996"/>
                    <a:pt x="50119" y="3996"/>
                  </a:cubicBezTo>
                  <a:cubicBezTo>
                    <a:pt x="61279" y="3996"/>
                    <a:pt x="63227" y="13561"/>
                    <a:pt x="63227" y="23658"/>
                  </a:cubicBezTo>
                  <a:lnTo>
                    <a:pt x="63227" y="64930"/>
                  </a:lnTo>
                  <a:cubicBezTo>
                    <a:pt x="63227" y="72901"/>
                    <a:pt x="61279" y="72901"/>
                    <a:pt x="49411" y="72901"/>
                  </a:cubicBezTo>
                  <a:lnTo>
                    <a:pt x="49411" y="78393"/>
                  </a:lnTo>
                  <a:cubicBezTo>
                    <a:pt x="55610" y="78215"/>
                    <a:pt x="64644" y="77861"/>
                    <a:pt x="69427" y="77861"/>
                  </a:cubicBezTo>
                  <a:cubicBezTo>
                    <a:pt x="74032" y="77861"/>
                    <a:pt x="83244" y="78215"/>
                    <a:pt x="89266" y="78393"/>
                  </a:cubicBezTo>
                  <a:lnTo>
                    <a:pt x="89266" y="72901"/>
                  </a:lnTo>
                  <a:cubicBezTo>
                    <a:pt x="80055" y="72901"/>
                    <a:pt x="75627" y="72901"/>
                    <a:pt x="75450" y="67587"/>
                  </a:cubicBezTo>
                  <a:lnTo>
                    <a:pt x="75450" y="33754"/>
                  </a:lnTo>
                  <a:cubicBezTo>
                    <a:pt x="75450" y="18521"/>
                    <a:pt x="75450" y="13030"/>
                    <a:pt x="69958" y="6653"/>
                  </a:cubicBezTo>
                  <a:cubicBezTo>
                    <a:pt x="67478" y="3641"/>
                    <a:pt x="61633" y="99"/>
                    <a:pt x="51359" y="99"/>
                  </a:cubicBezTo>
                  <a:cubicBezTo>
                    <a:pt x="38428" y="99"/>
                    <a:pt x="30103" y="7715"/>
                    <a:pt x="25143" y="18698"/>
                  </a:cubicBezTo>
                  <a:lnTo>
                    <a:pt x="25143" y="99"/>
                  </a:lnTo>
                  <a:lnTo>
                    <a:pt x="167" y="2047"/>
                  </a:lnTo>
                  <a:lnTo>
                    <a:pt x="167" y="7538"/>
                  </a:lnTo>
                  <a:cubicBezTo>
                    <a:pt x="12566" y="7538"/>
                    <a:pt x="13983" y="8778"/>
                    <a:pt x="13983" y="17458"/>
                  </a:cubicBezTo>
                  <a:close/>
                </a:path>
              </a:pathLst>
            </a:custGeom>
            <a:solidFill>
              <a:srgbClr val="000000"/>
            </a:solidFill>
            <a:ln w="1773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89" name="任意形状 388">
              <a:extLst>
                <a:ext uri="{FF2B5EF4-FFF2-40B4-BE49-F238E27FC236}">
                  <a16:creationId xmlns:a16="http://schemas.microsoft.com/office/drawing/2014/main" id="{6654D703-2E03-34E7-E632-E110F965CB5F}"/>
                </a:ext>
              </a:extLst>
            </p:cNvPr>
            <p:cNvSpPr/>
            <p:nvPr>
              <p:custDataLst>
                <p:tags r:id="rId85"/>
              </p:custDataLst>
            </p:nvPr>
          </p:nvSpPr>
          <p:spPr>
            <a:xfrm>
              <a:off x="9999724" y="6457157"/>
              <a:ext cx="80951" cy="116732"/>
            </a:xfrm>
            <a:custGeom>
              <a:avLst/>
              <a:gdLst>
                <a:gd name="connsiteX0" fmla="*/ 34537 w 80951"/>
                <a:gd name="connsiteY0" fmla="*/ 49874 h 116732"/>
                <a:gd name="connsiteX1" fmla="*/ 19126 w 80951"/>
                <a:gd name="connsiteY1" fmla="*/ 28086 h 116732"/>
                <a:gd name="connsiteX2" fmla="*/ 21960 w 80951"/>
                <a:gd name="connsiteY2" fmla="*/ 13207 h 116732"/>
                <a:gd name="connsiteX3" fmla="*/ 34537 w 80951"/>
                <a:gd name="connsiteY3" fmla="*/ 6121 h 116732"/>
                <a:gd name="connsiteX4" fmla="*/ 49948 w 80951"/>
                <a:gd name="connsiteY4" fmla="*/ 27909 h 116732"/>
                <a:gd name="connsiteX5" fmla="*/ 47113 w 80951"/>
                <a:gd name="connsiteY5" fmla="*/ 42788 h 116732"/>
                <a:gd name="connsiteX6" fmla="*/ 34537 w 80951"/>
                <a:gd name="connsiteY6" fmla="*/ 49874 h 116732"/>
                <a:gd name="connsiteX7" fmla="*/ 13989 w 80951"/>
                <a:gd name="connsiteY7" fmla="*/ 56782 h 116732"/>
                <a:gd name="connsiteX8" fmla="*/ 17000 w 80951"/>
                <a:gd name="connsiteY8" fmla="*/ 48457 h 116732"/>
                <a:gd name="connsiteX9" fmla="*/ 34537 w 80951"/>
                <a:gd name="connsiteY9" fmla="*/ 53948 h 116732"/>
                <a:gd name="connsiteX10" fmla="*/ 63233 w 80951"/>
                <a:gd name="connsiteY10" fmla="*/ 28086 h 116732"/>
                <a:gd name="connsiteX11" fmla="*/ 55970 w 80951"/>
                <a:gd name="connsiteY11" fmla="*/ 10904 h 116732"/>
                <a:gd name="connsiteX12" fmla="*/ 71912 w 80951"/>
                <a:gd name="connsiteY12" fmla="*/ 3996 h 116732"/>
                <a:gd name="connsiteX13" fmla="*/ 73684 w 80951"/>
                <a:gd name="connsiteY13" fmla="*/ 4173 h 116732"/>
                <a:gd name="connsiteX14" fmla="*/ 70850 w 80951"/>
                <a:gd name="connsiteY14" fmla="*/ 8955 h 116732"/>
                <a:gd name="connsiteX15" fmla="*/ 75986 w 80951"/>
                <a:gd name="connsiteY15" fmla="*/ 14092 h 116732"/>
                <a:gd name="connsiteX16" fmla="*/ 81123 w 80951"/>
                <a:gd name="connsiteY16" fmla="*/ 8778 h 116732"/>
                <a:gd name="connsiteX17" fmla="*/ 72089 w 80951"/>
                <a:gd name="connsiteY17" fmla="*/ 99 h 116732"/>
                <a:gd name="connsiteX18" fmla="*/ 53313 w 80951"/>
                <a:gd name="connsiteY18" fmla="*/ 8424 h 116732"/>
                <a:gd name="connsiteX19" fmla="*/ 34537 w 80951"/>
                <a:gd name="connsiteY19" fmla="*/ 2047 h 116732"/>
                <a:gd name="connsiteX20" fmla="*/ 5841 w 80951"/>
                <a:gd name="connsiteY20" fmla="*/ 27909 h 116732"/>
                <a:gd name="connsiteX21" fmla="*/ 14166 w 80951"/>
                <a:gd name="connsiteY21" fmla="*/ 46154 h 116732"/>
                <a:gd name="connsiteX22" fmla="*/ 8675 w 80951"/>
                <a:gd name="connsiteY22" fmla="*/ 60856 h 116732"/>
                <a:gd name="connsiteX23" fmla="*/ 16469 w 80951"/>
                <a:gd name="connsiteY23" fmla="*/ 76621 h 116732"/>
                <a:gd name="connsiteX24" fmla="*/ 172 w 80951"/>
                <a:gd name="connsiteY24" fmla="*/ 94335 h 116732"/>
                <a:gd name="connsiteX25" fmla="*/ 39319 w 80951"/>
                <a:gd name="connsiteY25" fmla="*/ 116831 h 116732"/>
                <a:gd name="connsiteX26" fmla="*/ 78643 w 80951"/>
                <a:gd name="connsiteY26" fmla="*/ 93981 h 116732"/>
                <a:gd name="connsiteX27" fmla="*/ 67130 w 80951"/>
                <a:gd name="connsiteY27" fmla="*/ 73787 h 116732"/>
                <a:gd name="connsiteX28" fmla="*/ 36662 w 80951"/>
                <a:gd name="connsiteY28" fmla="*/ 68827 h 116732"/>
                <a:gd name="connsiteX29" fmla="*/ 23377 w 80951"/>
                <a:gd name="connsiteY29" fmla="*/ 68650 h 116732"/>
                <a:gd name="connsiteX30" fmla="*/ 13989 w 80951"/>
                <a:gd name="connsiteY30" fmla="*/ 56782 h 116732"/>
                <a:gd name="connsiteX31" fmla="*/ 39496 w 80951"/>
                <a:gd name="connsiteY31" fmla="*/ 112757 h 116732"/>
                <a:gd name="connsiteX32" fmla="*/ 9383 w 80951"/>
                <a:gd name="connsiteY32" fmla="*/ 94335 h 116732"/>
                <a:gd name="connsiteX33" fmla="*/ 23909 w 80951"/>
                <a:gd name="connsiteY33" fmla="*/ 79101 h 116732"/>
                <a:gd name="connsiteX34" fmla="*/ 34360 w 80951"/>
                <a:gd name="connsiteY34" fmla="*/ 79101 h 116732"/>
                <a:gd name="connsiteX35" fmla="*/ 69432 w 80951"/>
                <a:gd name="connsiteY35" fmla="*/ 94335 h 116732"/>
                <a:gd name="connsiteX36" fmla="*/ 39496 w 80951"/>
                <a:gd name="connsiteY36" fmla="*/ 112757 h 1167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</a:cxnLst>
              <a:rect l="l" t="t" r="r" b="b"/>
              <a:pathLst>
                <a:path w="80951" h="116732">
                  <a:moveTo>
                    <a:pt x="34537" y="49874"/>
                  </a:moveTo>
                  <a:cubicBezTo>
                    <a:pt x="19126" y="49874"/>
                    <a:pt x="19126" y="32160"/>
                    <a:pt x="19126" y="28086"/>
                  </a:cubicBezTo>
                  <a:cubicBezTo>
                    <a:pt x="19126" y="23303"/>
                    <a:pt x="19303" y="17635"/>
                    <a:pt x="21960" y="13207"/>
                  </a:cubicBezTo>
                  <a:cubicBezTo>
                    <a:pt x="23377" y="11081"/>
                    <a:pt x="27451" y="6121"/>
                    <a:pt x="34537" y="6121"/>
                  </a:cubicBezTo>
                  <a:cubicBezTo>
                    <a:pt x="49948" y="6121"/>
                    <a:pt x="49948" y="23835"/>
                    <a:pt x="49948" y="27909"/>
                  </a:cubicBezTo>
                  <a:cubicBezTo>
                    <a:pt x="49948" y="32692"/>
                    <a:pt x="49770" y="38360"/>
                    <a:pt x="47113" y="42788"/>
                  </a:cubicBezTo>
                  <a:cubicBezTo>
                    <a:pt x="45696" y="44914"/>
                    <a:pt x="41622" y="49874"/>
                    <a:pt x="34537" y="49874"/>
                  </a:cubicBezTo>
                  <a:close/>
                  <a:moveTo>
                    <a:pt x="13989" y="56782"/>
                  </a:moveTo>
                  <a:cubicBezTo>
                    <a:pt x="13989" y="56074"/>
                    <a:pt x="13989" y="51999"/>
                    <a:pt x="17000" y="48457"/>
                  </a:cubicBezTo>
                  <a:cubicBezTo>
                    <a:pt x="23909" y="53416"/>
                    <a:pt x="31171" y="53948"/>
                    <a:pt x="34537" y="53948"/>
                  </a:cubicBezTo>
                  <a:cubicBezTo>
                    <a:pt x="51010" y="53948"/>
                    <a:pt x="63233" y="41726"/>
                    <a:pt x="63233" y="28086"/>
                  </a:cubicBezTo>
                  <a:cubicBezTo>
                    <a:pt x="63233" y="21532"/>
                    <a:pt x="60399" y="14978"/>
                    <a:pt x="55970" y="10904"/>
                  </a:cubicBezTo>
                  <a:cubicBezTo>
                    <a:pt x="62347" y="4881"/>
                    <a:pt x="68724" y="3996"/>
                    <a:pt x="71912" y="3996"/>
                  </a:cubicBezTo>
                  <a:cubicBezTo>
                    <a:pt x="72267" y="3996"/>
                    <a:pt x="73152" y="3996"/>
                    <a:pt x="73684" y="4173"/>
                  </a:cubicBezTo>
                  <a:cubicBezTo>
                    <a:pt x="71735" y="4881"/>
                    <a:pt x="70850" y="6830"/>
                    <a:pt x="70850" y="8955"/>
                  </a:cubicBezTo>
                  <a:cubicBezTo>
                    <a:pt x="70850" y="11967"/>
                    <a:pt x="73152" y="14092"/>
                    <a:pt x="75986" y="14092"/>
                  </a:cubicBezTo>
                  <a:cubicBezTo>
                    <a:pt x="77758" y="14092"/>
                    <a:pt x="81123" y="12852"/>
                    <a:pt x="81123" y="8778"/>
                  </a:cubicBezTo>
                  <a:cubicBezTo>
                    <a:pt x="81123" y="5767"/>
                    <a:pt x="78998" y="99"/>
                    <a:pt x="72089" y="99"/>
                  </a:cubicBezTo>
                  <a:cubicBezTo>
                    <a:pt x="68547" y="99"/>
                    <a:pt x="60753" y="1161"/>
                    <a:pt x="53313" y="8424"/>
                  </a:cubicBezTo>
                  <a:cubicBezTo>
                    <a:pt x="45873" y="2579"/>
                    <a:pt x="38434" y="2047"/>
                    <a:pt x="34537" y="2047"/>
                  </a:cubicBezTo>
                  <a:cubicBezTo>
                    <a:pt x="18063" y="2047"/>
                    <a:pt x="5841" y="14269"/>
                    <a:pt x="5841" y="27909"/>
                  </a:cubicBezTo>
                  <a:cubicBezTo>
                    <a:pt x="5841" y="35703"/>
                    <a:pt x="9738" y="42434"/>
                    <a:pt x="14166" y="46154"/>
                  </a:cubicBezTo>
                  <a:cubicBezTo>
                    <a:pt x="11863" y="48811"/>
                    <a:pt x="8675" y="54656"/>
                    <a:pt x="8675" y="60856"/>
                  </a:cubicBezTo>
                  <a:cubicBezTo>
                    <a:pt x="8675" y="66347"/>
                    <a:pt x="10978" y="73079"/>
                    <a:pt x="16469" y="76621"/>
                  </a:cubicBezTo>
                  <a:cubicBezTo>
                    <a:pt x="5841" y="79633"/>
                    <a:pt x="172" y="87249"/>
                    <a:pt x="172" y="94335"/>
                  </a:cubicBezTo>
                  <a:cubicBezTo>
                    <a:pt x="172" y="107089"/>
                    <a:pt x="17709" y="116831"/>
                    <a:pt x="39319" y="116831"/>
                  </a:cubicBezTo>
                  <a:cubicBezTo>
                    <a:pt x="60221" y="116831"/>
                    <a:pt x="78643" y="107797"/>
                    <a:pt x="78643" y="93981"/>
                  </a:cubicBezTo>
                  <a:cubicBezTo>
                    <a:pt x="78643" y="87781"/>
                    <a:pt x="76164" y="78747"/>
                    <a:pt x="67130" y="73787"/>
                  </a:cubicBezTo>
                  <a:cubicBezTo>
                    <a:pt x="57741" y="68827"/>
                    <a:pt x="47468" y="68827"/>
                    <a:pt x="36662" y="68827"/>
                  </a:cubicBezTo>
                  <a:cubicBezTo>
                    <a:pt x="32234" y="68827"/>
                    <a:pt x="24617" y="68827"/>
                    <a:pt x="23377" y="68650"/>
                  </a:cubicBezTo>
                  <a:cubicBezTo>
                    <a:pt x="17709" y="67942"/>
                    <a:pt x="13989" y="62450"/>
                    <a:pt x="13989" y="56782"/>
                  </a:cubicBezTo>
                  <a:close/>
                  <a:moveTo>
                    <a:pt x="39496" y="112757"/>
                  </a:moveTo>
                  <a:cubicBezTo>
                    <a:pt x="21606" y="112757"/>
                    <a:pt x="9383" y="103723"/>
                    <a:pt x="9383" y="94335"/>
                  </a:cubicBezTo>
                  <a:cubicBezTo>
                    <a:pt x="9383" y="86187"/>
                    <a:pt x="16115" y="79633"/>
                    <a:pt x="23909" y="79101"/>
                  </a:cubicBezTo>
                  <a:lnTo>
                    <a:pt x="34360" y="79101"/>
                  </a:lnTo>
                  <a:cubicBezTo>
                    <a:pt x="49593" y="79101"/>
                    <a:pt x="69432" y="79101"/>
                    <a:pt x="69432" y="94335"/>
                  </a:cubicBezTo>
                  <a:cubicBezTo>
                    <a:pt x="69432" y="103900"/>
                    <a:pt x="56856" y="112757"/>
                    <a:pt x="39496" y="112757"/>
                  </a:cubicBezTo>
                  <a:close/>
                </a:path>
              </a:pathLst>
            </a:custGeom>
            <a:solidFill>
              <a:srgbClr val="000000"/>
            </a:solidFill>
            <a:ln w="1773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90" name="任意形状 389">
              <a:extLst>
                <a:ext uri="{FF2B5EF4-FFF2-40B4-BE49-F238E27FC236}">
                  <a16:creationId xmlns:a16="http://schemas.microsoft.com/office/drawing/2014/main" id="{9A6BB620-5A0D-365E-842A-68C87AD78B2F}"/>
                </a:ext>
              </a:extLst>
            </p:cNvPr>
            <p:cNvSpPr/>
            <p:nvPr>
              <p:custDataLst>
                <p:tags r:id="rId86"/>
              </p:custDataLst>
            </p:nvPr>
          </p:nvSpPr>
          <p:spPr>
            <a:xfrm>
              <a:off x="10145743" y="6428461"/>
              <a:ext cx="55443" cy="110886"/>
            </a:xfrm>
            <a:custGeom>
              <a:avLst/>
              <a:gdLst>
                <a:gd name="connsiteX0" fmla="*/ 27460 w 55443"/>
                <a:gd name="connsiteY0" fmla="*/ 38183 h 110886"/>
                <a:gd name="connsiteX1" fmla="*/ 52790 w 55443"/>
                <a:gd name="connsiteY1" fmla="*/ 38183 h 110886"/>
                <a:gd name="connsiteX2" fmla="*/ 52790 w 55443"/>
                <a:gd name="connsiteY2" fmla="*/ 32692 h 110886"/>
                <a:gd name="connsiteX3" fmla="*/ 27460 w 55443"/>
                <a:gd name="connsiteY3" fmla="*/ 32692 h 110886"/>
                <a:gd name="connsiteX4" fmla="*/ 27460 w 55443"/>
                <a:gd name="connsiteY4" fmla="*/ 99 h 110886"/>
                <a:gd name="connsiteX5" fmla="*/ 23031 w 55443"/>
                <a:gd name="connsiteY5" fmla="*/ 99 h 110886"/>
                <a:gd name="connsiteX6" fmla="*/ 181 w 55443"/>
                <a:gd name="connsiteY6" fmla="*/ 34286 h 110886"/>
                <a:gd name="connsiteX7" fmla="*/ 181 w 55443"/>
                <a:gd name="connsiteY7" fmla="*/ 38183 h 110886"/>
                <a:gd name="connsiteX8" fmla="*/ 15237 w 55443"/>
                <a:gd name="connsiteY8" fmla="*/ 38183 h 110886"/>
                <a:gd name="connsiteX9" fmla="*/ 15237 w 55443"/>
                <a:gd name="connsiteY9" fmla="*/ 87072 h 110886"/>
                <a:gd name="connsiteX10" fmla="*/ 38088 w 55443"/>
                <a:gd name="connsiteY10" fmla="*/ 110986 h 110886"/>
                <a:gd name="connsiteX11" fmla="*/ 55624 w 55443"/>
                <a:gd name="connsiteY11" fmla="*/ 87072 h 110886"/>
                <a:gd name="connsiteX12" fmla="*/ 55624 w 55443"/>
                <a:gd name="connsiteY12" fmla="*/ 76976 h 110886"/>
                <a:gd name="connsiteX13" fmla="*/ 51196 w 55443"/>
                <a:gd name="connsiteY13" fmla="*/ 76976 h 110886"/>
                <a:gd name="connsiteX14" fmla="*/ 51196 w 55443"/>
                <a:gd name="connsiteY14" fmla="*/ 86718 h 110886"/>
                <a:gd name="connsiteX15" fmla="*/ 39328 w 55443"/>
                <a:gd name="connsiteY15" fmla="*/ 106557 h 110886"/>
                <a:gd name="connsiteX16" fmla="*/ 27460 w 55443"/>
                <a:gd name="connsiteY16" fmla="*/ 87427 h 110886"/>
                <a:gd name="connsiteX17" fmla="*/ 27460 w 55443"/>
                <a:gd name="connsiteY17" fmla="*/ 38183 h 1108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55443" h="110886">
                  <a:moveTo>
                    <a:pt x="27460" y="38183"/>
                  </a:moveTo>
                  <a:lnTo>
                    <a:pt x="52790" y="38183"/>
                  </a:lnTo>
                  <a:lnTo>
                    <a:pt x="52790" y="32692"/>
                  </a:lnTo>
                  <a:lnTo>
                    <a:pt x="27460" y="32692"/>
                  </a:lnTo>
                  <a:lnTo>
                    <a:pt x="27460" y="99"/>
                  </a:lnTo>
                  <a:lnTo>
                    <a:pt x="23031" y="99"/>
                  </a:lnTo>
                  <a:cubicBezTo>
                    <a:pt x="22854" y="14624"/>
                    <a:pt x="17540" y="33577"/>
                    <a:pt x="181" y="34286"/>
                  </a:cubicBezTo>
                  <a:lnTo>
                    <a:pt x="181" y="38183"/>
                  </a:lnTo>
                  <a:lnTo>
                    <a:pt x="15237" y="38183"/>
                  </a:lnTo>
                  <a:lnTo>
                    <a:pt x="15237" y="87072"/>
                  </a:lnTo>
                  <a:cubicBezTo>
                    <a:pt x="15237" y="108860"/>
                    <a:pt x="31711" y="110986"/>
                    <a:pt x="38088" y="110986"/>
                  </a:cubicBezTo>
                  <a:cubicBezTo>
                    <a:pt x="50664" y="110986"/>
                    <a:pt x="55624" y="98409"/>
                    <a:pt x="55624" y="87072"/>
                  </a:cubicBezTo>
                  <a:lnTo>
                    <a:pt x="55624" y="76976"/>
                  </a:lnTo>
                  <a:lnTo>
                    <a:pt x="51196" y="76976"/>
                  </a:lnTo>
                  <a:lnTo>
                    <a:pt x="51196" y="86718"/>
                  </a:lnTo>
                  <a:cubicBezTo>
                    <a:pt x="51196" y="99826"/>
                    <a:pt x="45882" y="106557"/>
                    <a:pt x="39328" y="106557"/>
                  </a:cubicBezTo>
                  <a:cubicBezTo>
                    <a:pt x="27460" y="106557"/>
                    <a:pt x="27460" y="90438"/>
                    <a:pt x="27460" y="87427"/>
                  </a:cubicBezTo>
                  <a:lnTo>
                    <a:pt x="27460" y="38183"/>
                  </a:lnTo>
                  <a:close/>
                </a:path>
              </a:pathLst>
            </a:custGeom>
            <a:solidFill>
              <a:srgbClr val="000000"/>
            </a:solidFill>
            <a:ln w="1773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91" name="任意形状 390">
              <a:extLst>
                <a:ext uri="{FF2B5EF4-FFF2-40B4-BE49-F238E27FC236}">
                  <a16:creationId xmlns:a16="http://schemas.microsoft.com/office/drawing/2014/main" id="{2B8381D2-7168-6B3A-AF8C-873B601E8EC1}"/>
                </a:ext>
              </a:extLst>
            </p:cNvPr>
            <p:cNvSpPr/>
            <p:nvPr>
              <p:custDataLst>
                <p:tags r:id="rId87"/>
              </p:custDataLst>
            </p:nvPr>
          </p:nvSpPr>
          <p:spPr>
            <a:xfrm>
              <a:off x="10216223" y="6459105"/>
              <a:ext cx="59517" cy="78294"/>
            </a:xfrm>
            <a:custGeom>
              <a:avLst/>
              <a:gdLst>
                <a:gd name="connsiteX0" fmla="*/ 24806 w 59517"/>
                <a:gd name="connsiteY0" fmla="*/ 19584 h 78294"/>
                <a:gd name="connsiteX1" fmla="*/ 24806 w 59517"/>
                <a:gd name="connsiteY1" fmla="*/ 99 h 78294"/>
                <a:gd name="connsiteX2" fmla="*/ 185 w 59517"/>
                <a:gd name="connsiteY2" fmla="*/ 2047 h 78294"/>
                <a:gd name="connsiteX3" fmla="*/ 185 w 59517"/>
                <a:gd name="connsiteY3" fmla="*/ 7538 h 78294"/>
                <a:gd name="connsiteX4" fmla="*/ 14001 w 59517"/>
                <a:gd name="connsiteY4" fmla="*/ 17458 h 78294"/>
                <a:gd name="connsiteX5" fmla="*/ 14001 w 59517"/>
                <a:gd name="connsiteY5" fmla="*/ 64930 h 78294"/>
                <a:gd name="connsiteX6" fmla="*/ 185 w 59517"/>
                <a:gd name="connsiteY6" fmla="*/ 72901 h 78294"/>
                <a:gd name="connsiteX7" fmla="*/ 185 w 59517"/>
                <a:gd name="connsiteY7" fmla="*/ 78393 h 78294"/>
                <a:gd name="connsiteX8" fmla="*/ 20378 w 59517"/>
                <a:gd name="connsiteY8" fmla="*/ 77861 h 78294"/>
                <a:gd name="connsiteX9" fmla="*/ 42874 w 59517"/>
                <a:gd name="connsiteY9" fmla="*/ 78393 h 78294"/>
                <a:gd name="connsiteX10" fmla="*/ 42874 w 59517"/>
                <a:gd name="connsiteY10" fmla="*/ 72901 h 78294"/>
                <a:gd name="connsiteX11" fmla="*/ 39154 w 59517"/>
                <a:gd name="connsiteY11" fmla="*/ 72901 h 78294"/>
                <a:gd name="connsiteX12" fmla="*/ 25692 w 59517"/>
                <a:gd name="connsiteY12" fmla="*/ 64576 h 78294"/>
                <a:gd name="connsiteX13" fmla="*/ 25692 w 59517"/>
                <a:gd name="connsiteY13" fmla="*/ 37297 h 78294"/>
                <a:gd name="connsiteX14" fmla="*/ 46594 w 59517"/>
                <a:gd name="connsiteY14" fmla="*/ 3996 h 78294"/>
                <a:gd name="connsiteX15" fmla="*/ 48543 w 59517"/>
                <a:gd name="connsiteY15" fmla="*/ 4173 h 78294"/>
                <a:gd name="connsiteX16" fmla="*/ 44468 w 59517"/>
                <a:gd name="connsiteY16" fmla="*/ 11081 h 78294"/>
                <a:gd name="connsiteX17" fmla="*/ 52085 w 59517"/>
                <a:gd name="connsiteY17" fmla="*/ 18698 h 78294"/>
                <a:gd name="connsiteX18" fmla="*/ 59702 w 59517"/>
                <a:gd name="connsiteY18" fmla="*/ 10904 h 78294"/>
                <a:gd name="connsiteX19" fmla="*/ 46594 w 59517"/>
                <a:gd name="connsiteY19" fmla="*/ 99 h 78294"/>
                <a:gd name="connsiteX20" fmla="*/ 24806 w 59517"/>
                <a:gd name="connsiteY20" fmla="*/ 19584 h 78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59517" h="78294">
                  <a:moveTo>
                    <a:pt x="24806" y="19584"/>
                  </a:moveTo>
                  <a:lnTo>
                    <a:pt x="24806" y="99"/>
                  </a:lnTo>
                  <a:lnTo>
                    <a:pt x="185" y="2047"/>
                  </a:lnTo>
                  <a:lnTo>
                    <a:pt x="185" y="7538"/>
                  </a:lnTo>
                  <a:cubicBezTo>
                    <a:pt x="12584" y="7538"/>
                    <a:pt x="14001" y="8778"/>
                    <a:pt x="14001" y="17458"/>
                  </a:cubicBezTo>
                  <a:lnTo>
                    <a:pt x="14001" y="64930"/>
                  </a:lnTo>
                  <a:cubicBezTo>
                    <a:pt x="14001" y="72901"/>
                    <a:pt x="12053" y="72901"/>
                    <a:pt x="185" y="72901"/>
                  </a:cubicBezTo>
                  <a:lnTo>
                    <a:pt x="185" y="78393"/>
                  </a:lnTo>
                  <a:cubicBezTo>
                    <a:pt x="7093" y="78215"/>
                    <a:pt x="15418" y="77861"/>
                    <a:pt x="20378" y="77861"/>
                  </a:cubicBezTo>
                  <a:cubicBezTo>
                    <a:pt x="27463" y="77861"/>
                    <a:pt x="35789" y="77861"/>
                    <a:pt x="42874" y="78393"/>
                  </a:cubicBezTo>
                  <a:lnTo>
                    <a:pt x="42874" y="72901"/>
                  </a:lnTo>
                  <a:lnTo>
                    <a:pt x="39154" y="72901"/>
                  </a:lnTo>
                  <a:cubicBezTo>
                    <a:pt x="26046" y="72901"/>
                    <a:pt x="25692" y="70953"/>
                    <a:pt x="25692" y="64576"/>
                  </a:cubicBezTo>
                  <a:lnTo>
                    <a:pt x="25692" y="37297"/>
                  </a:lnTo>
                  <a:cubicBezTo>
                    <a:pt x="25692" y="19761"/>
                    <a:pt x="33132" y="3996"/>
                    <a:pt x="46594" y="3996"/>
                  </a:cubicBezTo>
                  <a:cubicBezTo>
                    <a:pt x="47834" y="3996"/>
                    <a:pt x="48188" y="3996"/>
                    <a:pt x="48543" y="4173"/>
                  </a:cubicBezTo>
                  <a:cubicBezTo>
                    <a:pt x="48011" y="4350"/>
                    <a:pt x="44468" y="6476"/>
                    <a:pt x="44468" y="11081"/>
                  </a:cubicBezTo>
                  <a:cubicBezTo>
                    <a:pt x="44468" y="16041"/>
                    <a:pt x="48188" y="18698"/>
                    <a:pt x="52085" y="18698"/>
                  </a:cubicBezTo>
                  <a:cubicBezTo>
                    <a:pt x="55274" y="18698"/>
                    <a:pt x="59702" y="16572"/>
                    <a:pt x="59702" y="10904"/>
                  </a:cubicBezTo>
                  <a:cubicBezTo>
                    <a:pt x="59702" y="5236"/>
                    <a:pt x="54211" y="99"/>
                    <a:pt x="46594" y="99"/>
                  </a:cubicBezTo>
                  <a:cubicBezTo>
                    <a:pt x="33663" y="99"/>
                    <a:pt x="27286" y="11967"/>
                    <a:pt x="24806" y="19584"/>
                  </a:cubicBezTo>
                  <a:close/>
                </a:path>
              </a:pathLst>
            </a:custGeom>
            <a:solidFill>
              <a:srgbClr val="000000"/>
            </a:solidFill>
            <a:ln w="1773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92" name="任意形状 391">
              <a:extLst>
                <a:ext uri="{FF2B5EF4-FFF2-40B4-BE49-F238E27FC236}">
                  <a16:creationId xmlns:a16="http://schemas.microsoft.com/office/drawing/2014/main" id="{89EDDD07-4E95-70A0-613E-61E7B84590CC}"/>
                </a:ext>
              </a:extLst>
            </p:cNvPr>
            <p:cNvSpPr/>
            <p:nvPr>
              <p:custDataLst>
                <p:tags r:id="rId88"/>
              </p:custDataLst>
            </p:nvPr>
          </p:nvSpPr>
          <p:spPr>
            <a:xfrm>
              <a:off x="10286487" y="6418896"/>
              <a:ext cx="37907" cy="118503"/>
            </a:xfrm>
            <a:custGeom>
              <a:avLst/>
              <a:gdLst>
                <a:gd name="connsiteX0" fmla="*/ 25696 w 37907"/>
                <a:gd name="connsiteY0" fmla="*/ 40308 h 118503"/>
                <a:gd name="connsiteX1" fmla="*/ 897 w 37907"/>
                <a:gd name="connsiteY1" fmla="*/ 42257 h 118503"/>
                <a:gd name="connsiteX2" fmla="*/ 897 w 37907"/>
                <a:gd name="connsiteY2" fmla="*/ 47748 h 118503"/>
                <a:gd name="connsiteX3" fmla="*/ 14005 w 37907"/>
                <a:gd name="connsiteY3" fmla="*/ 57491 h 118503"/>
                <a:gd name="connsiteX4" fmla="*/ 14005 w 37907"/>
                <a:gd name="connsiteY4" fmla="*/ 105140 h 118503"/>
                <a:gd name="connsiteX5" fmla="*/ 188 w 37907"/>
                <a:gd name="connsiteY5" fmla="*/ 113111 h 118503"/>
                <a:gd name="connsiteX6" fmla="*/ 188 w 37907"/>
                <a:gd name="connsiteY6" fmla="*/ 118602 h 118503"/>
                <a:gd name="connsiteX7" fmla="*/ 19673 w 37907"/>
                <a:gd name="connsiteY7" fmla="*/ 118071 h 118503"/>
                <a:gd name="connsiteX8" fmla="*/ 38095 w 37907"/>
                <a:gd name="connsiteY8" fmla="*/ 118602 h 118503"/>
                <a:gd name="connsiteX9" fmla="*/ 38095 w 37907"/>
                <a:gd name="connsiteY9" fmla="*/ 113111 h 118503"/>
                <a:gd name="connsiteX10" fmla="*/ 25696 w 37907"/>
                <a:gd name="connsiteY10" fmla="*/ 105317 h 118503"/>
                <a:gd name="connsiteX11" fmla="*/ 25696 w 37907"/>
                <a:gd name="connsiteY11" fmla="*/ 40308 h 118503"/>
                <a:gd name="connsiteX12" fmla="*/ 26405 w 37907"/>
                <a:gd name="connsiteY12" fmla="*/ 9487 h 118503"/>
                <a:gd name="connsiteX13" fmla="*/ 17016 w 37907"/>
                <a:gd name="connsiteY13" fmla="*/ 99 h 118503"/>
                <a:gd name="connsiteX14" fmla="*/ 7628 w 37907"/>
                <a:gd name="connsiteY14" fmla="*/ 9487 h 118503"/>
                <a:gd name="connsiteX15" fmla="*/ 17016 w 37907"/>
                <a:gd name="connsiteY15" fmla="*/ 18875 h 118503"/>
                <a:gd name="connsiteX16" fmla="*/ 26405 w 37907"/>
                <a:gd name="connsiteY16" fmla="*/ 9487 h 1185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37907" h="118503">
                  <a:moveTo>
                    <a:pt x="25696" y="40308"/>
                  </a:moveTo>
                  <a:lnTo>
                    <a:pt x="897" y="42257"/>
                  </a:lnTo>
                  <a:lnTo>
                    <a:pt x="897" y="47748"/>
                  </a:lnTo>
                  <a:cubicBezTo>
                    <a:pt x="12411" y="47748"/>
                    <a:pt x="14005" y="48811"/>
                    <a:pt x="14005" y="57491"/>
                  </a:cubicBezTo>
                  <a:lnTo>
                    <a:pt x="14005" y="105140"/>
                  </a:lnTo>
                  <a:cubicBezTo>
                    <a:pt x="14005" y="113111"/>
                    <a:pt x="12057" y="113111"/>
                    <a:pt x="188" y="113111"/>
                  </a:cubicBezTo>
                  <a:lnTo>
                    <a:pt x="188" y="118602"/>
                  </a:lnTo>
                  <a:cubicBezTo>
                    <a:pt x="5857" y="118425"/>
                    <a:pt x="15422" y="118071"/>
                    <a:pt x="19673" y="118071"/>
                  </a:cubicBezTo>
                  <a:cubicBezTo>
                    <a:pt x="25873" y="118071"/>
                    <a:pt x="32073" y="118425"/>
                    <a:pt x="38095" y="118602"/>
                  </a:cubicBezTo>
                  <a:lnTo>
                    <a:pt x="38095" y="113111"/>
                  </a:lnTo>
                  <a:cubicBezTo>
                    <a:pt x="26405" y="113111"/>
                    <a:pt x="25696" y="112226"/>
                    <a:pt x="25696" y="105317"/>
                  </a:cubicBezTo>
                  <a:lnTo>
                    <a:pt x="25696" y="40308"/>
                  </a:lnTo>
                  <a:close/>
                  <a:moveTo>
                    <a:pt x="26405" y="9487"/>
                  </a:moveTo>
                  <a:cubicBezTo>
                    <a:pt x="26405" y="3818"/>
                    <a:pt x="21976" y="99"/>
                    <a:pt x="17016" y="99"/>
                  </a:cubicBezTo>
                  <a:cubicBezTo>
                    <a:pt x="11525" y="99"/>
                    <a:pt x="7628" y="4881"/>
                    <a:pt x="7628" y="9487"/>
                  </a:cubicBezTo>
                  <a:cubicBezTo>
                    <a:pt x="7628" y="14269"/>
                    <a:pt x="11525" y="18875"/>
                    <a:pt x="17016" y="18875"/>
                  </a:cubicBezTo>
                  <a:cubicBezTo>
                    <a:pt x="21976" y="18875"/>
                    <a:pt x="26405" y="15155"/>
                    <a:pt x="26405" y="9487"/>
                  </a:cubicBezTo>
                  <a:close/>
                </a:path>
              </a:pathLst>
            </a:custGeom>
            <a:solidFill>
              <a:srgbClr val="000000"/>
            </a:solidFill>
            <a:ln w="1773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93" name="任意形状 392">
              <a:extLst>
                <a:ext uri="{FF2B5EF4-FFF2-40B4-BE49-F238E27FC236}">
                  <a16:creationId xmlns:a16="http://schemas.microsoft.com/office/drawing/2014/main" id="{07F80020-2065-8EE4-0A7D-E22212DCDC96}"/>
                </a:ext>
              </a:extLst>
            </p:cNvPr>
            <p:cNvSpPr/>
            <p:nvPr>
              <p:custDataLst>
                <p:tags r:id="rId89"/>
              </p:custDataLst>
            </p:nvPr>
          </p:nvSpPr>
          <p:spPr>
            <a:xfrm>
              <a:off x="10334806" y="6459105"/>
              <a:ext cx="87327" cy="112658"/>
            </a:xfrm>
            <a:custGeom>
              <a:avLst/>
              <a:gdLst>
                <a:gd name="connsiteX0" fmla="*/ 25699 w 87327"/>
                <a:gd name="connsiteY0" fmla="*/ 11790 h 112658"/>
                <a:gd name="connsiteX1" fmla="*/ 25699 w 87327"/>
                <a:gd name="connsiteY1" fmla="*/ 99 h 112658"/>
                <a:gd name="connsiteX2" fmla="*/ 191 w 87327"/>
                <a:gd name="connsiteY2" fmla="*/ 2047 h 112658"/>
                <a:gd name="connsiteX3" fmla="*/ 191 w 87327"/>
                <a:gd name="connsiteY3" fmla="*/ 7538 h 112658"/>
                <a:gd name="connsiteX4" fmla="*/ 14008 w 87327"/>
                <a:gd name="connsiteY4" fmla="*/ 16395 h 112658"/>
                <a:gd name="connsiteX5" fmla="*/ 14008 w 87327"/>
                <a:gd name="connsiteY5" fmla="*/ 99295 h 112658"/>
                <a:gd name="connsiteX6" fmla="*/ 191 w 87327"/>
                <a:gd name="connsiteY6" fmla="*/ 107266 h 112658"/>
                <a:gd name="connsiteX7" fmla="*/ 191 w 87327"/>
                <a:gd name="connsiteY7" fmla="*/ 112757 h 112658"/>
                <a:gd name="connsiteX8" fmla="*/ 20030 w 87327"/>
                <a:gd name="connsiteY8" fmla="*/ 112226 h 112658"/>
                <a:gd name="connsiteX9" fmla="*/ 40047 w 87327"/>
                <a:gd name="connsiteY9" fmla="*/ 112757 h 112658"/>
                <a:gd name="connsiteX10" fmla="*/ 40047 w 87327"/>
                <a:gd name="connsiteY10" fmla="*/ 107266 h 112658"/>
                <a:gd name="connsiteX11" fmla="*/ 26230 w 87327"/>
                <a:gd name="connsiteY11" fmla="*/ 99295 h 112658"/>
                <a:gd name="connsiteX12" fmla="*/ 26230 w 87327"/>
                <a:gd name="connsiteY12" fmla="*/ 69536 h 112658"/>
                <a:gd name="connsiteX13" fmla="*/ 26230 w 87327"/>
                <a:gd name="connsiteY13" fmla="*/ 67942 h 112658"/>
                <a:gd name="connsiteX14" fmla="*/ 48018 w 87327"/>
                <a:gd name="connsiteY14" fmla="*/ 80341 h 112658"/>
                <a:gd name="connsiteX15" fmla="*/ 87519 w 87327"/>
                <a:gd name="connsiteY15" fmla="*/ 40131 h 112658"/>
                <a:gd name="connsiteX16" fmla="*/ 50498 w 87327"/>
                <a:gd name="connsiteY16" fmla="*/ 99 h 112658"/>
                <a:gd name="connsiteX17" fmla="*/ 25699 w 87327"/>
                <a:gd name="connsiteY17" fmla="*/ 11790 h 112658"/>
                <a:gd name="connsiteX18" fmla="*/ 26230 w 87327"/>
                <a:gd name="connsiteY18" fmla="*/ 58199 h 112658"/>
                <a:gd name="connsiteX19" fmla="*/ 26230 w 87327"/>
                <a:gd name="connsiteY19" fmla="*/ 18698 h 112658"/>
                <a:gd name="connsiteX20" fmla="*/ 49081 w 87327"/>
                <a:gd name="connsiteY20" fmla="*/ 4527 h 112658"/>
                <a:gd name="connsiteX21" fmla="*/ 72817 w 87327"/>
                <a:gd name="connsiteY21" fmla="*/ 40131 h 112658"/>
                <a:gd name="connsiteX22" fmla="*/ 47309 w 87327"/>
                <a:gd name="connsiteY22" fmla="*/ 76444 h 112658"/>
                <a:gd name="connsiteX23" fmla="*/ 28710 w 87327"/>
                <a:gd name="connsiteY23" fmla="*/ 65639 h 112658"/>
                <a:gd name="connsiteX24" fmla="*/ 26230 w 87327"/>
                <a:gd name="connsiteY24" fmla="*/ 58199 h 1126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87327" h="112658">
                  <a:moveTo>
                    <a:pt x="25699" y="11790"/>
                  </a:moveTo>
                  <a:lnTo>
                    <a:pt x="25699" y="99"/>
                  </a:lnTo>
                  <a:lnTo>
                    <a:pt x="191" y="2047"/>
                  </a:lnTo>
                  <a:lnTo>
                    <a:pt x="191" y="7538"/>
                  </a:lnTo>
                  <a:cubicBezTo>
                    <a:pt x="12768" y="7538"/>
                    <a:pt x="14008" y="8601"/>
                    <a:pt x="14008" y="16395"/>
                  </a:cubicBezTo>
                  <a:lnTo>
                    <a:pt x="14008" y="99295"/>
                  </a:lnTo>
                  <a:cubicBezTo>
                    <a:pt x="14008" y="107266"/>
                    <a:pt x="12059" y="107266"/>
                    <a:pt x="191" y="107266"/>
                  </a:cubicBezTo>
                  <a:lnTo>
                    <a:pt x="191" y="112757"/>
                  </a:lnTo>
                  <a:cubicBezTo>
                    <a:pt x="6214" y="112580"/>
                    <a:pt x="15425" y="112226"/>
                    <a:pt x="20030" y="112226"/>
                  </a:cubicBezTo>
                  <a:cubicBezTo>
                    <a:pt x="24813" y="112226"/>
                    <a:pt x="33847" y="112580"/>
                    <a:pt x="40047" y="112757"/>
                  </a:cubicBezTo>
                  <a:lnTo>
                    <a:pt x="40047" y="107266"/>
                  </a:lnTo>
                  <a:cubicBezTo>
                    <a:pt x="28179" y="107266"/>
                    <a:pt x="26230" y="107266"/>
                    <a:pt x="26230" y="99295"/>
                  </a:cubicBezTo>
                  <a:lnTo>
                    <a:pt x="26230" y="69536"/>
                  </a:lnTo>
                  <a:lnTo>
                    <a:pt x="26230" y="67942"/>
                  </a:lnTo>
                  <a:cubicBezTo>
                    <a:pt x="27116" y="70776"/>
                    <a:pt x="34556" y="80341"/>
                    <a:pt x="48018" y="80341"/>
                  </a:cubicBezTo>
                  <a:cubicBezTo>
                    <a:pt x="69097" y="80341"/>
                    <a:pt x="87519" y="62982"/>
                    <a:pt x="87519" y="40131"/>
                  </a:cubicBezTo>
                  <a:cubicBezTo>
                    <a:pt x="87519" y="17635"/>
                    <a:pt x="70337" y="99"/>
                    <a:pt x="50498" y="99"/>
                  </a:cubicBezTo>
                  <a:cubicBezTo>
                    <a:pt x="36681" y="99"/>
                    <a:pt x="29241" y="7893"/>
                    <a:pt x="25699" y="11790"/>
                  </a:cubicBezTo>
                  <a:close/>
                  <a:moveTo>
                    <a:pt x="26230" y="58199"/>
                  </a:moveTo>
                  <a:lnTo>
                    <a:pt x="26230" y="18698"/>
                  </a:lnTo>
                  <a:cubicBezTo>
                    <a:pt x="31367" y="9664"/>
                    <a:pt x="40047" y="4527"/>
                    <a:pt x="49081" y="4527"/>
                  </a:cubicBezTo>
                  <a:cubicBezTo>
                    <a:pt x="62012" y="4527"/>
                    <a:pt x="72817" y="20115"/>
                    <a:pt x="72817" y="40131"/>
                  </a:cubicBezTo>
                  <a:cubicBezTo>
                    <a:pt x="72817" y="61565"/>
                    <a:pt x="60417" y="76444"/>
                    <a:pt x="47309" y="76444"/>
                  </a:cubicBezTo>
                  <a:cubicBezTo>
                    <a:pt x="40224" y="76444"/>
                    <a:pt x="33493" y="72901"/>
                    <a:pt x="28710" y="65639"/>
                  </a:cubicBezTo>
                  <a:cubicBezTo>
                    <a:pt x="26230" y="61919"/>
                    <a:pt x="26230" y="61742"/>
                    <a:pt x="26230" y="58199"/>
                  </a:cubicBezTo>
                  <a:close/>
                </a:path>
              </a:pathLst>
            </a:custGeom>
            <a:solidFill>
              <a:srgbClr val="000000"/>
            </a:solidFill>
            <a:ln w="1773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94" name="任意形状 393">
              <a:extLst>
                <a:ext uri="{FF2B5EF4-FFF2-40B4-BE49-F238E27FC236}">
                  <a16:creationId xmlns:a16="http://schemas.microsoft.com/office/drawing/2014/main" id="{D45009DE-F41E-0D73-1405-C4357A4F7BC7}"/>
                </a:ext>
              </a:extLst>
            </p:cNvPr>
            <p:cNvSpPr/>
            <p:nvPr>
              <p:custDataLst>
                <p:tags r:id="rId90"/>
              </p:custDataLst>
            </p:nvPr>
          </p:nvSpPr>
          <p:spPr>
            <a:xfrm>
              <a:off x="10434101" y="6414467"/>
              <a:ext cx="39324" cy="122932"/>
            </a:xfrm>
            <a:custGeom>
              <a:avLst/>
              <a:gdLst>
                <a:gd name="connsiteX0" fmla="*/ 25704 w 39324"/>
                <a:gd name="connsiteY0" fmla="*/ 99 h 122932"/>
                <a:gd name="connsiteX1" fmla="*/ 197 w 39324"/>
                <a:gd name="connsiteY1" fmla="*/ 2047 h 122932"/>
                <a:gd name="connsiteX2" fmla="*/ 197 w 39324"/>
                <a:gd name="connsiteY2" fmla="*/ 7538 h 122932"/>
                <a:gd name="connsiteX3" fmla="*/ 14013 w 39324"/>
                <a:gd name="connsiteY3" fmla="*/ 17458 h 122932"/>
                <a:gd name="connsiteX4" fmla="*/ 14013 w 39324"/>
                <a:gd name="connsiteY4" fmla="*/ 109569 h 122932"/>
                <a:gd name="connsiteX5" fmla="*/ 197 w 39324"/>
                <a:gd name="connsiteY5" fmla="*/ 117540 h 122932"/>
                <a:gd name="connsiteX6" fmla="*/ 197 w 39324"/>
                <a:gd name="connsiteY6" fmla="*/ 123031 h 122932"/>
                <a:gd name="connsiteX7" fmla="*/ 19859 w 39324"/>
                <a:gd name="connsiteY7" fmla="*/ 122499 h 122932"/>
                <a:gd name="connsiteX8" fmla="*/ 39521 w 39324"/>
                <a:gd name="connsiteY8" fmla="*/ 123031 h 122932"/>
                <a:gd name="connsiteX9" fmla="*/ 39521 w 39324"/>
                <a:gd name="connsiteY9" fmla="*/ 117540 h 122932"/>
                <a:gd name="connsiteX10" fmla="*/ 25704 w 39324"/>
                <a:gd name="connsiteY10" fmla="*/ 109569 h 122932"/>
                <a:gd name="connsiteX11" fmla="*/ 25704 w 39324"/>
                <a:gd name="connsiteY11" fmla="*/ 99 h 1229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9324" h="122932">
                  <a:moveTo>
                    <a:pt x="25704" y="99"/>
                  </a:moveTo>
                  <a:lnTo>
                    <a:pt x="197" y="2047"/>
                  </a:lnTo>
                  <a:lnTo>
                    <a:pt x="197" y="7538"/>
                  </a:lnTo>
                  <a:cubicBezTo>
                    <a:pt x="12596" y="7538"/>
                    <a:pt x="14013" y="8778"/>
                    <a:pt x="14013" y="17458"/>
                  </a:cubicBezTo>
                  <a:lnTo>
                    <a:pt x="14013" y="109569"/>
                  </a:lnTo>
                  <a:cubicBezTo>
                    <a:pt x="14013" y="117540"/>
                    <a:pt x="12065" y="117540"/>
                    <a:pt x="197" y="117540"/>
                  </a:cubicBezTo>
                  <a:lnTo>
                    <a:pt x="197" y="123031"/>
                  </a:lnTo>
                  <a:cubicBezTo>
                    <a:pt x="6042" y="122854"/>
                    <a:pt x="15430" y="122499"/>
                    <a:pt x="19859" y="122499"/>
                  </a:cubicBezTo>
                  <a:cubicBezTo>
                    <a:pt x="24287" y="122499"/>
                    <a:pt x="32967" y="122854"/>
                    <a:pt x="39521" y="123031"/>
                  </a:cubicBezTo>
                  <a:lnTo>
                    <a:pt x="39521" y="117540"/>
                  </a:lnTo>
                  <a:cubicBezTo>
                    <a:pt x="27653" y="117540"/>
                    <a:pt x="25704" y="117540"/>
                    <a:pt x="25704" y="109569"/>
                  </a:cubicBezTo>
                  <a:lnTo>
                    <a:pt x="25704" y="99"/>
                  </a:lnTo>
                  <a:close/>
                </a:path>
              </a:pathLst>
            </a:custGeom>
            <a:solidFill>
              <a:srgbClr val="000000"/>
            </a:solidFill>
            <a:ln w="1773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95" name="任意形状 394">
              <a:extLst>
                <a:ext uri="{FF2B5EF4-FFF2-40B4-BE49-F238E27FC236}">
                  <a16:creationId xmlns:a16="http://schemas.microsoft.com/office/drawing/2014/main" id="{3F2B06A7-22C6-53EA-04DD-77CC6FCC2DA8}"/>
                </a:ext>
              </a:extLst>
            </p:cNvPr>
            <p:cNvSpPr/>
            <p:nvPr>
              <p:custDataLst>
                <p:tags r:id="rId91"/>
              </p:custDataLst>
            </p:nvPr>
          </p:nvSpPr>
          <p:spPr>
            <a:xfrm>
              <a:off x="10482420" y="6458043"/>
              <a:ext cx="68551" cy="81305"/>
            </a:xfrm>
            <a:custGeom>
              <a:avLst/>
              <a:gdLst>
                <a:gd name="connsiteX0" fmla="*/ 15079 w 68551"/>
                <a:gd name="connsiteY0" fmla="*/ 34817 h 81305"/>
                <a:gd name="connsiteX1" fmla="*/ 37044 w 68551"/>
                <a:gd name="connsiteY1" fmla="*/ 3996 h 81305"/>
                <a:gd name="connsiteX2" fmla="*/ 57060 w 68551"/>
                <a:gd name="connsiteY2" fmla="*/ 34817 h 81305"/>
                <a:gd name="connsiteX3" fmla="*/ 15079 w 68551"/>
                <a:gd name="connsiteY3" fmla="*/ 34817 h 81305"/>
                <a:gd name="connsiteX4" fmla="*/ 14902 w 68551"/>
                <a:gd name="connsiteY4" fmla="*/ 38537 h 81305"/>
                <a:gd name="connsiteX5" fmla="*/ 64323 w 68551"/>
                <a:gd name="connsiteY5" fmla="*/ 38537 h 81305"/>
                <a:gd name="connsiteX6" fmla="*/ 68751 w 68551"/>
                <a:gd name="connsiteY6" fmla="*/ 34817 h 81305"/>
                <a:gd name="connsiteX7" fmla="*/ 37044 w 68551"/>
                <a:gd name="connsiteY7" fmla="*/ 99 h 81305"/>
                <a:gd name="connsiteX8" fmla="*/ 200 w 68551"/>
                <a:gd name="connsiteY8" fmla="*/ 40486 h 81305"/>
                <a:gd name="connsiteX9" fmla="*/ 39169 w 68551"/>
                <a:gd name="connsiteY9" fmla="*/ 81404 h 81305"/>
                <a:gd name="connsiteX10" fmla="*/ 68751 w 68551"/>
                <a:gd name="connsiteY10" fmla="*/ 58376 h 81305"/>
                <a:gd name="connsiteX11" fmla="*/ 66448 w 68551"/>
                <a:gd name="connsiteY11" fmla="*/ 56251 h 81305"/>
                <a:gd name="connsiteX12" fmla="*/ 64146 w 68551"/>
                <a:gd name="connsiteY12" fmla="*/ 58731 h 81305"/>
                <a:gd name="connsiteX13" fmla="*/ 40232 w 68551"/>
                <a:gd name="connsiteY13" fmla="*/ 76976 h 81305"/>
                <a:gd name="connsiteX14" fmla="*/ 20216 w 68551"/>
                <a:gd name="connsiteY14" fmla="*/ 65107 h 81305"/>
                <a:gd name="connsiteX15" fmla="*/ 14902 w 68551"/>
                <a:gd name="connsiteY15" fmla="*/ 38537 h 813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68551" h="81305">
                  <a:moveTo>
                    <a:pt x="15079" y="34817"/>
                  </a:moveTo>
                  <a:cubicBezTo>
                    <a:pt x="16142" y="8424"/>
                    <a:pt x="31021" y="3996"/>
                    <a:pt x="37044" y="3996"/>
                  </a:cubicBezTo>
                  <a:cubicBezTo>
                    <a:pt x="55289" y="3996"/>
                    <a:pt x="57060" y="27909"/>
                    <a:pt x="57060" y="34817"/>
                  </a:cubicBezTo>
                  <a:lnTo>
                    <a:pt x="15079" y="34817"/>
                  </a:lnTo>
                  <a:close/>
                  <a:moveTo>
                    <a:pt x="14902" y="38537"/>
                  </a:moveTo>
                  <a:lnTo>
                    <a:pt x="64323" y="38537"/>
                  </a:lnTo>
                  <a:cubicBezTo>
                    <a:pt x="68220" y="38537"/>
                    <a:pt x="68751" y="38537"/>
                    <a:pt x="68751" y="34817"/>
                  </a:cubicBezTo>
                  <a:cubicBezTo>
                    <a:pt x="68751" y="17281"/>
                    <a:pt x="59186" y="99"/>
                    <a:pt x="37044" y="99"/>
                  </a:cubicBezTo>
                  <a:cubicBezTo>
                    <a:pt x="16496" y="99"/>
                    <a:pt x="200" y="18344"/>
                    <a:pt x="200" y="40486"/>
                  </a:cubicBezTo>
                  <a:cubicBezTo>
                    <a:pt x="200" y="64222"/>
                    <a:pt x="18799" y="81404"/>
                    <a:pt x="39169" y="81404"/>
                  </a:cubicBezTo>
                  <a:cubicBezTo>
                    <a:pt x="60780" y="81404"/>
                    <a:pt x="68751" y="61742"/>
                    <a:pt x="68751" y="58376"/>
                  </a:cubicBezTo>
                  <a:cubicBezTo>
                    <a:pt x="68751" y="56605"/>
                    <a:pt x="67334" y="56251"/>
                    <a:pt x="66448" y="56251"/>
                  </a:cubicBezTo>
                  <a:cubicBezTo>
                    <a:pt x="64854" y="56251"/>
                    <a:pt x="64500" y="57313"/>
                    <a:pt x="64146" y="58731"/>
                  </a:cubicBezTo>
                  <a:cubicBezTo>
                    <a:pt x="57946" y="76976"/>
                    <a:pt x="42004" y="76976"/>
                    <a:pt x="40232" y="76976"/>
                  </a:cubicBezTo>
                  <a:cubicBezTo>
                    <a:pt x="31375" y="76976"/>
                    <a:pt x="24290" y="71661"/>
                    <a:pt x="20216" y="65107"/>
                  </a:cubicBezTo>
                  <a:cubicBezTo>
                    <a:pt x="14902" y="56605"/>
                    <a:pt x="14902" y="44914"/>
                    <a:pt x="14902" y="38537"/>
                  </a:cubicBezTo>
                  <a:close/>
                </a:path>
              </a:pathLst>
            </a:custGeom>
            <a:solidFill>
              <a:srgbClr val="000000"/>
            </a:solidFill>
            <a:ln w="1773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96" name="任意形状 395">
              <a:extLst>
                <a:ext uri="{FF2B5EF4-FFF2-40B4-BE49-F238E27FC236}">
                  <a16:creationId xmlns:a16="http://schemas.microsoft.com/office/drawing/2014/main" id="{25A6C6C0-8A00-CD52-9D08-A50DDAD26622}"/>
                </a:ext>
              </a:extLst>
            </p:cNvPr>
            <p:cNvSpPr/>
            <p:nvPr>
              <p:custDataLst>
                <p:tags r:id="rId92"/>
              </p:custDataLst>
            </p:nvPr>
          </p:nvSpPr>
          <p:spPr>
            <a:xfrm>
              <a:off x="8301573" y="6628979"/>
              <a:ext cx="177490" cy="120983"/>
            </a:xfrm>
            <a:custGeom>
              <a:avLst/>
              <a:gdLst>
                <a:gd name="connsiteX0" fmla="*/ 156665 w 177490"/>
                <a:gd name="connsiteY0" fmla="*/ 13750 h 120983"/>
                <a:gd name="connsiteX1" fmla="*/ 171898 w 177490"/>
                <a:gd name="connsiteY1" fmla="*/ 5602 h 120983"/>
                <a:gd name="connsiteX2" fmla="*/ 177567 w 177490"/>
                <a:gd name="connsiteY2" fmla="*/ 2059 h 120983"/>
                <a:gd name="connsiteX3" fmla="*/ 172784 w 177490"/>
                <a:gd name="connsiteY3" fmla="*/ 111 h 120983"/>
                <a:gd name="connsiteX4" fmla="*/ 149402 w 177490"/>
                <a:gd name="connsiteY4" fmla="*/ 111 h 120983"/>
                <a:gd name="connsiteX5" fmla="*/ 142494 w 177490"/>
                <a:gd name="connsiteY5" fmla="*/ 3476 h 120983"/>
                <a:gd name="connsiteX6" fmla="*/ 77839 w 177490"/>
                <a:gd name="connsiteY6" fmla="*/ 104444 h 120983"/>
                <a:gd name="connsiteX7" fmla="*/ 64023 w 177490"/>
                <a:gd name="connsiteY7" fmla="*/ 4185 h 120983"/>
                <a:gd name="connsiteX8" fmla="*/ 58532 w 177490"/>
                <a:gd name="connsiteY8" fmla="*/ 111 h 120983"/>
                <a:gd name="connsiteX9" fmla="*/ 34264 w 177490"/>
                <a:gd name="connsiteY9" fmla="*/ 111 h 120983"/>
                <a:gd name="connsiteX10" fmla="*/ 28950 w 177490"/>
                <a:gd name="connsiteY10" fmla="*/ 3476 h 120983"/>
                <a:gd name="connsiteX11" fmla="*/ 34087 w 177490"/>
                <a:gd name="connsiteY11" fmla="*/ 5602 h 120983"/>
                <a:gd name="connsiteX12" fmla="*/ 41704 w 177490"/>
                <a:gd name="connsiteY12" fmla="*/ 5956 h 120983"/>
                <a:gd name="connsiteX13" fmla="*/ 45601 w 177490"/>
                <a:gd name="connsiteY13" fmla="*/ 8790 h 120983"/>
                <a:gd name="connsiteX14" fmla="*/ 44892 w 177490"/>
                <a:gd name="connsiteY14" fmla="*/ 12156 h 120983"/>
                <a:gd name="connsiteX15" fmla="*/ 22396 w 177490"/>
                <a:gd name="connsiteY15" fmla="*/ 102318 h 120983"/>
                <a:gd name="connsiteX16" fmla="*/ 3265 w 177490"/>
                <a:gd name="connsiteY16" fmla="*/ 115603 h 120983"/>
                <a:gd name="connsiteX17" fmla="*/ 77 w 177490"/>
                <a:gd name="connsiteY17" fmla="*/ 118969 h 120983"/>
                <a:gd name="connsiteX18" fmla="*/ 2557 w 177490"/>
                <a:gd name="connsiteY18" fmla="*/ 121094 h 120983"/>
                <a:gd name="connsiteX19" fmla="*/ 20270 w 177490"/>
                <a:gd name="connsiteY19" fmla="*/ 120563 h 120983"/>
                <a:gd name="connsiteX20" fmla="*/ 38515 w 177490"/>
                <a:gd name="connsiteY20" fmla="*/ 121094 h 120983"/>
                <a:gd name="connsiteX21" fmla="*/ 41704 w 177490"/>
                <a:gd name="connsiteY21" fmla="*/ 117552 h 120983"/>
                <a:gd name="connsiteX22" fmla="*/ 38515 w 177490"/>
                <a:gd name="connsiteY22" fmla="*/ 115603 h 120983"/>
                <a:gd name="connsiteX23" fmla="*/ 26470 w 177490"/>
                <a:gd name="connsiteY23" fmla="*/ 107809 h 120983"/>
                <a:gd name="connsiteX24" fmla="*/ 27178 w 177490"/>
                <a:gd name="connsiteY24" fmla="*/ 103735 h 120983"/>
                <a:gd name="connsiteX25" fmla="*/ 51269 w 177490"/>
                <a:gd name="connsiteY25" fmla="*/ 7196 h 120983"/>
                <a:gd name="connsiteX26" fmla="*/ 51446 w 177490"/>
                <a:gd name="connsiteY26" fmla="*/ 7196 h 120983"/>
                <a:gd name="connsiteX27" fmla="*/ 66680 w 177490"/>
                <a:gd name="connsiteY27" fmla="*/ 117020 h 120983"/>
                <a:gd name="connsiteX28" fmla="*/ 69337 w 177490"/>
                <a:gd name="connsiteY28" fmla="*/ 121094 h 120983"/>
                <a:gd name="connsiteX29" fmla="*/ 73234 w 177490"/>
                <a:gd name="connsiteY29" fmla="*/ 117906 h 120983"/>
                <a:gd name="connsiteX30" fmla="*/ 144797 w 177490"/>
                <a:gd name="connsiteY30" fmla="*/ 5779 h 120983"/>
                <a:gd name="connsiteX31" fmla="*/ 144974 w 177490"/>
                <a:gd name="connsiteY31" fmla="*/ 5779 h 120983"/>
                <a:gd name="connsiteX32" fmla="*/ 119643 w 177490"/>
                <a:gd name="connsiteY32" fmla="*/ 107278 h 120983"/>
                <a:gd name="connsiteX33" fmla="*/ 103524 w 177490"/>
                <a:gd name="connsiteY33" fmla="*/ 115603 h 120983"/>
                <a:gd name="connsiteX34" fmla="*/ 98564 w 177490"/>
                <a:gd name="connsiteY34" fmla="*/ 118969 h 120983"/>
                <a:gd name="connsiteX35" fmla="*/ 101221 w 177490"/>
                <a:gd name="connsiteY35" fmla="*/ 121094 h 120983"/>
                <a:gd name="connsiteX36" fmla="*/ 123186 w 177490"/>
                <a:gd name="connsiteY36" fmla="*/ 120563 h 120983"/>
                <a:gd name="connsiteX37" fmla="*/ 145328 w 177490"/>
                <a:gd name="connsiteY37" fmla="*/ 121094 h 120983"/>
                <a:gd name="connsiteX38" fmla="*/ 148694 w 177490"/>
                <a:gd name="connsiteY38" fmla="*/ 117552 h 120983"/>
                <a:gd name="connsiteX39" fmla="*/ 143734 w 177490"/>
                <a:gd name="connsiteY39" fmla="*/ 115603 h 120983"/>
                <a:gd name="connsiteX40" fmla="*/ 132220 w 177490"/>
                <a:gd name="connsiteY40" fmla="*/ 112415 h 120983"/>
                <a:gd name="connsiteX41" fmla="*/ 133106 w 177490"/>
                <a:gd name="connsiteY41" fmla="*/ 108163 h 120983"/>
                <a:gd name="connsiteX42" fmla="*/ 156665 w 177490"/>
                <a:gd name="connsiteY42" fmla="*/ 13750 h 1209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</a:cxnLst>
              <a:rect l="l" t="t" r="r" b="b"/>
              <a:pathLst>
                <a:path w="177490" h="120983">
                  <a:moveTo>
                    <a:pt x="156665" y="13750"/>
                  </a:moveTo>
                  <a:cubicBezTo>
                    <a:pt x="158259" y="7373"/>
                    <a:pt x="158613" y="5602"/>
                    <a:pt x="171898" y="5602"/>
                  </a:cubicBezTo>
                  <a:cubicBezTo>
                    <a:pt x="175973" y="5602"/>
                    <a:pt x="177567" y="5602"/>
                    <a:pt x="177567" y="2059"/>
                  </a:cubicBezTo>
                  <a:cubicBezTo>
                    <a:pt x="177567" y="111"/>
                    <a:pt x="175795" y="111"/>
                    <a:pt x="172784" y="111"/>
                  </a:cubicBezTo>
                  <a:lnTo>
                    <a:pt x="149402" y="111"/>
                  </a:lnTo>
                  <a:cubicBezTo>
                    <a:pt x="144797" y="111"/>
                    <a:pt x="144619" y="111"/>
                    <a:pt x="142494" y="3476"/>
                  </a:cubicBezTo>
                  <a:lnTo>
                    <a:pt x="77839" y="104444"/>
                  </a:lnTo>
                  <a:lnTo>
                    <a:pt x="64023" y="4185"/>
                  </a:lnTo>
                  <a:cubicBezTo>
                    <a:pt x="63491" y="111"/>
                    <a:pt x="63137" y="111"/>
                    <a:pt x="58532" y="111"/>
                  </a:cubicBezTo>
                  <a:lnTo>
                    <a:pt x="34264" y="111"/>
                  </a:lnTo>
                  <a:cubicBezTo>
                    <a:pt x="30898" y="111"/>
                    <a:pt x="28950" y="111"/>
                    <a:pt x="28950" y="3476"/>
                  </a:cubicBezTo>
                  <a:cubicBezTo>
                    <a:pt x="28950" y="5602"/>
                    <a:pt x="30544" y="5602"/>
                    <a:pt x="34087" y="5602"/>
                  </a:cubicBezTo>
                  <a:cubicBezTo>
                    <a:pt x="36390" y="5602"/>
                    <a:pt x="39578" y="5779"/>
                    <a:pt x="41704" y="5956"/>
                  </a:cubicBezTo>
                  <a:cubicBezTo>
                    <a:pt x="44538" y="6310"/>
                    <a:pt x="45601" y="6842"/>
                    <a:pt x="45601" y="8790"/>
                  </a:cubicBezTo>
                  <a:cubicBezTo>
                    <a:pt x="45601" y="9499"/>
                    <a:pt x="45423" y="10030"/>
                    <a:pt x="44892" y="12156"/>
                  </a:cubicBezTo>
                  <a:lnTo>
                    <a:pt x="22396" y="102318"/>
                  </a:lnTo>
                  <a:cubicBezTo>
                    <a:pt x="20624" y="109403"/>
                    <a:pt x="17613" y="115072"/>
                    <a:pt x="3265" y="115603"/>
                  </a:cubicBezTo>
                  <a:cubicBezTo>
                    <a:pt x="2379" y="115603"/>
                    <a:pt x="77" y="115780"/>
                    <a:pt x="77" y="118969"/>
                  </a:cubicBezTo>
                  <a:cubicBezTo>
                    <a:pt x="77" y="120563"/>
                    <a:pt x="1140" y="121094"/>
                    <a:pt x="2557" y="121094"/>
                  </a:cubicBezTo>
                  <a:cubicBezTo>
                    <a:pt x="8225" y="121094"/>
                    <a:pt x="14425" y="120563"/>
                    <a:pt x="20270" y="120563"/>
                  </a:cubicBezTo>
                  <a:cubicBezTo>
                    <a:pt x="26293" y="120563"/>
                    <a:pt x="32670" y="121094"/>
                    <a:pt x="38515" y="121094"/>
                  </a:cubicBezTo>
                  <a:cubicBezTo>
                    <a:pt x="39401" y="121094"/>
                    <a:pt x="41704" y="121094"/>
                    <a:pt x="41704" y="117552"/>
                  </a:cubicBezTo>
                  <a:cubicBezTo>
                    <a:pt x="41704" y="115603"/>
                    <a:pt x="39755" y="115603"/>
                    <a:pt x="38515" y="115603"/>
                  </a:cubicBezTo>
                  <a:cubicBezTo>
                    <a:pt x="28418" y="115426"/>
                    <a:pt x="26470" y="111883"/>
                    <a:pt x="26470" y="107809"/>
                  </a:cubicBezTo>
                  <a:cubicBezTo>
                    <a:pt x="26470" y="106569"/>
                    <a:pt x="26647" y="105683"/>
                    <a:pt x="27178" y="103735"/>
                  </a:cubicBezTo>
                  <a:lnTo>
                    <a:pt x="51269" y="7196"/>
                  </a:lnTo>
                  <a:lnTo>
                    <a:pt x="51446" y="7196"/>
                  </a:lnTo>
                  <a:lnTo>
                    <a:pt x="66680" y="117020"/>
                  </a:lnTo>
                  <a:cubicBezTo>
                    <a:pt x="67034" y="119146"/>
                    <a:pt x="67211" y="121094"/>
                    <a:pt x="69337" y="121094"/>
                  </a:cubicBezTo>
                  <a:cubicBezTo>
                    <a:pt x="71285" y="121094"/>
                    <a:pt x="72348" y="119146"/>
                    <a:pt x="73234" y="117906"/>
                  </a:cubicBezTo>
                  <a:lnTo>
                    <a:pt x="144797" y="5779"/>
                  </a:lnTo>
                  <a:lnTo>
                    <a:pt x="144974" y="5779"/>
                  </a:lnTo>
                  <a:lnTo>
                    <a:pt x="119643" y="107278"/>
                  </a:lnTo>
                  <a:cubicBezTo>
                    <a:pt x="117872" y="114186"/>
                    <a:pt x="117518" y="115603"/>
                    <a:pt x="103524" y="115603"/>
                  </a:cubicBezTo>
                  <a:cubicBezTo>
                    <a:pt x="100513" y="115603"/>
                    <a:pt x="98564" y="115603"/>
                    <a:pt x="98564" y="118969"/>
                  </a:cubicBezTo>
                  <a:cubicBezTo>
                    <a:pt x="98564" y="121094"/>
                    <a:pt x="100690" y="121094"/>
                    <a:pt x="101221" y="121094"/>
                  </a:cubicBezTo>
                  <a:cubicBezTo>
                    <a:pt x="106181" y="121094"/>
                    <a:pt x="118226" y="120563"/>
                    <a:pt x="123186" y="120563"/>
                  </a:cubicBezTo>
                  <a:cubicBezTo>
                    <a:pt x="130449" y="120563"/>
                    <a:pt x="138065" y="121094"/>
                    <a:pt x="145328" y="121094"/>
                  </a:cubicBezTo>
                  <a:cubicBezTo>
                    <a:pt x="146391" y="121094"/>
                    <a:pt x="148694" y="121094"/>
                    <a:pt x="148694" y="117552"/>
                  </a:cubicBezTo>
                  <a:cubicBezTo>
                    <a:pt x="148694" y="115603"/>
                    <a:pt x="147099" y="115603"/>
                    <a:pt x="143734" y="115603"/>
                  </a:cubicBezTo>
                  <a:cubicBezTo>
                    <a:pt x="137180" y="115603"/>
                    <a:pt x="132220" y="115603"/>
                    <a:pt x="132220" y="112415"/>
                  </a:cubicBezTo>
                  <a:cubicBezTo>
                    <a:pt x="132220" y="111706"/>
                    <a:pt x="132220" y="111352"/>
                    <a:pt x="133106" y="108163"/>
                  </a:cubicBezTo>
                  <a:lnTo>
                    <a:pt x="156665" y="13750"/>
                  </a:lnTo>
                  <a:close/>
                </a:path>
              </a:pathLst>
            </a:custGeom>
            <a:solidFill>
              <a:srgbClr val="000000"/>
            </a:solidFill>
            <a:ln w="1773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97" name="任意形状 396">
              <a:extLst>
                <a:ext uri="{FF2B5EF4-FFF2-40B4-BE49-F238E27FC236}">
                  <a16:creationId xmlns:a16="http://schemas.microsoft.com/office/drawing/2014/main" id="{C2F44DF7-7B97-0831-E558-1A5ED9D3E1DB}"/>
                </a:ext>
              </a:extLst>
            </p:cNvPr>
            <p:cNvSpPr/>
            <p:nvPr>
              <p:custDataLst>
                <p:tags r:id="rId93"/>
              </p:custDataLst>
            </p:nvPr>
          </p:nvSpPr>
          <p:spPr>
            <a:xfrm>
              <a:off x="8496328" y="6628023"/>
              <a:ext cx="50341" cy="53441"/>
            </a:xfrm>
            <a:custGeom>
              <a:avLst/>
              <a:gdLst>
                <a:gd name="connsiteX0" fmla="*/ 29102 w 50341"/>
                <a:gd name="connsiteY0" fmla="*/ 26890 h 53441"/>
                <a:gd name="connsiteX1" fmla="*/ 46958 w 50341"/>
                <a:gd name="connsiteY1" fmla="*/ 19202 h 53441"/>
                <a:gd name="connsiteX2" fmla="*/ 50429 w 50341"/>
                <a:gd name="connsiteY2" fmla="*/ 15358 h 53441"/>
                <a:gd name="connsiteX3" fmla="*/ 46586 w 50341"/>
                <a:gd name="connsiteY3" fmla="*/ 11391 h 53441"/>
                <a:gd name="connsiteX4" fmla="*/ 43982 w 50341"/>
                <a:gd name="connsiteY4" fmla="*/ 12506 h 53441"/>
                <a:gd name="connsiteX5" fmla="*/ 27118 w 50341"/>
                <a:gd name="connsiteY5" fmla="*/ 23790 h 53441"/>
                <a:gd name="connsiteX6" fmla="*/ 28978 w 50341"/>
                <a:gd name="connsiteY6" fmla="*/ 5439 h 53441"/>
                <a:gd name="connsiteX7" fmla="*/ 25258 w 50341"/>
                <a:gd name="connsiteY7" fmla="*/ 107 h 53441"/>
                <a:gd name="connsiteX8" fmla="*/ 21415 w 50341"/>
                <a:gd name="connsiteY8" fmla="*/ 3827 h 53441"/>
                <a:gd name="connsiteX9" fmla="*/ 22035 w 50341"/>
                <a:gd name="connsiteY9" fmla="*/ 9903 h 53441"/>
                <a:gd name="connsiteX10" fmla="*/ 23399 w 50341"/>
                <a:gd name="connsiteY10" fmla="*/ 23790 h 53441"/>
                <a:gd name="connsiteX11" fmla="*/ 6659 w 50341"/>
                <a:gd name="connsiteY11" fmla="*/ 12506 h 53441"/>
                <a:gd name="connsiteX12" fmla="*/ 3931 w 50341"/>
                <a:gd name="connsiteY12" fmla="*/ 11391 h 53441"/>
                <a:gd name="connsiteX13" fmla="*/ 87 w 50341"/>
                <a:gd name="connsiteY13" fmla="*/ 15358 h 53441"/>
                <a:gd name="connsiteX14" fmla="*/ 2691 w 50341"/>
                <a:gd name="connsiteY14" fmla="*/ 18954 h 53441"/>
                <a:gd name="connsiteX15" fmla="*/ 21415 w 50341"/>
                <a:gd name="connsiteY15" fmla="*/ 26766 h 53441"/>
                <a:gd name="connsiteX16" fmla="*/ 3559 w 50341"/>
                <a:gd name="connsiteY16" fmla="*/ 34454 h 53441"/>
                <a:gd name="connsiteX17" fmla="*/ 87 w 50341"/>
                <a:gd name="connsiteY17" fmla="*/ 38297 h 53441"/>
                <a:gd name="connsiteX18" fmla="*/ 3931 w 50341"/>
                <a:gd name="connsiteY18" fmla="*/ 42265 h 53441"/>
                <a:gd name="connsiteX19" fmla="*/ 6535 w 50341"/>
                <a:gd name="connsiteY19" fmla="*/ 41149 h 53441"/>
                <a:gd name="connsiteX20" fmla="*/ 23399 w 50341"/>
                <a:gd name="connsiteY20" fmla="*/ 29866 h 53441"/>
                <a:gd name="connsiteX21" fmla="*/ 21415 w 50341"/>
                <a:gd name="connsiteY21" fmla="*/ 49829 h 53441"/>
                <a:gd name="connsiteX22" fmla="*/ 25258 w 50341"/>
                <a:gd name="connsiteY22" fmla="*/ 53549 h 53441"/>
                <a:gd name="connsiteX23" fmla="*/ 29102 w 50341"/>
                <a:gd name="connsiteY23" fmla="*/ 49829 h 53441"/>
                <a:gd name="connsiteX24" fmla="*/ 28482 w 50341"/>
                <a:gd name="connsiteY24" fmla="*/ 43753 h 53441"/>
                <a:gd name="connsiteX25" fmla="*/ 27118 w 50341"/>
                <a:gd name="connsiteY25" fmla="*/ 29866 h 53441"/>
                <a:gd name="connsiteX26" fmla="*/ 41998 w 50341"/>
                <a:gd name="connsiteY26" fmla="*/ 39785 h 53441"/>
                <a:gd name="connsiteX27" fmla="*/ 46586 w 50341"/>
                <a:gd name="connsiteY27" fmla="*/ 42265 h 53441"/>
                <a:gd name="connsiteX28" fmla="*/ 50429 w 50341"/>
                <a:gd name="connsiteY28" fmla="*/ 38297 h 53441"/>
                <a:gd name="connsiteX29" fmla="*/ 47826 w 50341"/>
                <a:gd name="connsiteY29" fmla="*/ 34702 h 53441"/>
                <a:gd name="connsiteX30" fmla="*/ 29102 w 50341"/>
                <a:gd name="connsiteY30" fmla="*/ 26890 h 534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50341" h="53441">
                  <a:moveTo>
                    <a:pt x="29102" y="26890"/>
                  </a:moveTo>
                  <a:cubicBezTo>
                    <a:pt x="39270" y="22426"/>
                    <a:pt x="43858" y="20690"/>
                    <a:pt x="46958" y="19202"/>
                  </a:cubicBezTo>
                  <a:cubicBezTo>
                    <a:pt x="49313" y="18210"/>
                    <a:pt x="50429" y="17714"/>
                    <a:pt x="50429" y="15358"/>
                  </a:cubicBezTo>
                  <a:cubicBezTo>
                    <a:pt x="50429" y="13250"/>
                    <a:pt x="48818" y="11391"/>
                    <a:pt x="46586" y="11391"/>
                  </a:cubicBezTo>
                  <a:cubicBezTo>
                    <a:pt x="45718" y="11391"/>
                    <a:pt x="45470" y="11391"/>
                    <a:pt x="43982" y="12506"/>
                  </a:cubicBezTo>
                  <a:lnTo>
                    <a:pt x="27118" y="23790"/>
                  </a:lnTo>
                  <a:lnTo>
                    <a:pt x="28978" y="5439"/>
                  </a:lnTo>
                  <a:cubicBezTo>
                    <a:pt x="29226" y="3207"/>
                    <a:pt x="28978" y="107"/>
                    <a:pt x="25258" y="107"/>
                  </a:cubicBezTo>
                  <a:cubicBezTo>
                    <a:pt x="23771" y="107"/>
                    <a:pt x="21415" y="1099"/>
                    <a:pt x="21415" y="3827"/>
                  </a:cubicBezTo>
                  <a:cubicBezTo>
                    <a:pt x="21415" y="4943"/>
                    <a:pt x="21911" y="8663"/>
                    <a:pt x="22035" y="9903"/>
                  </a:cubicBezTo>
                  <a:cubicBezTo>
                    <a:pt x="22283" y="12010"/>
                    <a:pt x="23151" y="20938"/>
                    <a:pt x="23399" y="23790"/>
                  </a:cubicBezTo>
                  <a:lnTo>
                    <a:pt x="6659" y="12506"/>
                  </a:lnTo>
                  <a:cubicBezTo>
                    <a:pt x="5419" y="11762"/>
                    <a:pt x="5047" y="11391"/>
                    <a:pt x="3931" y="11391"/>
                  </a:cubicBezTo>
                  <a:cubicBezTo>
                    <a:pt x="1699" y="11391"/>
                    <a:pt x="87" y="13250"/>
                    <a:pt x="87" y="15358"/>
                  </a:cubicBezTo>
                  <a:cubicBezTo>
                    <a:pt x="87" y="17838"/>
                    <a:pt x="1575" y="18458"/>
                    <a:pt x="2691" y="18954"/>
                  </a:cubicBezTo>
                  <a:lnTo>
                    <a:pt x="21415" y="26766"/>
                  </a:lnTo>
                  <a:cubicBezTo>
                    <a:pt x="11247" y="31230"/>
                    <a:pt x="6659" y="32966"/>
                    <a:pt x="3559" y="34454"/>
                  </a:cubicBezTo>
                  <a:cubicBezTo>
                    <a:pt x="1203" y="35446"/>
                    <a:pt x="87" y="35942"/>
                    <a:pt x="87" y="38297"/>
                  </a:cubicBezTo>
                  <a:cubicBezTo>
                    <a:pt x="87" y="40405"/>
                    <a:pt x="1699" y="42265"/>
                    <a:pt x="3931" y="42265"/>
                  </a:cubicBezTo>
                  <a:cubicBezTo>
                    <a:pt x="4799" y="42265"/>
                    <a:pt x="5047" y="42265"/>
                    <a:pt x="6535" y="41149"/>
                  </a:cubicBezTo>
                  <a:lnTo>
                    <a:pt x="23399" y="29866"/>
                  </a:lnTo>
                  <a:lnTo>
                    <a:pt x="21415" y="49829"/>
                  </a:lnTo>
                  <a:cubicBezTo>
                    <a:pt x="21415" y="52557"/>
                    <a:pt x="23771" y="53549"/>
                    <a:pt x="25258" y="53549"/>
                  </a:cubicBezTo>
                  <a:cubicBezTo>
                    <a:pt x="26746" y="53549"/>
                    <a:pt x="29102" y="52557"/>
                    <a:pt x="29102" y="49829"/>
                  </a:cubicBezTo>
                  <a:cubicBezTo>
                    <a:pt x="29102" y="48713"/>
                    <a:pt x="28606" y="44993"/>
                    <a:pt x="28482" y="43753"/>
                  </a:cubicBezTo>
                  <a:cubicBezTo>
                    <a:pt x="28234" y="41645"/>
                    <a:pt x="27366" y="32718"/>
                    <a:pt x="27118" y="29866"/>
                  </a:cubicBezTo>
                  <a:lnTo>
                    <a:pt x="41998" y="39785"/>
                  </a:lnTo>
                  <a:cubicBezTo>
                    <a:pt x="45222" y="42265"/>
                    <a:pt x="45470" y="42265"/>
                    <a:pt x="46586" y="42265"/>
                  </a:cubicBezTo>
                  <a:cubicBezTo>
                    <a:pt x="48818" y="42265"/>
                    <a:pt x="50429" y="40405"/>
                    <a:pt x="50429" y="38297"/>
                  </a:cubicBezTo>
                  <a:cubicBezTo>
                    <a:pt x="50429" y="35818"/>
                    <a:pt x="48942" y="35198"/>
                    <a:pt x="47826" y="34702"/>
                  </a:cubicBezTo>
                  <a:lnTo>
                    <a:pt x="29102" y="26890"/>
                  </a:lnTo>
                  <a:close/>
                </a:path>
              </a:pathLst>
            </a:custGeom>
            <a:solidFill>
              <a:srgbClr val="000000"/>
            </a:solidFill>
            <a:ln w="1773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98" name="任意形状 397">
              <a:extLst>
                <a:ext uri="{FF2B5EF4-FFF2-40B4-BE49-F238E27FC236}">
                  <a16:creationId xmlns:a16="http://schemas.microsoft.com/office/drawing/2014/main" id="{73B9D8E7-59FB-5CE1-83AB-82A2927E4F3F}"/>
                </a:ext>
              </a:extLst>
            </p:cNvPr>
            <p:cNvSpPr/>
            <p:nvPr>
              <p:custDataLst>
                <p:tags r:id="rId94"/>
              </p:custDataLst>
            </p:nvPr>
          </p:nvSpPr>
          <p:spPr>
            <a:xfrm>
              <a:off x="8473792" y="6712836"/>
              <a:ext cx="55549" cy="88532"/>
            </a:xfrm>
            <a:custGeom>
              <a:avLst/>
              <a:gdLst>
                <a:gd name="connsiteX0" fmla="*/ 55636 w 55549"/>
                <a:gd name="connsiteY0" fmla="*/ 27020 h 88532"/>
                <a:gd name="connsiteX1" fmla="*/ 38525 w 55549"/>
                <a:gd name="connsiteY1" fmla="*/ 113 h 88532"/>
                <a:gd name="connsiteX2" fmla="*/ 86 w 55549"/>
                <a:gd name="connsiteY2" fmla="*/ 61739 h 88532"/>
                <a:gd name="connsiteX3" fmla="*/ 17198 w 55549"/>
                <a:gd name="connsiteY3" fmla="*/ 88646 h 88532"/>
                <a:gd name="connsiteX4" fmla="*/ 55636 w 55549"/>
                <a:gd name="connsiteY4" fmla="*/ 27020 h 88532"/>
                <a:gd name="connsiteX5" fmla="*/ 14098 w 55549"/>
                <a:gd name="connsiteY5" fmla="*/ 42148 h 88532"/>
                <a:gd name="connsiteX6" fmla="*/ 38401 w 55549"/>
                <a:gd name="connsiteY6" fmla="*/ 3585 h 88532"/>
                <a:gd name="connsiteX7" fmla="*/ 46337 w 55549"/>
                <a:gd name="connsiteY7" fmla="*/ 19705 h 88532"/>
                <a:gd name="connsiteX8" fmla="*/ 42741 w 55549"/>
                <a:gd name="connsiteY8" fmla="*/ 42148 h 88532"/>
                <a:gd name="connsiteX9" fmla="*/ 14098 w 55549"/>
                <a:gd name="connsiteY9" fmla="*/ 42148 h 88532"/>
                <a:gd name="connsiteX10" fmla="*/ 41625 w 55549"/>
                <a:gd name="connsiteY10" fmla="*/ 46612 h 88532"/>
                <a:gd name="connsiteX11" fmla="*/ 31581 w 55549"/>
                <a:gd name="connsiteY11" fmla="*/ 72898 h 88532"/>
                <a:gd name="connsiteX12" fmla="*/ 17322 w 55549"/>
                <a:gd name="connsiteY12" fmla="*/ 85174 h 88532"/>
                <a:gd name="connsiteX13" fmla="*/ 9386 w 55549"/>
                <a:gd name="connsiteY13" fmla="*/ 69055 h 88532"/>
                <a:gd name="connsiteX14" fmla="*/ 12982 w 55549"/>
                <a:gd name="connsiteY14" fmla="*/ 46612 h 88532"/>
                <a:gd name="connsiteX15" fmla="*/ 41625 w 55549"/>
                <a:gd name="connsiteY15" fmla="*/ 46612 h 885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55549" h="88532">
                  <a:moveTo>
                    <a:pt x="55636" y="27020"/>
                  </a:moveTo>
                  <a:cubicBezTo>
                    <a:pt x="55636" y="14001"/>
                    <a:pt x="50676" y="113"/>
                    <a:pt x="38525" y="113"/>
                  </a:cubicBezTo>
                  <a:cubicBezTo>
                    <a:pt x="19926" y="113"/>
                    <a:pt x="86" y="33344"/>
                    <a:pt x="86" y="61739"/>
                  </a:cubicBezTo>
                  <a:cubicBezTo>
                    <a:pt x="86" y="76494"/>
                    <a:pt x="5790" y="88646"/>
                    <a:pt x="17198" y="88646"/>
                  </a:cubicBezTo>
                  <a:cubicBezTo>
                    <a:pt x="36045" y="88646"/>
                    <a:pt x="55636" y="54795"/>
                    <a:pt x="55636" y="27020"/>
                  </a:cubicBezTo>
                  <a:close/>
                  <a:moveTo>
                    <a:pt x="14098" y="42148"/>
                  </a:moveTo>
                  <a:cubicBezTo>
                    <a:pt x="20422" y="15365"/>
                    <a:pt x="31085" y="3585"/>
                    <a:pt x="38401" y="3585"/>
                  </a:cubicBezTo>
                  <a:cubicBezTo>
                    <a:pt x="46337" y="3585"/>
                    <a:pt x="46337" y="17349"/>
                    <a:pt x="46337" y="19705"/>
                  </a:cubicBezTo>
                  <a:cubicBezTo>
                    <a:pt x="46337" y="24540"/>
                    <a:pt x="45345" y="31732"/>
                    <a:pt x="42741" y="42148"/>
                  </a:cubicBezTo>
                  <a:lnTo>
                    <a:pt x="14098" y="42148"/>
                  </a:lnTo>
                  <a:close/>
                  <a:moveTo>
                    <a:pt x="41625" y="46612"/>
                  </a:moveTo>
                  <a:cubicBezTo>
                    <a:pt x="38153" y="60127"/>
                    <a:pt x="35301" y="66823"/>
                    <a:pt x="31581" y="72898"/>
                  </a:cubicBezTo>
                  <a:cubicBezTo>
                    <a:pt x="27737" y="79346"/>
                    <a:pt x="22777" y="85174"/>
                    <a:pt x="17322" y="85174"/>
                  </a:cubicBezTo>
                  <a:cubicBezTo>
                    <a:pt x="10502" y="85174"/>
                    <a:pt x="9386" y="75750"/>
                    <a:pt x="9386" y="69055"/>
                  </a:cubicBezTo>
                  <a:cubicBezTo>
                    <a:pt x="9386" y="60871"/>
                    <a:pt x="11742" y="51199"/>
                    <a:pt x="12982" y="46612"/>
                  </a:cubicBezTo>
                  <a:lnTo>
                    <a:pt x="41625" y="46612"/>
                  </a:lnTo>
                  <a:close/>
                </a:path>
              </a:pathLst>
            </a:custGeom>
            <a:solidFill>
              <a:srgbClr val="000000"/>
            </a:solidFill>
            <a:ln w="1773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99" name="任意形状 398">
              <a:extLst>
                <a:ext uri="{FF2B5EF4-FFF2-40B4-BE49-F238E27FC236}">
                  <a16:creationId xmlns:a16="http://schemas.microsoft.com/office/drawing/2014/main" id="{24C753C9-1444-7EA3-68F1-793B5EF8A50A}"/>
                </a:ext>
              </a:extLst>
            </p:cNvPr>
            <p:cNvSpPr/>
            <p:nvPr>
              <p:custDataLst>
                <p:tags r:id="rId95"/>
              </p:custDataLst>
            </p:nvPr>
          </p:nvSpPr>
          <p:spPr>
            <a:xfrm>
              <a:off x="8641005" y="6673617"/>
              <a:ext cx="18776" cy="76345"/>
            </a:xfrm>
            <a:custGeom>
              <a:avLst/>
              <a:gdLst>
                <a:gd name="connsiteX0" fmla="*/ 18872 w 18776"/>
                <a:gd name="connsiteY0" fmla="*/ 9499 h 76345"/>
                <a:gd name="connsiteX1" fmla="*/ 9484 w 18776"/>
                <a:gd name="connsiteY1" fmla="*/ 111 h 76345"/>
                <a:gd name="connsiteX2" fmla="*/ 95 w 18776"/>
                <a:gd name="connsiteY2" fmla="*/ 9499 h 76345"/>
                <a:gd name="connsiteX3" fmla="*/ 9484 w 18776"/>
                <a:gd name="connsiteY3" fmla="*/ 18887 h 76345"/>
                <a:gd name="connsiteX4" fmla="*/ 18872 w 18776"/>
                <a:gd name="connsiteY4" fmla="*/ 9499 h 76345"/>
                <a:gd name="connsiteX5" fmla="*/ 18872 w 18776"/>
                <a:gd name="connsiteY5" fmla="*/ 67068 h 76345"/>
                <a:gd name="connsiteX6" fmla="*/ 9484 w 18776"/>
                <a:gd name="connsiteY6" fmla="*/ 57680 h 76345"/>
                <a:gd name="connsiteX7" fmla="*/ 95 w 18776"/>
                <a:gd name="connsiteY7" fmla="*/ 67068 h 76345"/>
                <a:gd name="connsiteX8" fmla="*/ 9484 w 18776"/>
                <a:gd name="connsiteY8" fmla="*/ 76456 h 76345"/>
                <a:gd name="connsiteX9" fmla="*/ 18872 w 18776"/>
                <a:gd name="connsiteY9" fmla="*/ 67068 h 763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8776" h="76345">
                  <a:moveTo>
                    <a:pt x="18872" y="9499"/>
                  </a:moveTo>
                  <a:cubicBezTo>
                    <a:pt x="18872" y="4362"/>
                    <a:pt x="14621" y="111"/>
                    <a:pt x="9484" y="111"/>
                  </a:cubicBezTo>
                  <a:cubicBezTo>
                    <a:pt x="4347" y="111"/>
                    <a:pt x="95" y="4362"/>
                    <a:pt x="95" y="9499"/>
                  </a:cubicBezTo>
                  <a:cubicBezTo>
                    <a:pt x="95" y="14636"/>
                    <a:pt x="4347" y="18887"/>
                    <a:pt x="9484" y="18887"/>
                  </a:cubicBezTo>
                  <a:cubicBezTo>
                    <a:pt x="14621" y="18887"/>
                    <a:pt x="18872" y="14636"/>
                    <a:pt x="18872" y="9499"/>
                  </a:cubicBezTo>
                  <a:close/>
                  <a:moveTo>
                    <a:pt x="18872" y="67068"/>
                  </a:moveTo>
                  <a:cubicBezTo>
                    <a:pt x="18872" y="61931"/>
                    <a:pt x="14621" y="57680"/>
                    <a:pt x="9484" y="57680"/>
                  </a:cubicBezTo>
                  <a:cubicBezTo>
                    <a:pt x="4347" y="57680"/>
                    <a:pt x="95" y="61931"/>
                    <a:pt x="95" y="67068"/>
                  </a:cubicBezTo>
                  <a:cubicBezTo>
                    <a:pt x="95" y="72205"/>
                    <a:pt x="4347" y="76456"/>
                    <a:pt x="9484" y="76456"/>
                  </a:cubicBezTo>
                  <a:cubicBezTo>
                    <a:pt x="14621" y="76456"/>
                    <a:pt x="18872" y="72205"/>
                    <a:pt x="18872" y="67068"/>
                  </a:cubicBezTo>
                  <a:close/>
                </a:path>
              </a:pathLst>
            </a:custGeom>
            <a:solidFill>
              <a:srgbClr val="000000"/>
            </a:solidFill>
            <a:ln w="1773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00" name="任意形状 399">
              <a:extLst>
                <a:ext uri="{FF2B5EF4-FFF2-40B4-BE49-F238E27FC236}">
                  <a16:creationId xmlns:a16="http://schemas.microsoft.com/office/drawing/2014/main" id="{852BED6D-ED42-ECA3-44C5-983FE6595901}"/>
                </a:ext>
              </a:extLst>
            </p:cNvPr>
            <p:cNvSpPr/>
            <p:nvPr>
              <p:custDataLst>
                <p:tags r:id="rId96"/>
              </p:custDataLst>
            </p:nvPr>
          </p:nvSpPr>
          <p:spPr>
            <a:xfrm>
              <a:off x="8758662" y="6627030"/>
              <a:ext cx="87327" cy="124880"/>
            </a:xfrm>
            <a:custGeom>
              <a:avLst/>
              <a:gdLst>
                <a:gd name="connsiteX0" fmla="*/ 25610 w 87327"/>
                <a:gd name="connsiteY0" fmla="*/ 56263 h 124880"/>
                <a:gd name="connsiteX1" fmla="*/ 25610 w 87327"/>
                <a:gd name="connsiteY1" fmla="*/ 111 h 124880"/>
                <a:gd name="connsiteX2" fmla="*/ 103 w 87327"/>
                <a:gd name="connsiteY2" fmla="*/ 2059 h 124880"/>
                <a:gd name="connsiteX3" fmla="*/ 103 w 87327"/>
                <a:gd name="connsiteY3" fmla="*/ 7550 h 124880"/>
                <a:gd name="connsiteX4" fmla="*/ 13919 w 87327"/>
                <a:gd name="connsiteY4" fmla="*/ 17470 h 124880"/>
                <a:gd name="connsiteX5" fmla="*/ 13919 w 87327"/>
                <a:gd name="connsiteY5" fmla="*/ 123043 h 124880"/>
                <a:gd name="connsiteX6" fmla="*/ 18348 w 87327"/>
                <a:gd name="connsiteY6" fmla="*/ 123043 h 124880"/>
                <a:gd name="connsiteX7" fmla="*/ 24724 w 87327"/>
                <a:gd name="connsiteY7" fmla="*/ 112060 h 124880"/>
                <a:gd name="connsiteX8" fmla="*/ 47929 w 87327"/>
                <a:gd name="connsiteY8" fmla="*/ 124991 h 124880"/>
                <a:gd name="connsiteX9" fmla="*/ 87430 w 87327"/>
                <a:gd name="connsiteY9" fmla="*/ 84781 h 124880"/>
                <a:gd name="connsiteX10" fmla="*/ 49878 w 87327"/>
                <a:gd name="connsiteY10" fmla="*/ 44749 h 124880"/>
                <a:gd name="connsiteX11" fmla="*/ 25610 w 87327"/>
                <a:gd name="connsiteY11" fmla="*/ 56263 h 124880"/>
                <a:gd name="connsiteX12" fmla="*/ 26142 w 87327"/>
                <a:gd name="connsiteY12" fmla="*/ 102849 h 124880"/>
                <a:gd name="connsiteX13" fmla="*/ 26142 w 87327"/>
                <a:gd name="connsiteY13" fmla="*/ 66359 h 124880"/>
                <a:gd name="connsiteX14" fmla="*/ 28090 w 87327"/>
                <a:gd name="connsiteY14" fmla="*/ 59982 h 124880"/>
                <a:gd name="connsiteX15" fmla="*/ 48992 w 87327"/>
                <a:gd name="connsiteY15" fmla="*/ 48646 h 124880"/>
                <a:gd name="connsiteX16" fmla="*/ 67591 w 87327"/>
                <a:gd name="connsiteY16" fmla="*/ 59982 h 124880"/>
                <a:gd name="connsiteX17" fmla="*/ 72728 w 87327"/>
                <a:gd name="connsiteY17" fmla="*/ 84604 h 124880"/>
                <a:gd name="connsiteX18" fmla="*/ 67237 w 87327"/>
                <a:gd name="connsiteY18" fmla="*/ 109758 h 124880"/>
                <a:gd name="connsiteX19" fmla="*/ 47221 w 87327"/>
                <a:gd name="connsiteY19" fmla="*/ 121094 h 124880"/>
                <a:gd name="connsiteX20" fmla="*/ 28621 w 87327"/>
                <a:gd name="connsiteY20" fmla="*/ 110289 h 124880"/>
                <a:gd name="connsiteX21" fmla="*/ 26142 w 87327"/>
                <a:gd name="connsiteY21" fmla="*/ 102849 h 1248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87327" h="124880">
                  <a:moveTo>
                    <a:pt x="25610" y="56263"/>
                  </a:moveTo>
                  <a:lnTo>
                    <a:pt x="25610" y="111"/>
                  </a:lnTo>
                  <a:lnTo>
                    <a:pt x="103" y="2059"/>
                  </a:lnTo>
                  <a:lnTo>
                    <a:pt x="103" y="7550"/>
                  </a:lnTo>
                  <a:cubicBezTo>
                    <a:pt x="12502" y="7550"/>
                    <a:pt x="13919" y="8790"/>
                    <a:pt x="13919" y="17470"/>
                  </a:cubicBezTo>
                  <a:lnTo>
                    <a:pt x="13919" y="123043"/>
                  </a:lnTo>
                  <a:lnTo>
                    <a:pt x="18348" y="123043"/>
                  </a:lnTo>
                  <a:cubicBezTo>
                    <a:pt x="18525" y="122866"/>
                    <a:pt x="19942" y="120386"/>
                    <a:pt x="24724" y="112060"/>
                  </a:cubicBezTo>
                  <a:cubicBezTo>
                    <a:pt x="27381" y="116134"/>
                    <a:pt x="34821" y="124991"/>
                    <a:pt x="47929" y="124991"/>
                  </a:cubicBezTo>
                  <a:cubicBezTo>
                    <a:pt x="69008" y="124991"/>
                    <a:pt x="87430" y="107632"/>
                    <a:pt x="87430" y="84781"/>
                  </a:cubicBezTo>
                  <a:cubicBezTo>
                    <a:pt x="87430" y="62285"/>
                    <a:pt x="70071" y="44749"/>
                    <a:pt x="49878" y="44749"/>
                  </a:cubicBezTo>
                  <a:cubicBezTo>
                    <a:pt x="36061" y="44749"/>
                    <a:pt x="28444" y="53074"/>
                    <a:pt x="25610" y="56263"/>
                  </a:cubicBezTo>
                  <a:close/>
                  <a:moveTo>
                    <a:pt x="26142" y="102849"/>
                  </a:moveTo>
                  <a:lnTo>
                    <a:pt x="26142" y="66359"/>
                  </a:lnTo>
                  <a:cubicBezTo>
                    <a:pt x="26142" y="62994"/>
                    <a:pt x="26142" y="62817"/>
                    <a:pt x="28090" y="59982"/>
                  </a:cubicBezTo>
                  <a:cubicBezTo>
                    <a:pt x="34998" y="50063"/>
                    <a:pt x="44741" y="48646"/>
                    <a:pt x="48992" y="48646"/>
                  </a:cubicBezTo>
                  <a:cubicBezTo>
                    <a:pt x="56963" y="48646"/>
                    <a:pt x="63340" y="53251"/>
                    <a:pt x="67591" y="59982"/>
                  </a:cubicBezTo>
                  <a:cubicBezTo>
                    <a:pt x="72197" y="67245"/>
                    <a:pt x="72728" y="77342"/>
                    <a:pt x="72728" y="84604"/>
                  </a:cubicBezTo>
                  <a:cubicBezTo>
                    <a:pt x="72728" y="91158"/>
                    <a:pt x="72374" y="101786"/>
                    <a:pt x="67237" y="109758"/>
                  </a:cubicBezTo>
                  <a:cubicBezTo>
                    <a:pt x="63517" y="115249"/>
                    <a:pt x="56786" y="121094"/>
                    <a:pt x="47221" y="121094"/>
                  </a:cubicBezTo>
                  <a:cubicBezTo>
                    <a:pt x="39250" y="121094"/>
                    <a:pt x="32873" y="116843"/>
                    <a:pt x="28621" y="110289"/>
                  </a:cubicBezTo>
                  <a:cubicBezTo>
                    <a:pt x="26142" y="106569"/>
                    <a:pt x="26142" y="106038"/>
                    <a:pt x="26142" y="102849"/>
                  </a:cubicBezTo>
                  <a:close/>
                </a:path>
              </a:pathLst>
            </a:custGeom>
            <a:solidFill>
              <a:srgbClr val="000000"/>
            </a:solidFill>
            <a:ln w="1773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01" name="任意形状 400">
              <a:extLst>
                <a:ext uri="{FF2B5EF4-FFF2-40B4-BE49-F238E27FC236}">
                  <a16:creationId xmlns:a16="http://schemas.microsoft.com/office/drawing/2014/main" id="{53659D76-74C0-9B6F-F5A7-6948FA12626D}"/>
                </a:ext>
              </a:extLst>
            </p:cNvPr>
            <p:cNvSpPr/>
            <p:nvPr>
              <p:custDataLst>
                <p:tags r:id="rId97"/>
              </p:custDataLst>
            </p:nvPr>
          </p:nvSpPr>
          <p:spPr>
            <a:xfrm>
              <a:off x="8859551" y="6670605"/>
              <a:ext cx="79888" cy="81305"/>
            </a:xfrm>
            <a:custGeom>
              <a:avLst/>
              <a:gdLst>
                <a:gd name="connsiteX0" fmla="*/ 51655 w 79888"/>
                <a:gd name="connsiteY0" fmla="*/ 66005 h 81305"/>
                <a:gd name="connsiteX1" fmla="*/ 65471 w 79888"/>
                <a:gd name="connsiteY1" fmla="*/ 80530 h 81305"/>
                <a:gd name="connsiteX2" fmla="*/ 79996 w 79888"/>
                <a:gd name="connsiteY2" fmla="*/ 63702 h 81305"/>
                <a:gd name="connsiteX3" fmla="*/ 79996 w 79888"/>
                <a:gd name="connsiteY3" fmla="*/ 53783 h 81305"/>
                <a:gd name="connsiteX4" fmla="*/ 75568 w 79888"/>
                <a:gd name="connsiteY4" fmla="*/ 53783 h 81305"/>
                <a:gd name="connsiteX5" fmla="*/ 75568 w 79888"/>
                <a:gd name="connsiteY5" fmla="*/ 63702 h 81305"/>
                <a:gd name="connsiteX6" fmla="*/ 69191 w 79888"/>
                <a:gd name="connsiteY6" fmla="*/ 75039 h 81305"/>
                <a:gd name="connsiteX7" fmla="*/ 62637 w 79888"/>
                <a:gd name="connsiteY7" fmla="*/ 66182 h 81305"/>
                <a:gd name="connsiteX8" fmla="*/ 62637 w 79888"/>
                <a:gd name="connsiteY8" fmla="*/ 30755 h 81305"/>
                <a:gd name="connsiteX9" fmla="*/ 56260 w 79888"/>
                <a:gd name="connsiteY9" fmla="*/ 9853 h 81305"/>
                <a:gd name="connsiteX10" fmla="*/ 31993 w 79888"/>
                <a:gd name="connsiteY10" fmla="*/ 111 h 81305"/>
                <a:gd name="connsiteX11" fmla="*/ 5245 w 79888"/>
                <a:gd name="connsiteY11" fmla="*/ 20127 h 81305"/>
                <a:gd name="connsiteX12" fmla="*/ 13393 w 79888"/>
                <a:gd name="connsiteY12" fmla="*/ 28452 h 81305"/>
                <a:gd name="connsiteX13" fmla="*/ 21542 w 79888"/>
                <a:gd name="connsiteY13" fmla="*/ 20304 h 81305"/>
                <a:gd name="connsiteX14" fmla="*/ 12508 w 79888"/>
                <a:gd name="connsiteY14" fmla="*/ 12156 h 81305"/>
                <a:gd name="connsiteX15" fmla="*/ 31638 w 79888"/>
                <a:gd name="connsiteY15" fmla="*/ 4008 h 81305"/>
                <a:gd name="connsiteX16" fmla="*/ 50415 w 79888"/>
                <a:gd name="connsiteY16" fmla="*/ 26681 h 81305"/>
                <a:gd name="connsiteX17" fmla="*/ 50415 w 79888"/>
                <a:gd name="connsiteY17" fmla="*/ 33235 h 81305"/>
                <a:gd name="connsiteX18" fmla="*/ 17822 w 79888"/>
                <a:gd name="connsiteY18" fmla="*/ 39612 h 81305"/>
                <a:gd name="connsiteX19" fmla="*/ 108 w 79888"/>
                <a:gd name="connsiteY19" fmla="*/ 62640 h 81305"/>
                <a:gd name="connsiteX20" fmla="*/ 28450 w 79888"/>
                <a:gd name="connsiteY20" fmla="*/ 81416 h 81305"/>
                <a:gd name="connsiteX21" fmla="*/ 51655 w 79888"/>
                <a:gd name="connsiteY21" fmla="*/ 66005 h 81305"/>
                <a:gd name="connsiteX22" fmla="*/ 50415 w 79888"/>
                <a:gd name="connsiteY22" fmla="*/ 36955 h 81305"/>
                <a:gd name="connsiteX23" fmla="*/ 50415 w 79888"/>
                <a:gd name="connsiteY23" fmla="*/ 54668 h 81305"/>
                <a:gd name="connsiteX24" fmla="*/ 29690 w 79888"/>
                <a:gd name="connsiteY24" fmla="*/ 77519 h 81305"/>
                <a:gd name="connsiteX25" fmla="*/ 13748 w 79888"/>
                <a:gd name="connsiteY25" fmla="*/ 62462 h 81305"/>
                <a:gd name="connsiteX26" fmla="*/ 50415 w 79888"/>
                <a:gd name="connsiteY26" fmla="*/ 36955 h 813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79888" h="81305">
                  <a:moveTo>
                    <a:pt x="51655" y="66005"/>
                  </a:moveTo>
                  <a:cubicBezTo>
                    <a:pt x="52363" y="73091"/>
                    <a:pt x="57146" y="80530"/>
                    <a:pt x="65471" y="80530"/>
                  </a:cubicBezTo>
                  <a:cubicBezTo>
                    <a:pt x="69191" y="80530"/>
                    <a:pt x="79996" y="78050"/>
                    <a:pt x="79996" y="63702"/>
                  </a:cubicBezTo>
                  <a:lnTo>
                    <a:pt x="79996" y="53783"/>
                  </a:lnTo>
                  <a:lnTo>
                    <a:pt x="75568" y="53783"/>
                  </a:lnTo>
                  <a:lnTo>
                    <a:pt x="75568" y="63702"/>
                  </a:lnTo>
                  <a:cubicBezTo>
                    <a:pt x="75568" y="73976"/>
                    <a:pt x="71140" y="75039"/>
                    <a:pt x="69191" y="75039"/>
                  </a:cubicBezTo>
                  <a:cubicBezTo>
                    <a:pt x="63346" y="75039"/>
                    <a:pt x="62637" y="67068"/>
                    <a:pt x="62637" y="66182"/>
                  </a:cubicBezTo>
                  <a:lnTo>
                    <a:pt x="62637" y="30755"/>
                  </a:lnTo>
                  <a:cubicBezTo>
                    <a:pt x="62637" y="23315"/>
                    <a:pt x="62637" y="16407"/>
                    <a:pt x="56260" y="9853"/>
                  </a:cubicBezTo>
                  <a:cubicBezTo>
                    <a:pt x="49352" y="2945"/>
                    <a:pt x="40495" y="111"/>
                    <a:pt x="31993" y="111"/>
                  </a:cubicBezTo>
                  <a:cubicBezTo>
                    <a:pt x="17467" y="111"/>
                    <a:pt x="5245" y="8436"/>
                    <a:pt x="5245" y="20127"/>
                  </a:cubicBezTo>
                  <a:cubicBezTo>
                    <a:pt x="5245" y="25441"/>
                    <a:pt x="8788" y="28452"/>
                    <a:pt x="13393" y="28452"/>
                  </a:cubicBezTo>
                  <a:cubicBezTo>
                    <a:pt x="18353" y="28452"/>
                    <a:pt x="21542" y="24910"/>
                    <a:pt x="21542" y="20304"/>
                  </a:cubicBezTo>
                  <a:cubicBezTo>
                    <a:pt x="21542" y="18178"/>
                    <a:pt x="20656" y="12333"/>
                    <a:pt x="12508" y="12156"/>
                  </a:cubicBezTo>
                  <a:cubicBezTo>
                    <a:pt x="17290" y="5956"/>
                    <a:pt x="25970" y="4008"/>
                    <a:pt x="31638" y="4008"/>
                  </a:cubicBezTo>
                  <a:cubicBezTo>
                    <a:pt x="40318" y="4008"/>
                    <a:pt x="50415" y="10916"/>
                    <a:pt x="50415" y="26681"/>
                  </a:cubicBezTo>
                  <a:lnTo>
                    <a:pt x="50415" y="33235"/>
                  </a:lnTo>
                  <a:cubicBezTo>
                    <a:pt x="41381" y="33766"/>
                    <a:pt x="28981" y="34298"/>
                    <a:pt x="17822" y="39612"/>
                  </a:cubicBezTo>
                  <a:cubicBezTo>
                    <a:pt x="4536" y="45634"/>
                    <a:pt x="108" y="54846"/>
                    <a:pt x="108" y="62640"/>
                  </a:cubicBezTo>
                  <a:cubicBezTo>
                    <a:pt x="108" y="76988"/>
                    <a:pt x="17290" y="81416"/>
                    <a:pt x="28450" y="81416"/>
                  </a:cubicBezTo>
                  <a:cubicBezTo>
                    <a:pt x="40141" y="81416"/>
                    <a:pt x="48289" y="74330"/>
                    <a:pt x="51655" y="66005"/>
                  </a:cubicBezTo>
                  <a:close/>
                  <a:moveTo>
                    <a:pt x="50415" y="36955"/>
                  </a:moveTo>
                  <a:lnTo>
                    <a:pt x="50415" y="54668"/>
                  </a:lnTo>
                  <a:cubicBezTo>
                    <a:pt x="50415" y="71496"/>
                    <a:pt x="37661" y="77519"/>
                    <a:pt x="29690" y="77519"/>
                  </a:cubicBezTo>
                  <a:cubicBezTo>
                    <a:pt x="21010" y="77519"/>
                    <a:pt x="13748" y="71319"/>
                    <a:pt x="13748" y="62462"/>
                  </a:cubicBezTo>
                  <a:cubicBezTo>
                    <a:pt x="13748" y="52720"/>
                    <a:pt x="21187" y="38018"/>
                    <a:pt x="50415" y="36955"/>
                  </a:cubicBezTo>
                  <a:close/>
                </a:path>
              </a:pathLst>
            </a:custGeom>
            <a:solidFill>
              <a:srgbClr val="000000"/>
            </a:solidFill>
            <a:ln w="1773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02" name="任意形状 401">
              <a:extLst>
                <a:ext uri="{FF2B5EF4-FFF2-40B4-BE49-F238E27FC236}">
                  <a16:creationId xmlns:a16="http://schemas.microsoft.com/office/drawing/2014/main" id="{0E3B1374-D522-2904-B935-C51041885B58}"/>
                </a:ext>
              </a:extLst>
            </p:cNvPr>
            <p:cNvSpPr/>
            <p:nvPr>
              <p:custDataLst>
                <p:tags r:id="rId98"/>
              </p:custDataLst>
            </p:nvPr>
          </p:nvSpPr>
          <p:spPr>
            <a:xfrm>
              <a:off x="8946525" y="6670605"/>
              <a:ext cx="57923" cy="81305"/>
            </a:xfrm>
            <a:custGeom>
              <a:avLst/>
              <a:gdLst>
                <a:gd name="connsiteX0" fmla="*/ 31112 w 57923"/>
                <a:gd name="connsiteY0" fmla="*/ 45103 h 81305"/>
                <a:gd name="connsiteX1" fmla="*/ 49534 w 57923"/>
                <a:gd name="connsiteY1" fmla="*/ 61400 h 81305"/>
                <a:gd name="connsiteX2" fmla="*/ 29518 w 57923"/>
                <a:gd name="connsiteY2" fmla="*/ 77519 h 81305"/>
                <a:gd name="connsiteX3" fmla="*/ 4896 w 57923"/>
                <a:gd name="connsiteY3" fmla="*/ 52366 h 81305"/>
                <a:gd name="connsiteX4" fmla="*/ 2416 w 57923"/>
                <a:gd name="connsiteY4" fmla="*/ 49354 h 81305"/>
                <a:gd name="connsiteX5" fmla="*/ 113 w 57923"/>
                <a:gd name="connsiteY5" fmla="*/ 53783 h 81305"/>
                <a:gd name="connsiteX6" fmla="*/ 113 w 57923"/>
                <a:gd name="connsiteY6" fmla="*/ 77165 h 81305"/>
                <a:gd name="connsiteX7" fmla="*/ 2062 w 57923"/>
                <a:gd name="connsiteY7" fmla="*/ 81416 h 81305"/>
                <a:gd name="connsiteX8" fmla="*/ 6490 w 57923"/>
                <a:gd name="connsiteY8" fmla="*/ 77873 h 81305"/>
                <a:gd name="connsiteX9" fmla="*/ 10033 w 57923"/>
                <a:gd name="connsiteY9" fmla="*/ 73799 h 81305"/>
                <a:gd name="connsiteX10" fmla="*/ 29518 w 57923"/>
                <a:gd name="connsiteY10" fmla="*/ 81416 h 81305"/>
                <a:gd name="connsiteX11" fmla="*/ 58036 w 57923"/>
                <a:gd name="connsiteY11" fmla="*/ 56794 h 81305"/>
                <a:gd name="connsiteX12" fmla="*/ 50597 w 57923"/>
                <a:gd name="connsiteY12" fmla="*/ 39966 h 81305"/>
                <a:gd name="connsiteX13" fmla="*/ 30403 w 57923"/>
                <a:gd name="connsiteY13" fmla="*/ 31464 h 81305"/>
                <a:gd name="connsiteX14" fmla="*/ 8616 w 57923"/>
                <a:gd name="connsiteY14" fmla="*/ 16938 h 81305"/>
                <a:gd name="connsiteX15" fmla="*/ 28455 w 57923"/>
                <a:gd name="connsiteY15" fmla="*/ 3476 h 81305"/>
                <a:gd name="connsiteX16" fmla="*/ 49180 w 57923"/>
                <a:gd name="connsiteY16" fmla="*/ 24910 h 81305"/>
                <a:gd name="connsiteX17" fmla="*/ 51305 w 57923"/>
                <a:gd name="connsiteY17" fmla="*/ 26504 h 81305"/>
                <a:gd name="connsiteX18" fmla="*/ 53608 w 57923"/>
                <a:gd name="connsiteY18" fmla="*/ 22253 h 81305"/>
                <a:gd name="connsiteX19" fmla="*/ 53608 w 57923"/>
                <a:gd name="connsiteY19" fmla="*/ 4362 h 81305"/>
                <a:gd name="connsiteX20" fmla="*/ 51660 w 57923"/>
                <a:gd name="connsiteY20" fmla="*/ 111 h 81305"/>
                <a:gd name="connsiteX21" fmla="*/ 48117 w 57923"/>
                <a:gd name="connsiteY21" fmla="*/ 2236 h 81305"/>
                <a:gd name="connsiteX22" fmla="*/ 45106 w 57923"/>
                <a:gd name="connsiteY22" fmla="*/ 5070 h 81305"/>
                <a:gd name="connsiteX23" fmla="*/ 28455 w 57923"/>
                <a:gd name="connsiteY23" fmla="*/ 111 h 81305"/>
                <a:gd name="connsiteX24" fmla="*/ 113 w 57923"/>
                <a:gd name="connsiteY24" fmla="*/ 21898 h 81305"/>
                <a:gd name="connsiteX25" fmla="*/ 7730 w 57923"/>
                <a:gd name="connsiteY25" fmla="*/ 36955 h 81305"/>
                <a:gd name="connsiteX26" fmla="*/ 31112 w 57923"/>
                <a:gd name="connsiteY26" fmla="*/ 45103 h 813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57923" h="81305">
                  <a:moveTo>
                    <a:pt x="31112" y="45103"/>
                  </a:moveTo>
                  <a:cubicBezTo>
                    <a:pt x="35009" y="45812"/>
                    <a:pt x="49534" y="48646"/>
                    <a:pt x="49534" y="61400"/>
                  </a:cubicBezTo>
                  <a:cubicBezTo>
                    <a:pt x="49534" y="70433"/>
                    <a:pt x="43334" y="77519"/>
                    <a:pt x="29518" y="77519"/>
                  </a:cubicBezTo>
                  <a:cubicBezTo>
                    <a:pt x="14638" y="77519"/>
                    <a:pt x="8261" y="67422"/>
                    <a:pt x="4896" y="52366"/>
                  </a:cubicBezTo>
                  <a:cubicBezTo>
                    <a:pt x="4364" y="50063"/>
                    <a:pt x="4187" y="49354"/>
                    <a:pt x="2416" y="49354"/>
                  </a:cubicBezTo>
                  <a:cubicBezTo>
                    <a:pt x="113" y="49354"/>
                    <a:pt x="113" y="50594"/>
                    <a:pt x="113" y="53783"/>
                  </a:cubicBezTo>
                  <a:lnTo>
                    <a:pt x="113" y="77165"/>
                  </a:lnTo>
                  <a:cubicBezTo>
                    <a:pt x="113" y="80176"/>
                    <a:pt x="113" y="81416"/>
                    <a:pt x="2062" y="81416"/>
                  </a:cubicBezTo>
                  <a:cubicBezTo>
                    <a:pt x="2947" y="81416"/>
                    <a:pt x="3124" y="81239"/>
                    <a:pt x="6490" y="77873"/>
                  </a:cubicBezTo>
                  <a:cubicBezTo>
                    <a:pt x="6844" y="77519"/>
                    <a:pt x="6844" y="77165"/>
                    <a:pt x="10033" y="73799"/>
                  </a:cubicBezTo>
                  <a:cubicBezTo>
                    <a:pt x="17827" y="81239"/>
                    <a:pt x="25798" y="81416"/>
                    <a:pt x="29518" y="81416"/>
                  </a:cubicBezTo>
                  <a:cubicBezTo>
                    <a:pt x="49888" y="81416"/>
                    <a:pt x="58036" y="69548"/>
                    <a:pt x="58036" y="56794"/>
                  </a:cubicBezTo>
                  <a:cubicBezTo>
                    <a:pt x="58036" y="47406"/>
                    <a:pt x="52722" y="42092"/>
                    <a:pt x="50597" y="39966"/>
                  </a:cubicBezTo>
                  <a:cubicBezTo>
                    <a:pt x="44751" y="34298"/>
                    <a:pt x="37843" y="32881"/>
                    <a:pt x="30403" y="31464"/>
                  </a:cubicBezTo>
                  <a:cubicBezTo>
                    <a:pt x="20484" y="29515"/>
                    <a:pt x="8616" y="27212"/>
                    <a:pt x="8616" y="16938"/>
                  </a:cubicBezTo>
                  <a:cubicBezTo>
                    <a:pt x="8616" y="10739"/>
                    <a:pt x="13221" y="3476"/>
                    <a:pt x="28455" y="3476"/>
                  </a:cubicBezTo>
                  <a:cubicBezTo>
                    <a:pt x="47940" y="3476"/>
                    <a:pt x="48825" y="19418"/>
                    <a:pt x="49180" y="24910"/>
                  </a:cubicBezTo>
                  <a:cubicBezTo>
                    <a:pt x="49357" y="26504"/>
                    <a:pt x="50951" y="26504"/>
                    <a:pt x="51305" y="26504"/>
                  </a:cubicBezTo>
                  <a:cubicBezTo>
                    <a:pt x="53608" y="26504"/>
                    <a:pt x="53608" y="25618"/>
                    <a:pt x="53608" y="22253"/>
                  </a:cubicBezTo>
                  <a:lnTo>
                    <a:pt x="53608" y="4362"/>
                  </a:lnTo>
                  <a:cubicBezTo>
                    <a:pt x="53608" y="1351"/>
                    <a:pt x="53608" y="111"/>
                    <a:pt x="51660" y="111"/>
                  </a:cubicBezTo>
                  <a:cubicBezTo>
                    <a:pt x="50774" y="111"/>
                    <a:pt x="50420" y="111"/>
                    <a:pt x="48117" y="2236"/>
                  </a:cubicBezTo>
                  <a:cubicBezTo>
                    <a:pt x="47585" y="2945"/>
                    <a:pt x="45814" y="4539"/>
                    <a:pt x="45106" y="5070"/>
                  </a:cubicBezTo>
                  <a:cubicBezTo>
                    <a:pt x="38374" y="111"/>
                    <a:pt x="31112" y="111"/>
                    <a:pt x="28455" y="111"/>
                  </a:cubicBezTo>
                  <a:cubicBezTo>
                    <a:pt x="6844" y="111"/>
                    <a:pt x="113" y="11979"/>
                    <a:pt x="113" y="21898"/>
                  </a:cubicBezTo>
                  <a:cubicBezTo>
                    <a:pt x="113" y="28098"/>
                    <a:pt x="2947" y="33058"/>
                    <a:pt x="7730" y="36955"/>
                  </a:cubicBezTo>
                  <a:cubicBezTo>
                    <a:pt x="13398" y="41560"/>
                    <a:pt x="18358" y="42623"/>
                    <a:pt x="31112" y="45103"/>
                  </a:cubicBezTo>
                  <a:close/>
                </a:path>
              </a:pathLst>
            </a:custGeom>
            <a:solidFill>
              <a:srgbClr val="000000"/>
            </a:solidFill>
            <a:ln w="1773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03" name="任意形状 402">
              <a:extLst>
                <a:ext uri="{FF2B5EF4-FFF2-40B4-BE49-F238E27FC236}">
                  <a16:creationId xmlns:a16="http://schemas.microsoft.com/office/drawing/2014/main" id="{1DC46202-29EE-ABE9-081F-EEF0A3E2D093}"/>
                </a:ext>
              </a:extLst>
            </p:cNvPr>
            <p:cNvSpPr/>
            <p:nvPr>
              <p:custDataLst>
                <p:tags r:id="rId99"/>
              </p:custDataLst>
            </p:nvPr>
          </p:nvSpPr>
          <p:spPr>
            <a:xfrm>
              <a:off x="9015510" y="6670605"/>
              <a:ext cx="68551" cy="81305"/>
            </a:xfrm>
            <a:custGeom>
              <a:avLst/>
              <a:gdLst>
                <a:gd name="connsiteX0" fmla="*/ 14996 w 68551"/>
                <a:gd name="connsiteY0" fmla="*/ 34829 h 81305"/>
                <a:gd name="connsiteX1" fmla="*/ 36961 w 68551"/>
                <a:gd name="connsiteY1" fmla="*/ 4008 h 81305"/>
                <a:gd name="connsiteX2" fmla="*/ 56978 w 68551"/>
                <a:gd name="connsiteY2" fmla="*/ 34829 h 81305"/>
                <a:gd name="connsiteX3" fmla="*/ 14996 w 68551"/>
                <a:gd name="connsiteY3" fmla="*/ 34829 h 81305"/>
                <a:gd name="connsiteX4" fmla="*/ 14819 w 68551"/>
                <a:gd name="connsiteY4" fmla="*/ 38549 h 81305"/>
                <a:gd name="connsiteX5" fmla="*/ 64240 w 68551"/>
                <a:gd name="connsiteY5" fmla="*/ 38549 h 81305"/>
                <a:gd name="connsiteX6" fmla="*/ 68669 w 68551"/>
                <a:gd name="connsiteY6" fmla="*/ 34829 h 81305"/>
                <a:gd name="connsiteX7" fmla="*/ 36961 w 68551"/>
                <a:gd name="connsiteY7" fmla="*/ 111 h 81305"/>
                <a:gd name="connsiteX8" fmla="*/ 117 w 68551"/>
                <a:gd name="connsiteY8" fmla="*/ 40498 h 81305"/>
                <a:gd name="connsiteX9" fmla="*/ 39087 w 68551"/>
                <a:gd name="connsiteY9" fmla="*/ 81416 h 81305"/>
                <a:gd name="connsiteX10" fmla="*/ 68669 w 68551"/>
                <a:gd name="connsiteY10" fmla="*/ 58388 h 81305"/>
                <a:gd name="connsiteX11" fmla="*/ 66366 w 68551"/>
                <a:gd name="connsiteY11" fmla="*/ 56263 h 81305"/>
                <a:gd name="connsiteX12" fmla="*/ 64063 w 68551"/>
                <a:gd name="connsiteY12" fmla="*/ 58743 h 81305"/>
                <a:gd name="connsiteX13" fmla="*/ 40150 w 68551"/>
                <a:gd name="connsiteY13" fmla="*/ 76988 h 81305"/>
                <a:gd name="connsiteX14" fmla="*/ 20133 w 68551"/>
                <a:gd name="connsiteY14" fmla="*/ 65119 h 81305"/>
                <a:gd name="connsiteX15" fmla="*/ 14819 w 68551"/>
                <a:gd name="connsiteY15" fmla="*/ 38549 h 813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68551" h="81305">
                  <a:moveTo>
                    <a:pt x="14996" y="34829"/>
                  </a:moveTo>
                  <a:cubicBezTo>
                    <a:pt x="16059" y="8436"/>
                    <a:pt x="30939" y="4008"/>
                    <a:pt x="36961" y="4008"/>
                  </a:cubicBezTo>
                  <a:cubicBezTo>
                    <a:pt x="55206" y="4008"/>
                    <a:pt x="56978" y="27921"/>
                    <a:pt x="56978" y="34829"/>
                  </a:cubicBezTo>
                  <a:lnTo>
                    <a:pt x="14996" y="34829"/>
                  </a:lnTo>
                  <a:close/>
                  <a:moveTo>
                    <a:pt x="14819" y="38549"/>
                  </a:moveTo>
                  <a:lnTo>
                    <a:pt x="64240" y="38549"/>
                  </a:lnTo>
                  <a:cubicBezTo>
                    <a:pt x="68137" y="38549"/>
                    <a:pt x="68669" y="38549"/>
                    <a:pt x="68669" y="34829"/>
                  </a:cubicBezTo>
                  <a:cubicBezTo>
                    <a:pt x="68669" y="17293"/>
                    <a:pt x="59103" y="111"/>
                    <a:pt x="36961" y="111"/>
                  </a:cubicBezTo>
                  <a:cubicBezTo>
                    <a:pt x="16413" y="111"/>
                    <a:pt x="117" y="18356"/>
                    <a:pt x="117" y="40498"/>
                  </a:cubicBezTo>
                  <a:cubicBezTo>
                    <a:pt x="117" y="64234"/>
                    <a:pt x="18716" y="81416"/>
                    <a:pt x="39087" y="81416"/>
                  </a:cubicBezTo>
                  <a:cubicBezTo>
                    <a:pt x="60697" y="81416"/>
                    <a:pt x="68669" y="61754"/>
                    <a:pt x="68669" y="58388"/>
                  </a:cubicBezTo>
                  <a:cubicBezTo>
                    <a:pt x="68669" y="56617"/>
                    <a:pt x="67251" y="56263"/>
                    <a:pt x="66366" y="56263"/>
                  </a:cubicBezTo>
                  <a:cubicBezTo>
                    <a:pt x="64772" y="56263"/>
                    <a:pt x="64417" y="57325"/>
                    <a:pt x="64063" y="58743"/>
                  </a:cubicBezTo>
                  <a:cubicBezTo>
                    <a:pt x="57863" y="76988"/>
                    <a:pt x="41921" y="76988"/>
                    <a:pt x="40150" y="76988"/>
                  </a:cubicBezTo>
                  <a:cubicBezTo>
                    <a:pt x="31293" y="76988"/>
                    <a:pt x="24207" y="71673"/>
                    <a:pt x="20133" y="65119"/>
                  </a:cubicBezTo>
                  <a:cubicBezTo>
                    <a:pt x="14819" y="56617"/>
                    <a:pt x="14819" y="44926"/>
                    <a:pt x="14819" y="38549"/>
                  </a:cubicBezTo>
                  <a:close/>
                </a:path>
              </a:pathLst>
            </a:custGeom>
            <a:solidFill>
              <a:srgbClr val="000000"/>
            </a:solidFill>
            <a:ln w="1773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04" name="任意形状 403">
              <a:extLst>
                <a:ext uri="{FF2B5EF4-FFF2-40B4-BE49-F238E27FC236}">
                  <a16:creationId xmlns:a16="http://schemas.microsoft.com/office/drawing/2014/main" id="{83CF49A1-68A2-0124-E28E-5EA9D4E05C7F}"/>
                </a:ext>
              </a:extLst>
            </p:cNvPr>
            <p:cNvSpPr/>
            <p:nvPr>
              <p:custDataLst>
                <p:tags r:id="rId100"/>
              </p:custDataLst>
            </p:nvPr>
          </p:nvSpPr>
          <p:spPr>
            <a:xfrm>
              <a:off x="9095123" y="6627030"/>
              <a:ext cx="39324" cy="122932"/>
            </a:xfrm>
            <a:custGeom>
              <a:avLst/>
              <a:gdLst>
                <a:gd name="connsiteX0" fmla="*/ 25629 w 39324"/>
                <a:gd name="connsiteY0" fmla="*/ 111 h 122932"/>
                <a:gd name="connsiteX1" fmla="*/ 121 w 39324"/>
                <a:gd name="connsiteY1" fmla="*/ 2059 h 122932"/>
                <a:gd name="connsiteX2" fmla="*/ 121 w 39324"/>
                <a:gd name="connsiteY2" fmla="*/ 7550 h 122932"/>
                <a:gd name="connsiteX3" fmla="*/ 13938 w 39324"/>
                <a:gd name="connsiteY3" fmla="*/ 17470 h 122932"/>
                <a:gd name="connsiteX4" fmla="*/ 13938 w 39324"/>
                <a:gd name="connsiteY4" fmla="*/ 109580 h 122932"/>
                <a:gd name="connsiteX5" fmla="*/ 121 w 39324"/>
                <a:gd name="connsiteY5" fmla="*/ 117552 h 122932"/>
                <a:gd name="connsiteX6" fmla="*/ 121 w 39324"/>
                <a:gd name="connsiteY6" fmla="*/ 123043 h 122932"/>
                <a:gd name="connsiteX7" fmla="*/ 19784 w 39324"/>
                <a:gd name="connsiteY7" fmla="*/ 122511 h 122932"/>
                <a:gd name="connsiteX8" fmla="*/ 39446 w 39324"/>
                <a:gd name="connsiteY8" fmla="*/ 123043 h 122932"/>
                <a:gd name="connsiteX9" fmla="*/ 39446 w 39324"/>
                <a:gd name="connsiteY9" fmla="*/ 117552 h 122932"/>
                <a:gd name="connsiteX10" fmla="*/ 25629 w 39324"/>
                <a:gd name="connsiteY10" fmla="*/ 109580 h 122932"/>
                <a:gd name="connsiteX11" fmla="*/ 25629 w 39324"/>
                <a:gd name="connsiteY11" fmla="*/ 111 h 1229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9324" h="122932">
                  <a:moveTo>
                    <a:pt x="25629" y="111"/>
                  </a:moveTo>
                  <a:lnTo>
                    <a:pt x="121" y="2059"/>
                  </a:lnTo>
                  <a:lnTo>
                    <a:pt x="121" y="7550"/>
                  </a:lnTo>
                  <a:cubicBezTo>
                    <a:pt x="12521" y="7550"/>
                    <a:pt x="13938" y="8790"/>
                    <a:pt x="13938" y="17470"/>
                  </a:cubicBezTo>
                  <a:lnTo>
                    <a:pt x="13938" y="109580"/>
                  </a:lnTo>
                  <a:cubicBezTo>
                    <a:pt x="13938" y="117552"/>
                    <a:pt x="11990" y="117552"/>
                    <a:pt x="121" y="117552"/>
                  </a:cubicBezTo>
                  <a:lnTo>
                    <a:pt x="121" y="123043"/>
                  </a:lnTo>
                  <a:cubicBezTo>
                    <a:pt x="5967" y="122866"/>
                    <a:pt x="15355" y="122511"/>
                    <a:pt x="19784" y="122511"/>
                  </a:cubicBezTo>
                  <a:cubicBezTo>
                    <a:pt x="24212" y="122511"/>
                    <a:pt x="32892" y="122866"/>
                    <a:pt x="39446" y="123043"/>
                  </a:cubicBezTo>
                  <a:lnTo>
                    <a:pt x="39446" y="117552"/>
                  </a:lnTo>
                  <a:cubicBezTo>
                    <a:pt x="27577" y="117552"/>
                    <a:pt x="25629" y="117552"/>
                    <a:pt x="25629" y="109580"/>
                  </a:cubicBezTo>
                  <a:lnTo>
                    <a:pt x="25629" y="111"/>
                  </a:lnTo>
                  <a:close/>
                </a:path>
              </a:pathLst>
            </a:custGeom>
            <a:solidFill>
              <a:srgbClr val="000000"/>
            </a:solidFill>
            <a:ln w="1773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05" name="任意形状 404">
              <a:extLst>
                <a:ext uri="{FF2B5EF4-FFF2-40B4-BE49-F238E27FC236}">
                  <a16:creationId xmlns:a16="http://schemas.microsoft.com/office/drawing/2014/main" id="{7ECFA2D4-9CBC-CE33-E311-35BB21D2F268}"/>
                </a:ext>
              </a:extLst>
            </p:cNvPr>
            <p:cNvSpPr/>
            <p:nvPr>
              <p:custDataLst>
                <p:tags r:id="rId101"/>
              </p:custDataLst>
            </p:nvPr>
          </p:nvSpPr>
          <p:spPr>
            <a:xfrm>
              <a:off x="9144327" y="6631458"/>
              <a:ext cx="37907" cy="118503"/>
            </a:xfrm>
            <a:custGeom>
              <a:avLst/>
              <a:gdLst>
                <a:gd name="connsiteX0" fmla="*/ 25632 w 37907"/>
                <a:gd name="connsiteY0" fmla="*/ 40320 h 118503"/>
                <a:gd name="connsiteX1" fmla="*/ 833 w 37907"/>
                <a:gd name="connsiteY1" fmla="*/ 42269 h 118503"/>
                <a:gd name="connsiteX2" fmla="*/ 833 w 37907"/>
                <a:gd name="connsiteY2" fmla="*/ 47760 h 118503"/>
                <a:gd name="connsiteX3" fmla="*/ 13941 w 37907"/>
                <a:gd name="connsiteY3" fmla="*/ 57503 h 118503"/>
                <a:gd name="connsiteX4" fmla="*/ 13941 w 37907"/>
                <a:gd name="connsiteY4" fmla="*/ 105152 h 118503"/>
                <a:gd name="connsiteX5" fmla="*/ 124 w 37907"/>
                <a:gd name="connsiteY5" fmla="*/ 113123 h 118503"/>
                <a:gd name="connsiteX6" fmla="*/ 124 w 37907"/>
                <a:gd name="connsiteY6" fmla="*/ 118614 h 118503"/>
                <a:gd name="connsiteX7" fmla="*/ 19609 w 37907"/>
                <a:gd name="connsiteY7" fmla="*/ 118083 h 118503"/>
                <a:gd name="connsiteX8" fmla="*/ 38031 w 37907"/>
                <a:gd name="connsiteY8" fmla="*/ 118614 h 118503"/>
                <a:gd name="connsiteX9" fmla="*/ 38031 w 37907"/>
                <a:gd name="connsiteY9" fmla="*/ 113123 h 118503"/>
                <a:gd name="connsiteX10" fmla="*/ 25632 w 37907"/>
                <a:gd name="connsiteY10" fmla="*/ 105329 h 118503"/>
                <a:gd name="connsiteX11" fmla="*/ 25632 w 37907"/>
                <a:gd name="connsiteY11" fmla="*/ 40320 h 118503"/>
                <a:gd name="connsiteX12" fmla="*/ 26340 w 37907"/>
                <a:gd name="connsiteY12" fmla="*/ 9499 h 118503"/>
                <a:gd name="connsiteX13" fmla="*/ 16952 w 37907"/>
                <a:gd name="connsiteY13" fmla="*/ 111 h 118503"/>
                <a:gd name="connsiteX14" fmla="*/ 7564 w 37907"/>
                <a:gd name="connsiteY14" fmla="*/ 9499 h 118503"/>
                <a:gd name="connsiteX15" fmla="*/ 16952 w 37907"/>
                <a:gd name="connsiteY15" fmla="*/ 18887 h 118503"/>
                <a:gd name="connsiteX16" fmla="*/ 26340 w 37907"/>
                <a:gd name="connsiteY16" fmla="*/ 9499 h 1185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37907" h="118503">
                  <a:moveTo>
                    <a:pt x="25632" y="40320"/>
                  </a:moveTo>
                  <a:lnTo>
                    <a:pt x="833" y="42269"/>
                  </a:lnTo>
                  <a:lnTo>
                    <a:pt x="833" y="47760"/>
                  </a:lnTo>
                  <a:cubicBezTo>
                    <a:pt x="12347" y="47760"/>
                    <a:pt x="13941" y="48823"/>
                    <a:pt x="13941" y="57503"/>
                  </a:cubicBezTo>
                  <a:lnTo>
                    <a:pt x="13941" y="105152"/>
                  </a:lnTo>
                  <a:cubicBezTo>
                    <a:pt x="13941" y="113123"/>
                    <a:pt x="11992" y="113123"/>
                    <a:pt x="124" y="113123"/>
                  </a:cubicBezTo>
                  <a:lnTo>
                    <a:pt x="124" y="118614"/>
                  </a:lnTo>
                  <a:cubicBezTo>
                    <a:pt x="5793" y="118437"/>
                    <a:pt x="15358" y="118083"/>
                    <a:pt x="19609" y="118083"/>
                  </a:cubicBezTo>
                  <a:cubicBezTo>
                    <a:pt x="25809" y="118083"/>
                    <a:pt x="32009" y="118437"/>
                    <a:pt x="38031" y="118614"/>
                  </a:cubicBezTo>
                  <a:lnTo>
                    <a:pt x="38031" y="113123"/>
                  </a:lnTo>
                  <a:cubicBezTo>
                    <a:pt x="26340" y="113123"/>
                    <a:pt x="25632" y="112238"/>
                    <a:pt x="25632" y="105329"/>
                  </a:cubicBezTo>
                  <a:lnTo>
                    <a:pt x="25632" y="40320"/>
                  </a:lnTo>
                  <a:close/>
                  <a:moveTo>
                    <a:pt x="26340" y="9499"/>
                  </a:moveTo>
                  <a:cubicBezTo>
                    <a:pt x="26340" y="3830"/>
                    <a:pt x="21912" y="111"/>
                    <a:pt x="16952" y="111"/>
                  </a:cubicBezTo>
                  <a:cubicBezTo>
                    <a:pt x="11461" y="111"/>
                    <a:pt x="7564" y="4893"/>
                    <a:pt x="7564" y="9499"/>
                  </a:cubicBezTo>
                  <a:cubicBezTo>
                    <a:pt x="7564" y="14281"/>
                    <a:pt x="11461" y="18887"/>
                    <a:pt x="16952" y="18887"/>
                  </a:cubicBezTo>
                  <a:cubicBezTo>
                    <a:pt x="21912" y="18887"/>
                    <a:pt x="26340" y="15167"/>
                    <a:pt x="26340" y="9499"/>
                  </a:cubicBezTo>
                  <a:close/>
                </a:path>
              </a:pathLst>
            </a:custGeom>
            <a:solidFill>
              <a:srgbClr val="000000"/>
            </a:solidFill>
            <a:ln w="1773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06" name="任意形状 405">
              <a:extLst>
                <a:ext uri="{FF2B5EF4-FFF2-40B4-BE49-F238E27FC236}">
                  <a16:creationId xmlns:a16="http://schemas.microsoft.com/office/drawing/2014/main" id="{CE4D965F-2FB6-3F60-FE6D-FDA150EEAD02}"/>
                </a:ext>
              </a:extLst>
            </p:cNvPr>
            <p:cNvSpPr/>
            <p:nvPr>
              <p:custDataLst>
                <p:tags r:id="rId102"/>
              </p:custDataLst>
            </p:nvPr>
          </p:nvSpPr>
          <p:spPr>
            <a:xfrm>
              <a:off x="9193355" y="6671668"/>
              <a:ext cx="89099" cy="78294"/>
            </a:xfrm>
            <a:custGeom>
              <a:avLst/>
              <a:gdLst>
                <a:gd name="connsiteX0" fmla="*/ 13944 w 89099"/>
                <a:gd name="connsiteY0" fmla="*/ 17470 h 78294"/>
                <a:gd name="connsiteX1" fmla="*/ 13944 w 89099"/>
                <a:gd name="connsiteY1" fmla="*/ 64942 h 78294"/>
                <a:gd name="connsiteX2" fmla="*/ 127 w 89099"/>
                <a:gd name="connsiteY2" fmla="*/ 72913 h 78294"/>
                <a:gd name="connsiteX3" fmla="*/ 127 w 89099"/>
                <a:gd name="connsiteY3" fmla="*/ 78405 h 78294"/>
                <a:gd name="connsiteX4" fmla="*/ 20143 w 89099"/>
                <a:gd name="connsiteY4" fmla="*/ 77873 h 78294"/>
                <a:gd name="connsiteX5" fmla="*/ 39983 w 89099"/>
                <a:gd name="connsiteY5" fmla="*/ 78405 h 78294"/>
                <a:gd name="connsiteX6" fmla="*/ 39983 w 89099"/>
                <a:gd name="connsiteY6" fmla="*/ 72913 h 78294"/>
                <a:gd name="connsiteX7" fmla="*/ 26166 w 89099"/>
                <a:gd name="connsiteY7" fmla="*/ 64942 h 78294"/>
                <a:gd name="connsiteX8" fmla="*/ 26166 w 89099"/>
                <a:gd name="connsiteY8" fmla="*/ 32349 h 78294"/>
                <a:gd name="connsiteX9" fmla="*/ 50079 w 89099"/>
                <a:gd name="connsiteY9" fmla="*/ 4008 h 78294"/>
                <a:gd name="connsiteX10" fmla="*/ 63187 w 89099"/>
                <a:gd name="connsiteY10" fmla="*/ 23670 h 78294"/>
                <a:gd name="connsiteX11" fmla="*/ 63187 w 89099"/>
                <a:gd name="connsiteY11" fmla="*/ 64942 h 78294"/>
                <a:gd name="connsiteX12" fmla="*/ 49371 w 89099"/>
                <a:gd name="connsiteY12" fmla="*/ 72913 h 78294"/>
                <a:gd name="connsiteX13" fmla="*/ 49371 w 89099"/>
                <a:gd name="connsiteY13" fmla="*/ 78405 h 78294"/>
                <a:gd name="connsiteX14" fmla="*/ 69387 w 89099"/>
                <a:gd name="connsiteY14" fmla="*/ 77873 h 78294"/>
                <a:gd name="connsiteX15" fmla="*/ 89226 w 89099"/>
                <a:gd name="connsiteY15" fmla="*/ 78405 h 78294"/>
                <a:gd name="connsiteX16" fmla="*/ 89226 w 89099"/>
                <a:gd name="connsiteY16" fmla="*/ 72913 h 78294"/>
                <a:gd name="connsiteX17" fmla="*/ 75410 w 89099"/>
                <a:gd name="connsiteY17" fmla="*/ 67599 h 78294"/>
                <a:gd name="connsiteX18" fmla="*/ 75410 w 89099"/>
                <a:gd name="connsiteY18" fmla="*/ 33766 h 78294"/>
                <a:gd name="connsiteX19" fmla="*/ 69918 w 89099"/>
                <a:gd name="connsiteY19" fmla="*/ 6665 h 78294"/>
                <a:gd name="connsiteX20" fmla="*/ 51319 w 89099"/>
                <a:gd name="connsiteY20" fmla="*/ 111 h 78294"/>
                <a:gd name="connsiteX21" fmla="*/ 25103 w 89099"/>
                <a:gd name="connsiteY21" fmla="*/ 18710 h 78294"/>
                <a:gd name="connsiteX22" fmla="*/ 25103 w 89099"/>
                <a:gd name="connsiteY22" fmla="*/ 111 h 78294"/>
                <a:gd name="connsiteX23" fmla="*/ 127 w 89099"/>
                <a:gd name="connsiteY23" fmla="*/ 2059 h 78294"/>
                <a:gd name="connsiteX24" fmla="*/ 127 w 89099"/>
                <a:gd name="connsiteY24" fmla="*/ 7550 h 78294"/>
                <a:gd name="connsiteX25" fmla="*/ 13944 w 89099"/>
                <a:gd name="connsiteY25" fmla="*/ 17470 h 78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89099" h="78294">
                  <a:moveTo>
                    <a:pt x="13944" y="17470"/>
                  </a:moveTo>
                  <a:lnTo>
                    <a:pt x="13944" y="64942"/>
                  </a:lnTo>
                  <a:cubicBezTo>
                    <a:pt x="13944" y="72913"/>
                    <a:pt x="11995" y="72913"/>
                    <a:pt x="127" y="72913"/>
                  </a:cubicBezTo>
                  <a:lnTo>
                    <a:pt x="127" y="78405"/>
                  </a:lnTo>
                  <a:cubicBezTo>
                    <a:pt x="6327" y="78227"/>
                    <a:pt x="15361" y="77873"/>
                    <a:pt x="20143" y="77873"/>
                  </a:cubicBezTo>
                  <a:cubicBezTo>
                    <a:pt x="24749" y="77873"/>
                    <a:pt x="33960" y="78227"/>
                    <a:pt x="39983" y="78405"/>
                  </a:cubicBezTo>
                  <a:lnTo>
                    <a:pt x="39983" y="72913"/>
                  </a:lnTo>
                  <a:cubicBezTo>
                    <a:pt x="28114" y="72913"/>
                    <a:pt x="26166" y="72913"/>
                    <a:pt x="26166" y="64942"/>
                  </a:cubicBezTo>
                  <a:lnTo>
                    <a:pt x="26166" y="32349"/>
                  </a:lnTo>
                  <a:cubicBezTo>
                    <a:pt x="26166" y="13927"/>
                    <a:pt x="38743" y="4008"/>
                    <a:pt x="50079" y="4008"/>
                  </a:cubicBezTo>
                  <a:cubicBezTo>
                    <a:pt x="61239" y="4008"/>
                    <a:pt x="63187" y="13573"/>
                    <a:pt x="63187" y="23670"/>
                  </a:cubicBezTo>
                  <a:lnTo>
                    <a:pt x="63187" y="64942"/>
                  </a:lnTo>
                  <a:cubicBezTo>
                    <a:pt x="63187" y="72913"/>
                    <a:pt x="61239" y="72913"/>
                    <a:pt x="49371" y="72913"/>
                  </a:cubicBezTo>
                  <a:lnTo>
                    <a:pt x="49371" y="78405"/>
                  </a:lnTo>
                  <a:cubicBezTo>
                    <a:pt x="55570" y="78227"/>
                    <a:pt x="64604" y="77873"/>
                    <a:pt x="69387" y="77873"/>
                  </a:cubicBezTo>
                  <a:cubicBezTo>
                    <a:pt x="73993" y="77873"/>
                    <a:pt x="83204" y="78227"/>
                    <a:pt x="89226" y="78405"/>
                  </a:cubicBezTo>
                  <a:lnTo>
                    <a:pt x="89226" y="72913"/>
                  </a:lnTo>
                  <a:cubicBezTo>
                    <a:pt x="80015" y="72913"/>
                    <a:pt x="75587" y="72913"/>
                    <a:pt x="75410" y="67599"/>
                  </a:cubicBezTo>
                  <a:lnTo>
                    <a:pt x="75410" y="33766"/>
                  </a:lnTo>
                  <a:cubicBezTo>
                    <a:pt x="75410" y="18533"/>
                    <a:pt x="75410" y="13042"/>
                    <a:pt x="69918" y="6665"/>
                  </a:cubicBezTo>
                  <a:cubicBezTo>
                    <a:pt x="67439" y="3653"/>
                    <a:pt x="61593" y="111"/>
                    <a:pt x="51319" y="111"/>
                  </a:cubicBezTo>
                  <a:cubicBezTo>
                    <a:pt x="38388" y="111"/>
                    <a:pt x="30063" y="7727"/>
                    <a:pt x="25103" y="18710"/>
                  </a:cubicBezTo>
                  <a:lnTo>
                    <a:pt x="25103" y="111"/>
                  </a:lnTo>
                  <a:lnTo>
                    <a:pt x="127" y="2059"/>
                  </a:lnTo>
                  <a:lnTo>
                    <a:pt x="127" y="7550"/>
                  </a:lnTo>
                  <a:cubicBezTo>
                    <a:pt x="12526" y="7550"/>
                    <a:pt x="13944" y="8790"/>
                    <a:pt x="13944" y="17470"/>
                  </a:cubicBezTo>
                  <a:close/>
                </a:path>
              </a:pathLst>
            </a:custGeom>
            <a:solidFill>
              <a:srgbClr val="000000"/>
            </a:solidFill>
            <a:ln w="1773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07" name="任意形状 406">
              <a:extLst>
                <a:ext uri="{FF2B5EF4-FFF2-40B4-BE49-F238E27FC236}">
                  <a16:creationId xmlns:a16="http://schemas.microsoft.com/office/drawing/2014/main" id="{8D0D8B2F-1B26-DDD2-CC37-21D02D3CADB9}"/>
                </a:ext>
              </a:extLst>
            </p:cNvPr>
            <p:cNvSpPr/>
            <p:nvPr>
              <p:custDataLst>
                <p:tags r:id="rId103"/>
              </p:custDataLst>
            </p:nvPr>
          </p:nvSpPr>
          <p:spPr>
            <a:xfrm>
              <a:off x="9291055" y="6670605"/>
              <a:ext cx="68551" cy="81305"/>
            </a:xfrm>
            <a:custGeom>
              <a:avLst/>
              <a:gdLst>
                <a:gd name="connsiteX0" fmla="*/ 15012 w 68551"/>
                <a:gd name="connsiteY0" fmla="*/ 34829 h 81305"/>
                <a:gd name="connsiteX1" fmla="*/ 36977 w 68551"/>
                <a:gd name="connsiteY1" fmla="*/ 4008 h 81305"/>
                <a:gd name="connsiteX2" fmla="*/ 56993 w 68551"/>
                <a:gd name="connsiteY2" fmla="*/ 34829 h 81305"/>
                <a:gd name="connsiteX3" fmla="*/ 15012 w 68551"/>
                <a:gd name="connsiteY3" fmla="*/ 34829 h 81305"/>
                <a:gd name="connsiteX4" fmla="*/ 14835 w 68551"/>
                <a:gd name="connsiteY4" fmla="*/ 38549 h 81305"/>
                <a:gd name="connsiteX5" fmla="*/ 64256 w 68551"/>
                <a:gd name="connsiteY5" fmla="*/ 38549 h 81305"/>
                <a:gd name="connsiteX6" fmla="*/ 68684 w 68551"/>
                <a:gd name="connsiteY6" fmla="*/ 34829 h 81305"/>
                <a:gd name="connsiteX7" fmla="*/ 36977 w 68551"/>
                <a:gd name="connsiteY7" fmla="*/ 111 h 81305"/>
                <a:gd name="connsiteX8" fmla="*/ 133 w 68551"/>
                <a:gd name="connsiteY8" fmla="*/ 40498 h 81305"/>
                <a:gd name="connsiteX9" fmla="*/ 39102 w 68551"/>
                <a:gd name="connsiteY9" fmla="*/ 81416 h 81305"/>
                <a:gd name="connsiteX10" fmla="*/ 68684 w 68551"/>
                <a:gd name="connsiteY10" fmla="*/ 58388 h 81305"/>
                <a:gd name="connsiteX11" fmla="*/ 66381 w 68551"/>
                <a:gd name="connsiteY11" fmla="*/ 56263 h 81305"/>
                <a:gd name="connsiteX12" fmla="*/ 64079 w 68551"/>
                <a:gd name="connsiteY12" fmla="*/ 58743 h 81305"/>
                <a:gd name="connsiteX13" fmla="*/ 40165 w 68551"/>
                <a:gd name="connsiteY13" fmla="*/ 76988 h 81305"/>
                <a:gd name="connsiteX14" fmla="*/ 20149 w 68551"/>
                <a:gd name="connsiteY14" fmla="*/ 65119 h 81305"/>
                <a:gd name="connsiteX15" fmla="*/ 14835 w 68551"/>
                <a:gd name="connsiteY15" fmla="*/ 38549 h 813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68551" h="81305">
                  <a:moveTo>
                    <a:pt x="15012" y="34829"/>
                  </a:moveTo>
                  <a:cubicBezTo>
                    <a:pt x="16075" y="8436"/>
                    <a:pt x="30954" y="4008"/>
                    <a:pt x="36977" y="4008"/>
                  </a:cubicBezTo>
                  <a:cubicBezTo>
                    <a:pt x="55222" y="4008"/>
                    <a:pt x="56993" y="27921"/>
                    <a:pt x="56993" y="34829"/>
                  </a:cubicBezTo>
                  <a:lnTo>
                    <a:pt x="15012" y="34829"/>
                  </a:lnTo>
                  <a:close/>
                  <a:moveTo>
                    <a:pt x="14835" y="38549"/>
                  </a:moveTo>
                  <a:lnTo>
                    <a:pt x="64256" y="38549"/>
                  </a:lnTo>
                  <a:cubicBezTo>
                    <a:pt x="68153" y="38549"/>
                    <a:pt x="68684" y="38549"/>
                    <a:pt x="68684" y="34829"/>
                  </a:cubicBezTo>
                  <a:cubicBezTo>
                    <a:pt x="68684" y="17293"/>
                    <a:pt x="59119" y="111"/>
                    <a:pt x="36977" y="111"/>
                  </a:cubicBezTo>
                  <a:cubicBezTo>
                    <a:pt x="16429" y="111"/>
                    <a:pt x="133" y="18356"/>
                    <a:pt x="133" y="40498"/>
                  </a:cubicBezTo>
                  <a:cubicBezTo>
                    <a:pt x="133" y="64234"/>
                    <a:pt x="18732" y="81416"/>
                    <a:pt x="39102" y="81416"/>
                  </a:cubicBezTo>
                  <a:cubicBezTo>
                    <a:pt x="60713" y="81416"/>
                    <a:pt x="68684" y="61754"/>
                    <a:pt x="68684" y="58388"/>
                  </a:cubicBezTo>
                  <a:cubicBezTo>
                    <a:pt x="68684" y="56617"/>
                    <a:pt x="67267" y="56263"/>
                    <a:pt x="66381" y="56263"/>
                  </a:cubicBezTo>
                  <a:cubicBezTo>
                    <a:pt x="64787" y="56263"/>
                    <a:pt x="64433" y="57325"/>
                    <a:pt x="64079" y="58743"/>
                  </a:cubicBezTo>
                  <a:cubicBezTo>
                    <a:pt x="57879" y="76988"/>
                    <a:pt x="41937" y="76988"/>
                    <a:pt x="40165" y="76988"/>
                  </a:cubicBezTo>
                  <a:cubicBezTo>
                    <a:pt x="31308" y="76988"/>
                    <a:pt x="24223" y="71673"/>
                    <a:pt x="20149" y="65119"/>
                  </a:cubicBezTo>
                  <a:cubicBezTo>
                    <a:pt x="14835" y="56617"/>
                    <a:pt x="14835" y="44926"/>
                    <a:pt x="14835" y="38549"/>
                  </a:cubicBezTo>
                  <a:close/>
                </a:path>
              </a:pathLst>
            </a:custGeom>
            <a:solidFill>
              <a:srgbClr val="000000"/>
            </a:solidFill>
            <a:ln w="1773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08" name="任意形状 407">
              <a:extLst>
                <a:ext uri="{FF2B5EF4-FFF2-40B4-BE49-F238E27FC236}">
                  <a16:creationId xmlns:a16="http://schemas.microsoft.com/office/drawing/2014/main" id="{8662AF4E-7318-70CD-6F00-2A0270107652}"/>
                </a:ext>
              </a:extLst>
            </p:cNvPr>
            <p:cNvSpPr/>
            <p:nvPr>
              <p:custDataLst>
                <p:tags r:id="rId104"/>
              </p:custDataLst>
            </p:nvPr>
          </p:nvSpPr>
          <p:spPr>
            <a:xfrm>
              <a:off x="9429536" y="6671668"/>
              <a:ext cx="138343" cy="78294"/>
            </a:xfrm>
            <a:custGeom>
              <a:avLst/>
              <a:gdLst>
                <a:gd name="connsiteX0" fmla="*/ 13957 w 138343"/>
                <a:gd name="connsiteY0" fmla="*/ 17470 h 78294"/>
                <a:gd name="connsiteX1" fmla="*/ 13957 w 138343"/>
                <a:gd name="connsiteY1" fmla="*/ 64942 h 78294"/>
                <a:gd name="connsiteX2" fmla="*/ 140 w 138343"/>
                <a:gd name="connsiteY2" fmla="*/ 72913 h 78294"/>
                <a:gd name="connsiteX3" fmla="*/ 140 w 138343"/>
                <a:gd name="connsiteY3" fmla="*/ 78405 h 78294"/>
                <a:gd name="connsiteX4" fmla="*/ 20157 w 138343"/>
                <a:gd name="connsiteY4" fmla="*/ 77873 h 78294"/>
                <a:gd name="connsiteX5" fmla="*/ 39996 w 138343"/>
                <a:gd name="connsiteY5" fmla="*/ 78405 h 78294"/>
                <a:gd name="connsiteX6" fmla="*/ 39996 w 138343"/>
                <a:gd name="connsiteY6" fmla="*/ 72913 h 78294"/>
                <a:gd name="connsiteX7" fmla="*/ 26179 w 138343"/>
                <a:gd name="connsiteY7" fmla="*/ 64942 h 78294"/>
                <a:gd name="connsiteX8" fmla="*/ 26179 w 138343"/>
                <a:gd name="connsiteY8" fmla="*/ 32349 h 78294"/>
                <a:gd name="connsiteX9" fmla="*/ 50093 w 138343"/>
                <a:gd name="connsiteY9" fmla="*/ 4008 h 78294"/>
                <a:gd name="connsiteX10" fmla="*/ 63201 w 138343"/>
                <a:gd name="connsiteY10" fmla="*/ 23670 h 78294"/>
                <a:gd name="connsiteX11" fmla="*/ 63201 w 138343"/>
                <a:gd name="connsiteY11" fmla="*/ 64942 h 78294"/>
                <a:gd name="connsiteX12" fmla="*/ 49384 w 138343"/>
                <a:gd name="connsiteY12" fmla="*/ 72913 h 78294"/>
                <a:gd name="connsiteX13" fmla="*/ 49384 w 138343"/>
                <a:gd name="connsiteY13" fmla="*/ 78405 h 78294"/>
                <a:gd name="connsiteX14" fmla="*/ 69400 w 138343"/>
                <a:gd name="connsiteY14" fmla="*/ 77873 h 78294"/>
                <a:gd name="connsiteX15" fmla="*/ 89240 w 138343"/>
                <a:gd name="connsiteY15" fmla="*/ 78405 h 78294"/>
                <a:gd name="connsiteX16" fmla="*/ 89240 w 138343"/>
                <a:gd name="connsiteY16" fmla="*/ 72913 h 78294"/>
                <a:gd name="connsiteX17" fmla="*/ 75423 w 138343"/>
                <a:gd name="connsiteY17" fmla="*/ 64942 h 78294"/>
                <a:gd name="connsiteX18" fmla="*/ 75423 w 138343"/>
                <a:gd name="connsiteY18" fmla="*/ 32349 h 78294"/>
                <a:gd name="connsiteX19" fmla="*/ 99336 w 138343"/>
                <a:gd name="connsiteY19" fmla="*/ 4008 h 78294"/>
                <a:gd name="connsiteX20" fmla="*/ 112444 w 138343"/>
                <a:gd name="connsiteY20" fmla="*/ 23670 h 78294"/>
                <a:gd name="connsiteX21" fmla="*/ 112444 w 138343"/>
                <a:gd name="connsiteY21" fmla="*/ 64942 h 78294"/>
                <a:gd name="connsiteX22" fmla="*/ 98628 w 138343"/>
                <a:gd name="connsiteY22" fmla="*/ 72913 h 78294"/>
                <a:gd name="connsiteX23" fmla="*/ 98628 w 138343"/>
                <a:gd name="connsiteY23" fmla="*/ 78405 h 78294"/>
                <a:gd name="connsiteX24" fmla="*/ 118644 w 138343"/>
                <a:gd name="connsiteY24" fmla="*/ 77873 h 78294"/>
                <a:gd name="connsiteX25" fmla="*/ 138483 w 138343"/>
                <a:gd name="connsiteY25" fmla="*/ 78405 h 78294"/>
                <a:gd name="connsiteX26" fmla="*/ 138483 w 138343"/>
                <a:gd name="connsiteY26" fmla="*/ 72913 h 78294"/>
                <a:gd name="connsiteX27" fmla="*/ 124667 w 138343"/>
                <a:gd name="connsiteY27" fmla="*/ 67599 h 78294"/>
                <a:gd name="connsiteX28" fmla="*/ 124667 w 138343"/>
                <a:gd name="connsiteY28" fmla="*/ 33766 h 78294"/>
                <a:gd name="connsiteX29" fmla="*/ 119175 w 138343"/>
                <a:gd name="connsiteY29" fmla="*/ 6665 h 78294"/>
                <a:gd name="connsiteX30" fmla="*/ 100576 w 138343"/>
                <a:gd name="connsiteY30" fmla="*/ 111 h 78294"/>
                <a:gd name="connsiteX31" fmla="*/ 74892 w 138343"/>
                <a:gd name="connsiteY31" fmla="*/ 17470 h 78294"/>
                <a:gd name="connsiteX32" fmla="*/ 51332 w 138343"/>
                <a:gd name="connsiteY32" fmla="*/ 111 h 78294"/>
                <a:gd name="connsiteX33" fmla="*/ 25116 w 138343"/>
                <a:gd name="connsiteY33" fmla="*/ 18710 h 78294"/>
                <a:gd name="connsiteX34" fmla="*/ 25116 w 138343"/>
                <a:gd name="connsiteY34" fmla="*/ 111 h 78294"/>
                <a:gd name="connsiteX35" fmla="*/ 140 w 138343"/>
                <a:gd name="connsiteY35" fmla="*/ 2059 h 78294"/>
                <a:gd name="connsiteX36" fmla="*/ 140 w 138343"/>
                <a:gd name="connsiteY36" fmla="*/ 7550 h 78294"/>
                <a:gd name="connsiteX37" fmla="*/ 13957 w 138343"/>
                <a:gd name="connsiteY37" fmla="*/ 17470 h 78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138343" h="78294">
                  <a:moveTo>
                    <a:pt x="13957" y="17470"/>
                  </a:moveTo>
                  <a:lnTo>
                    <a:pt x="13957" y="64942"/>
                  </a:lnTo>
                  <a:cubicBezTo>
                    <a:pt x="13957" y="72913"/>
                    <a:pt x="12008" y="72913"/>
                    <a:pt x="140" y="72913"/>
                  </a:cubicBezTo>
                  <a:lnTo>
                    <a:pt x="140" y="78405"/>
                  </a:lnTo>
                  <a:cubicBezTo>
                    <a:pt x="6340" y="78227"/>
                    <a:pt x="15374" y="77873"/>
                    <a:pt x="20157" y="77873"/>
                  </a:cubicBezTo>
                  <a:cubicBezTo>
                    <a:pt x="24762" y="77873"/>
                    <a:pt x="33973" y="78227"/>
                    <a:pt x="39996" y="78405"/>
                  </a:cubicBezTo>
                  <a:lnTo>
                    <a:pt x="39996" y="72913"/>
                  </a:lnTo>
                  <a:cubicBezTo>
                    <a:pt x="28128" y="72913"/>
                    <a:pt x="26179" y="72913"/>
                    <a:pt x="26179" y="64942"/>
                  </a:cubicBezTo>
                  <a:lnTo>
                    <a:pt x="26179" y="32349"/>
                  </a:lnTo>
                  <a:cubicBezTo>
                    <a:pt x="26179" y="13927"/>
                    <a:pt x="38756" y="4008"/>
                    <a:pt x="50093" y="4008"/>
                  </a:cubicBezTo>
                  <a:cubicBezTo>
                    <a:pt x="61252" y="4008"/>
                    <a:pt x="63201" y="13573"/>
                    <a:pt x="63201" y="23670"/>
                  </a:cubicBezTo>
                  <a:lnTo>
                    <a:pt x="63201" y="64942"/>
                  </a:lnTo>
                  <a:cubicBezTo>
                    <a:pt x="63201" y="72913"/>
                    <a:pt x="61252" y="72913"/>
                    <a:pt x="49384" y="72913"/>
                  </a:cubicBezTo>
                  <a:lnTo>
                    <a:pt x="49384" y="78405"/>
                  </a:lnTo>
                  <a:cubicBezTo>
                    <a:pt x="55584" y="78227"/>
                    <a:pt x="64618" y="77873"/>
                    <a:pt x="69400" y="77873"/>
                  </a:cubicBezTo>
                  <a:cubicBezTo>
                    <a:pt x="74006" y="77873"/>
                    <a:pt x="83217" y="78227"/>
                    <a:pt x="89240" y="78405"/>
                  </a:cubicBezTo>
                  <a:lnTo>
                    <a:pt x="89240" y="72913"/>
                  </a:lnTo>
                  <a:cubicBezTo>
                    <a:pt x="77371" y="72913"/>
                    <a:pt x="75423" y="72913"/>
                    <a:pt x="75423" y="64942"/>
                  </a:cubicBezTo>
                  <a:lnTo>
                    <a:pt x="75423" y="32349"/>
                  </a:lnTo>
                  <a:cubicBezTo>
                    <a:pt x="75423" y="13927"/>
                    <a:pt x="88000" y="4008"/>
                    <a:pt x="99336" y="4008"/>
                  </a:cubicBezTo>
                  <a:cubicBezTo>
                    <a:pt x="110496" y="4008"/>
                    <a:pt x="112444" y="13573"/>
                    <a:pt x="112444" y="23670"/>
                  </a:cubicBezTo>
                  <a:lnTo>
                    <a:pt x="112444" y="64942"/>
                  </a:lnTo>
                  <a:cubicBezTo>
                    <a:pt x="112444" y="72913"/>
                    <a:pt x="110496" y="72913"/>
                    <a:pt x="98628" y="72913"/>
                  </a:cubicBezTo>
                  <a:lnTo>
                    <a:pt x="98628" y="78405"/>
                  </a:lnTo>
                  <a:cubicBezTo>
                    <a:pt x="104827" y="78227"/>
                    <a:pt x="113861" y="77873"/>
                    <a:pt x="118644" y="77873"/>
                  </a:cubicBezTo>
                  <a:cubicBezTo>
                    <a:pt x="123250" y="77873"/>
                    <a:pt x="132461" y="78227"/>
                    <a:pt x="138483" y="78405"/>
                  </a:cubicBezTo>
                  <a:lnTo>
                    <a:pt x="138483" y="72913"/>
                  </a:lnTo>
                  <a:cubicBezTo>
                    <a:pt x="129272" y="72913"/>
                    <a:pt x="124844" y="72913"/>
                    <a:pt x="124667" y="67599"/>
                  </a:cubicBezTo>
                  <a:lnTo>
                    <a:pt x="124667" y="33766"/>
                  </a:lnTo>
                  <a:cubicBezTo>
                    <a:pt x="124667" y="18533"/>
                    <a:pt x="124667" y="13042"/>
                    <a:pt x="119175" y="6665"/>
                  </a:cubicBezTo>
                  <a:cubicBezTo>
                    <a:pt x="116696" y="3653"/>
                    <a:pt x="110850" y="111"/>
                    <a:pt x="100576" y="111"/>
                  </a:cubicBezTo>
                  <a:cubicBezTo>
                    <a:pt x="85697" y="111"/>
                    <a:pt x="77903" y="10739"/>
                    <a:pt x="74892" y="17470"/>
                  </a:cubicBezTo>
                  <a:cubicBezTo>
                    <a:pt x="72412" y="2059"/>
                    <a:pt x="59304" y="111"/>
                    <a:pt x="51332" y="111"/>
                  </a:cubicBezTo>
                  <a:cubicBezTo>
                    <a:pt x="38402" y="111"/>
                    <a:pt x="30076" y="7727"/>
                    <a:pt x="25116" y="18710"/>
                  </a:cubicBezTo>
                  <a:lnTo>
                    <a:pt x="25116" y="111"/>
                  </a:lnTo>
                  <a:lnTo>
                    <a:pt x="140" y="2059"/>
                  </a:lnTo>
                  <a:lnTo>
                    <a:pt x="140" y="7550"/>
                  </a:lnTo>
                  <a:cubicBezTo>
                    <a:pt x="12540" y="7550"/>
                    <a:pt x="13957" y="8790"/>
                    <a:pt x="13957" y="17470"/>
                  </a:cubicBezTo>
                  <a:close/>
                </a:path>
              </a:pathLst>
            </a:custGeom>
            <a:solidFill>
              <a:srgbClr val="000000"/>
            </a:solidFill>
            <a:ln w="1773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09" name="任意形状 408">
              <a:extLst>
                <a:ext uri="{FF2B5EF4-FFF2-40B4-BE49-F238E27FC236}">
                  <a16:creationId xmlns:a16="http://schemas.microsoft.com/office/drawing/2014/main" id="{5B409289-C3AE-8B2F-FF6B-0A2841AE448E}"/>
                </a:ext>
              </a:extLst>
            </p:cNvPr>
            <p:cNvSpPr/>
            <p:nvPr>
              <p:custDataLst>
                <p:tags r:id="rId105"/>
              </p:custDataLst>
            </p:nvPr>
          </p:nvSpPr>
          <p:spPr>
            <a:xfrm>
              <a:off x="9576441" y="6670605"/>
              <a:ext cx="78471" cy="81305"/>
            </a:xfrm>
            <a:custGeom>
              <a:avLst/>
              <a:gdLst>
                <a:gd name="connsiteX0" fmla="*/ 78620 w 78471"/>
                <a:gd name="connsiteY0" fmla="*/ 41560 h 81305"/>
                <a:gd name="connsiteX1" fmla="*/ 39473 w 78471"/>
                <a:gd name="connsiteY1" fmla="*/ 111 h 81305"/>
                <a:gd name="connsiteX2" fmla="*/ 149 w 78471"/>
                <a:gd name="connsiteY2" fmla="*/ 41560 h 81305"/>
                <a:gd name="connsiteX3" fmla="*/ 39296 w 78471"/>
                <a:gd name="connsiteY3" fmla="*/ 81416 h 81305"/>
                <a:gd name="connsiteX4" fmla="*/ 78620 w 78471"/>
                <a:gd name="connsiteY4" fmla="*/ 41560 h 81305"/>
                <a:gd name="connsiteX5" fmla="*/ 39473 w 78471"/>
                <a:gd name="connsiteY5" fmla="*/ 76988 h 81305"/>
                <a:gd name="connsiteX6" fmla="*/ 19279 w 78471"/>
                <a:gd name="connsiteY6" fmla="*/ 65119 h 81305"/>
                <a:gd name="connsiteX7" fmla="*/ 14851 w 78471"/>
                <a:gd name="connsiteY7" fmla="*/ 40143 h 81305"/>
                <a:gd name="connsiteX8" fmla="*/ 19102 w 78471"/>
                <a:gd name="connsiteY8" fmla="*/ 15876 h 81305"/>
                <a:gd name="connsiteX9" fmla="*/ 39296 w 78471"/>
                <a:gd name="connsiteY9" fmla="*/ 4008 h 81305"/>
                <a:gd name="connsiteX10" fmla="*/ 59312 w 78471"/>
                <a:gd name="connsiteY10" fmla="*/ 15521 h 81305"/>
                <a:gd name="connsiteX11" fmla="*/ 63917 w 78471"/>
                <a:gd name="connsiteY11" fmla="*/ 40143 h 81305"/>
                <a:gd name="connsiteX12" fmla="*/ 60020 w 78471"/>
                <a:gd name="connsiteY12" fmla="*/ 63879 h 81305"/>
                <a:gd name="connsiteX13" fmla="*/ 39473 w 78471"/>
                <a:gd name="connsiteY13" fmla="*/ 76988 h 813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78471" h="81305">
                  <a:moveTo>
                    <a:pt x="78620" y="41560"/>
                  </a:moveTo>
                  <a:cubicBezTo>
                    <a:pt x="78620" y="18887"/>
                    <a:pt x="60906" y="111"/>
                    <a:pt x="39473" y="111"/>
                  </a:cubicBezTo>
                  <a:cubicBezTo>
                    <a:pt x="17331" y="111"/>
                    <a:pt x="149" y="19418"/>
                    <a:pt x="149" y="41560"/>
                  </a:cubicBezTo>
                  <a:cubicBezTo>
                    <a:pt x="149" y="64411"/>
                    <a:pt x="18571" y="81416"/>
                    <a:pt x="39296" y="81416"/>
                  </a:cubicBezTo>
                  <a:cubicBezTo>
                    <a:pt x="60729" y="81416"/>
                    <a:pt x="78620" y="64057"/>
                    <a:pt x="78620" y="41560"/>
                  </a:cubicBezTo>
                  <a:close/>
                  <a:moveTo>
                    <a:pt x="39473" y="76988"/>
                  </a:moveTo>
                  <a:cubicBezTo>
                    <a:pt x="31856" y="76988"/>
                    <a:pt x="24062" y="73268"/>
                    <a:pt x="19279" y="65119"/>
                  </a:cubicBezTo>
                  <a:cubicBezTo>
                    <a:pt x="14851" y="57325"/>
                    <a:pt x="14851" y="46520"/>
                    <a:pt x="14851" y="40143"/>
                  </a:cubicBezTo>
                  <a:cubicBezTo>
                    <a:pt x="14851" y="33235"/>
                    <a:pt x="14851" y="23670"/>
                    <a:pt x="19102" y="15876"/>
                  </a:cubicBezTo>
                  <a:cubicBezTo>
                    <a:pt x="23885" y="7727"/>
                    <a:pt x="32210" y="4008"/>
                    <a:pt x="39296" y="4008"/>
                  </a:cubicBezTo>
                  <a:cubicBezTo>
                    <a:pt x="47090" y="4008"/>
                    <a:pt x="54706" y="7905"/>
                    <a:pt x="59312" y="15521"/>
                  </a:cubicBezTo>
                  <a:cubicBezTo>
                    <a:pt x="63917" y="23138"/>
                    <a:pt x="63917" y="33412"/>
                    <a:pt x="63917" y="40143"/>
                  </a:cubicBezTo>
                  <a:cubicBezTo>
                    <a:pt x="63917" y="46520"/>
                    <a:pt x="63917" y="56085"/>
                    <a:pt x="60020" y="63879"/>
                  </a:cubicBezTo>
                  <a:cubicBezTo>
                    <a:pt x="56123" y="71851"/>
                    <a:pt x="48329" y="76988"/>
                    <a:pt x="39473" y="76988"/>
                  </a:cubicBezTo>
                  <a:close/>
                </a:path>
              </a:pathLst>
            </a:custGeom>
            <a:solidFill>
              <a:srgbClr val="000000"/>
            </a:solidFill>
            <a:ln w="1773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10" name="任意形状 409">
              <a:extLst>
                <a:ext uri="{FF2B5EF4-FFF2-40B4-BE49-F238E27FC236}">
                  <a16:creationId xmlns:a16="http://schemas.microsoft.com/office/drawing/2014/main" id="{B1F55196-ACD0-25A6-2561-0971E55B96FF}"/>
                </a:ext>
              </a:extLst>
            </p:cNvPr>
            <p:cNvSpPr/>
            <p:nvPr>
              <p:custDataLst>
                <p:tags r:id="rId106"/>
              </p:custDataLst>
            </p:nvPr>
          </p:nvSpPr>
          <p:spPr>
            <a:xfrm>
              <a:off x="9670993" y="6627030"/>
              <a:ext cx="87327" cy="124880"/>
            </a:xfrm>
            <a:custGeom>
              <a:avLst/>
              <a:gdLst>
                <a:gd name="connsiteX0" fmla="*/ 61443 w 87327"/>
                <a:gd name="connsiteY0" fmla="*/ 113300 h 124880"/>
                <a:gd name="connsiteX1" fmla="*/ 61443 w 87327"/>
                <a:gd name="connsiteY1" fmla="*/ 124991 h 124880"/>
                <a:gd name="connsiteX2" fmla="*/ 87482 w 87327"/>
                <a:gd name="connsiteY2" fmla="*/ 123043 h 124880"/>
                <a:gd name="connsiteX3" fmla="*/ 87482 w 87327"/>
                <a:gd name="connsiteY3" fmla="*/ 117552 h 124880"/>
                <a:gd name="connsiteX4" fmla="*/ 73665 w 87327"/>
                <a:gd name="connsiteY4" fmla="*/ 107632 h 124880"/>
                <a:gd name="connsiteX5" fmla="*/ 73665 w 87327"/>
                <a:gd name="connsiteY5" fmla="*/ 111 h 124880"/>
                <a:gd name="connsiteX6" fmla="*/ 48158 w 87327"/>
                <a:gd name="connsiteY6" fmla="*/ 2059 h 124880"/>
                <a:gd name="connsiteX7" fmla="*/ 48158 w 87327"/>
                <a:gd name="connsiteY7" fmla="*/ 7550 h 124880"/>
                <a:gd name="connsiteX8" fmla="*/ 61974 w 87327"/>
                <a:gd name="connsiteY8" fmla="*/ 17470 h 124880"/>
                <a:gd name="connsiteX9" fmla="*/ 61974 w 87327"/>
                <a:gd name="connsiteY9" fmla="*/ 55731 h 124880"/>
                <a:gd name="connsiteX10" fmla="*/ 39655 w 87327"/>
                <a:gd name="connsiteY10" fmla="*/ 44749 h 124880"/>
                <a:gd name="connsiteX11" fmla="*/ 154 w 87327"/>
                <a:gd name="connsiteY11" fmla="*/ 84959 h 124880"/>
                <a:gd name="connsiteX12" fmla="*/ 37707 w 87327"/>
                <a:gd name="connsiteY12" fmla="*/ 124991 h 124880"/>
                <a:gd name="connsiteX13" fmla="*/ 61443 w 87327"/>
                <a:gd name="connsiteY13" fmla="*/ 113300 h 124880"/>
                <a:gd name="connsiteX14" fmla="*/ 61443 w 87327"/>
                <a:gd name="connsiteY14" fmla="*/ 65828 h 124880"/>
                <a:gd name="connsiteX15" fmla="*/ 61443 w 87327"/>
                <a:gd name="connsiteY15" fmla="*/ 102141 h 124880"/>
                <a:gd name="connsiteX16" fmla="*/ 59494 w 87327"/>
                <a:gd name="connsiteY16" fmla="*/ 108695 h 124880"/>
                <a:gd name="connsiteX17" fmla="*/ 38592 w 87327"/>
                <a:gd name="connsiteY17" fmla="*/ 121094 h 124880"/>
                <a:gd name="connsiteX18" fmla="*/ 19993 w 87327"/>
                <a:gd name="connsiteY18" fmla="*/ 109758 h 124880"/>
                <a:gd name="connsiteX19" fmla="*/ 14856 w 87327"/>
                <a:gd name="connsiteY19" fmla="*/ 85136 h 124880"/>
                <a:gd name="connsiteX20" fmla="*/ 20347 w 87327"/>
                <a:gd name="connsiteY20" fmla="*/ 59982 h 124880"/>
                <a:gd name="connsiteX21" fmla="*/ 40364 w 87327"/>
                <a:gd name="connsiteY21" fmla="*/ 48646 h 124880"/>
                <a:gd name="connsiteX22" fmla="*/ 59494 w 87327"/>
                <a:gd name="connsiteY22" fmla="*/ 59274 h 124880"/>
                <a:gd name="connsiteX23" fmla="*/ 61443 w 87327"/>
                <a:gd name="connsiteY23" fmla="*/ 65828 h 1248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87327" h="124880">
                  <a:moveTo>
                    <a:pt x="61443" y="113300"/>
                  </a:moveTo>
                  <a:lnTo>
                    <a:pt x="61443" y="124991"/>
                  </a:lnTo>
                  <a:lnTo>
                    <a:pt x="87482" y="123043"/>
                  </a:lnTo>
                  <a:lnTo>
                    <a:pt x="87482" y="117552"/>
                  </a:lnTo>
                  <a:cubicBezTo>
                    <a:pt x="75082" y="117552"/>
                    <a:pt x="73665" y="116312"/>
                    <a:pt x="73665" y="107632"/>
                  </a:cubicBezTo>
                  <a:lnTo>
                    <a:pt x="73665" y="111"/>
                  </a:lnTo>
                  <a:lnTo>
                    <a:pt x="48158" y="2059"/>
                  </a:lnTo>
                  <a:lnTo>
                    <a:pt x="48158" y="7550"/>
                  </a:lnTo>
                  <a:cubicBezTo>
                    <a:pt x="60557" y="7550"/>
                    <a:pt x="61974" y="8790"/>
                    <a:pt x="61974" y="17470"/>
                  </a:cubicBezTo>
                  <a:lnTo>
                    <a:pt x="61974" y="55731"/>
                  </a:lnTo>
                  <a:cubicBezTo>
                    <a:pt x="56837" y="49354"/>
                    <a:pt x="49220" y="44749"/>
                    <a:pt x="39655" y="44749"/>
                  </a:cubicBezTo>
                  <a:cubicBezTo>
                    <a:pt x="18753" y="44749"/>
                    <a:pt x="154" y="62108"/>
                    <a:pt x="154" y="84959"/>
                  </a:cubicBezTo>
                  <a:cubicBezTo>
                    <a:pt x="154" y="107455"/>
                    <a:pt x="17513" y="124991"/>
                    <a:pt x="37707" y="124991"/>
                  </a:cubicBezTo>
                  <a:cubicBezTo>
                    <a:pt x="49043" y="124991"/>
                    <a:pt x="57014" y="118969"/>
                    <a:pt x="61443" y="113300"/>
                  </a:cubicBezTo>
                  <a:close/>
                  <a:moveTo>
                    <a:pt x="61443" y="65828"/>
                  </a:moveTo>
                  <a:lnTo>
                    <a:pt x="61443" y="102141"/>
                  </a:lnTo>
                  <a:cubicBezTo>
                    <a:pt x="61443" y="105329"/>
                    <a:pt x="61443" y="105683"/>
                    <a:pt x="59494" y="108695"/>
                  </a:cubicBezTo>
                  <a:cubicBezTo>
                    <a:pt x="54180" y="117197"/>
                    <a:pt x="46209" y="121094"/>
                    <a:pt x="38592" y="121094"/>
                  </a:cubicBezTo>
                  <a:cubicBezTo>
                    <a:pt x="30621" y="121094"/>
                    <a:pt x="24244" y="116489"/>
                    <a:pt x="19993" y="109758"/>
                  </a:cubicBezTo>
                  <a:cubicBezTo>
                    <a:pt x="15387" y="102495"/>
                    <a:pt x="14856" y="92398"/>
                    <a:pt x="14856" y="85136"/>
                  </a:cubicBezTo>
                  <a:cubicBezTo>
                    <a:pt x="14856" y="78582"/>
                    <a:pt x="15210" y="67954"/>
                    <a:pt x="20347" y="59982"/>
                  </a:cubicBezTo>
                  <a:cubicBezTo>
                    <a:pt x="24067" y="54491"/>
                    <a:pt x="30798" y="48646"/>
                    <a:pt x="40364" y="48646"/>
                  </a:cubicBezTo>
                  <a:cubicBezTo>
                    <a:pt x="46563" y="48646"/>
                    <a:pt x="54003" y="51303"/>
                    <a:pt x="59494" y="59274"/>
                  </a:cubicBezTo>
                  <a:cubicBezTo>
                    <a:pt x="61443" y="62285"/>
                    <a:pt x="61443" y="62640"/>
                    <a:pt x="61443" y="65828"/>
                  </a:cubicBezTo>
                  <a:close/>
                </a:path>
              </a:pathLst>
            </a:custGeom>
            <a:solidFill>
              <a:srgbClr val="000000"/>
            </a:solidFill>
            <a:ln w="1773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11" name="任意形状 410">
              <a:extLst>
                <a:ext uri="{FF2B5EF4-FFF2-40B4-BE49-F238E27FC236}">
                  <a16:creationId xmlns:a16="http://schemas.microsoft.com/office/drawing/2014/main" id="{047917FF-462F-5BAC-2834-A57DE065ECEE}"/>
                </a:ext>
              </a:extLst>
            </p:cNvPr>
            <p:cNvSpPr/>
            <p:nvPr>
              <p:custDataLst>
                <p:tags r:id="rId107"/>
              </p:custDataLst>
            </p:nvPr>
          </p:nvSpPr>
          <p:spPr>
            <a:xfrm>
              <a:off x="9768339" y="6670605"/>
              <a:ext cx="68551" cy="81305"/>
            </a:xfrm>
            <a:custGeom>
              <a:avLst/>
              <a:gdLst>
                <a:gd name="connsiteX0" fmla="*/ 15039 w 68551"/>
                <a:gd name="connsiteY0" fmla="*/ 34829 h 81305"/>
                <a:gd name="connsiteX1" fmla="*/ 37004 w 68551"/>
                <a:gd name="connsiteY1" fmla="*/ 4008 h 81305"/>
                <a:gd name="connsiteX2" fmla="*/ 57020 w 68551"/>
                <a:gd name="connsiteY2" fmla="*/ 34829 h 81305"/>
                <a:gd name="connsiteX3" fmla="*/ 15039 w 68551"/>
                <a:gd name="connsiteY3" fmla="*/ 34829 h 81305"/>
                <a:gd name="connsiteX4" fmla="*/ 14862 w 68551"/>
                <a:gd name="connsiteY4" fmla="*/ 38549 h 81305"/>
                <a:gd name="connsiteX5" fmla="*/ 64282 w 68551"/>
                <a:gd name="connsiteY5" fmla="*/ 38549 h 81305"/>
                <a:gd name="connsiteX6" fmla="*/ 68711 w 68551"/>
                <a:gd name="connsiteY6" fmla="*/ 34829 h 81305"/>
                <a:gd name="connsiteX7" fmla="*/ 37004 w 68551"/>
                <a:gd name="connsiteY7" fmla="*/ 111 h 81305"/>
                <a:gd name="connsiteX8" fmla="*/ 159 w 68551"/>
                <a:gd name="connsiteY8" fmla="*/ 40498 h 81305"/>
                <a:gd name="connsiteX9" fmla="*/ 39129 w 68551"/>
                <a:gd name="connsiteY9" fmla="*/ 81416 h 81305"/>
                <a:gd name="connsiteX10" fmla="*/ 68711 w 68551"/>
                <a:gd name="connsiteY10" fmla="*/ 58388 h 81305"/>
                <a:gd name="connsiteX11" fmla="*/ 66408 w 68551"/>
                <a:gd name="connsiteY11" fmla="*/ 56263 h 81305"/>
                <a:gd name="connsiteX12" fmla="*/ 64105 w 68551"/>
                <a:gd name="connsiteY12" fmla="*/ 58743 h 81305"/>
                <a:gd name="connsiteX13" fmla="*/ 40192 w 68551"/>
                <a:gd name="connsiteY13" fmla="*/ 76988 h 81305"/>
                <a:gd name="connsiteX14" fmla="*/ 20176 w 68551"/>
                <a:gd name="connsiteY14" fmla="*/ 65119 h 81305"/>
                <a:gd name="connsiteX15" fmla="*/ 14862 w 68551"/>
                <a:gd name="connsiteY15" fmla="*/ 38549 h 813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68551" h="81305">
                  <a:moveTo>
                    <a:pt x="15039" y="34829"/>
                  </a:moveTo>
                  <a:cubicBezTo>
                    <a:pt x="16102" y="8436"/>
                    <a:pt x="30981" y="4008"/>
                    <a:pt x="37004" y="4008"/>
                  </a:cubicBezTo>
                  <a:cubicBezTo>
                    <a:pt x="55249" y="4008"/>
                    <a:pt x="57020" y="27921"/>
                    <a:pt x="57020" y="34829"/>
                  </a:cubicBezTo>
                  <a:lnTo>
                    <a:pt x="15039" y="34829"/>
                  </a:lnTo>
                  <a:close/>
                  <a:moveTo>
                    <a:pt x="14862" y="38549"/>
                  </a:moveTo>
                  <a:lnTo>
                    <a:pt x="64282" y="38549"/>
                  </a:lnTo>
                  <a:cubicBezTo>
                    <a:pt x="68179" y="38549"/>
                    <a:pt x="68711" y="38549"/>
                    <a:pt x="68711" y="34829"/>
                  </a:cubicBezTo>
                  <a:cubicBezTo>
                    <a:pt x="68711" y="17293"/>
                    <a:pt x="59146" y="111"/>
                    <a:pt x="37004" y="111"/>
                  </a:cubicBezTo>
                  <a:cubicBezTo>
                    <a:pt x="16456" y="111"/>
                    <a:pt x="159" y="18356"/>
                    <a:pt x="159" y="40498"/>
                  </a:cubicBezTo>
                  <a:cubicBezTo>
                    <a:pt x="159" y="64234"/>
                    <a:pt x="18759" y="81416"/>
                    <a:pt x="39129" y="81416"/>
                  </a:cubicBezTo>
                  <a:cubicBezTo>
                    <a:pt x="60740" y="81416"/>
                    <a:pt x="68711" y="61754"/>
                    <a:pt x="68711" y="58388"/>
                  </a:cubicBezTo>
                  <a:cubicBezTo>
                    <a:pt x="68711" y="56617"/>
                    <a:pt x="67294" y="56263"/>
                    <a:pt x="66408" y="56263"/>
                  </a:cubicBezTo>
                  <a:cubicBezTo>
                    <a:pt x="64814" y="56263"/>
                    <a:pt x="64460" y="57325"/>
                    <a:pt x="64105" y="58743"/>
                  </a:cubicBezTo>
                  <a:cubicBezTo>
                    <a:pt x="57906" y="76988"/>
                    <a:pt x="41963" y="76988"/>
                    <a:pt x="40192" y="76988"/>
                  </a:cubicBezTo>
                  <a:cubicBezTo>
                    <a:pt x="31335" y="76988"/>
                    <a:pt x="24250" y="71673"/>
                    <a:pt x="20176" y="65119"/>
                  </a:cubicBezTo>
                  <a:cubicBezTo>
                    <a:pt x="14862" y="56617"/>
                    <a:pt x="14862" y="44926"/>
                    <a:pt x="14862" y="38549"/>
                  </a:cubicBezTo>
                  <a:close/>
                </a:path>
              </a:pathLst>
            </a:custGeom>
            <a:solidFill>
              <a:srgbClr val="000000"/>
            </a:solidFill>
            <a:ln w="1773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12" name="任意形状 411">
              <a:extLst>
                <a:ext uri="{FF2B5EF4-FFF2-40B4-BE49-F238E27FC236}">
                  <a16:creationId xmlns:a16="http://schemas.microsoft.com/office/drawing/2014/main" id="{64331F0C-9923-C8D1-12F4-D0F3DB559FD9}"/>
                </a:ext>
              </a:extLst>
            </p:cNvPr>
            <p:cNvSpPr/>
            <p:nvPr>
              <p:custDataLst>
                <p:tags r:id="rId108"/>
              </p:custDataLst>
            </p:nvPr>
          </p:nvSpPr>
          <p:spPr>
            <a:xfrm>
              <a:off x="9847952" y="6627030"/>
              <a:ext cx="39324" cy="122932"/>
            </a:xfrm>
            <a:custGeom>
              <a:avLst/>
              <a:gdLst>
                <a:gd name="connsiteX0" fmla="*/ 25671 w 39324"/>
                <a:gd name="connsiteY0" fmla="*/ 111 h 122932"/>
                <a:gd name="connsiteX1" fmla="*/ 164 w 39324"/>
                <a:gd name="connsiteY1" fmla="*/ 2059 h 122932"/>
                <a:gd name="connsiteX2" fmla="*/ 164 w 39324"/>
                <a:gd name="connsiteY2" fmla="*/ 7550 h 122932"/>
                <a:gd name="connsiteX3" fmla="*/ 13980 w 39324"/>
                <a:gd name="connsiteY3" fmla="*/ 17470 h 122932"/>
                <a:gd name="connsiteX4" fmla="*/ 13980 w 39324"/>
                <a:gd name="connsiteY4" fmla="*/ 109580 h 122932"/>
                <a:gd name="connsiteX5" fmla="*/ 164 w 39324"/>
                <a:gd name="connsiteY5" fmla="*/ 117552 h 122932"/>
                <a:gd name="connsiteX6" fmla="*/ 164 w 39324"/>
                <a:gd name="connsiteY6" fmla="*/ 123043 h 122932"/>
                <a:gd name="connsiteX7" fmla="*/ 19826 w 39324"/>
                <a:gd name="connsiteY7" fmla="*/ 122511 h 122932"/>
                <a:gd name="connsiteX8" fmla="*/ 39488 w 39324"/>
                <a:gd name="connsiteY8" fmla="*/ 123043 h 122932"/>
                <a:gd name="connsiteX9" fmla="*/ 39488 w 39324"/>
                <a:gd name="connsiteY9" fmla="*/ 117552 h 122932"/>
                <a:gd name="connsiteX10" fmla="*/ 25671 w 39324"/>
                <a:gd name="connsiteY10" fmla="*/ 109580 h 122932"/>
                <a:gd name="connsiteX11" fmla="*/ 25671 w 39324"/>
                <a:gd name="connsiteY11" fmla="*/ 111 h 1229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9324" h="122932">
                  <a:moveTo>
                    <a:pt x="25671" y="111"/>
                  </a:moveTo>
                  <a:lnTo>
                    <a:pt x="164" y="2059"/>
                  </a:lnTo>
                  <a:lnTo>
                    <a:pt x="164" y="7550"/>
                  </a:lnTo>
                  <a:cubicBezTo>
                    <a:pt x="12563" y="7550"/>
                    <a:pt x="13980" y="8790"/>
                    <a:pt x="13980" y="17470"/>
                  </a:cubicBezTo>
                  <a:lnTo>
                    <a:pt x="13980" y="109580"/>
                  </a:lnTo>
                  <a:cubicBezTo>
                    <a:pt x="13980" y="117552"/>
                    <a:pt x="12032" y="117552"/>
                    <a:pt x="164" y="117552"/>
                  </a:cubicBezTo>
                  <a:lnTo>
                    <a:pt x="164" y="123043"/>
                  </a:lnTo>
                  <a:cubicBezTo>
                    <a:pt x="6009" y="122866"/>
                    <a:pt x="15397" y="122511"/>
                    <a:pt x="19826" y="122511"/>
                  </a:cubicBezTo>
                  <a:cubicBezTo>
                    <a:pt x="24254" y="122511"/>
                    <a:pt x="32934" y="122866"/>
                    <a:pt x="39488" y="123043"/>
                  </a:cubicBezTo>
                  <a:lnTo>
                    <a:pt x="39488" y="117552"/>
                  </a:lnTo>
                  <a:cubicBezTo>
                    <a:pt x="27620" y="117552"/>
                    <a:pt x="25671" y="117552"/>
                    <a:pt x="25671" y="109580"/>
                  </a:cubicBezTo>
                  <a:lnTo>
                    <a:pt x="25671" y="111"/>
                  </a:lnTo>
                  <a:close/>
                </a:path>
              </a:pathLst>
            </a:custGeom>
            <a:solidFill>
              <a:srgbClr val="000000"/>
            </a:solidFill>
            <a:ln w="1773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13" name="任意形状 412">
              <a:extLst>
                <a:ext uri="{FF2B5EF4-FFF2-40B4-BE49-F238E27FC236}">
                  <a16:creationId xmlns:a16="http://schemas.microsoft.com/office/drawing/2014/main" id="{E718B86F-F1DA-79C6-6BF4-D58412B9CFDB}"/>
                </a:ext>
              </a:extLst>
            </p:cNvPr>
            <p:cNvSpPr/>
            <p:nvPr>
              <p:custDataLst>
                <p:tags r:id="rId109"/>
              </p:custDataLst>
            </p:nvPr>
          </p:nvSpPr>
          <p:spPr>
            <a:xfrm>
              <a:off x="8301573" y="6841541"/>
              <a:ext cx="177490" cy="120983"/>
            </a:xfrm>
            <a:custGeom>
              <a:avLst/>
              <a:gdLst>
                <a:gd name="connsiteX0" fmla="*/ 156665 w 177490"/>
                <a:gd name="connsiteY0" fmla="*/ 13762 h 120983"/>
                <a:gd name="connsiteX1" fmla="*/ 171898 w 177490"/>
                <a:gd name="connsiteY1" fmla="*/ 5614 h 120983"/>
                <a:gd name="connsiteX2" fmla="*/ 177567 w 177490"/>
                <a:gd name="connsiteY2" fmla="*/ 2071 h 120983"/>
                <a:gd name="connsiteX3" fmla="*/ 172784 w 177490"/>
                <a:gd name="connsiteY3" fmla="*/ 123 h 120983"/>
                <a:gd name="connsiteX4" fmla="*/ 149402 w 177490"/>
                <a:gd name="connsiteY4" fmla="*/ 123 h 120983"/>
                <a:gd name="connsiteX5" fmla="*/ 142494 w 177490"/>
                <a:gd name="connsiteY5" fmla="*/ 3488 h 120983"/>
                <a:gd name="connsiteX6" fmla="*/ 77839 w 177490"/>
                <a:gd name="connsiteY6" fmla="*/ 104455 h 120983"/>
                <a:gd name="connsiteX7" fmla="*/ 64023 w 177490"/>
                <a:gd name="connsiteY7" fmla="*/ 4197 h 120983"/>
                <a:gd name="connsiteX8" fmla="*/ 58532 w 177490"/>
                <a:gd name="connsiteY8" fmla="*/ 123 h 120983"/>
                <a:gd name="connsiteX9" fmla="*/ 34264 w 177490"/>
                <a:gd name="connsiteY9" fmla="*/ 123 h 120983"/>
                <a:gd name="connsiteX10" fmla="*/ 28950 w 177490"/>
                <a:gd name="connsiteY10" fmla="*/ 3488 h 120983"/>
                <a:gd name="connsiteX11" fmla="*/ 34087 w 177490"/>
                <a:gd name="connsiteY11" fmla="*/ 5614 h 120983"/>
                <a:gd name="connsiteX12" fmla="*/ 41704 w 177490"/>
                <a:gd name="connsiteY12" fmla="*/ 5968 h 120983"/>
                <a:gd name="connsiteX13" fmla="*/ 45601 w 177490"/>
                <a:gd name="connsiteY13" fmla="*/ 8802 h 120983"/>
                <a:gd name="connsiteX14" fmla="*/ 44892 w 177490"/>
                <a:gd name="connsiteY14" fmla="*/ 12168 h 120983"/>
                <a:gd name="connsiteX15" fmla="*/ 22396 w 177490"/>
                <a:gd name="connsiteY15" fmla="*/ 102330 h 120983"/>
                <a:gd name="connsiteX16" fmla="*/ 3265 w 177490"/>
                <a:gd name="connsiteY16" fmla="*/ 115615 h 120983"/>
                <a:gd name="connsiteX17" fmla="*/ 77 w 177490"/>
                <a:gd name="connsiteY17" fmla="*/ 118981 h 120983"/>
                <a:gd name="connsiteX18" fmla="*/ 2557 w 177490"/>
                <a:gd name="connsiteY18" fmla="*/ 121106 h 120983"/>
                <a:gd name="connsiteX19" fmla="*/ 20270 w 177490"/>
                <a:gd name="connsiteY19" fmla="*/ 120575 h 120983"/>
                <a:gd name="connsiteX20" fmla="*/ 38515 w 177490"/>
                <a:gd name="connsiteY20" fmla="*/ 121106 h 120983"/>
                <a:gd name="connsiteX21" fmla="*/ 41704 w 177490"/>
                <a:gd name="connsiteY21" fmla="*/ 117564 h 120983"/>
                <a:gd name="connsiteX22" fmla="*/ 38515 w 177490"/>
                <a:gd name="connsiteY22" fmla="*/ 115615 h 120983"/>
                <a:gd name="connsiteX23" fmla="*/ 26470 w 177490"/>
                <a:gd name="connsiteY23" fmla="*/ 107821 h 120983"/>
                <a:gd name="connsiteX24" fmla="*/ 27178 w 177490"/>
                <a:gd name="connsiteY24" fmla="*/ 103747 h 120983"/>
                <a:gd name="connsiteX25" fmla="*/ 51269 w 177490"/>
                <a:gd name="connsiteY25" fmla="*/ 7208 h 120983"/>
                <a:gd name="connsiteX26" fmla="*/ 51446 w 177490"/>
                <a:gd name="connsiteY26" fmla="*/ 7208 h 120983"/>
                <a:gd name="connsiteX27" fmla="*/ 66680 w 177490"/>
                <a:gd name="connsiteY27" fmla="*/ 117032 h 120983"/>
                <a:gd name="connsiteX28" fmla="*/ 69337 w 177490"/>
                <a:gd name="connsiteY28" fmla="*/ 121106 h 120983"/>
                <a:gd name="connsiteX29" fmla="*/ 73234 w 177490"/>
                <a:gd name="connsiteY29" fmla="*/ 117918 h 120983"/>
                <a:gd name="connsiteX30" fmla="*/ 144797 w 177490"/>
                <a:gd name="connsiteY30" fmla="*/ 5791 h 120983"/>
                <a:gd name="connsiteX31" fmla="*/ 144974 w 177490"/>
                <a:gd name="connsiteY31" fmla="*/ 5791 h 120983"/>
                <a:gd name="connsiteX32" fmla="*/ 119643 w 177490"/>
                <a:gd name="connsiteY32" fmla="*/ 107290 h 120983"/>
                <a:gd name="connsiteX33" fmla="*/ 103524 w 177490"/>
                <a:gd name="connsiteY33" fmla="*/ 115615 h 120983"/>
                <a:gd name="connsiteX34" fmla="*/ 98564 w 177490"/>
                <a:gd name="connsiteY34" fmla="*/ 118981 h 120983"/>
                <a:gd name="connsiteX35" fmla="*/ 101221 w 177490"/>
                <a:gd name="connsiteY35" fmla="*/ 121106 h 120983"/>
                <a:gd name="connsiteX36" fmla="*/ 123186 w 177490"/>
                <a:gd name="connsiteY36" fmla="*/ 120575 h 120983"/>
                <a:gd name="connsiteX37" fmla="*/ 145328 w 177490"/>
                <a:gd name="connsiteY37" fmla="*/ 121106 h 120983"/>
                <a:gd name="connsiteX38" fmla="*/ 148694 w 177490"/>
                <a:gd name="connsiteY38" fmla="*/ 117564 h 120983"/>
                <a:gd name="connsiteX39" fmla="*/ 143734 w 177490"/>
                <a:gd name="connsiteY39" fmla="*/ 115615 h 120983"/>
                <a:gd name="connsiteX40" fmla="*/ 132220 w 177490"/>
                <a:gd name="connsiteY40" fmla="*/ 112427 h 120983"/>
                <a:gd name="connsiteX41" fmla="*/ 133106 w 177490"/>
                <a:gd name="connsiteY41" fmla="*/ 108175 h 120983"/>
                <a:gd name="connsiteX42" fmla="*/ 156665 w 177490"/>
                <a:gd name="connsiteY42" fmla="*/ 13762 h 1209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</a:cxnLst>
              <a:rect l="l" t="t" r="r" b="b"/>
              <a:pathLst>
                <a:path w="177490" h="120983">
                  <a:moveTo>
                    <a:pt x="156665" y="13762"/>
                  </a:moveTo>
                  <a:cubicBezTo>
                    <a:pt x="158259" y="7385"/>
                    <a:pt x="158613" y="5614"/>
                    <a:pt x="171898" y="5614"/>
                  </a:cubicBezTo>
                  <a:cubicBezTo>
                    <a:pt x="175973" y="5614"/>
                    <a:pt x="177567" y="5614"/>
                    <a:pt x="177567" y="2071"/>
                  </a:cubicBezTo>
                  <a:cubicBezTo>
                    <a:pt x="177567" y="123"/>
                    <a:pt x="175795" y="123"/>
                    <a:pt x="172784" y="123"/>
                  </a:cubicBezTo>
                  <a:lnTo>
                    <a:pt x="149402" y="123"/>
                  </a:lnTo>
                  <a:cubicBezTo>
                    <a:pt x="144797" y="123"/>
                    <a:pt x="144619" y="123"/>
                    <a:pt x="142494" y="3488"/>
                  </a:cubicBezTo>
                  <a:lnTo>
                    <a:pt x="77839" y="104455"/>
                  </a:lnTo>
                  <a:lnTo>
                    <a:pt x="64023" y="4197"/>
                  </a:lnTo>
                  <a:cubicBezTo>
                    <a:pt x="63491" y="123"/>
                    <a:pt x="63137" y="123"/>
                    <a:pt x="58532" y="123"/>
                  </a:cubicBezTo>
                  <a:lnTo>
                    <a:pt x="34264" y="123"/>
                  </a:lnTo>
                  <a:cubicBezTo>
                    <a:pt x="30898" y="123"/>
                    <a:pt x="28950" y="123"/>
                    <a:pt x="28950" y="3488"/>
                  </a:cubicBezTo>
                  <a:cubicBezTo>
                    <a:pt x="28950" y="5614"/>
                    <a:pt x="30544" y="5614"/>
                    <a:pt x="34087" y="5614"/>
                  </a:cubicBezTo>
                  <a:cubicBezTo>
                    <a:pt x="36390" y="5614"/>
                    <a:pt x="39578" y="5791"/>
                    <a:pt x="41704" y="5968"/>
                  </a:cubicBezTo>
                  <a:cubicBezTo>
                    <a:pt x="44538" y="6322"/>
                    <a:pt x="45601" y="6854"/>
                    <a:pt x="45601" y="8802"/>
                  </a:cubicBezTo>
                  <a:cubicBezTo>
                    <a:pt x="45601" y="9511"/>
                    <a:pt x="45423" y="10042"/>
                    <a:pt x="44892" y="12168"/>
                  </a:cubicBezTo>
                  <a:lnTo>
                    <a:pt x="22396" y="102330"/>
                  </a:lnTo>
                  <a:cubicBezTo>
                    <a:pt x="20624" y="109415"/>
                    <a:pt x="17613" y="115084"/>
                    <a:pt x="3265" y="115615"/>
                  </a:cubicBezTo>
                  <a:cubicBezTo>
                    <a:pt x="2379" y="115615"/>
                    <a:pt x="77" y="115792"/>
                    <a:pt x="77" y="118981"/>
                  </a:cubicBezTo>
                  <a:cubicBezTo>
                    <a:pt x="77" y="120575"/>
                    <a:pt x="1140" y="121106"/>
                    <a:pt x="2557" y="121106"/>
                  </a:cubicBezTo>
                  <a:cubicBezTo>
                    <a:pt x="8225" y="121106"/>
                    <a:pt x="14425" y="120575"/>
                    <a:pt x="20270" y="120575"/>
                  </a:cubicBezTo>
                  <a:cubicBezTo>
                    <a:pt x="26293" y="120575"/>
                    <a:pt x="32670" y="121106"/>
                    <a:pt x="38515" y="121106"/>
                  </a:cubicBezTo>
                  <a:cubicBezTo>
                    <a:pt x="39401" y="121106"/>
                    <a:pt x="41704" y="121106"/>
                    <a:pt x="41704" y="117564"/>
                  </a:cubicBezTo>
                  <a:cubicBezTo>
                    <a:pt x="41704" y="115615"/>
                    <a:pt x="39755" y="115615"/>
                    <a:pt x="38515" y="115615"/>
                  </a:cubicBezTo>
                  <a:cubicBezTo>
                    <a:pt x="28418" y="115438"/>
                    <a:pt x="26470" y="111895"/>
                    <a:pt x="26470" y="107821"/>
                  </a:cubicBezTo>
                  <a:cubicBezTo>
                    <a:pt x="26470" y="106581"/>
                    <a:pt x="26647" y="105695"/>
                    <a:pt x="27178" y="103747"/>
                  </a:cubicBezTo>
                  <a:lnTo>
                    <a:pt x="51269" y="7208"/>
                  </a:lnTo>
                  <a:lnTo>
                    <a:pt x="51446" y="7208"/>
                  </a:lnTo>
                  <a:lnTo>
                    <a:pt x="66680" y="117032"/>
                  </a:lnTo>
                  <a:cubicBezTo>
                    <a:pt x="67034" y="119158"/>
                    <a:pt x="67211" y="121106"/>
                    <a:pt x="69337" y="121106"/>
                  </a:cubicBezTo>
                  <a:cubicBezTo>
                    <a:pt x="71285" y="121106"/>
                    <a:pt x="72348" y="119158"/>
                    <a:pt x="73234" y="117918"/>
                  </a:cubicBezTo>
                  <a:lnTo>
                    <a:pt x="144797" y="5791"/>
                  </a:lnTo>
                  <a:lnTo>
                    <a:pt x="144974" y="5791"/>
                  </a:lnTo>
                  <a:lnTo>
                    <a:pt x="119643" y="107290"/>
                  </a:lnTo>
                  <a:cubicBezTo>
                    <a:pt x="117872" y="114198"/>
                    <a:pt x="117518" y="115615"/>
                    <a:pt x="103524" y="115615"/>
                  </a:cubicBezTo>
                  <a:cubicBezTo>
                    <a:pt x="100513" y="115615"/>
                    <a:pt x="98564" y="115615"/>
                    <a:pt x="98564" y="118981"/>
                  </a:cubicBezTo>
                  <a:cubicBezTo>
                    <a:pt x="98564" y="121106"/>
                    <a:pt x="100690" y="121106"/>
                    <a:pt x="101221" y="121106"/>
                  </a:cubicBezTo>
                  <a:cubicBezTo>
                    <a:pt x="106181" y="121106"/>
                    <a:pt x="118226" y="120575"/>
                    <a:pt x="123186" y="120575"/>
                  </a:cubicBezTo>
                  <a:cubicBezTo>
                    <a:pt x="130449" y="120575"/>
                    <a:pt x="138065" y="121106"/>
                    <a:pt x="145328" y="121106"/>
                  </a:cubicBezTo>
                  <a:cubicBezTo>
                    <a:pt x="146391" y="121106"/>
                    <a:pt x="148694" y="121106"/>
                    <a:pt x="148694" y="117564"/>
                  </a:cubicBezTo>
                  <a:cubicBezTo>
                    <a:pt x="148694" y="115615"/>
                    <a:pt x="147099" y="115615"/>
                    <a:pt x="143734" y="115615"/>
                  </a:cubicBezTo>
                  <a:cubicBezTo>
                    <a:pt x="137180" y="115615"/>
                    <a:pt x="132220" y="115615"/>
                    <a:pt x="132220" y="112427"/>
                  </a:cubicBezTo>
                  <a:cubicBezTo>
                    <a:pt x="132220" y="111718"/>
                    <a:pt x="132220" y="111364"/>
                    <a:pt x="133106" y="108175"/>
                  </a:cubicBezTo>
                  <a:lnTo>
                    <a:pt x="156665" y="13762"/>
                  </a:lnTo>
                  <a:close/>
                </a:path>
              </a:pathLst>
            </a:custGeom>
            <a:solidFill>
              <a:srgbClr val="000000"/>
            </a:solidFill>
            <a:ln w="1773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14" name="任意形状 413">
              <a:extLst>
                <a:ext uri="{FF2B5EF4-FFF2-40B4-BE49-F238E27FC236}">
                  <a16:creationId xmlns:a16="http://schemas.microsoft.com/office/drawing/2014/main" id="{8DF5EFCB-053D-60B6-8916-650543FEFC00}"/>
                </a:ext>
              </a:extLst>
            </p:cNvPr>
            <p:cNvSpPr/>
            <p:nvPr>
              <p:custDataLst>
                <p:tags r:id="rId110"/>
              </p:custDataLst>
            </p:nvPr>
          </p:nvSpPr>
          <p:spPr>
            <a:xfrm>
              <a:off x="8473792" y="6901803"/>
              <a:ext cx="55549" cy="88532"/>
            </a:xfrm>
            <a:custGeom>
              <a:avLst/>
              <a:gdLst>
                <a:gd name="connsiteX0" fmla="*/ 55636 w 55549"/>
                <a:gd name="connsiteY0" fmla="*/ 27031 h 88532"/>
                <a:gd name="connsiteX1" fmla="*/ 38525 w 55549"/>
                <a:gd name="connsiteY1" fmla="*/ 124 h 88532"/>
                <a:gd name="connsiteX2" fmla="*/ 86 w 55549"/>
                <a:gd name="connsiteY2" fmla="*/ 61750 h 88532"/>
                <a:gd name="connsiteX3" fmla="*/ 17198 w 55549"/>
                <a:gd name="connsiteY3" fmla="*/ 88656 h 88532"/>
                <a:gd name="connsiteX4" fmla="*/ 55636 w 55549"/>
                <a:gd name="connsiteY4" fmla="*/ 27031 h 88532"/>
                <a:gd name="connsiteX5" fmla="*/ 14098 w 55549"/>
                <a:gd name="connsiteY5" fmla="*/ 42158 h 88532"/>
                <a:gd name="connsiteX6" fmla="*/ 38401 w 55549"/>
                <a:gd name="connsiteY6" fmla="*/ 3596 h 88532"/>
                <a:gd name="connsiteX7" fmla="*/ 46337 w 55549"/>
                <a:gd name="connsiteY7" fmla="*/ 19715 h 88532"/>
                <a:gd name="connsiteX8" fmla="*/ 42741 w 55549"/>
                <a:gd name="connsiteY8" fmla="*/ 42158 h 88532"/>
                <a:gd name="connsiteX9" fmla="*/ 14098 w 55549"/>
                <a:gd name="connsiteY9" fmla="*/ 42158 h 88532"/>
                <a:gd name="connsiteX10" fmla="*/ 41625 w 55549"/>
                <a:gd name="connsiteY10" fmla="*/ 46622 h 88532"/>
                <a:gd name="connsiteX11" fmla="*/ 31581 w 55549"/>
                <a:gd name="connsiteY11" fmla="*/ 72909 h 88532"/>
                <a:gd name="connsiteX12" fmla="*/ 17322 w 55549"/>
                <a:gd name="connsiteY12" fmla="*/ 85185 h 88532"/>
                <a:gd name="connsiteX13" fmla="*/ 9386 w 55549"/>
                <a:gd name="connsiteY13" fmla="*/ 69065 h 88532"/>
                <a:gd name="connsiteX14" fmla="*/ 12982 w 55549"/>
                <a:gd name="connsiteY14" fmla="*/ 46622 h 88532"/>
                <a:gd name="connsiteX15" fmla="*/ 41625 w 55549"/>
                <a:gd name="connsiteY15" fmla="*/ 46622 h 885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55549" h="88532">
                  <a:moveTo>
                    <a:pt x="55636" y="27031"/>
                  </a:moveTo>
                  <a:cubicBezTo>
                    <a:pt x="55636" y="14011"/>
                    <a:pt x="50676" y="124"/>
                    <a:pt x="38525" y="124"/>
                  </a:cubicBezTo>
                  <a:cubicBezTo>
                    <a:pt x="19926" y="124"/>
                    <a:pt x="86" y="33355"/>
                    <a:pt x="86" y="61750"/>
                  </a:cubicBezTo>
                  <a:cubicBezTo>
                    <a:pt x="86" y="76505"/>
                    <a:pt x="5790" y="88656"/>
                    <a:pt x="17198" y="88656"/>
                  </a:cubicBezTo>
                  <a:cubicBezTo>
                    <a:pt x="36045" y="88656"/>
                    <a:pt x="55636" y="54806"/>
                    <a:pt x="55636" y="27031"/>
                  </a:cubicBezTo>
                  <a:close/>
                  <a:moveTo>
                    <a:pt x="14098" y="42158"/>
                  </a:moveTo>
                  <a:cubicBezTo>
                    <a:pt x="20422" y="15375"/>
                    <a:pt x="31085" y="3596"/>
                    <a:pt x="38401" y="3596"/>
                  </a:cubicBezTo>
                  <a:cubicBezTo>
                    <a:pt x="46337" y="3596"/>
                    <a:pt x="46337" y="17359"/>
                    <a:pt x="46337" y="19715"/>
                  </a:cubicBezTo>
                  <a:cubicBezTo>
                    <a:pt x="46337" y="24551"/>
                    <a:pt x="45345" y="31743"/>
                    <a:pt x="42741" y="42158"/>
                  </a:cubicBezTo>
                  <a:lnTo>
                    <a:pt x="14098" y="42158"/>
                  </a:lnTo>
                  <a:close/>
                  <a:moveTo>
                    <a:pt x="41625" y="46622"/>
                  </a:moveTo>
                  <a:cubicBezTo>
                    <a:pt x="38153" y="60138"/>
                    <a:pt x="35301" y="66833"/>
                    <a:pt x="31581" y="72909"/>
                  </a:cubicBezTo>
                  <a:cubicBezTo>
                    <a:pt x="27737" y="79357"/>
                    <a:pt x="22777" y="85185"/>
                    <a:pt x="17322" y="85185"/>
                  </a:cubicBezTo>
                  <a:cubicBezTo>
                    <a:pt x="10502" y="85185"/>
                    <a:pt x="9386" y="75761"/>
                    <a:pt x="9386" y="69065"/>
                  </a:cubicBezTo>
                  <a:cubicBezTo>
                    <a:pt x="9386" y="60882"/>
                    <a:pt x="11742" y="51210"/>
                    <a:pt x="12982" y="46622"/>
                  </a:cubicBezTo>
                  <a:lnTo>
                    <a:pt x="41625" y="46622"/>
                  </a:lnTo>
                  <a:close/>
                </a:path>
              </a:pathLst>
            </a:custGeom>
            <a:solidFill>
              <a:srgbClr val="000000"/>
            </a:solidFill>
            <a:ln w="1773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15" name="任意形状 414">
              <a:extLst>
                <a:ext uri="{FF2B5EF4-FFF2-40B4-BE49-F238E27FC236}">
                  <a16:creationId xmlns:a16="http://schemas.microsoft.com/office/drawing/2014/main" id="{2A65874D-1CA6-7AF7-4B91-4E6F882F5FED}"/>
                </a:ext>
              </a:extLst>
            </p:cNvPr>
            <p:cNvSpPr/>
            <p:nvPr>
              <p:custDataLst>
                <p:tags r:id="rId111"/>
              </p:custDataLst>
            </p:nvPr>
          </p:nvSpPr>
          <p:spPr>
            <a:xfrm>
              <a:off x="8620400" y="6886180"/>
              <a:ext cx="18776" cy="76345"/>
            </a:xfrm>
            <a:custGeom>
              <a:avLst/>
              <a:gdLst>
                <a:gd name="connsiteX0" fmla="*/ 18871 w 18776"/>
                <a:gd name="connsiteY0" fmla="*/ 9511 h 76345"/>
                <a:gd name="connsiteX1" fmla="*/ 9482 w 18776"/>
                <a:gd name="connsiteY1" fmla="*/ 123 h 76345"/>
                <a:gd name="connsiteX2" fmla="*/ 94 w 18776"/>
                <a:gd name="connsiteY2" fmla="*/ 9511 h 76345"/>
                <a:gd name="connsiteX3" fmla="*/ 9482 w 18776"/>
                <a:gd name="connsiteY3" fmla="*/ 18899 h 76345"/>
                <a:gd name="connsiteX4" fmla="*/ 18871 w 18776"/>
                <a:gd name="connsiteY4" fmla="*/ 9511 h 76345"/>
                <a:gd name="connsiteX5" fmla="*/ 18871 w 18776"/>
                <a:gd name="connsiteY5" fmla="*/ 67080 h 76345"/>
                <a:gd name="connsiteX6" fmla="*/ 9482 w 18776"/>
                <a:gd name="connsiteY6" fmla="*/ 57692 h 76345"/>
                <a:gd name="connsiteX7" fmla="*/ 94 w 18776"/>
                <a:gd name="connsiteY7" fmla="*/ 67080 h 76345"/>
                <a:gd name="connsiteX8" fmla="*/ 9482 w 18776"/>
                <a:gd name="connsiteY8" fmla="*/ 76468 h 76345"/>
                <a:gd name="connsiteX9" fmla="*/ 18871 w 18776"/>
                <a:gd name="connsiteY9" fmla="*/ 67080 h 763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8776" h="76345">
                  <a:moveTo>
                    <a:pt x="18871" y="9511"/>
                  </a:moveTo>
                  <a:cubicBezTo>
                    <a:pt x="18871" y="4374"/>
                    <a:pt x="14619" y="123"/>
                    <a:pt x="9482" y="123"/>
                  </a:cubicBezTo>
                  <a:cubicBezTo>
                    <a:pt x="4345" y="123"/>
                    <a:pt x="94" y="4374"/>
                    <a:pt x="94" y="9511"/>
                  </a:cubicBezTo>
                  <a:cubicBezTo>
                    <a:pt x="94" y="14648"/>
                    <a:pt x="4345" y="18899"/>
                    <a:pt x="9482" y="18899"/>
                  </a:cubicBezTo>
                  <a:cubicBezTo>
                    <a:pt x="14619" y="18899"/>
                    <a:pt x="18871" y="14648"/>
                    <a:pt x="18871" y="9511"/>
                  </a:cubicBezTo>
                  <a:close/>
                  <a:moveTo>
                    <a:pt x="18871" y="67080"/>
                  </a:moveTo>
                  <a:cubicBezTo>
                    <a:pt x="18871" y="61943"/>
                    <a:pt x="14619" y="57692"/>
                    <a:pt x="9482" y="57692"/>
                  </a:cubicBezTo>
                  <a:cubicBezTo>
                    <a:pt x="4345" y="57692"/>
                    <a:pt x="94" y="61943"/>
                    <a:pt x="94" y="67080"/>
                  </a:cubicBezTo>
                  <a:cubicBezTo>
                    <a:pt x="94" y="72217"/>
                    <a:pt x="4345" y="76468"/>
                    <a:pt x="9482" y="76468"/>
                  </a:cubicBezTo>
                  <a:cubicBezTo>
                    <a:pt x="14619" y="76468"/>
                    <a:pt x="18871" y="72217"/>
                    <a:pt x="18871" y="67080"/>
                  </a:cubicBezTo>
                  <a:close/>
                </a:path>
              </a:pathLst>
            </a:custGeom>
            <a:solidFill>
              <a:srgbClr val="000000"/>
            </a:solidFill>
            <a:ln w="1773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16" name="任意形状 415">
              <a:extLst>
                <a:ext uri="{FF2B5EF4-FFF2-40B4-BE49-F238E27FC236}">
                  <a16:creationId xmlns:a16="http://schemas.microsoft.com/office/drawing/2014/main" id="{F60ED371-A23E-9ACC-9486-40C54235A042}"/>
                </a:ext>
              </a:extLst>
            </p:cNvPr>
            <p:cNvSpPr/>
            <p:nvPr>
              <p:custDataLst>
                <p:tags r:id="rId112"/>
              </p:custDataLst>
            </p:nvPr>
          </p:nvSpPr>
          <p:spPr>
            <a:xfrm>
              <a:off x="8739121" y="6883168"/>
              <a:ext cx="67488" cy="81305"/>
            </a:xfrm>
            <a:custGeom>
              <a:avLst/>
              <a:gdLst>
                <a:gd name="connsiteX0" fmla="*/ 14804 w 67488"/>
                <a:gd name="connsiteY0" fmla="*/ 40864 h 81305"/>
                <a:gd name="connsiteX1" fmla="*/ 38717 w 67488"/>
                <a:gd name="connsiteY1" fmla="*/ 4551 h 81305"/>
                <a:gd name="connsiteX2" fmla="*/ 57671 w 67488"/>
                <a:gd name="connsiteY2" fmla="*/ 11105 h 81305"/>
                <a:gd name="connsiteX3" fmla="*/ 49345 w 67488"/>
                <a:gd name="connsiteY3" fmla="*/ 19253 h 81305"/>
                <a:gd name="connsiteX4" fmla="*/ 57493 w 67488"/>
                <a:gd name="connsiteY4" fmla="*/ 27401 h 81305"/>
                <a:gd name="connsiteX5" fmla="*/ 65642 w 67488"/>
                <a:gd name="connsiteY5" fmla="*/ 19076 h 81305"/>
                <a:gd name="connsiteX6" fmla="*/ 38540 w 67488"/>
                <a:gd name="connsiteY6" fmla="*/ 123 h 81305"/>
                <a:gd name="connsiteX7" fmla="*/ 101 w 67488"/>
                <a:gd name="connsiteY7" fmla="*/ 41218 h 81305"/>
                <a:gd name="connsiteX8" fmla="*/ 38186 w 67488"/>
                <a:gd name="connsiteY8" fmla="*/ 81428 h 81305"/>
                <a:gd name="connsiteX9" fmla="*/ 67590 w 67488"/>
                <a:gd name="connsiteY9" fmla="*/ 58400 h 81305"/>
                <a:gd name="connsiteX10" fmla="*/ 65287 w 67488"/>
                <a:gd name="connsiteY10" fmla="*/ 56629 h 81305"/>
                <a:gd name="connsiteX11" fmla="*/ 62985 w 67488"/>
                <a:gd name="connsiteY11" fmla="*/ 58400 h 81305"/>
                <a:gd name="connsiteX12" fmla="*/ 39780 w 67488"/>
                <a:gd name="connsiteY12" fmla="*/ 76999 h 81305"/>
                <a:gd name="connsiteX13" fmla="*/ 14804 w 67488"/>
                <a:gd name="connsiteY13" fmla="*/ 40864 h 813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7488" h="81305">
                  <a:moveTo>
                    <a:pt x="14804" y="40864"/>
                  </a:moveTo>
                  <a:cubicBezTo>
                    <a:pt x="14804" y="11991"/>
                    <a:pt x="29329" y="4551"/>
                    <a:pt x="38717" y="4551"/>
                  </a:cubicBezTo>
                  <a:cubicBezTo>
                    <a:pt x="40311" y="4551"/>
                    <a:pt x="51471" y="4728"/>
                    <a:pt x="57671" y="11105"/>
                  </a:cubicBezTo>
                  <a:cubicBezTo>
                    <a:pt x="50408" y="11636"/>
                    <a:pt x="49345" y="16950"/>
                    <a:pt x="49345" y="19253"/>
                  </a:cubicBezTo>
                  <a:cubicBezTo>
                    <a:pt x="49345" y="23859"/>
                    <a:pt x="52534" y="27401"/>
                    <a:pt x="57493" y="27401"/>
                  </a:cubicBezTo>
                  <a:cubicBezTo>
                    <a:pt x="62099" y="27401"/>
                    <a:pt x="65642" y="24390"/>
                    <a:pt x="65642" y="19076"/>
                  </a:cubicBezTo>
                  <a:cubicBezTo>
                    <a:pt x="65642" y="7031"/>
                    <a:pt x="52179" y="123"/>
                    <a:pt x="38540" y="123"/>
                  </a:cubicBezTo>
                  <a:cubicBezTo>
                    <a:pt x="16398" y="123"/>
                    <a:pt x="101" y="19253"/>
                    <a:pt x="101" y="41218"/>
                  </a:cubicBezTo>
                  <a:cubicBezTo>
                    <a:pt x="101" y="63891"/>
                    <a:pt x="17638" y="81428"/>
                    <a:pt x="38186" y="81428"/>
                  </a:cubicBezTo>
                  <a:cubicBezTo>
                    <a:pt x="61922" y="81428"/>
                    <a:pt x="67590" y="60172"/>
                    <a:pt x="67590" y="58400"/>
                  </a:cubicBezTo>
                  <a:cubicBezTo>
                    <a:pt x="67590" y="56629"/>
                    <a:pt x="65819" y="56629"/>
                    <a:pt x="65287" y="56629"/>
                  </a:cubicBezTo>
                  <a:cubicBezTo>
                    <a:pt x="63693" y="56629"/>
                    <a:pt x="63339" y="57337"/>
                    <a:pt x="62985" y="58400"/>
                  </a:cubicBezTo>
                  <a:cubicBezTo>
                    <a:pt x="57848" y="74874"/>
                    <a:pt x="46334" y="76999"/>
                    <a:pt x="39780" y="76999"/>
                  </a:cubicBezTo>
                  <a:cubicBezTo>
                    <a:pt x="30392" y="76999"/>
                    <a:pt x="14804" y="69383"/>
                    <a:pt x="14804" y="40864"/>
                  </a:cubicBezTo>
                  <a:close/>
                </a:path>
              </a:pathLst>
            </a:custGeom>
            <a:solidFill>
              <a:srgbClr val="000000"/>
            </a:solidFill>
            <a:ln w="1773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17" name="任意形状 416">
              <a:extLst>
                <a:ext uri="{FF2B5EF4-FFF2-40B4-BE49-F238E27FC236}">
                  <a16:creationId xmlns:a16="http://schemas.microsoft.com/office/drawing/2014/main" id="{BC8FD107-C8C3-17B1-1C06-4295F010A9F4}"/>
                </a:ext>
              </a:extLst>
            </p:cNvPr>
            <p:cNvSpPr/>
            <p:nvPr>
              <p:custDataLst>
                <p:tags r:id="rId113"/>
              </p:custDataLst>
            </p:nvPr>
          </p:nvSpPr>
          <p:spPr>
            <a:xfrm>
              <a:off x="8816785" y="6883168"/>
              <a:ext cx="78471" cy="81305"/>
            </a:xfrm>
            <a:custGeom>
              <a:avLst/>
              <a:gdLst>
                <a:gd name="connsiteX0" fmla="*/ 78577 w 78471"/>
                <a:gd name="connsiteY0" fmla="*/ 41572 h 81305"/>
                <a:gd name="connsiteX1" fmla="*/ 39430 w 78471"/>
                <a:gd name="connsiteY1" fmla="*/ 123 h 81305"/>
                <a:gd name="connsiteX2" fmla="*/ 106 w 78471"/>
                <a:gd name="connsiteY2" fmla="*/ 41572 h 81305"/>
                <a:gd name="connsiteX3" fmla="*/ 39253 w 78471"/>
                <a:gd name="connsiteY3" fmla="*/ 81428 h 81305"/>
                <a:gd name="connsiteX4" fmla="*/ 78577 w 78471"/>
                <a:gd name="connsiteY4" fmla="*/ 41572 h 81305"/>
                <a:gd name="connsiteX5" fmla="*/ 39430 w 78471"/>
                <a:gd name="connsiteY5" fmla="*/ 76999 h 81305"/>
                <a:gd name="connsiteX6" fmla="*/ 19236 w 78471"/>
                <a:gd name="connsiteY6" fmla="*/ 65131 h 81305"/>
                <a:gd name="connsiteX7" fmla="*/ 14808 w 78471"/>
                <a:gd name="connsiteY7" fmla="*/ 40155 h 81305"/>
                <a:gd name="connsiteX8" fmla="*/ 19059 w 78471"/>
                <a:gd name="connsiteY8" fmla="*/ 15888 h 81305"/>
                <a:gd name="connsiteX9" fmla="*/ 39253 w 78471"/>
                <a:gd name="connsiteY9" fmla="*/ 4020 h 81305"/>
                <a:gd name="connsiteX10" fmla="*/ 59269 w 78471"/>
                <a:gd name="connsiteY10" fmla="*/ 15533 h 81305"/>
                <a:gd name="connsiteX11" fmla="*/ 63875 w 78471"/>
                <a:gd name="connsiteY11" fmla="*/ 40155 h 81305"/>
                <a:gd name="connsiteX12" fmla="*/ 59978 w 78471"/>
                <a:gd name="connsiteY12" fmla="*/ 63891 h 81305"/>
                <a:gd name="connsiteX13" fmla="*/ 39430 w 78471"/>
                <a:gd name="connsiteY13" fmla="*/ 76999 h 813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78471" h="81305">
                  <a:moveTo>
                    <a:pt x="78577" y="41572"/>
                  </a:moveTo>
                  <a:cubicBezTo>
                    <a:pt x="78577" y="18899"/>
                    <a:pt x="60863" y="123"/>
                    <a:pt x="39430" y="123"/>
                  </a:cubicBezTo>
                  <a:cubicBezTo>
                    <a:pt x="17288" y="123"/>
                    <a:pt x="106" y="19430"/>
                    <a:pt x="106" y="41572"/>
                  </a:cubicBezTo>
                  <a:cubicBezTo>
                    <a:pt x="106" y="64423"/>
                    <a:pt x="18528" y="81428"/>
                    <a:pt x="39253" y="81428"/>
                  </a:cubicBezTo>
                  <a:cubicBezTo>
                    <a:pt x="60686" y="81428"/>
                    <a:pt x="78577" y="64069"/>
                    <a:pt x="78577" y="41572"/>
                  </a:cubicBezTo>
                  <a:close/>
                  <a:moveTo>
                    <a:pt x="39430" y="76999"/>
                  </a:moveTo>
                  <a:cubicBezTo>
                    <a:pt x="31813" y="76999"/>
                    <a:pt x="24019" y="73280"/>
                    <a:pt x="19236" y="65131"/>
                  </a:cubicBezTo>
                  <a:cubicBezTo>
                    <a:pt x="14808" y="57337"/>
                    <a:pt x="14808" y="46532"/>
                    <a:pt x="14808" y="40155"/>
                  </a:cubicBezTo>
                  <a:cubicBezTo>
                    <a:pt x="14808" y="33247"/>
                    <a:pt x="14808" y="23682"/>
                    <a:pt x="19059" y="15888"/>
                  </a:cubicBezTo>
                  <a:cubicBezTo>
                    <a:pt x="23842" y="7739"/>
                    <a:pt x="32167" y="4020"/>
                    <a:pt x="39253" y="4020"/>
                  </a:cubicBezTo>
                  <a:cubicBezTo>
                    <a:pt x="47047" y="4020"/>
                    <a:pt x="54664" y="7917"/>
                    <a:pt x="59269" y="15533"/>
                  </a:cubicBezTo>
                  <a:cubicBezTo>
                    <a:pt x="63875" y="23150"/>
                    <a:pt x="63875" y="33424"/>
                    <a:pt x="63875" y="40155"/>
                  </a:cubicBezTo>
                  <a:cubicBezTo>
                    <a:pt x="63875" y="46532"/>
                    <a:pt x="63875" y="56097"/>
                    <a:pt x="59978" y="63891"/>
                  </a:cubicBezTo>
                  <a:cubicBezTo>
                    <a:pt x="56081" y="71863"/>
                    <a:pt x="48287" y="76999"/>
                    <a:pt x="39430" y="76999"/>
                  </a:cubicBezTo>
                  <a:close/>
                </a:path>
              </a:pathLst>
            </a:custGeom>
            <a:solidFill>
              <a:srgbClr val="000000"/>
            </a:solidFill>
            <a:ln w="1773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18" name="任意形状 417">
              <a:extLst>
                <a:ext uri="{FF2B5EF4-FFF2-40B4-BE49-F238E27FC236}">
                  <a16:creationId xmlns:a16="http://schemas.microsoft.com/office/drawing/2014/main" id="{39F72E4A-CADC-1876-921B-D0131BD23874}"/>
                </a:ext>
              </a:extLst>
            </p:cNvPr>
            <p:cNvSpPr/>
            <p:nvPr>
              <p:custDataLst>
                <p:tags r:id="rId114"/>
              </p:custDataLst>
            </p:nvPr>
          </p:nvSpPr>
          <p:spPr>
            <a:xfrm>
              <a:off x="8906062" y="6884231"/>
              <a:ext cx="138343" cy="78294"/>
            </a:xfrm>
            <a:custGeom>
              <a:avLst/>
              <a:gdLst>
                <a:gd name="connsiteX0" fmla="*/ 13927 w 138343"/>
                <a:gd name="connsiteY0" fmla="*/ 17482 h 78294"/>
                <a:gd name="connsiteX1" fmla="*/ 13927 w 138343"/>
                <a:gd name="connsiteY1" fmla="*/ 64954 h 78294"/>
                <a:gd name="connsiteX2" fmla="*/ 111 w 138343"/>
                <a:gd name="connsiteY2" fmla="*/ 72925 h 78294"/>
                <a:gd name="connsiteX3" fmla="*/ 111 w 138343"/>
                <a:gd name="connsiteY3" fmla="*/ 78417 h 78294"/>
                <a:gd name="connsiteX4" fmla="*/ 20127 w 138343"/>
                <a:gd name="connsiteY4" fmla="*/ 77885 h 78294"/>
                <a:gd name="connsiteX5" fmla="*/ 39966 w 138343"/>
                <a:gd name="connsiteY5" fmla="*/ 78417 h 78294"/>
                <a:gd name="connsiteX6" fmla="*/ 39966 w 138343"/>
                <a:gd name="connsiteY6" fmla="*/ 72925 h 78294"/>
                <a:gd name="connsiteX7" fmla="*/ 26150 w 138343"/>
                <a:gd name="connsiteY7" fmla="*/ 64954 h 78294"/>
                <a:gd name="connsiteX8" fmla="*/ 26150 w 138343"/>
                <a:gd name="connsiteY8" fmla="*/ 32361 h 78294"/>
                <a:gd name="connsiteX9" fmla="*/ 50063 w 138343"/>
                <a:gd name="connsiteY9" fmla="*/ 4020 h 78294"/>
                <a:gd name="connsiteX10" fmla="*/ 63171 w 138343"/>
                <a:gd name="connsiteY10" fmla="*/ 23682 h 78294"/>
                <a:gd name="connsiteX11" fmla="*/ 63171 w 138343"/>
                <a:gd name="connsiteY11" fmla="*/ 64954 h 78294"/>
                <a:gd name="connsiteX12" fmla="*/ 49355 w 138343"/>
                <a:gd name="connsiteY12" fmla="*/ 72925 h 78294"/>
                <a:gd name="connsiteX13" fmla="*/ 49355 w 138343"/>
                <a:gd name="connsiteY13" fmla="*/ 78417 h 78294"/>
                <a:gd name="connsiteX14" fmla="*/ 69371 w 138343"/>
                <a:gd name="connsiteY14" fmla="*/ 77885 h 78294"/>
                <a:gd name="connsiteX15" fmla="*/ 89210 w 138343"/>
                <a:gd name="connsiteY15" fmla="*/ 78417 h 78294"/>
                <a:gd name="connsiteX16" fmla="*/ 89210 w 138343"/>
                <a:gd name="connsiteY16" fmla="*/ 72925 h 78294"/>
                <a:gd name="connsiteX17" fmla="*/ 75394 w 138343"/>
                <a:gd name="connsiteY17" fmla="*/ 64954 h 78294"/>
                <a:gd name="connsiteX18" fmla="*/ 75394 w 138343"/>
                <a:gd name="connsiteY18" fmla="*/ 32361 h 78294"/>
                <a:gd name="connsiteX19" fmla="*/ 99307 w 138343"/>
                <a:gd name="connsiteY19" fmla="*/ 4020 h 78294"/>
                <a:gd name="connsiteX20" fmla="*/ 112415 w 138343"/>
                <a:gd name="connsiteY20" fmla="*/ 23682 h 78294"/>
                <a:gd name="connsiteX21" fmla="*/ 112415 w 138343"/>
                <a:gd name="connsiteY21" fmla="*/ 64954 h 78294"/>
                <a:gd name="connsiteX22" fmla="*/ 98598 w 138343"/>
                <a:gd name="connsiteY22" fmla="*/ 72925 h 78294"/>
                <a:gd name="connsiteX23" fmla="*/ 98598 w 138343"/>
                <a:gd name="connsiteY23" fmla="*/ 78417 h 78294"/>
                <a:gd name="connsiteX24" fmla="*/ 118615 w 138343"/>
                <a:gd name="connsiteY24" fmla="*/ 77885 h 78294"/>
                <a:gd name="connsiteX25" fmla="*/ 138454 w 138343"/>
                <a:gd name="connsiteY25" fmla="*/ 78417 h 78294"/>
                <a:gd name="connsiteX26" fmla="*/ 138454 w 138343"/>
                <a:gd name="connsiteY26" fmla="*/ 72925 h 78294"/>
                <a:gd name="connsiteX27" fmla="*/ 124637 w 138343"/>
                <a:gd name="connsiteY27" fmla="*/ 67611 h 78294"/>
                <a:gd name="connsiteX28" fmla="*/ 124637 w 138343"/>
                <a:gd name="connsiteY28" fmla="*/ 33778 h 78294"/>
                <a:gd name="connsiteX29" fmla="*/ 119146 w 138343"/>
                <a:gd name="connsiteY29" fmla="*/ 6677 h 78294"/>
                <a:gd name="connsiteX30" fmla="*/ 100547 w 138343"/>
                <a:gd name="connsiteY30" fmla="*/ 123 h 78294"/>
                <a:gd name="connsiteX31" fmla="*/ 74862 w 138343"/>
                <a:gd name="connsiteY31" fmla="*/ 17482 h 78294"/>
                <a:gd name="connsiteX32" fmla="*/ 51303 w 138343"/>
                <a:gd name="connsiteY32" fmla="*/ 123 h 78294"/>
                <a:gd name="connsiteX33" fmla="*/ 25087 w 138343"/>
                <a:gd name="connsiteY33" fmla="*/ 18722 h 78294"/>
                <a:gd name="connsiteX34" fmla="*/ 25087 w 138343"/>
                <a:gd name="connsiteY34" fmla="*/ 123 h 78294"/>
                <a:gd name="connsiteX35" fmla="*/ 111 w 138343"/>
                <a:gd name="connsiteY35" fmla="*/ 2071 h 78294"/>
                <a:gd name="connsiteX36" fmla="*/ 111 w 138343"/>
                <a:gd name="connsiteY36" fmla="*/ 7562 h 78294"/>
                <a:gd name="connsiteX37" fmla="*/ 13927 w 138343"/>
                <a:gd name="connsiteY37" fmla="*/ 17482 h 78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138343" h="78294">
                  <a:moveTo>
                    <a:pt x="13927" y="17482"/>
                  </a:moveTo>
                  <a:lnTo>
                    <a:pt x="13927" y="64954"/>
                  </a:lnTo>
                  <a:cubicBezTo>
                    <a:pt x="13927" y="72925"/>
                    <a:pt x="11979" y="72925"/>
                    <a:pt x="111" y="72925"/>
                  </a:cubicBezTo>
                  <a:lnTo>
                    <a:pt x="111" y="78417"/>
                  </a:lnTo>
                  <a:cubicBezTo>
                    <a:pt x="6311" y="78239"/>
                    <a:pt x="15345" y="77885"/>
                    <a:pt x="20127" y="77885"/>
                  </a:cubicBezTo>
                  <a:cubicBezTo>
                    <a:pt x="24733" y="77885"/>
                    <a:pt x="33944" y="78239"/>
                    <a:pt x="39966" y="78417"/>
                  </a:cubicBezTo>
                  <a:lnTo>
                    <a:pt x="39966" y="72925"/>
                  </a:lnTo>
                  <a:cubicBezTo>
                    <a:pt x="28098" y="72925"/>
                    <a:pt x="26150" y="72925"/>
                    <a:pt x="26150" y="64954"/>
                  </a:cubicBezTo>
                  <a:lnTo>
                    <a:pt x="26150" y="32361"/>
                  </a:lnTo>
                  <a:cubicBezTo>
                    <a:pt x="26150" y="13939"/>
                    <a:pt x="38726" y="4020"/>
                    <a:pt x="50063" y="4020"/>
                  </a:cubicBezTo>
                  <a:cubicBezTo>
                    <a:pt x="61223" y="4020"/>
                    <a:pt x="63171" y="13585"/>
                    <a:pt x="63171" y="23682"/>
                  </a:cubicBezTo>
                  <a:lnTo>
                    <a:pt x="63171" y="64954"/>
                  </a:lnTo>
                  <a:cubicBezTo>
                    <a:pt x="63171" y="72925"/>
                    <a:pt x="61223" y="72925"/>
                    <a:pt x="49355" y="72925"/>
                  </a:cubicBezTo>
                  <a:lnTo>
                    <a:pt x="49355" y="78417"/>
                  </a:lnTo>
                  <a:cubicBezTo>
                    <a:pt x="55554" y="78239"/>
                    <a:pt x="64588" y="77885"/>
                    <a:pt x="69371" y="77885"/>
                  </a:cubicBezTo>
                  <a:cubicBezTo>
                    <a:pt x="73976" y="77885"/>
                    <a:pt x="83187" y="78239"/>
                    <a:pt x="89210" y="78417"/>
                  </a:cubicBezTo>
                  <a:lnTo>
                    <a:pt x="89210" y="72925"/>
                  </a:lnTo>
                  <a:cubicBezTo>
                    <a:pt x="77342" y="72925"/>
                    <a:pt x="75394" y="72925"/>
                    <a:pt x="75394" y="64954"/>
                  </a:cubicBezTo>
                  <a:lnTo>
                    <a:pt x="75394" y="32361"/>
                  </a:lnTo>
                  <a:cubicBezTo>
                    <a:pt x="75394" y="13939"/>
                    <a:pt x="87970" y="4020"/>
                    <a:pt x="99307" y="4020"/>
                  </a:cubicBezTo>
                  <a:cubicBezTo>
                    <a:pt x="110466" y="4020"/>
                    <a:pt x="112415" y="13585"/>
                    <a:pt x="112415" y="23682"/>
                  </a:cubicBezTo>
                  <a:lnTo>
                    <a:pt x="112415" y="64954"/>
                  </a:lnTo>
                  <a:cubicBezTo>
                    <a:pt x="112415" y="72925"/>
                    <a:pt x="110466" y="72925"/>
                    <a:pt x="98598" y="72925"/>
                  </a:cubicBezTo>
                  <a:lnTo>
                    <a:pt x="98598" y="78417"/>
                  </a:lnTo>
                  <a:cubicBezTo>
                    <a:pt x="104798" y="78239"/>
                    <a:pt x="113832" y="77885"/>
                    <a:pt x="118615" y="77885"/>
                  </a:cubicBezTo>
                  <a:cubicBezTo>
                    <a:pt x="123220" y="77885"/>
                    <a:pt x="132431" y="78239"/>
                    <a:pt x="138454" y="78417"/>
                  </a:cubicBezTo>
                  <a:lnTo>
                    <a:pt x="138454" y="72925"/>
                  </a:lnTo>
                  <a:cubicBezTo>
                    <a:pt x="129243" y="72925"/>
                    <a:pt x="124814" y="72925"/>
                    <a:pt x="124637" y="67611"/>
                  </a:cubicBezTo>
                  <a:lnTo>
                    <a:pt x="124637" y="33778"/>
                  </a:lnTo>
                  <a:cubicBezTo>
                    <a:pt x="124637" y="18545"/>
                    <a:pt x="124637" y="13053"/>
                    <a:pt x="119146" y="6677"/>
                  </a:cubicBezTo>
                  <a:cubicBezTo>
                    <a:pt x="116666" y="3665"/>
                    <a:pt x="110821" y="123"/>
                    <a:pt x="100547" y="123"/>
                  </a:cubicBezTo>
                  <a:cubicBezTo>
                    <a:pt x="85667" y="123"/>
                    <a:pt x="77873" y="10751"/>
                    <a:pt x="74862" y="17482"/>
                  </a:cubicBezTo>
                  <a:cubicBezTo>
                    <a:pt x="72382" y="2071"/>
                    <a:pt x="59274" y="123"/>
                    <a:pt x="51303" y="123"/>
                  </a:cubicBezTo>
                  <a:cubicBezTo>
                    <a:pt x="38372" y="123"/>
                    <a:pt x="30047" y="7739"/>
                    <a:pt x="25087" y="18722"/>
                  </a:cubicBezTo>
                  <a:lnTo>
                    <a:pt x="25087" y="123"/>
                  </a:lnTo>
                  <a:lnTo>
                    <a:pt x="111" y="2071"/>
                  </a:lnTo>
                  <a:lnTo>
                    <a:pt x="111" y="7562"/>
                  </a:lnTo>
                  <a:cubicBezTo>
                    <a:pt x="12510" y="7562"/>
                    <a:pt x="13927" y="8802"/>
                    <a:pt x="13927" y="17482"/>
                  </a:cubicBezTo>
                  <a:close/>
                </a:path>
              </a:pathLst>
            </a:custGeom>
            <a:solidFill>
              <a:srgbClr val="000000"/>
            </a:solidFill>
            <a:ln w="1773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19" name="任意形状 418">
              <a:extLst>
                <a:ext uri="{FF2B5EF4-FFF2-40B4-BE49-F238E27FC236}">
                  <a16:creationId xmlns:a16="http://schemas.microsoft.com/office/drawing/2014/main" id="{F8511518-6970-622D-6F14-3E48D754F758}"/>
                </a:ext>
              </a:extLst>
            </p:cNvPr>
            <p:cNvSpPr/>
            <p:nvPr>
              <p:custDataLst>
                <p:tags r:id="rId115"/>
              </p:custDataLst>
            </p:nvPr>
          </p:nvSpPr>
          <p:spPr>
            <a:xfrm>
              <a:off x="9052967" y="6884231"/>
              <a:ext cx="87327" cy="112658"/>
            </a:xfrm>
            <a:custGeom>
              <a:avLst/>
              <a:gdLst>
                <a:gd name="connsiteX0" fmla="*/ 25627 w 87327"/>
                <a:gd name="connsiteY0" fmla="*/ 11813 h 112658"/>
                <a:gd name="connsiteX1" fmla="*/ 25627 w 87327"/>
                <a:gd name="connsiteY1" fmla="*/ 123 h 112658"/>
                <a:gd name="connsiteX2" fmla="*/ 119 w 87327"/>
                <a:gd name="connsiteY2" fmla="*/ 2071 h 112658"/>
                <a:gd name="connsiteX3" fmla="*/ 119 w 87327"/>
                <a:gd name="connsiteY3" fmla="*/ 7562 h 112658"/>
                <a:gd name="connsiteX4" fmla="*/ 13936 w 87327"/>
                <a:gd name="connsiteY4" fmla="*/ 16419 h 112658"/>
                <a:gd name="connsiteX5" fmla="*/ 13936 w 87327"/>
                <a:gd name="connsiteY5" fmla="*/ 99319 h 112658"/>
                <a:gd name="connsiteX6" fmla="*/ 119 w 87327"/>
                <a:gd name="connsiteY6" fmla="*/ 107290 h 112658"/>
                <a:gd name="connsiteX7" fmla="*/ 119 w 87327"/>
                <a:gd name="connsiteY7" fmla="*/ 112781 h 112658"/>
                <a:gd name="connsiteX8" fmla="*/ 19958 w 87327"/>
                <a:gd name="connsiteY8" fmla="*/ 112249 h 112658"/>
                <a:gd name="connsiteX9" fmla="*/ 39975 w 87327"/>
                <a:gd name="connsiteY9" fmla="*/ 112781 h 112658"/>
                <a:gd name="connsiteX10" fmla="*/ 39975 w 87327"/>
                <a:gd name="connsiteY10" fmla="*/ 107290 h 112658"/>
                <a:gd name="connsiteX11" fmla="*/ 26158 w 87327"/>
                <a:gd name="connsiteY11" fmla="*/ 99319 h 112658"/>
                <a:gd name="connsiteX12" fmla="*/ 26158 w 87327"/>
                <a:gd name="connsiteY12" fmla="*/ 69560 h 112658"/>
                <a:gd name="connsiteX13" fmla="*/ 26158 w 87327"/>
                <a:gd name="connsiteY13" fmla="*/ 67966 h 112658"/>
                <a:gd name="connsiteX14" fmla="*/ 47946 w 87327"/>
                <a:gd name="connsiteY14" fmla="*/ 80365 h 112658"/>
                <a:gd name="connsiteX15" fmla="*/ 87447 w 87327"/>
                <a:gd name="connsiteY15" fmla="*/ 40155 h 112658"/>
                <a:gd name="connsiteX16" fmla="*/ 50426 w 87327"/>
                <a:gd name="connsiteY16" fmla="*/ 123 h 112658"/>
                <a:gd name="connsiteX17" fmla="*/ 25627 w 87327"/>
                <a:gd name="connsiteY17" fmla="*/ 11813 h 112658"/>
                <a:gd name="connsiteX18" fmla="*/ 26158 w 87327"/>
                <a:gd name="connsiteY18" fmla="*/ 58223 h 112658"/>
                <a:gd name="connsiteX19" fmla="*/ 26158 w 87327"/>
                <a:gd name="connsiteY19" fmla="*/ 18722 h 112658"/>
                <a:gd name="connsiteX20" fmla="*/ 49009 w 87327"/>
                <a:gd name="connsiteY20" fmla="*/ 4551 h 112658"/>
                <a:gd name="connsiteX21" fmla="*/ 72745 w 87327"/>
                <a:gd name="connsiteY21" fmla="*/ 40155 h 112658"/>
                <a:gd name="connsiteX22" fmla="*/ 47237 w 87327"/>
                <a:gd name="connsiteY22" fmla="*/ 76468 h 112658"/>
                <a:gd name="connsiteX23" fmla="*/ 28638 w 87327"/>
                <a:gd name="connsiteY23" fmla="*/ 65663 h 112658"/>
                <a:gd name="connsiteX24" fmla="*/ 26158 w 87327"/>
                <a:gd name="connsiteY24" fmla="*/ 58223 h 1126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87327" h="112658">
                  <a:moveTo>
                    <a:pt x="25627" y="11813"/>
                  </a:moveTo>
                  <a:lnTo>
                    <a:pt x="25627" y="123"/>
                  </a:lnTo>
                  <a:lnTo>
                    <a:pt x="119" y="2071"/>
                  </a:lnTo>
                  <a:lnTo>
                    <a:pt x="119" y="7562"/>
                  </a:lnTo>
                  <a:cubicBezTo>
                    <a:pt x="12696" y="7562"/>
                    <a:pt x="13936" y="8625"/>
                    <a:pt x="13936" y="16419"/>
                  </a:cubicBezTo>
                  <a:lnTo>
                    <a:pt x="13936" y="99319"/>
                  </a:lnTo>
                  <a:cubicBezTo>
                    <a:pt x="13936" y="107290"/>
                    <a:pt x="11987" y="107290"/>
                    <a:pt x="119" y="107290"/>
                  </a:cubicBezTo>
                  <a:lnTo>
                    <a:pt x="119" y="112781"/>
                  </a:lnTo>
                  <a:cubicBezTo>
                    <a:pt x="6142" y="112604"/>
                    <a:pt x="15353" y="112249"/>
                    <a:pt x="19958" y="112249"/>
                  </a:cubicBezTo>
                  <a:cubicBezTo>
                    <a:pt x="24741" y="112249"/>
                    <a:pt x="33775" y="112604"/>
                    <a:pt x="39975" y="112781"/>
                  </a:cubicBezTo>
                  <a:lnTo>
                    <a:pt x="39975" y="107290"/>
                  </a:lnTo>
                  <a:cubicBezTo>
                    <a:pt x="28107" y="107290"/>
                    <a:pt x="26158" y="107290"/>
                    <a:pt x="26158" y="99319"/>
                  </a:cubicBezTo>
                  <a:lnTo>
                    <a:pt x="26158" y="69560"/>
                  </a:lnTo>
                  <a:lnTo>
                    <a:pt x="26158" y="67966"/>
                  </a:lnTo>
                  <a:cubicBezTo>
                    <a:pt x="27044" y="70800"/>
                    <a:pt x="34483" y="80365"/>
                    <a:pt x="47946" y="80365"/>
                  </a:cubicBezTo>
                  <a:cubicBezTo>
                    <a:pt x="69025" y="80365"/>
                    <a:pt x="87447" y="63006"/>
                    <a:pt x="87447" y="40155"/>
                  </a:cubicBezTo>
                  <a:cubicBezTo>
                    <a:pt x="87447" y="17659"/>
                    <a:pt x="70265" y="123"/>
                    <a:pt x="50426" y="123"/>
                  </a:cubicBezTo>
                  <a:cubicBezTo>
                    <a:pt x="36609" y="123"/>
                    <a:pt x="29169" y="7917"/>
                    <a:pt x="25627" y="11813"/>
                  </a:cubicBezTo>
                  <a:close/>
                  <a:moveTo>
                    <a:pt x="26158" y="58223"/>
                  </a:moveTo>
                  <a:lnTo>
                    <a:pt x="26158" y="18722"/>
                  </a:lnTo>
                  <a:cubicBezTo>
                    <a:pt x="31295" y="9688"/>
                    <a:pt x="39975" y="4551"/>
                    <a:pt x="49009" y="4551"/>
                  </a:cubicBezTo>
                  <a:cubicBezTo>
                    <a:pt x="61939" y="4551"/>
                    <a:pt x="72745" y="20139"/>
                    <a:pt x="72745" y="40155"/>
                  </a:cubicBezTo>
                  <a:cubicBezTo>
                    <a:pt x="72745" y="61589"/>
                    <a:pt x="60345" y="76468"/>
                    <a:pt x="47237" y="76468"/>
                  </a:cubicBezTo>
                  <a:cubicBezTo>
                    <a:pt x="40152" y="76468"/>
                    <a:pt x="33421" y="72925"/>
                    <a:pt x="28638" y="65663"/>
                  </a:cubicBezTo>
                  <a:cubicBezTo>
                    <a:pt x="26158" y="61943"/>
                    <a:pt x="26158" y="61766"/>
                    <a:pt x="26158" y="58223"/>
                  </a:cubicBezTo>
                  <a:close/>
                </a:path>
              </a:pathLst>
            </a:custGeom>
            <a:solidFill>
              <a:srgbClr val="000000"/>
            </a:solidFill>
            <a:ln w="1773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20" name="任意形状 419">
              <a:extLst>
                <a:ext uri="{FF2B5EF4-FFF2-40B4-BE49-F238E27FC236}">
                  <a16:creationId xmlns:a16="http://schemas.microsoft.com/office/drawing/2014/main" id="{A53A5DE1-B455-428E-E199-A648FB2B07F0}"/>
                </a:ext>
              </a:extLst>
            </p:cNvPr>
            <p:cNvSpPr/>
            <p:nvPr>
              <p:custDataLst>
                <p:tags r:id="rId116"/>
              </p:custDataLst>
            </p:nvPr>
          </p:nvSpPr>
          <p:spPr>
            <a:xfrm>
              <a:off x="9156296" y="6883168"/>
              <a:ext cx="68551" cy="81305"/>
            </a:xfrm>
            <a:custGeom>
              <a:avLst/>
              <a:gdLst>
                <a:gd name="connsiteX0" fmla="*/ 15004 w 68551"/>
                <a:gd name="connsiteY0" fmla="*/ 34841 h 81305"/>
                <a:gd name="connsiteX1" fmla="*/ 36969 w 68551"/>
                <a:gd name="connsiteY1" fmla="*/ 4020 h 81305"/>
                <a:gd name="connsiteX2" fmla="*/ 56985 w 68551"/>
                <a:gd name="connsiteY2" fmla="*/ 34841 h 81305"/>
                <a:gd name="connsiteX3" fmla="*/ 15004 w 68551"/>
                <a:gd name="connsiteY3" fmla="*/ 34841 h 81305"/>
                <a:gd name="connsiteX4" fmla="*/ 14827 w 68551"/>
                <a:gd name="connsiteY4" fmla="*/ 38561 h 81305"/>
                <a:gd name="connsiteX5" fmla="*/ 64248 w 68551"/>
                <a:gd name="connsiteY5" fmla="*/ 38561 h 81305"/>
                <a:gd name="connsiteX6" fmla="*/ 68676 w 68551"/>
                <a:gd name="connsiteY6" fmla="*/ 34841 h 81305"/>
                <a:gd name="connsiteX7" fmla="*/ 36969 w 68551"/>
                <a:gd name="connsiteY7" fmla="*/ 123 h 81305"/>
                <a:gd name="connsiteX8" fmla="*/ 125 w 68551"/>
                <a:gd name="connsiteY8" fmla="*/ 40509 h 81305"/>
                <a:gd name="connsiteX9" fmla="*/ 39095 w 68551"/>
                <a:gd name="connsiteY9" fmla="*/ 81428 h 81305"/>
                <a:gd name="connsiteX10" fmla="*/ 68676 w 68551"/>
                <a:gd name="connsiteY10" fmla="*/ 58400 h 81305"/>
                <a:gd name="connsiteX11" fmla="*/ 66374 w 68551"/>
                <a:gd name="connsiteY11" fmla="*/ 56275 h 81305"/>
                <a:gd name="connsiteX12" fmla="*/ 64071 w 68551"/>
                <a:gd name="connsiteY12" fmla="*/ 58754 h 81305"/>
                <a:gd name="connsiteX13" fmla="*/ 40158 w 68551"/>
                <a:gd name="connsiteY13" fmla="*/ 76999 h 81305"/>
                <a:gd name="connsiteX14" fmla="*/ 20141 w 68551"/>
                <a:gd name="connsiteY14" fmla="*/ 65131 h 81305"/>
                <a:gd name="connsiteX15" fmla="*/ 14827 w 68551"/>
                <a:gd name="connsiteY15" fmla="*/ 38561 h 813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68551" h="81305">
                  <a:moveTo>
                    <a:pt x="15004" y="34841"/>
                  </a:moveTo>
                  <a:cubicBezTo>
                    <a:pt x="16067" y="8448"/>
                    <a:pt x="30947" y="4020"/>
                    <a:pt x="36969" y="4020"/>
                  </a:cubicBezTo>
                  <a:cubicBezTo>
                    <a:pt x="55214" y="4020"/>
                    <a:pt x="56985" y="27933"/>
                    <a:pt x="56985" y="34841"/>
                  </a:cubicBezTo>
                  <a:lnTo>
                    <a:pt x="15004" y="34841"/>
                  </a:lnTo>
                  <a:close/>
                  <a:moveTo>
                    <a:pt x="14827" y="38561"/>
                  </a:moveTo>
                  <a:lnTo>
                    <a:pt x="64248" y="38561"/>
                  </a:lnTo>
                  <a:cubicBezTo>
                    <a:pt x="68145" y="38561"/>
                    <a:pt x="68676" y="38561"/>
                    <a:pt x="68676" y="34841"/>
                  </a:cubicBezTo>
                  <a:cubicBezTo>
                    <a:pt x="68676" y="17305"/>
                    <a:pt x="59111" y="123"/>
                    <a:pt x="36969" y="123"/>
                  </a:cubicBezTo>
                  <a:cubicBezTo>
                    <a:pt x="16421" y="123"/>
                    <a:pt x="125" y="18368"/>
                    <a:pt x="125" y="40509"/>
                  </a:cubicBezTo>
                  <a:cubicBezTo>
                    <a:pt x="125" y="64246"/>
                    <a:pt x="18724" y="81428"/>
                    <a:pt x="39095" y="81428"/>
                  </a:cubicBezTo>
                  <a:cubicBezTo>
                    <a:pt x="60705" y="81428"/>
                    <a:pt x="68676" y="61766"/>
                    <a:pt x="68676" y="58400"/>
                  </a:cubicBezTo>
                  <a:cubicBezTo>
                    <a:pt x="68676" y="56629"/>
                    <a:pt x="67259" y="56275"/>
                    <a:pt x="66374" y="56275"/>
                  </a:cubicBezTo>
                  <a:cubicBezTo>
                    <a:pt x="64779" y="56275"/>
                    <a:pt x="64425" y="57337"/>
                    <a:pt x="64071" y="58754"/>
                  </a:cubicBezTo>
                  <a:cubicBezTo>
                    <a:pt x="57871" y="76999"/>
                    <a:pt x="41929" y="76999"/>
                    <a:pt x="40158" y="76999"/>
                  </a:cubicBezTo>
                  <a:cubicBezTo>
                    <a:pt x="31301" y="76999"/>
                    <a:pt x="24215" y="71685"/>
                    <a:pt x="20141" y="65131"/>
                  </a:cubicBezTo>
                  <a:cubicBezTo>
                    <a:pt x="14827" y="56629"/>
                    <a:pt x="14827" y="44938"/>
                    <a:pt x="14827" y="38561"/>
                  </a:cubicBezTo>
                  <a:close/>
                </a:path>
              </a:pathLst>
            </a:custGeom>
            <a:solidFill>
              <a:srgbClr val="000000"/>
            </a:solidFill>
            <a:ln w="1773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21" name="任意形状 420">
              <a:extLst>
                <a:ext uri="{FF2B5EF4-FFF2-40B4-BE49-F238E27FC236}">
                  <a16:creationId xmlns:a16="http://schemas.microsoft.com/office/drawing/2014/main" id="{D2D3E08D-FD24-4ACD-E6EF-0860B36C9C8C}"/>
                </a:ext>
              </a:extLst>
            </p:cNvPr>
            <p:cNvSpPr/>
            <p:nvPr>
              <p:custDataLst>
                <p:tags r:id="rId117"/>
              </p:custDataLst>
            </p:nvPr>
          </p:nvSpPr>
          <p:spPr>
            <a:xfrm>
              <a:off x="9233429" y="6853587"/>
              <a:ext cx="55443" cy="110886"/>
            </a:xfrm>
            <a:custGeom>
              <a:avLst/>
              <a:gdLst>
                <a:gd name="connsiteX0" fmla="*/ 27408 w 55443"/>
                <a:gd name="connsiteY0" fmla="*/ 38207 h 110886"/>
                <a:gd name="connsiteX1" fmla="*/ 52739 w 55443"/>
                <a:gd name="connsiteY1" fmla="*/ 38207 h 110886"/>
                <a:gd name="connsiteX2" fmla="*/ 52739 w 55443"/>
                <a:gd name="connsiteY2" fmla="*/ 32716 h 110886"/>
                <a:gd name="connsiteX3" fmla="*/ 27408 w 55443"/>
                <a:gd name="connsiteY3" fmla="*/ 32716 h 110886"/>
                <a:gd name="connsiteX4" fmla="*/ 27408 w 55443"/>
                <a:gd name="connsiteY4" fmla="*/ 123 h 110886"/>
                <a:gd name="connsiteX5" fmla="*/ 22980 w 55443"/>
                <a:gd name="connsiteY5" fmla="*/ 123 h 110886"/>
                <a:gd name="connsiteX6" fmla="*/ 129 w 55443"/>
                <a:gd name="connsiteY6" fmla="*/ 34310 h 110886"/>
                <a:gd name="connsiteX7" fmla="*/ 129 w 55443"/>
                <a:gd name="connsiteY7" fmla="*/ 38207 h 110886"/>
                <a:gd name="connsiteX8" fmla="*/ 15186 w 55443"/>
                <a:gd name="connsiteY8" fmla="*/ 38207 h 110886"/>
                <a:gd name="connsiteX9" fmla="*/ 15186 w 55443"/>
                <a:gd name="connsiteY9" fmla="*/ 87096 h 110886"/>
                <a:gd name="connsiteX10" fmla="*/ 38036 w 55443"/>
                <a:gd name="connsiteY10" fmla="*/ 111010 h 110886"/>
                <a:gd name="connsiteX11" fmla="*/ 55573 w 55443"/>
                <a:gd name="connsiteY11" fmla="*/ 87096 h 110886"/>
                <a:gd name="connsiteX12" fmla="*/ 55573 w 55443"/>
                <a:gd name="connsiteY12" fmla="*/ 76999 h 110886"/>
                <a:gd name="connsiteX13" fmla="*/ 51144 w 55443"/>
                <a:gd name="connsiteY13" fmla="*/ 76999 h 110886"/>
                <a:gd name="connsiteX14" fmla="*/ 51144 w 55443"/>
                <a:gd name="connsiteY14" fmla="*/ 86742 h 110886"/>
                <a:gd name="connsiteX15" fmla="*/ 39276 w 55443"/>
                <a:gd name="connsiteY15" fmla="*/ 106581 h 110886"/>
                <a:gd name="connsiteX16" fmla="*/ 27408 w 55443"/>
                <a:gd name="connsiteY16" fmla="*/ 87450 h 110886"/>
                <a:gd name="connsiteX17" fmla="*/ 27408 w 55443"/>
                <a:gd name="connsiteY17" fmla="*/ 38207 h 1108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55443" h="110886">
                  <a:moveTo>
                    <a:pt x="27408" y="38207"/>
                  </a:moveTo>
                  <a:lnTo>
                    <a:pt x="52739" y="38207"/>
                  </a:lnTo>
                  <a:lnTo>
                    <a:pt x="52739" y="32716"/>
                  </a:lnTo>
                  <a:lnTo>
                    <a:pt x="27408" y="32716"/>
                  </a:lnTo>
                  <a:lnTo>
                    <a:pt x="27408" y="123"/>
                  </a:lnTo>
                  <a:lnTo>
                    <a:pt x="22980" y="123"/>
                  </a:lnTo>
                  <a:cubicBezTo>
                    <a:pt x="22803" y="14648"/>
                    <a:pt x="17489" y="33601"/>
                    <a:pt x="129" y="34310"/>
                  </a:cubicBezTo>
                  <a:lnTo>
                    <a:pt x="129" y="38207"/>
                  </a:lnTo>
                  <a:lnTo>
                    <a:pt x="15186" y="38207"/>
                  </a:lnTo>
                  <a:lnTo>
                    <a:pt x="15186" y="87096"/>
                  </a:lnTo>
                  <a:cubicBezTo>
                    <a:pt x="15186" y="108884"/>
                    <a:pt x="31660" y="111010"/>
                    <a:pt x="38036" y="111010"/>
                  </a:cubicBezTo>
                  <a:cubicBezTo>
                    <a:pt x="50613" y="111010"/>
                    <a:pt x="55573" y="98433"/>
                    <a:pt x="55573" y="87096"/>
                  </a:cubicBezTo>
                  <a:lnTo>
                    <a:pt x="55573" y="76999"/>
                  </a:lnTo>
                  <a:lnTo>
                    <a:pt x="51144" y="76999"/>
                  </a:lnTo>
                  <a:lnTo>
                    <a:pt x="51144" y="86742"/>
                  </a:lnTo>
                  <a:cubicBezTo>
                    <a:pt x="51144" y="99850"/>
                    <a:pt x="45830" y="106581"/>
                    <a:pt x="39276" y="106581"/>
                  </a:cubicBezTo>
                  <a:cubicBezTo>
                    <a:pt x="27408" y="106581"/>
                    <a:pt x="27408" y="90462"/>
                    <a:pt x="27408" y="87450"/>
                  </a:cubicBezTo>
                  <a:lnTo>
                    <a:pt x="27408" y="38207"/>
                  </a:lnTo>
                  <a:close/>
                </a:path>
              </a:pathLst>
            </a:custGeom>
            <a:solidFill>
              <a:srgbClr val="000000"/>
            </a:solidFill>
            <a:ln w="1773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22" name="任意形状 421">
              <a:extLst>
                <a:ext uri="{FF2B5EF4-FFF2-40B4-BE49-F238E27FC236}">
                  <a16:creationId xmlns:a16="http://schemas.microsoft.com/office/drawing/2014/main" id="{2242C6E5-91C0-3FC2-6743-3CEC810F050D}"/>
                </a:ext>
              </a:extLst>
            </p:cNvPr>
            <p:cNvSpPr/>
            <p:nvPr>
              <p:custDataLst>
                <p:tags r:id="rId118"/>
              </p:custDataLst>
            </p:nvPr>
          </p:nvSpPr>
          <p:spPr>
            <a:xfrm>
              <a:off x="9304796" y="6844021"/>
              <a:ext cx="37907" cy="118503"/>
            </a:xfrm>
            <a:custGeom>
              <a:avLst/>
              <a:gdLst>
                <a:gd name="connsiteX0" fmla="*/ 25641 w 37907"/>
                <a:gd name="connsiteY0" fmla="*/ 40332 h 118503"/>
                <a:gd name="connsiteX1" fmla="*/ 842 w 37907"/>
                <a:gd name="connsiteY1" fmla="*/ 42281 h 118503"/>
                <a:gd name="connsiteX2" fmla="*/ 842 w 37907"/>
                <a:gd name="connsiteY2" fmla="*/ 47772 h 118503"/>
                <a:gd name="connsiteX3" fmla="*/ 13950 w 37907"/>
                <a:gd name="connsiteY3" fmla="*/ 57515 h 118503"/>
                <a:gd name="connsiteX4" fmla="*/ 13950 w 37907"/>
                <a:gd name="connsiteY4" fmla="*/ 105164 h 118503"/>
                <a:gd name="connsiteX5" fmla="*/ 133 w 37907"/>
                <a:gd name="connsiteY5" fmla="*/ 113135 h 118503"/>
                <a:gd name="connsiteX6" fmla="*/ 133 w 37907"/>
                <a:gd name="connsiteY6" fmla="*/ 118626 h 118503"/>
                <a:gd name="connsiteX7" fmla="*/ 19618 w 37907"/>
                <a:gd name="connsiteY7" fmla="*/ 118095 h 118503"/>
                <a:gd name="connsiteX8" fmla="*/ 38040 w 37907"/>
                <a:gd name="connsiteY8" fmla="*/ 118626 h 118503"/>
                <a:gd name="connsiteX9" fmla="*/ 38040 w 37907"/>
                <a:gd name="connsiteY9" fmla="*/ 113135 h 118503"/>
                <a:gd name="connsiteX10" fmla="*/ 25641 w 37907"/>
                <a:gd name="connsiteY10" fmla="*/ 105341 h 118503"/>
                <a:gd name="connsiteX11" fmla="*/ 25641 w 37907"/>
                <a:gd name="connsiteY11" fmla="*/ 40332 h 118503"/>
                <a:gd name="connsiteX12" fmla="*/ 26349 w 37907"/>
                <a:gd name="connsiteY12" fmla="*/ 9511 h 118503"/>
                <a:gd name="connsiteX13" fmla="*/ 16961 w 37907"/>
                <a:gd name="connsiteY13" fmla="*/ 123 h 118503"/>
                <a:gd name="connsiteX14" fmla="*/ 7573 w 37907"/>
                <a:gd name="connsiteY14" fmla="*/ 9511 h 118503"/>
                <a:gd name="connsiteX15" fmla="*/ 16961 w 37907"/>
                <a:gd name="connsiteY15" fmla="*/ 18899 h 118503"/>
                <a:gd name="connsiteX16" fmla="*/ 26349 w 37907"/>
                <a:gd name="connsiteY16" fmla="*/ 9511 h 1185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37907" h="118503">
                  <a:moveTo>
                    <a:pt x="25641" y="40332"/>
                  </a:moveTo>
                  <a:lnTo>
                    <a:pt x="842" y="42281"/>
                  </a:lnTo>
                  <a:lnTo>
                    <a:pt x="842" y="47772"/>
                  </a:lnTo>
                  <a:cubicBezTo>
                    <a:pt x="12356" y="47772"/>
                    <a:pt x="13950" y="48835"/>
                    <a:pt x="13950" y="57515"/>
                  </a:cubicBezTo>
                  <a:lnTo>
                    <a:pt x="13950" y="105164"/>
                  </a:lnTo>
                  <a:cubicBezTo>
                    <a:pt x="13950" y="113135"/>
                    <a:pt x="12001" y="113135"/>
                    <a:pt x="133" y="113135"/>
                  </a:cubicBezTo>
                  <a:lnTo>
                    <a:pt x="133" y="118626"/>
                  </a:lnTo>
                  <a:cubicBezTo>
                    <a:pt x="5802" y="118449"/>
                    <a:pt x="15367" y="118095"/>
                    <a:pt x="19618" y="118095"/>
                  </a:cubicBezTo>
                  <a:cubicBezTo>
                    <a:pt x="25818" y="118095"/>
                    <a:pt x="32018" y="118449"/>
                    <a:pt x="38040" y="118626"/>
                  </a:cubicBezTo>
                  <a:lnTo>
                    <a:pt x="38040" y="113135"/>
                  </a:lnTo>
                  <a:cubicBezTo>
                    <a:pt x="26349" y="113135"/>
                    <a:pt x="25641" y="112249"/>
                    <a:pt x="25641" y="105341"/>
                  </a:cubicBezTo>
                  <a:lnTo>
                    <a:pt x="25641" y="40332"/>
                  </a:lnTo>
                  <a:close/>
                  <a:moveTo>
                    <a:pt x="26349" y="9511"/>
                  </a:moveTo>
                  <a:cubicBezTo>
                    <a:pt x="26349" y="3842"/>
                    <a:pt x="21921" y="123"/>
                    <a:pt x="16961" y="123"/>
                  </a:cubicBezTo>
                  <a:cubicBezTo>
                    <a:pt x="11470" y="123"/>
                    <a:pt x="7573" y="4905"/>
                    <a:pt x="7573" y="9511"/>
                  </a:cubicBezTo>
                  <a:cubicBezTo>
                    <a:pt x="7573" y="14293"/>
                    <a:pt x="11470" y="18899"/>
                    <a:pt x="16961" y="18899"/>
                  </a:cubicBezTo>
                  <a:cubicBezTo>
                    <a:pt x="21921" y="18899"/>
                    <a:pt x="26349" y="15179"/>
                    <a:pt x="26349" y="9511"/>
                  </a:cubicBezTo>
                  <a:close/>
                </a:path>
              </a:pathLst>
            </a:custGeom>
            <a:solidFill>
              <a:srgbClr val="000000"/>
            </a:solidFill>
            <a:ln w="1773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23" name="任意形状 422">
              <a:extLst>
                <a:ext uri="{FF2B5EF4-FFF2-40B4-BE49-F238E27FC236}">
                  <a16:creationId xmlns:a16="http://schemas.microsoft.com/office/drawing/2014/main" id="{B00B524A-C25D-73E7-7F94-82CCD41448AA}"/>
                </a:ext>
              </a:extLst>
            </p:cNvPr>
            <p:cNvSpPr/>
            <p:nvPr>
              <p:custDataLst>
                <p:tags r:id="rId119"/>
              </p:custDataLst>
            </p:nvPr>
          </p:nvSpPr>
          <p:spPr>
            <a:xfrm>
              <a:off x="9353823" y="6884231"/>
              <a:ext cx="89099" cy="78294"/>
            </a:xfrm>
            <a:custGeom>
              <a:avLst/>
              <a:gdLst>
                <a:gd name="connsiteX0" fmla="*/ 13953 w 89099"/>
                <a:gd name="connsiteY0" fmla="*/ 17482 h 78294"/>
                <a:gd name="connsiteX1" fmla="*/ 13953 w 89099"/>
                <a:gd name="connsiteY1" fmla="*/ 64954 h 78294"/>
                <a:gd name="connsiteX2" fmla="*/ 136 w 89099"/>
                <a:gd name="connsiteY2" fmla="*/ 72925 h 78294"/>
                <a:gd name="connsiteX3" fmla="*/ 136 w 89099"/>
                <a:gd name="connsiteY3" fmla="*/ 78417 h 78294"/>
                <a:gd name="connsiteX4" fmla="*/ 20152 w 89099"/>
                <a:gd name="connsiteY4" fmla="*/ 77885 h 78294"/>
                <a:gd name="connsiteX5" fmla="*/ 39992 w 89099"/>
                <a:gd name="connsiteY5" fmla="*/ 78417 h 78294"/>
                <a:gd name="connsiteX6" fmla="*/ 39992 w 89099"/>
                <a:gd name="connsiteY6" fmla="*/ 72925 h 78294"/>
                <a:gd name="connsiteX7" fmla="*/ 26175 w 89099"/>
                <a:gd name="connsiteY7" fmla="*/ 64954 h 78294"/>
                <a:gd name="connsiteX8" fmla="*/ 26175 w 89099"/>
                <a:gd name="connsiteY8" fmla="*/ 32361 h 78294"/>
                <a:gd name="connsiteX9" fmla="*/ 50088 w 89099"/>
                <a:gd name="connsiteY9" fmla="*/ 4020 h 78294"/>
                <a:gd name="connsiteX10" fmla="*/ 63196 w 89099"/>
                <a:gd name="connsiteY10" fmla="*/ 23682 h 78294"/>
                <a:gd name="connsiteX11" fmla="*/ 63196 w 89099"/>
                <a:gd name="connsiteY11" fmla="*/ 64954 h 78294"/>
                <a:gd name="connsiteX12" fmla="*/ 49380 w 89099"/>
                <a:gd name="connsiteY12" fmla="*/ 72925 h 78294"/>
                <a:gd name="connsiteX13" fmla="*/ 49380 w 89099"/>
                <a:gd name="connsiteY13" fmla="*/ 78417 h 78294"/>
                <a:gd name="connsiteX14" fmla="*/ 69396 w 89099"/>
                <a:gd name="connsiteY14" fmla="*/ 77885 h 78294"/>
                <a:gd name="connsiteX15" fmla="*/ 89235 w 89099"/>
                <a:gd name="connsiteY15" fmla="*/ 78417 h 78294"/>
                <a:gd name="connsiteX16" fmla="*/ 89235 w 89099"/>
                <a:gd name="connsiteY16" fmla="*/ 72925 h 78294"/>
                <a:gd name="connsiteX17" fmla="*/ 75419 w 89099"/>
                <a:gd name="connsiteY17" fmla="*/ 67611 h 78294"/>
                <a:gd name="connsiteX18" fmla="*/ 75419 w 89099"/>
                <a:gd name="connsiteY18" fmla="*/ 33778 h 78294"/>
                <a:gd name="connsiteX19" fmla="*/ 69927 w 89099"/>
                <a:gd name="connsiteY19" fmla="*/ 6677 h 78294"/>
                <a:gd name="connsiteX20" fmla="*/ 51328 w 89099"/>
                <a:gd name="connsiteY20" fmla="*/ 123 h 78294"/>
                <a:gd name="connsiteX21" fmla="*/ 25112 w 89099"/>
                <a:gd name="connsiteY21" fmla="*/ 18722 h 78294"/>
                <a:gd name="connsiteX22" fmla="*/ 25112 w 89099"/>
                <a:gd name="connsiteY22" fmla="*/ 123 h 78294"/>
                <a:gd name="connsiteX23" fmla="*/ 136 w 89099"/>
                <a:gd name="connsiteY23" fmla="*/ 2071 h 78294"/>
                <a:gd name="connsiteX24" fmla="*/ 136 w 89099"/>
                <a:gd name="connsiteY24" fmla="*/ 7562 h 78294"/>
                <a:gd name="connsiteX25" fmla="*/ 13953 w 89099"/>
                <a:gd name="connsiteY25" fmla="*/ 17482 h 78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89099" h="78294">
                  <a:moveTo>
                    <a:pt x="13953" y="17482"/>
                  </a:moveTo>
                  <a:lnTo>
                    <a:pt x="13953" y="64954"/>
                  </a:lnTo>
                  <a:cubicBezTo>
                    <a:pt x="13953" y="72925"/>
                    <a:pt x="12004" y="72925"/>
                    <a:pt x="136" y="72925"/>
                  </a:cubicBezTo>
                  <a:lnTo>
                    <a:pt x="136" y="78417"/>
                  </a:lnTo>
                  <a:cubicBezTo>
                    <a:pt x="6336" y="78239"/>
                    <a:pt x="15370" y="77885"/>
                    <a:pt x="20152" y="77885"/>
                  </a:cubicBezTo>
                  <a:cubicBezTo>
                    <a:pt x="24758" y="77885"/>
                    <a:pt x="33969" y="78239"/>
                    <a:pt x="39992" y="78417"/>
                  </a:cubicBezTo>
                  <a:lnTo>
                    <a:pt x="39992" y="72925"/>
                  </a:lnTo>
                  <a:cubicBezTo>
                    <a:pt x="28123" y="72925"/>
                    <a:pt x="26175" y="72925"/>
                    <a:pt x="26175" y="64954"/>
                  </a:cubicBezTo>
                  <a:lnTo>
                    <a:pt x="26175" y="32361"/>
                  </a:lnTo>
                  <a:cubicBezTo>
                    <a:pt x="26175" y="13939"/>
                    <a:pt x="38752" y="4020"/>
                    <a:pt x="50088" y="4020"/>
                  </a:cubicBezTo>
                  <a:cubicBezTo>
                    <a:pt x="61248" y="4020"/>
                    <a:pt x="63196" y="13585"/>
                    <a:pt x="63196" y="23682"/>
                  </a:cubicBezTo>
                  <a:lnTo>
                    <a:pt x="63196" y="64954"/>
                  </a:lnTo>
                  <a:cubicBezTo>
                    <a:pt x="63196" y="72925"/>
                    <a:pt x="61248" y="72925"/>
                    <a:pt x="49380" y="72925"/>
                  </a:cubicBezTo>
                  <a:lnTo>
                    <a:pt x="49380" y="78417"/>
                  </a:lnTo>
                  <a:cubicBezTo>
                    <a:pt x="55579" y="78239"/>
                    <a:pt x="64613" y="77885"/>
                    <a:pt x="69396" y="77885"/>
                  </a:cubicBezTo>
                  <a:cubicBezTo>
                    <a:pt x="74002" y="77885"/>
                    <a:pt x="83213" y="78239"/>
                    <a:pt x="89235" y="78417"/>
                  </a:cubicBezTo>
                  <a:lnTo>
                    <a:pt x="89235" y="72925"/>
                  </a:lnTo>
                  <a:cubicBezTo>
                    <a:pt x="80024" y="72925"/>
                    <a:pt x="75596" y="72925"/>
                    <a:pt x="75419" y="67611"/>
                  </a:cubicBezTo>
                  <a:lnTo>
                    <a:pt x="75419" y="33778"/>
                  </a:lnTo>
                  <a:cubicBezTo>
                    <a:pt x="75419" y="18545"/>
                    <a:pt x="75419" y="13053"/>
                    <a:pt x="69927" y="6677"/>
                  </a:cubicBezTo>
                  <a:cubicBezTo>
                    <a:pt x="67448" y="3665"/>
                    <a:pt x="61602" y="123"/>
                    <a:pt x="51328" y="123"/>
                  </a:cubicBezTo>
                  <a:cubicBezTo>
                    <a:pt x="38397" y="123"/>
                    <a:pt x="30072" y="7739"/>
                    <a:pt x="25112" y="18722"/>
                  </a:cubicBezTo>
                  <a:lnTo>
                    <a:pt x="25112" y="123"/>
                  </a:lnTo>
                  <a:lnTo>
                    <a:pt x="136" y="2071"/>
                  </a:lnTo>
                  <a:lnTo>
                    <a:pt x="136" y="7562"/>
                  </a:lnTo>
                  <a:cubicBezTo>
                    <a:pt x="12535" y="7562"/>
                    <a:pt x="13953" y="8802"/>
                    <a:pt x="13953" y="17482"/>
                  </a:cubicBezTo>
                  <a:close/>
                </a:path>
              </a:pathLst>
            </a:custGeom>
            <a:solidFill>
              <a:srgbClr val="000000"/>
            </a:solidFill>
            <a:ln w="1773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24" name="任意形状 423">
              <a:extLst>
                <a:ext uri="{FF2B5EF4-FFF2-40B4-BE49-F238E27FC236}">
                  <a16:creationId xmlns:a16="http://schemas.microsoft.com/office/drawing/2014/main" id="{42399551-F676-92A5-D827-D746AC03FCEF}"/>
                </a:ext>
              </a:extLst>
            </p:cNvPr>
            <p:cNvSpPr/>
            <p:nvPr>
              <p:custDataLst>
                <p:tags r:id="rId120"/>
              </p:custDataLst>
            </p:nvPr>
          </p:nvSpPr>
          <p:spPr>
            <a:xfrm>
              <a:off x="9451524" y="6882283"/>
              <a:ext cx="80951" cy="116732"/>
            </a:xfrm>
            <a:custGeom>
              <a:avLst/>
              <a:gdLst>
                <a:gd name="connsiteX0" fmla="*/ 34506 w 80951"/>
                <a:gd name="connsiteY0" fmla="*/ 49898 h 116732"/>
                <a:gd name="connsiteX1" fmla="*/ 19095 w 80951"/>
                <a:gd name="connsiteY1" fmla="*/ 28110 h 116732"/>
                <a:gd name="connsiteX2" fmla="*/ 21929 w 80951"/>
                <a:gd name="connsiteY2" fmla="*/ 13231 h 116732"/>
                <a:gd name="connsiteX3" fmla="*/ 34506 w 80951"/>
                <a:gd name="connsiteY3" fmla="*/ 6145 h 116732"/>
                <a:gd name="connsiteX4" fmla="*/ 49917 w 80951"/>
                <a:gd name="connsiteY4" fmla="*/ 27933 h 116732"/>
                <a:gd name="connsiteX5" fmla="*/ 47083 w 80951"/>
                <a:gd name="connsiteY5" fmla="*/ 42812 h 116732"/>
                <a:gd name="connsiteX6" fmla="*/ 34506 w 80951"/>
                <a:gd name="connsiteY6" fmla="*/ 49898 h 116732"/>
                <a:gd name="connsiteX7" fmla="*/ 13958 w 80951"/>
                <a:gd name="connsiteY7" fmla="*/ 56806 h 116732"/>
                <a:gd name="connsiteX8" fmla="*/ 16969 w 80951"/>
                <a:gd name="connsiteY8" fmla="*/ 48481 h 116732"/>
                <a:gd name="connsiteX9" fmla="*/ 34506 w 80951"/>
                <a:gd name="connsiteY9" fmla="*/ 53972 h 116732"/>
                <a:gd name="connsiteX10" fmla="*/ 63202 w 80951"/>
                <a:gd name="connsiteY10" fmla="*/ 28110 h 116732"/>
                <a:gd name="connsiteX11" fmla="*/ 55939 w 80951"/>
                <a:gd name="connsiteY11" fmla="*/ 10928 h 116732"/>
                <a:gd name="connsiteX12" fmla="*/ 71882 w 80951"/>
                <a:gd name="connsiteY12" fmla="*/ 4020 h 116732"/>
                <a:gd name="connsiteX13" fmla="*/ 73653 w 80951"/>
                <a:gd name="connsiteY13" fmla="*/ 4197 h 116732"/>
                <a:gd name="connsiteX14" fmla="*/ 70819 w 80951"/>
                <a:gd name="connsiteY14" fmla="*/ 8979 h 116732"/>
                <a:gd name="connsiteX15" fmla="*/ 75956 w 80951"/>
                <a:gd name="connsiteY15" fmla="*/ 14116 h 116732"/>
                <a:gd name="connsiteX16" fmla="*/ 81093 w 80951"/>
                <a:gd name="connsiteY16" fmla="*/ 8802 h 116732"/>
                <a:gd name="connsiteX17" fmla="*/ 72059 w 80951"/>
                <a:gd name="connsiteY17" fmla="*/ 123 h 116732"/>
                <a:gd name="connsiteX18" fmla="*/ 53282 w 80951"/>
                <a:gd name="connsiteY18" fmla="*/ 8448 h 116732"/>
                <a:gd name="connsiteX19" fmla="*/ 34506 w 80951"/>
                <a:gd name="connsiteY19" fmla="*/ 2071 h 116732"/>
                <a:gd name="connsiteX20" fmla="*/ 5810 w 80951"/>
                <a:gd name="connsiteY20" fmla="*/ 27933 h 116732"/>
                <a:gd name="connsiteX21" fmla="*/ 14135 w 80951"/>
                <a:gd name="connsiteY21" fmla="*/ 46178 h 116732"/>
                <a:gd name="connsiteX22" fmla="*/ 8644 w 80951"/>
                <a:gd name="connsiteY22" fmla="*/ 60880 h 116732"/>
                <a:gd name="connsiteX23" fmla="*/ 16438 w 80951"/>
                <a:gd name="connsiteY23" fmla="*/ 76645 h 116732"/>
                <a:gd name="connsiteX24" fmla="*/ 142 w 80951"/>
                <a:gd name="connsiteY24" fmla="*/ 94359 h 116732"/>
                <a:gd name="connsiteX25" fmla="*/ 39289 w 80951"/>
                <a:gd name="connsiteY25" fmla="*/ 116855 h 116732"/>
                <a:gd name="connsiteX26" fmla="*/ 78613 w 80951"/>
                <a:gd name="connsiteY26" fmla="*/ 94004 h 116732"/>
                <a:gd name="connsiteX27" fmla="*/ 67099 w 80951"/>
                <a:gd name="connsiteY27" fmla="*/ 73811 h 116732"/>
                <a:gd name="connsiteX28" fmla="*/ 36631 w 80951"/>
                <a:gd name="connsiteY28" fmla="*/ 68851 h 116732"/>
                <a:gd name="connsiteX29" fmla="*/ 23346 w 80951"/>
                <a:gd name="connsiteY29" fmla="*/ 68674 h 116732"/>
                <a:gd name="connsiteX30" fmla="*/ 13958 w 80951"/>
                <a:gd name="connsiteY30" fmla="*/ 56806 h 116732"/>
                <a:gd name="connsiteX31" fmla="*/ 39466 w 80951"/>
                <a:gd name="connsiteY31" fmla="*/ 112781 h 116732"/>
                <a:gd name="connsiteX32" fmla="*/ 9353 w 80951"/>
                <a:gd name="connsiteY32" fmla="*/ 94359 h 116732"/>
                <a:gd name="connsiteX33" fmla="*/ 23878 w 80951"/>
                <a:gd name="connsiteY33" fmla="*/ 79125 h 116732"/>
                <a:gd name="connsiteX34" fmla="*/ 34329 w 80951"/>
                <a:gd name="connsiteY34" fmla="*/ 79125 h 116732"/>
                <a:gd name="connsiteX35" fmla="*/ 69402 w 80951"/>
                <a:gd name="connsiteY35" fmla="*/ 94359 h 116732"/>
                <a:gd name="connsiteX36" fmla="*/ 39466 w 80951"/>
                <a:gd name="connsiteY36" fmla="*/ 112781 h 1167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</a:cxnLst>
              <a:rect l="l" t="t" r="r" b="b"/>
              <a:pathLst>
                <a:path w="80951" h="116732">
                  <a:moveTo>
                    <a:pt x="34506" y="49898"/>
                  </a:moveTo>
                  <a:cubicBezTo>
                    <a:pt x="19095" y="49898"/>
                    <a:pt x="19095" y="32184"/>
                    <a:pt x="19095" y="28110"/>
                  </a:cubicBezTo>
                  <a:cubicBezTo>
                    <a:pt x="19095" y="23327"/>
                    <a:pt x="19272" y="17659"/>
                    <a:pt x="21929" y="13231"/>
                  </a:cubicBezTo>
                  <a:cubicBezTo>
                    <a:pt x="23346" y="11105"/>
                    <a:pt x="27420" y="6145"/>
                    <a:pt x="34506" y="6145"/>
                  </a:cubicBezTo>
                  <a:cubicBezTo>
                    <a:pt x="49917" y="6145"/>
                    <a:pt x="49917" y="23859"/>
                    <a:pt x="49917" y="27933"/>
                  </a:cubicBezTo>
                  <a:cubicBezTo>
                    <a:pt x="49917" y="32716"/>
                    <a:pt x="49740" y="38384"/>
                    <a:pt x="47083" y="42812"/>
                  </a:cubicBezTo>
                  <a:cubicBezTo>
                    <a:pt x="45665" y="44938"/>
                    <a:pt x="41591" y="49898"/>
                    <a:pt x="34506" y="49898"/>
                  </a:cubicBezTo>
                  <a:close/>
                  <a:moveTo>
                    <a:pt x="13958" y="56806"/>
                  </a:moveTo>
                  <a:cubicBezTo>
                    <a:pt x="13958" y="56097"/>
                    <a:pt x="13958" y="52023"/>
                    <a:pt x="16969" y="48481"/>
                  </a:cubicBezTo>
                  <a:cubicBezTo>
                    <a:pt x="23878" y="53440"/>
                    <a:pt x="31140" y="53972"/>
                    <a:pt x="34506" y="53972"/>
                  </a:cubicBezTo>
                  <a:cubicBezTo>
                    <a:pt x="50979" y="53972"/>
                    <a:pt x="63202" y="41749"/>
                    <a:pt x="63202" y="28110"/>
                  </a:cubicBezTo>
                  <a:cubicBezTo>
                    <a:pt x="63202" y="21556"/>
                    <a:pt x="60368" y="15002"/>
                    <a:pt x="55939" y="10928"/>
                  </a:cubicBezTo>
                  <a:cubicBezTo>
                    <a:pt x="62316" y="4905"/>
                    <a:pt x="68693" y="4020"/>
                    <a:pt x="71882" y="4020"/>
                  </a:cubicBezTo>
                  <a:cubicBezTo>
                    <a:pt x="72236" y="4020"/>
                    <a:pt x="73121" y="4020"/>
                    <a:pt x="73653" y="4197"/>
                  </a:cubicBezTo>
                  <a:cubicBezTo>
                    <a:pt x="71704" y="4905"/>
                    <a:pt x="70819" y="6854"/>
                    <a:pt x="70819" y="8979"/>
                  </a:cubicBezTo>
                  <a:cubicBezTo>
                    <a:pt x="70819" y="11991"/>
                    <a:pt x="73121" y="14116"/>
                    <a:pt x="75956" y="14116"/>
                  </a:cubicBezTo>
                  <a:cubicBezTo>
                    <a:pt x="77727" y="14116"/>
                    <a:pt x="81093" y="12876"/>
                    <a:pt x="81093" y="8802"/>
                  </a:cubicBezTo>
                  <a:cubicBezTo>
                    <a:pt x="81093" y="5791"/>
                    <a:pt x="78967" y="123"/>
                    <a:pt x="72059" y="123"/>
                  </a:cubicBezTo>
                  <a:cubicBezTo>
                    <a:pt x="68516" y="123"/>
                    <a:pt x="60722" y="1185"/>
                    <a:pt x="53282" y="8448"/>
                  </a:cubicBezTo>
                  <a:cubicBezTo>
                    <a:pt x="45843" y="2602"/>
                    <a:pt x="38403" y="2071"/>
                    <a:pt x="34506" y="2071"/>
                  </a:cubicBezTo>
                  <a:cubicBezTo>
                    <a:pt x="18032" y="2071"/>
                    <a:pt x="5810" y="14293"/>
                    <a:pt x="5810" y="27933"/>
                  </a:cubicBezTo>
                  <a:cubicBezTo>
                    <a:pt x="5810" y="35727"/>
                    <a:pt x="9707" y="42458"/>
                    <a:pt x="14135" y="46178"/>
                  </a:cubicBezTo>
                  <a:cubicBezTo>
                    <a:pt x="11832" y="48835"/>
                    <a:pt x="8644" y="54680"/>
                    <a:pt x="8644" y="60880"/>
                  </a:cubicBezTo>
                  <a:cubicBezTo>
                    <a:pt x="8644" y="66371"/>
                    <a:pt x="10947" y="73102"/>
                    <a:pt x="16438" y="76645"/>
                  </a:cubicBezTo>
                  <a:cubicBezTo>
                    <a:pt x="5810" y="79656"/>
                    <a:pt x="142" y="87273"/>
                    <a:pt x="142" y="94359"/>
                  </a:cubicBezTo>
                  <a:cubicBezTo>
                    <a:pt x="142" y="107113"/>
                    <a:pt x="17678" y="116855"/>
                    <a:pt x="39289" y="116855"/>
                  </a:cubicBezTo>
                  <a:cubicBezTo>
                    <a:pt x="60191" y="116855"/>
                    <a:pt x="78613" y="107821"/>
                    <a:pt x="78613" y="94004"/>
                  </a:cubicBezTo>
                  <a:cubicBezTo>
                    <a:pt x="78613" y="87805"/>
                    <a:pt x="76133" y="78771"/>
                    <a:pt x="67099" y="73811"/>
                  </a:cubicBezTo>
                  <a:cubicBezTo>
                    <a:pt x="57711" y="68851"/>
                    <a:pt x="47437" y="68851"/>
                    <a:pt x="36631" y="68851"/>
                  </a:cubicBezTo>
                  <a:cubicBezTo>
                    <a:pt x="32203" y="68851"/>
                    <a:pt x="24586" y="68851"/>
                    <a:pt x="23346" y="68674"/>
                  </a:cubicBezTo>
                  <a:cubicBezTo>
                    <a:pt x="17678" y="67966"/>
                    <a:pt x="13958" y="62474"/>
                    <a:pt x="13958" y="56806"/>
                  </a:cubicBezTo>
                  <a:close/>
                  <a:moveTo>
                    <a:pt x="39466" y="112781"/>
                  </a:moveTo>
                  <a:cubicBezTo>
                    <a:pt x="21575" y="112781"/>
                    <a:pt x="9353" y="103747"/>
                    <a:pt x="9353" y="94359"/>
                  </a:cubicBezTo>
                  <a:cubicBezTo>
                    <a:pt x="9353" y="86211"/>
                    <a:pt x="16084" y="79656"/>
                    <a:pt x="23878" y="79125"/>
                  </a:cubicBezTo>
                  <a:lnTo>
                    <a:pt x="34329" y="79125"/>
                  </a:lnTo>
                  <a:cubicBezTo>
                    <a:pt x="49562" y="79125"/>
                    <a:pt x="69402" y="79125"/>
                    <a:pt x="69402" y="94359"/>
                  </a:cubicBezTo>
                  <a:cubicBezTo>
                    <a:pt x="69402" y="103924"/>
                    <a:pt x="56825" y="112781"/>
                    <a:pt x="39466" y="112781"/>
                  </a:cubicBezTo>
                  <a:close/>
                </a:path>
              </a:pathLst>
            </a:custGeom>
            <a:solidFill>
              <a:srgbClr val="000000"/>
            </a:solidFill>
            <a:ln w="1773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25" name="任意形状 424">
              <a:extLst>
                <a:ext uri="{FF2B5EF4-FFF2-40B4-BE49-F238E27FC236}">
                  <a16:creationId xmlns:a16="http://schemas.microsoft.com/office/drawing/2014/main" id="{E9BD3FFB-3249-7A08-3120-F019835474BF}"/>
                </a:ext>
              </a:extLst>
            </p:cNvPr>
            <p:cNvSpPr/>
            <p:nvPr>
              <p:custDataLst>
                <p:tags r:id="rId121"/>
              </p:custDataLst>
            </p:nvPr>
          </p:nvSpPr>
          <p:spPr>
            <a:xfrm>
              <a:off x="9599845" y="6884231"/>
              <a:ext cx="138343" cy="78294"/>
            </a:xfrm>
            <a:custGeom>
              <a:avLst/>
              <a:gdLst>
                <a:gd name="connsiteX0" fmla="*/ 13966 w 138343"/>
                <a:gd name="connsiteY0" fmla="*/ 17482 h 78294"/>
                <a:gd name="connsiteX1" fmla="*/ 13966 w 138343"/>
                <a:gd name="connsiteY1" fmla="*/ 64954 h 78294"/>
                <a:gd name="connsiteX2" fmla="*/ 150 w 138343"/>
                <a:gd name="connsiteY2" fmla="*/ 72925 h 78294"/>
                <a:gd name="connsiteX3" fmla="*/ 150 w 138343"/>
                <a:gd name="connsiteY3" fmla="*/ 78417 h 78294"/>
                <a:gd name="connsiteX4" fmla="*/ 20166 w 138343"/>
                <a:gd name="connsiteY4" fmla="*/ 77885 h 78294"/>
                <a:gd name="connsiteX5" fmla="*/ 40005 w 138343"/>
                <a:gd name="connsiteY5" fmla="*/ 78417 h 78294"/>
                <a:gd name="connsiteX6" fmla="*/ 40005 w 138343"/>
                <a:gd name="connsiteY6" fmla="*/ 72925 h 78294"/>
                <a:gd name="connsiteX7" fmla="*/ 26189 w 138343"/>
                <a:gd name="connsiteY7" fmla="*/ 64954 h 78294"/>
                <a:gd name="connsiteX8" fmla="*/ 26189 w 138343"/>
                <a:gd name="connsiteY8" fmla="*/ 32361 h 78294"/>
                <a:gd name="connsiteX9" fmla="*/ 50102 w 138343"/>
                <a:gd name="connsiteY9" fmla="*/ 4020 h 78294"/>
                <a:gd name="connsiteX10" fmla="*/ 63210 w 138343"/>
                <a:gd name="connsiteY10" fmla="*/ 23682 h 78294"/>
                <a:gd name="connsiteX11" fmla="*/ 63210 w 138343"/>
                <a:gd name="connsiteY11" fmla="*/ 64954 h 78294"/>
                <a:gd name="connsiteX12" fmla="*/ 49394 w 138343"/>
                <a:gd name="connsiteY12" fmla="*/ 72925 h 78294"/>
                <a:gd name="connsiteX13" fmla="*/ 49394 w 138343"/>
                <a:gd name="connsiteY13" fmla="*/ 78417 h 78294"/>
                <a:gd name="connsiteX14" fmla="*/ 69410 w 138343"/>
                <a:gd name="connsiteY14" fmla="*/ 77885 h 78294"/>
                <a:gd name="connsiteX15" fmla="*/ 89249 w 138343"/>
                <a:gd name="connsiteY15" fmla="*/ 78417 h 78294"/>
                <a:gd name="connsiteX16" fmla="*/ 89249 w 138343"/>
                <a:gd name="connsiteY16" fmla="*/ 72925 h 78294"/>
                <a:gd name="connsiteX17" fmla="*/ 75433 w 138343"/>
                <a:gd name="connsiteY17" fmla="*/ 64954 h 78294"/>
                <a:gd name="connsiteX18" fmla="*/ 75433 w 138343"/>
                <a:gd name="connsiteY18" fmla="*/ 32361 h 78294"/>
                <a:gd name="connsiteX19" fmla="*/ 99346 w 138343"/>
                <a:gd name="connsiteY19" fmla="*/ 4020 h 78294"/>
                <a:gd name="connsiteX20" fmla="*/ 112454 w 138343"/>
                <a:gd name="connsiteY20" fmla="*/ 23682 h 78294"/>
                <a:gd name="connsiteX21" fmla="*/ 112454 w 138343"/>
                <a:gd name="connsiteY21" fmla="*/ 64954 h 78294"/>
                <a:gd name="connsiteX22" fmla="*/ 98637 w 138343"/>
                <a:gd name="connsiteY22" fmla="*/ 72925 h 78294"/>
                <a:gd name="connsiteX23" fmla="*/ 98637 w 138343"/>
                <a:gd name="connsiteY23" fmla="*/ 78417 h 78294"/>
                <a:gd name="connsiteX24" fmla="*/ 118654 w 138343"/>
                <a:gd name="connsiteY24" fmla="*/ 77885 h 78294"/>
                <a:gd name="connsiteX25" fmla="*/ 138493 w 138343"/>
                <a:gd name="connsiteY25" fmla="*/ 78417 h 78294"/>
                <a:gd name="connsiteX26" fmla="*/ 138493 w 138343"/>
                <a:gd name="connsiteY26" fmla="*/ 72925 h 78294"/>
                <a:gd name="connsiteX27" fmla="*/ 124676 w 138343"/>
                <a:gd name="connsiteY27" fmla="*/ 67611 h 78294"/>
                <a:gd name="connsiteX28" fmla="*/ 124676 w 138343"/>
                <a:gd name="connsiteY28" fmla="*/ 33778 h 78294"/>
                <a:gd name="connsiteX29" fmla="*/ 119185 w 138343"/>
                <a:gd name="connsiteY29" fmla="*/ 6677 h 78294"/>
                <a:gd name="connsiteX30" fmla="*/ 100586 w 138343"/>
                <a:gd name="connsiteY30" fmla="*/ 123 h 78294"/>
                <a:gd name="connsiteX31" fmla="*/ 74901 w 138343"/>
                <a:gd name="connsiteY31" fmla="*/ 17482 h 78294"/>
                <a:gd name="connsiteX32" fmla="*/ 51342 w 138343"/>
                <a:gd name="connsiteY32" fmla="*/ 123 h 78294"/>
                <a:gd name="connsiteX33" fmla="*/ 25126 w 138343"/>
                <a:gd name="connsiteY33" fmla="*/ 18722 h 78294"/>
                <a:gd name="connsiteX34" fmla="*/ 25126 w 138343"/>
                <a:gd name="connsiteY34" fmla="*/ 123 h 78294"/>
                <a:gd name="connsiteX35" fmla="*/ 150 w 138343"/>
                <a:gd name="connsiteY35" fmla="*/ 2071 h 78294"/>
                <a:gd name="connsiteX36" fmla="*/ 150 w 138343"/>
                <a:gd name="connsiteY36" fmla="*/ 7562 h 78294"/>
                <a:gd name="connsiteX37" fmla="*/ 13966 w 138343"/>
                <a:gd name="connsiteY37" fmla="*/ 17482 h 78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138343" h="78294">
                  <a:moveTo>
                    <a:pt x="13966" y="17482"/>
                  </a:moveTo>
                  <a:lnTo>
                    <a:pt x="13966" y="64954"/>
                  </a:lnTo>
                  <a:cubicBezTo>
                    <a:pt x="13966" y="72925"/>
                    <a:pt x="12018" y="72925"/>
                    <a:pt x="150" y="72925"/>
                  </a:cubicBezTo>
                  <a:lnTo>
                    <a:pt x="150" y="78417"/>
                  </a:lnTo>
                  <a:cubicBezTo>
                    <a:pt x="6350" y="78239"/>
                    <a:pt x="15384" y="77885"/>
                    <a:pt x="20166" y="77885"/>
                  </a:cubicBezTo>
                  <a:cubicBezTo>
                    <a:pt x="24772" y="77885"/>
                    <a:pt x="33983" y="78239"/>
                    <a:pt x="40005" y="78417"/>
                  </a:cubicBezTo>
                  <a:lnTo>
                    <a:pt x="40005" y="72925"/>
                  </a:lnTo>
                  <a:cubicBezTo>
                    <a:pt x="28137" y="72925"/>
                    <a:pt x="26189" y="72925"/>
                    <a:pt x="26189" y="64954"/>
                  </a:cubicBezTo>
                  <a:lnTo>
                    <a:pt x="26189" y="32361"/>
                  </a:lnTo>
                  <a:cubicBezTo>
                    <a:pt x="26189" y="13939"/>
                    <a:pt x="38765" y="4020"/>
                    <a:pt x="50102" y="4020"/>
                  </a:cubicBezTo>
                  <a:cubicBezTo>
                    <a:pt x="61262" y="4020"/>
                    <a:pt x="63210" y="13585"/>
                    <a:pt x="63210" y="23682"/>
                  </a:cubicBezTo>
                  <a:lnTo>
                    <a:pt x="63210" y="64954"/>
                  </a:lnTo>
                  <a:cubicBezTo>
                    <a:pt x="63210" y="72925"/>
                    <a:pt x="61262" y="72925"/>
                    <a:pt x="49394" y="72925"/>
                  </a:cubicBezTo>
                  <a:lnTo>
                    <a:pt x="49394" y="78417"/>
                  </a:lnTo>
                  <a:cubicBezTo>
                    <a:pt x="55593" y="78239"/>
                    <a:pt x="64627" y="77885"/>
                    <a:pt x="69410" y="77885"/>
                  </a:cubicBezTo>
                  <a:cubicBezTo>
                    <a:pt x="74015" y="77885"/>
                    <a:pt x="83227" y="78239"/>
                    <a:pt x="89249" y="78417"/>
                  </a:cubicBezTo>
                  <a:lnTo>
                    <a:pt x="89249" y="72925"/>
                  </a:lnTo>
                  <a:cubicBezTo>
                    <a:pt x="77381" y="72925"/>
                    <a:pt x="75433" y="72925"/>
                    <a:pt x="75433" y="64954"/>
                  </a:cubicBezTo>
                  <a:lnTo>
                    <a:pt x="75433" y="32361"/>
                  </a:lnTo>
                  <a:cubicBezTo>
                    <a:pt x="75433" y="13939"/>
                    <a:pt x="88009" y="4020"/>
                    <a:pt x="99346" y="4020"/>
                  </a:cubicBezTo>
                  <a:cubicBezTo>
                    <a:pt x="110505" y="4020"/>
                    <a:pt x="112454" y="13585"/>
                    <a:pt x="112454" y="23682"/>
                  </a:cubicBezTo>
                  <a:lnTo>
                    <a:pt x="112454" y="64954"/>
                  </a:lnTo>
                  <a:cubicBezTo>
                    <a:pt x="112454" y="72925"/>
                    <a:pt x="110505" y="72925"/>
                    <a:pt x="98637" y="72925"/>
                  </a:cubicBezTo>
                  <a:lnTo>
                    <a:pt x="98637" y="78417"/>
                  </a:lnTo>
                  <a:cubicBezTo>
                    <a:pt x="104837" y="78239"/>
                    <a:pt x="113871" y="77885"/>
                    <a:pt x="118654" y="77885"/>
                  </a:cubicBezTo>
                  <a:cubicBezTo>
                    <a:pt x="123259" y="77885"/>
                    <a:pt x="132470" y="78239"/>
                    <a:pt x="138493" y="78417"/>
                  </a:cubicBezTo>
                  <a:lnTo>
                    <a:pt x="138493" y="72925"/>
                  </a:lnTo>
                  <a:cubicBezTo>
                    <a:pt x="129282" y="72925"/>
                    <a:pt x="124853" y="72925"/>
                    <a:pt x="124676" y="67611"/>
                  </a:cubicBezTo>
                  <a:lnTo>
                    <a:pt x="124676" y="33778"/>
                  </a:lnTo>
                  <a:cubicBezTo>
                    <a:pt x="124676" y="18545"/>
                    <a:pt x="124676" y="13053"/>
                    <a:pt x="119185" y="6677"/>
                  </a:cubicBezTo>
                  <a:cubicBezTo>
                    <a:pt x="116705" y="3665"/>
                    <a:pt x="110860" y="123"/>
                    <a:pt x="100586" y="123"/>
                  </a:cubicBezTo>
                  <a:cubicBezTo>
                    <a:pt x="85706" y="123"/>
                    <a:pt x="77912" y="10751"/>
                    <a:pt x="74901" y="17482"/>
                  </a:cubicBezTo>
                  <a:cubicBezTo>
                    <a:pt x="72421" y="2071"/>
                    <a:pt x="59313" y="123"/>
                    <a:pt x="51342" y="123"/>
                  </a:cubicBezTo>
                  <a:cubicBezTo>
                    <a:pt x="38411" y="123"/>
                    <a:pt x="30086" y="7739"/>
                    <a:pt x="25126" y="18722"/>
                  </a:cubicBezTo>
                  <a:lnTo>
                    <a:pt x="25126" y="123"/>
                  </a:lnTo>
                  <a:lnTo>
                    <a:pt x="150" y="2071"/>
                  </a:lnTo>
                  <a:lnTo>
                    <a:pt x="150" y="7562"/>
                  </a:lnTo>
                  <a:cubicBezTo>
                    <a:pt x="12549" y="7562"/>
                    <a:pt x="13966" y="8802"/>
                    <a:pt x="13966" y="17482"/>
                  </a:cubicBezTo>
                  <a:close/>
                </a:path>
              </a:pathLst>
            </a:custGeom>
            <a:solidFill>
              <a:srgbClr val="000000"/>
            </a:solidFill>
            <a:ln w="1773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26" name="任意形状 425">
              <a:extLst>
                <a:ext uri="{FF2B5EF4-FFF2-40B4-BE49-F238E27FC236}">
                  <a16:creationId xmlns:a16="http://schemas.microsoft.com/office/drawing/2014/main" id="{6AD4DFD0-5F71-B69D-45F4-752F3B44BE1C}"/>
                </a:ext>
              </a:extLst>
            </p:cNvPr>
            <p:cNvSpPr/>
            <p:nvPr>
              <p:custDataLst>
                <p:tags r:id="rId122"/>
              </p:custDataLst>
            </p:nvPr>
          </p:nvSpPr>
          <p:spPr>
            <a:xfrm>
              <a:off x="9746750" y="6883168"/>
              <a:ext cx="78471" cy="81305"/>
            </a:xfrm>
            <a:custGeom>
              <a:avLst/>
              <a:gdLst>
                <a:gd name="connsiteX0" fmla="*/ 78629 w 78471"/>
                <a:gd name="connsiteY0" fmla="*/ 41572 h 81305"/>
                <a:gd name="connsiteX1" fmla="*/ 39482 w 78471"/>
                <a:gd name="connsiteY1" fmla="*/ 123 h 81305"/>
                <a:gd name="connsiteX2" fmla="*/ 158 w 78471"/>
                <a:gd name="connsiteY2" fmla="*/ 41572 h 81305"/>
                <a:gd name="connsiteX3" fmla="*/ 39305 w 78471"/>
                <a:gd name="connsiteY3" fmla="*/ 81428 h 81305"/>
                <a:gd name="connsiteX4" fmla="*/ 78629 w 78471"/>
                <a:gd name="connsiteY4" fmla="*/ 41572 h 81305"/>
                <a:gd name="connsiteX5" fmla="*/ 39482 w 78471"/>
                <a:gd name="connsiteY5" fmla="*/ 76999 h 81305"/>
                <a:gd name="connsiteX6" fmla="*/ 19289 w 78471"/>
                <a:gd name="connsiteY6" fmla="*/ 65131 h 81305"/>
                <a:gd name="connsiteX7" fmla="*/ 14860 w 78471"/>
                <a:gd name="connsiteY7" fmla="*/ 40155 h 81305"/>
                <a:gd name="connsiteX8" fmla="*/ 19112 w 78471"/>
                <a:gd name="connsiteY8" fmla="*/ 15888 h 81305"/>
                <a:gd name="connsiteX9" fmla="*/ 39305 w 78471"/>
                <a:gd name="connsiteY9" fmla="*/ 4020 h 81305"/>
                <a:gd name="connsiteX10" fmla="*/ 59321 w 78471"/>
                <a:gd name="connsiteY10" fmla="*/ 15533 h 81305"/>
                <a:gd name="connsiteX11" fmla="*/ 63927 w 78471"/>
                <a:gd name="connsiteY11" fmla="*/ 40155 h 81305"/>
                <a:gd name="connsiteX12" fmla="*/ 60030 w 78471"/>
                <a:gd name="connsiteY12" fmla="*/ 63891 h 81305"/>
                <a:gd name="connsiteX13" fmla="*/ 39482 w 78471"/>
                <a:gd name="connsiteY13" fmla="*/ 76999 h 813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78471" h="81305">
                  <a:moveTo>
                    <a:pt x="78629" y="41572"/>
                  </a:moveTo>
                  <a:cubicBezTo>
                    <a:pt x="78629" y="18899"/>
                    <a:pt x="60916" y="123"/>
                    <a:pt x="39482" y="123"/>
                  </a:cubicBezTo>
                  <a:cubicBezTo>
                    <a:pt x="17340" y="123"/>
                    <a:pt x="158" y="19430"/>
                    <a:pt x="158" y="41572"/>
                  </a:cubicBezTo>
                  <a:cubicBezTo>
                    <a:pt x="158" y="64423"/>
                    <a:pt x="18580" y="81428"/>
                    <a:pt x="39305" y="81428"/>
                  </a:cubicBezTo>
                  <a:cubicBezTo>
                    <a:pt x="60739" y="81428"/>
                    <a:pt x="78629" y="64069"/>
                    <a:pt x="78629" y="41572"/>
                  </a:cubicBezTo>
                  <a:close/>
                  <a:moveTo>
                    <a:pt x="39482" y="76999"/>
                  </a:moveTo>
                  <a:cubicBezTo>
                    <a:pt x="31865" y="76999"/>
                    <a:pt x="24071" y="73280"/>
                    <a:pt x="19289" y="65131"/>
                  </a:cubicBezTo>
                  <a:cubicBezTo>
                    <a:pt x="14860" y="57337"/>
                    <a:pt x="14860" y="46532"/>
                    <a:pt x="14860" y="40155"/>
                  </a:cubicBezTo>
                  <a:cubicBezTo>
                    <a:pt x="14860" y="33247"/>
                    <a:pt x="14860" y="23682"/>
                    <a:pt x="19112" y="15888"/>
                  </a:cubicBezTo>
                  <a:cubicBezTo>
                    <a:pt x="23894" y="7739"/>
                    <a:pt x="32220" y="4020"/>
                    <a:pt x="39305" y="4020"/>
                  </a:cubicBezTo>
                  <a:cubicBezTo>
                    <a:pt x="47099" y="4020"/>
                    <a:pt x="54716" y="7917"/>
                    <a:pt x="59321" y="15533"/>
                  </a:cubicBezTo>
                  <a:cubicBezTo>
                    <a:pt x="63927" y="23150"/>
                    <a:pt x="63927" y="33424"/>
                    <a:pt x="63927" y="40155"/>
                  </a:cubicBezTo>
                  <a:cubicBezTo>
                    <a:pt x="63927" y="46532"/>
                    <a:pt x="63927" y="56097"/>
                    <a:pt x="60030" y="63891"/>
                  </a:cubicBezTo>
                  <a:cubicBezTo>
                    <a:pt x="56133" y="71863"/>
                    <a:pt x="48339" y="76999"/>
                    <a:pt x="39482" y="76999"/>
                  </a:cubicBezTo>
                  <a:close/>
                </a:path>
              </a:pathLst>
            </a:custGeom>
            <a:solidFill>
              <a:srgbClr val="000000"/>
            </a:solidFill>
            <a:ln w="1773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27" name="任意形状 426">
              <a:extLst>
                <a:ext uri="{FF2B5EF4-FFF2-40B4-BE49-F238E27FC236}">
                  <a16:creationId xmlns:a16="http://schemas.microsoft.com/office/drawing/2014/main" id="{6662E2C0-00A8-ED87-DBA2-F54CD803DC12}"/>
                </a:ext>
              </a:extLst>
            </p:cNvPr>
            <p:cNvSpPr/>
            <p:nvPr>
              <p:custDataLst>
                <p:tags r:id="rId123"/>
              </p:custDataLst>
            </p:nvPr>
          </p:nvSpPr>
          <p:spPr>
            <a:xfrm>
              <a:off x="9841302" y="6839593"/>
              <a:ext cx="87327" cy="124880"/>
            </a:xfrm>
            <a:custGeom>
              <a:avLst/>
              <a:gdLst>
                <a:gd name="connsiteX0" fmla="*/ 61452 w 87327"/>
                <a:gd name="connsiteY0" fmla="*/ 113312 h 124880"/>
                <a:gd name="connsiteX1" fmla="*/ 61452 w 87327"/>
                <a:gd name="connsiteY1" fmla="*/ 125003 h 124880"/>
                <a:gd name="connsiteX2" fmla="*/ 87491 w 87327"/>
                <a:gd name="connsiteY2" fmla="*/ 123055 h 124880"/>
                <a:gd name="connsiteX3" fmla="*/ 87491 w 87327"/>
                <a:gd name="connsiteY3" fmla="*/ 117564 h 124880"/>
                <a:gd name="connsiteX4" fmla="*/ 73675 w 87327"/>
                <a:gd name="connsiteY4" fmla="*/ 107644 h 124880"/>
                <a:gd name="connsiteX5" fmla="*/ 73675 w 87327"/>
                <a:gd name="connsiteY5" fmla="*/ 123 h 124880"/>
                <a:gd name="connsiteX6" fmla="*/ 48167 w 87327"/>
                <a:gd name="connsiteY6" fmla="*/ 2071 h 124880"/>
                <a:gd name="connsiteX7" fmla="*/ 48167 w 87327"/>
                <a:gd name="connsiteY7" fmla="*/ 7562 h 124880"/>
                <a:gd name="connsiteX8" fmla="*/ 61984 w 87327"/>
                <a:gd name="connsiteY8" fmla="*/ 17482 h 124880"/>
                <a:gd name="connsiteX9" fmla="*/ 61984 w 87327"/>
                <a:gd name="connsiteY9" fmla="*/ 55743 h 124880"/>
                <a:gd name="connsiteX10" fmla="*/ 39665 w 87327"/>
                <a:gd name="connsiteY10" fmla="*/ 44761 h 124880"/>
                <a:gd name="connsiteX11" fmla="*/ 163 w 87327"/>
                <a:gd name="connsiteY11" fmla="*/ 84971 h 124880"/>
                <a:gd name="connsiteX12" fmla="*/ 37716 w 87327"/>
                <a:gd name="connsiteY12" fmla="*/ 125003 h 124880"/>
                <a:gd name="connsiteX13" fmla="*/ 61452 w 87327"/>
                <a:gd name="connsiteY13" fmla="*/ 113312 h 124880"/>
                <a:gd name="connsiteX14" fmla="*/ 61452 w 87327"/>
                <a:gd name="connsiteY14" fmla="*/ 65840 h 124880"/>
                <a:gd name="connsiteX15" fmla="*/ 61452 w 87327"/>
                <a:gd name="connsiteY15" fmla="*/ 102153 h 124880"/>
                <a:gd name="connsiteX16" fmla="*/ 59504 w 87327"/>
                <a:gd name="connsiteY16" fmla="*/ 108707 h 124880"/>
                <a:gd name="connsiteX17" fmla="*/ 38602 w 87327"/>
                <a:gd name="connsiteY17" fmla="*/ 121106 h 124880"/>
                <a:gd name="connsiteX18" fmla="*/ 20003 w 87327"/>
                <a:gd name="connsiteY18" fmla="*/ 109770 h 124880"/>
                <a:gd name="connsiteX19" fmla="*/ 14866 w 87327"/>
                <a:gd name="connsiteY19" fmla="*/ 85148 h 124880"/>
                <a:gd name="connsiteX20" fmla="*/ 20357 w 87327"/>
                <a:gd name="connsiteY20" fmla="*/ 59994 h 124880"/>
                <a:gd name="connsiteX21" fmla="*/ 40373 w 87327"/>
                <a:gd name="connsiteY21" fmla="*/ 48658 h 124880"/>
                <a:gd name="connsiteX22" fmla="*/ 59504 w 87327"/>
                <a:gd name="connsiteY22" fmla="*/ 59286 h 124880"/>
                <a:gd name="connsiteX23" fmla="*/ 61452 w 87327"/>
                <a:gd name="connsiteY23" fmla="*/ 65840 h 1248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87327" h="124880">
                  <a:moveTo>
                    <a:pt x="61452" y="113312"/>
                  </a:moveTo>
                  <a:lnTo>
                    <a:pt x="61452" y="125003"/>
                  </a:lnTo>
                  <a:lnTo>
                    <a:pt x="87491" y="123055"/>
                  </a:lnTo>
                  <a:lnTo>
                    <a:pt x="87491" y="117564"/>
                  </a:lnTo>
                  <a:cubicBezTo>
                    <a:pt x="75092" y="117564"/>
                    <a:pt x="73675" y="116324"/>
                    <a:pt x="73675" y="107644"/>
                  </a:cubicBezTo>
                  <a:lnTo>
                    <a:pt x="73675" y="123"/>
                  </a:lnTo>
                  <a:lnTo>
                    <a:pt x="48167" y="2071"/>
                  </a:lnTo>
                  <a:lnTo>
                    <a:pt x="48167" y="7562"/>
                  </a:lnTo>
                  <a:cubicBezTo>
                    <a:pt x="60567" y="7562"/>
                    <a:pt x="61984" y="8802"/>
                    <a:pt x="61984" y="17482"/>
                  </a:cubicBezTo>
                  <a:lnTo>
                    <a:pt x="61984" y="55743"/>
                  </a:lnTo>
                  <a:cubicBezTo>
                    <a:pt x="56847" y="49366"/>
                    <a:pt x="49230" y="44761"/>
                    <a:pt x="39665" y="44761"/>
                  </a:cubicBezTo>
                  <a:cubicBezTo>
                    <a:pt x="18763" y="44761"/>
                    <a:pt x="163" y="62120"/>
                    <a:pt x="163" y="84971"/>
                  </a:cubicBezTo>
                  <a:cubicBezTo>
                    <a:pt x="163" y="107467"/>
                    <a:pt x="17523" y="125003"/>
                    <a:pt x="37716" y="125003"/>
                  </a:cubicBezTo>
                  <a:cubicBezTo>
                    <a:pt x="49053" y="125003"/>
                    <a:pt x="57024" y="118981"/>
                    <a:pt x="61452" y="113312"/>
                  </a:cubicBezTo>
                  <a:close/>
                  <a:moveTo>
                    <a:pt x="61452" y="65840"/>
                  </a:moveTo>
                  <a:lnTo>
                    <a:pt x="61452" y="102153"/>
                  </a:lnTo>
                  <a:cubicBezTo>
                    <a:pt x="61452" y="105341"/>
                    <a:pt x="61452" y="105695"/>
                    <a:pt x="59504" y="108707"/>
                  </a:cubicBezTo>
                  <a:cubicBezTo>
                    <a:pt x="54190" y="117209"/>
                    <a:pt x="46219" y="121106"/>
                    <a:pt x="38602" y="121106"/>
                  </a:cubicBezTo>
                  <a:cubicBezTo>
                    <a:pt x="30631" y="121106"/>
                    <a:pt x="24254" y="116501"/>
                    <a:pt x="20003" y="109770"/>
                  </a:cubicBezTo>
                  <a:cubicBezTo>
                    <a:pt x="15397" y="102507"/>
                    <a:pt x="14866" y="92410"/>
                    <a:pt x="14866" y="85148"/>
                  </a:cubicBezTo>
                  <a:cubicBezTo>
                    <a:pt x="14866" y="78594"/>
                    <a:pt x="15220" y="67966"/>
                    <a:pt x="20357" y="59994"/>
                  </a:cubicBezTo>
                  <a:cubicBezTo>
                    <a:pt x="24077" y="54503"/>
                    <a:pt x="30808" y="48658"/>
                    <a:pt x="40373" y="48658"/>
                  </a:cubicBezTo>
                  <a:cubicBezTo>
                    <a:pt x="46573" y="48658"/>
                    <a:pt x="54013" y="51315"/>
                    <a:pt x="59504" y="59286"/>
                  </a:cubicBezTo>
                  <a:cubicBezTo>
                    <a:pt x="61452" y="62297"/>
                    <a:pt x="61452" y="62651"/>
                    <a:pt x="61452" y="65840"/>
                  </a:cubicBezTo>
                  <a:close/>
                </a:path>
              </a:pathLst>
            </a:custGeom>
            <a:solidFill>
              <a:srgbClr val="000000"/>
            </a:solidFill>
            <a:ln w="1773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28" name="任意形状 427">
              <a:extLst>
                <a:ext uri="{FF2B5EF4-FFF2-40B4-BE49-F238E27FC236}">
                  <a16:creationId xmlns:a16="http://schemas.microsoft.com/office/drawing/2014/main" id="{F76376CA-31E7-0C46-4FD6-51CD8037C351}"/>
                </a:ext>
              </a:extLst>
            </p:cNvPr>
            <p:cNvSpPr/>
            <p:nvPr>
              <p:custDataLst>
                <p:tags r:id="rId124"/>
              </p:custDataLst>
            </p:nvPr>
          </p:nvSpPr>
          <p:spPr>
            <a:xfrm>
              <a:off x="9938648" y="6883168"/>
              <a:ext cx="68551" cy="81305"/>
            </a:xfrm>
            <a:custGeom>
              <a:avLst/>
              <a:gdLst>
                <a:gd name="connsiteX0" fmla="*/ 15048 w 68551"/>
                <a:gd name="connsiteY0" fmla="*/ 34841 h 81305"/>
                <a:gd name="connsiteX1" fmla="*/ 37013 w 68551"/>
                <a:gd name="connsiteY1" fmla="*/ 4020 h 81305"/>
                <a:gd name="connsiteX2" fmla="*/ 57029 w 68551"/>
                <a:gd name="connsiteY2" fmla="*/ 34841 h 81305"/>
                <a:gd name="connsiteX3" fmla="*/ 15048 w 68551"/>
                <a:gd name="connsiteY3" fmla="*/ 34841 h 81305"/>
                <a:gd name="connsiteX4" fmla="*/ 14871 w 68551"/>
                <a:gd name="connsiteY4" fmla="*/ 38561 h 81305"/>
                <a:gd name="connsiteX5" fmla="*/ 64292 w 68551"/>
                <a:gd name="connsiteY5" fmla="*/ 38561 h 81305"/>
                <a:gd name="connsiteX6" fmla="*/ 68720 w 68551"/>
                <a:gd name="connsiteY6" fmla="*/ 34841 h 81305"/>
                <a:gd name="connsiteX7" fmla="*/ 37013 w 68551"/>
                <a:gd name="connsiteY7" fmla="*/ 123 h 81305"/>
                <a:gd name="connsiteX8" fmla="*/ 169 w 68551"/>
                <a:gd name="connsiteY8" fmla="*/ 40509 h 81305"/>
                <a:gd name="connsiteX9" fmla="*/ 39139 w 68551"/>
                <a:gd name="connsiteY9" fmla="*/ 81428 h 81305"/>
                <a:gd name="connsiteX10" fmla="*/ 68720 w 68551"/>
                <a:gd name="connsiteY10" fmla="*/ 58400 h 81305"/>
                <a:gd name="connsiteX11" fmla="*/ 66418 w 68551"/>
                <a:gd name="connsiteY11" fmla="*/ 56275 h 81305"/>
                <a:gd name="connsiteX12" fmla="*/ 64115 w 68551"/>
                <a:gd name="connsiteY12" fmla="*/ 58754 h 81305"/>
                <a:gd name="connsiteX13" fmla="*/ 40202 w 68551"/>
                <a:gd name="connsiteY13" fmla="*/ 76999 h 81305"/>
                <a:gd name="connsiteX14" fmla="*/ 20185 w 68551"/>
                <a:gd name="connsiteY14" fmla="*/ 65131 h 81305"/>
                <a:gd name="connsiteX15" fmla="*/ 14871 w 68551"/>
                <a:gd name="connsiteY15" fmla="*/ 38561 h 813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68551" h="81305">
                  <a:moveTo>
                    <a:pt x="15048" y="34841"/>
                  </a:moveTo>
                  <a:cubicBezTo>
                    <a:pt x="16111" y="8448"/>
                    <a:pt x="30991" y="4020"/>
                    <a:pt x="37013" y="4020"/>
                  </a:cubicBezTo>
                  <a:cubicBezTo>
                    <a:pt x="55258" y="4020"/>
                    <a:pt x="57029" y="27933"/>
                    <a:pt x="57029" y="34841"/>
                  </a:cubicBezTo>
                  <a:lnTo>
                    <a:pt x="15048" y="34841"/>
                  </a:lnTo>
                  <a:close/>
                  <a:moveTo>
                    <a:pt x="14871" y="38561"/>
                  </a:moveTo>
                  <a:lnTo>
                    <a:pt x="64292" y="38561"/>
                  </a:lnTo>
                  <a:cubicBezTo>
                    <a:pt x="68189" y="38561"/>
                    <a:pt x="68720" y="38561"/>
                    <a:pt x="68720" y="34841"/>
                  </a:cubicBezTo>
                  <a:cubicBezTo>
                    <a:pt x="68720" y="17305"/>
                    <a:pt x="59155" y="123"/>
                    <a:pt x="37013" y="123"/>
                  </a:cubicBezTo>
                  <a:cubicBezTo>
                    <a:pt x="16465" y="123"/>
                    <a:pt x="169" y="18368"/>
                    <a:pt x="169" y="40509"/>
                  </a:cubicBezTo>
                  <a:cubicBezTo>
                    <a:pt x="169" y="64246"/>
                    <a:pt x="18768" y="81428"/>
                    <a:pt x="39139" y="81428"/>
                  </a:cubicBezTo>
                  <a:cubicBezTo>
                    <a:pt x="60749" y="81428"/>
                    <a:pt x="68720" y="61766"/>
                    <a:pt x="68720" y="58400"/>
                  </a:cubicBezTo>
                  <a:cubicBezTo>
                    <a:pt x="68720" y="56629"/>
                    <a:pt x="67303" y="56275"/>
                    <a:pt x="66418" y="56275"/>
                  </a:cubicBezTo>
                  <a:cubicBezTo>
                    <a:pt x="64823" y="56275"/>
                    <a:pt x="64469" y="57337"/>
                    <a:pt x="64115" y="58754"/>
                  </a:cubicBezTo>
                  <a:cubicBezTo>
                    <a:pt x="57915" y="76999"/>
                    <a:pt x="41973" y="76999"/>
                    <a:pt x="40202" y="76999"/>
                  </a:cubicBezTo>
                  <a:cubicBezTo>
                    <a:pt x="31345" y="76999"/>
                    <a:pt x="24259" y="71685"/>
                    <a:pt x="20185" y="65131"/>
                  </a:cubicBezTo>
                  <a:cubicBezTo>
                    <a:pt x="14871" y="56629"/>
                    <a:pt x="14871" y="44938"/>
                    <a:pt x="14871" y="38561"/>
                  </a:cubicBezTo>
                  <a:close/>
                </a:path>
              </a:pathLst>
            </a:custGeom>
            <a:solidFill>
              <a:srgbClr val="000000"/>
            </a:solidFill>
            <a:ln w="1773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29" name="任意形状 428">
              <a:extLst>
                <a:ext uri="{FF2B5EF4-FFF2-40B4-BE49-F238E27FC236}">
                  <a16:creationId xmlns:a16="http://schemas.microsoft.com/office/drawing/2014/main" id="{7BC92E74-35FF-4E01-A131-F16CCDFD5D6B}"/>
                </a:ext>
              </a:extLst>
            </p:cNvPr>
            <p:cNvSpPr/>
            <p:nvPr>
              <p:custDataLst>
                <p:tags r:id="rId125"/>
              </p:custDataLst>
            </p:nvPr>
          </p:nvSpPr>
          <p:spPr>
            <a:xfrm>
              <a:off x="10018261" y="6839593"/>
              <a:ext cx="39324" cy="122932"/>
            </a:xfrm>
            <a:custGeom>
              <a:avLst/>
              <a:gdLst>
                <a:gd name="connsiteX0" fmla="*/ 25681 w 39324"/>
                <a:gd name="connsiteY0" fmla="*/ 123 h 122932"/>
                <a:gd name="connsiteX1" fmla="*/ 173 w 39324"/>
                <a:gd name="connsiteY1" fmla="*/ 2071 h 122932"/>
                <a:gd name="connsiteX2" fmla="*/ 173 w 39324"/>
                <a:gd name="connsiteY2" fmla="*/ 7562 h 122932"/>
                <a:gd name="connsiteX3" fmla="*/ 13990 w 39324"/>
                <a:gd name="connsiteY3" fmla="*/ 17482 h 122932"/>
                <a:gd name="connsiteX4" fmla="*/ 13990 w 39324"/>
                <a:gd name="connsiteY4" fmla="*/ 109592 h 122932"/>
                <a:gd name="connsiteX5" fmla="*/ 173 w 39324"/>
                <a:gd name="connsiteY5" fmla="*/ 117564 h 122932"/>
                <a:gd name="connsiteX6" fmla="*/ 173 w 39324"/>
                <a:gd name="connsiteY6" fmla="*/ 123055 h 122932"/>
                <a:gd name="connsiteX7" fmla="*/ 19835 w 39324"/>
                <a:gd name="connsiteY7" fmla="*/ 122523 h 122932"/>
                <a:gd name="connsiteX8" fmla="*/ 39497 w 39324"/>
                <a:gd name="connsiteY8" fmla="*/ 123055 h 122932"/>
                <a:gd name="connsiteX9" fmla="*/ 39497 w 39324"/>
                <a:gd name="connsiteY9" fmla="*/ 117564 h 122932"/>
                <a:gd name="connsiteX10" fmla="*/ 25681 w 39324"/>
                <a:gd name="connsiteY10" fmla="*/ 109592 h 122932"/>
                <a:gd name="connsiteX11" fmla="*/ 25681 w 39324"/>
                <a:gd name="connsiteY11" fmla="*/ 123 h 1229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9324" h="122932">
                  <a:moveTo>
                    <a:pt x="25681" y="123"/>
                  </a:moveTo>
                  <a:lnTo>
                    <a:pt x="173" y="2071"/>
                  </a:lnTo>
                  <a:lnTo>
                    <a:pt x="173" y="7562"/>
                  </a:lnTo>
                  <a:cubicBezTo>
                    <a:pt x="12573" y="7562"/>
                    <a:pt x="13990" y="8802"/>
                    <a:pt x="13990" y="17482"/>
                  </a:cubicBezTo>
                  <a:lnTo>
                    <a:pt x="13990" y="109592"/>
                  </a:lnTo>
                  <a:cubicBezTo>
                    <a:pt x="13990" y="117564"/>
                    <a:pt x="12041" y="117564"/>
                    <a:pt x="173" y="117564"/>
                  </a:cubicBezTo>
                  <a:lnTo>
                    <a:pt x="173" y="123055"/>
                  </a:lnTo>
                  <a:cubicBezTo>
                    <a:pt x="6019" y="122878"/>
                    <a:pt x="15407" y="122523"/>
                    <a:pt x="19835" y="122523"/>
                  </a:cubicBezTo>
                  <a:cubicBezTo>
                    <a:pt x="24264" y="122523"/>
                    <a:pt x="32943" y="122878"/>
                    <a:pt x="39497" y="123055"/>
                  </a:cubicBezTo>
                  <a:lnTo>
                    <a:pt x="39497" y="117564"/>
                  </a:lnTo>
                  <a:cubicBezTo>
                    <a:pt x="27629" y="117564"/>
                    <a:pt x="25681" y="117564"/>
                    <a:pt x="25681" y="109592"/>
                  </a:cubicBezTo>
                  <a:lnTo>
                    <a:pt x="25681" y="123"/>
                  </a:lnTo>
                  <a:close/>
                </a:path>
              </a:pathLst>
            </a:custGeom>
            <a:solidFill>
              <a:srgbClr val="000000"/>
            </a:solidFill>
            <a:ln w="1773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30" name="任意形状 429">
              <a:extLst>
                <a:ext uri="{FF2B5EF4-FFF2-40B4-BE49-F238E27FC236}">
                  <a16:creationId xmlns:a16="http://schemas.microsoft.com/office/drawing/2014/main" id="{07232B5A-F578-510F-385B-A4D61ABC1299}"/>
                </a:ext>
              </a:extLst>
            </p:cNvPr>
            <p:cNvSpPr/>
            <p:nvPr>
              <p:custDataLst>
                <p:tags r:id="rId126"/>
              </p:custDataLst>
            </p:nvPr>
          </p:nvSpPr>
          <p:spPr>
            <a:xfrm>
              <a:off x="8298385" y="7055167"/>
              <a:ext cx="120452" cy="119920"/>
            </a:xfrm>
            <a:custGeom>
              <a:avLst/>
              <a:gdLst>
                <a:gd name="connsiteX0" fmla="*/ 71462 w 120452"/>
                <a:gd name="connsiteY0" fmla="*/ 12534 h 119920"/>
                <a:gd name="connsiteX1" fmla="*/ 75537 w 120452"/>
                <a:gd name="connsiteY1" fmla="*/ 5980 h 119920"/>
                <a:gd name="connsiteX2" fmla="*/ 86696 w 120452"/>
                <a:gd name="connsiteY2" fmla="*/ 5626 h 119920"/>
                <a:gd name="connsiteX3" fmla="*/ 112558 w 120452"/>
                <a:gd name="connsiteY3" fmla="*/ 20151 h 119920"/>
                <a:gd name="connsiteX4" fmla="*/ 111141 w 120452"/>
                <a:gd name="connsiteY4" fmla="*/ 34322 h 119920"/>
                <a:gd name="connsiteX5" fmla="*/ 110609 w 120452"/>
                <a:gd name="connsiteY5" fmla="*/ 37687 h 119920"/>
                <a:gd name="connsiteX6" fmla="*/ 112735 w 120452"/>
                <a:gd name="connsiteY6" fmla="*/ 39990 h 119920"/>
                <a:gd name="connsiteX7" fmla="*/ 115392 w 120452"/>
                <a:gd name="connsiteY7" fmla="*/ 35916 h 119920"/>
                <a:gd name="connsiteX8" fmla="*/ 120175 w 120452"/>
                <a:gd name="connsiteY8" fmla="*/ 5094 h 119920"/>
                <a:gd name="connsiteX9" fmla="*/ 120529 w 120452"/>
                <a:gd name="connsiteY9" fmla="*/ 2083 h 119920"/>
                <a:gd name="connsiteX10" fmla="*/ 115746 w 120452"/>
                <a:gd name="connsiteY10" fmla="*/ 134 h 119920"/>
                <a:gd name="connsiteX11" fmla="*/ 17436 w 120452"/>
                <a:gd name="connsiteY11" fmla="*/ 134 h 119920"/>
                <a:gd name="connsiteX12" fmla="*/ 11768 w 120452"/>
                <a:gd name="connsiteY12" fmla="*/ 3677 h 119920"/>
                <a:gd name="connsiteX13" fmla="*/ 1140 w 120452"/>
                <a:gd name="connsiteY13" fmla="*/ 34853 h 119920"/>
                <a:gd name="connsiteX14" fmla="*/ 77 w 120452"/>
                <a:gd name="connsiteY14" fmla="*/ 38042 h 119920"/>
                <a:gd name="connsiteX15" fmla="*/ 2202 w 120452"/>
                <a:gd name="connsiteY15" fmla="*/ 39990 h 119920"/>
                <a:gd name="connsiteX16" fmla="*/ 5214 w 120452"/>
                <a:gd name="connsiteY16" fmla="*/ 36270 h 119920"/>
                <a:gd name="connsiteX17" fmla="*/ 45601 w 120452"/>
                <a:gd name="connsiteY17" fmla="*/ 5626 h 119920"/>
                <a:gd name="connsiteX18" fmla="*/ 52509 w 120452"/>
                <a:gd name="connsiteY18" fmla="*/ 5626 h 119920"/>
                <a:gd name="connsiteX19" fmla="*/ 57469 w 120452"/>
                <a:gd name="connsiteY19" fmla="*/ 7751 h 119920"/>
                <a:gd name="connsiteX20" fmla="*/ 56760 w 120452"/>
                <a:gd name="connsiteY20" fmla="*/ 11471 h 119920"/>
                <a:gd name="connsiteX21" fmla="*/ 33024 w 120452"/>
                <a:gd name="connsiteY21" fmla="*/ 106062 h 119920"/>
                <a:gd name="connsiteX22" fmla="*/ 11945 w 120452"/>
                <a:gd name="connsiteY22" fmla="*/ 114564 h 119920"/>
                <a:gd name="connsiteX23" fmla="*/ 4505 w 120452"/>
                <a:gd name="connsiteY23" fmla="*/ 117930 h 119920"/>
                <a:gd name="connsiteX24" fmla="*/ 7516 w 120452"/>
                <a:gd name="connsiteY24" fmla="*/ 120055 h 119920"/>
                <a:gd name="connsiteX25" fmla="*/ 22042 w 120452"/>
                <a:gd name="connsiteY25" fmla="*/ 119701 h 119920"/>
                <a:gd name="connsiteX26" fmla="*/ 37098 w 120452"/>
                <a:gd name="connsiteY26" fmla="*/ 119524 h 119920"/>
                <a:gd name="connsiteX27" fmla="*/ 51800 w 120452"/>
                <a:gd name="connsiteY27" fmla="*/ 119701 h 119920"/>
                <a:gd name="connsiteX28" fmla="*/ 67211 w 120452"/>
                <a:gd name="connsiteY28" fmla="*/ 120055 h 119920"/>
                <a:gd name="connsiteX29" fmla="*/ 71108 w 120452"/>
                <a:gd name="connsiteY29" fmla="*/ 116513 h 119920"/>
                <a:gd name="connsiteX30" fmla="*/ 65086 w 120452"/>
                <a:gd name="connsiteY30" fmla="*/ 114564 h 119920"/>
                <a:gd name="connsiteX31" fmla="*/ 53749 w 120452"/>
                <a:gd name="connsiteY31" fmla="*/ 114210 h 119920"/>
                <a:gd name="connsiteX32" fmla="*/ 47195 w 120452"/>
                <a:gd name="connsiteY32" fmla="*/ 110313 h 119920"/>
                <a:gd name="connsiteX33" fmla="*/ 47903 w 120452"/>
                <a:gd name="connsiteY33" fmla="*/ 106593 h 119920"/>
                <a:gd name="connsiteX34" fmla="*/ 71462 w 120452"/>
                <a:gd name="connsiteY34" fmla="*/ 12534 h 119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120452" h="119920">
                  <a:moveTo>
                    <a:pt x="71462" y="12534"/>
                  </a:moveTo>
                  <a:cubicBezTo>
                    <a:pt x="72702" y="7574"/>
                    <a:pt x="73411" y="6511"/>
                    <a:pt x="75537" y="5980"/>
                  </a:cubicBezTo>
                  <a:cubicBezTo>
                    <a:pt x="77131" y="5626"/>
                    <a:pt x="82976" y="5626"/>
                    <a:pt x="86696" y="5626"/>
                  </a:cubicBezTo>
                  <a:cubicBezTo>
                    <a:pt x="104587" y="5626"/>
                    <a:pt x="112558" y="6334"/>
                    <a:pt x="112558" y="20151"/>
                  </a:cubicBezTo>
                  <a:cubicBezTo>
                    <a:pt x="112558" y="22808"/>
                    <a:pt x="111849" y="29716"/>
                    <a:pt x="111141" y="34322"/>
                  </a:cubicBezTo>
                  <a:cubicBezTo>
                    <a:pt x="110964" y="35030"/>
                    <a:pt x="110609" y="37156"/>
                    <a:pt x="110609" y="37687"/>
                  </a:cubicBezTo>
                  <a:cubicBezTo>
                    <a:pt x="110609" y="38750"/>
                    <a:pt x="111141" y="39990"/>
                    <a:pt x="112735" y="39990"/>
                  </a:cubicBezTo>
                  <a:cubicBezTo>
                    <a:pt x="114684" y="39990"/>
                    <a:pt x="115038" y="38573"/>
                    <a:pt x="115392" y="35916"/>
                  </a:cubicBezTo>
                  <a:lnTo>
                    <a:pt x="120175" y="5094"/>
                  </a:lnTo>
                  <a:cubicBezTo>
                    <a:pt x="120352" y="4386"/>
                    <a:pt x="120529" y="2614"/>
                    <a:pt x="120529" y="2083"/>
                  </a:cubicBezTo>
                  <a:cubicBezTo>
                    <a:pt x="120529" y="134"/>
                    <a:pt x="118758" y="134"/>
                    <a:pt x="115746" y="134"/>
                  </a:cubicBezTo>
                  <a:lnTo>
                    <a:pt x="17436" y="134"/>
                  </a:lnTo>
                  <a:cubicBezTo>
                    <a:pt x="13185" y="134"/>
                    <a:pt x="13008" y="312"/>
                    <a:pt x="11768" y="3677"/>
                  </a:cubicBezTo>
                  <a:lnTo>
                    <a:pt x="1140" y="34853"/>
                  </a:lnTo>
                  <a:cubicBezTo>
                    <a:pt x="962" y="35207"/>
                    <a:pt x="77" y="37687"/>
                    <a:pt x="77" y="38042"/>
                  </a:cubicBezTo>
                  <a:cubicBezTo>
                    <a:pt x="77" y="39104"/>
                    <a:pt x="962" y="39990"/>
                    <a:pt x="2202" y="39990"/>
                  </a:cubicBezTo>
                  <a:cubicBezTo>
                    <a:pt x="3974" y="39990"/>
                    <a:pt x="4151" y="39104"/>
                    <a:pt x="5214" y="36270"/>
                  </a:cubicBezTo>
                  <a:cubicBezTo>
                    <a:pt x="14779" y="8814"/>
                    <a:pt x="19385" y="5626"/>
                    <a:pt x="45601" y="5626"/>
                  </a:cubicBezTo>
                  <a:lnTo>
                    <a:pt x="52509" y="5626"/>
                  </a:lnTo>
                  <a:cubicBezTo>
                    <a:pt x="57469" y="5626"/>
                    <a:pt x="57469" y="6334"/>
                    <a:pt x="57469" y="7751"/>
                  </a:cubicBezTo>
                  <a:cubicBezTo>
                    <a:pt x="57469" y="8814"/>
                    <a:pt x="56937" y="10940"/>
                    <a:pt x="56760" y="11471"/>
                  </a:cubicBezTo>
                  <a:lnTo>
                    <a:pt x="33024" y="106062"/>
                  </a:lnTo>
                  <a:cubicBezTo>
                    <a:pt x="31430" y="112616"/>
                    <a:pt x="30898" y="114564"/>
                    <a:pt x="11945" y="114564"/>
                  </a:cubicBezTo>
                  <a:cubicBezTo>
                    <a:pt x="5568" y="114564"/>
                    <a:pt x="4505" y="114564"/>
                    <a:pt x="4505" y="117930"/>
                  </a:cubicBezTo>
                  <a:cubicBezTo>
                    <a:pt x="4505" y="120055"/>
                    <a:pt x="6454" y="120055"/>
                    <a:pt x="7516" y="120055"/>
                  </a:cubicBezTo>
                  <a:cubicBezTo>
                    <a:pt x="12299" y="120055"/>
                    <a:pt x="17259" y="119701"/>
                    <a:pt x="22042" y="119701"/>
                  </a:cubicBezTo>
                  <a:cubicBezTo>
                    <a:pt x="27001" y="119701"/>
                    <a:pt x="32138" y="119524"/>
                    <a:pt x="37098" y="119524"/>
                  </a:cubicBezTo>
                  <a:cubicBezTo>
                    <a:pt x="42058" y="119524"/>
                    <a:pt x="47018" y="119701"/>
                    <a:pt x="51800" y="119701"/>
                  </a:cubicBezTo>
                  <a:cubicBezTo>
                    <a:pt x="56937" y="119701"/>
                    <a:pt x="62251" y="120055"/>
                    <a:pt x="67211" y="120055"/>
                  </a:cubicBezTo>
                  <a:cubicBezTo>
                    <a:pt x="68983" y="120055"/>
                    <a:pt x="71108" y="120055"/>
                    <a:pt x="71108" y="116513"/>
                  </a:cubicBezTo>
                  <a:cubicBezTo>
                    <a:pt x="71108" y="114564"/>
                    <a:pt x="69691" y="114564"/>
                    <a:pt x="65086" y="114564"/>
                  </a:cubicBezTo>
                  <a:cubicBezTo>
                    <a:pt x="60657" y="114564"/>
                    <a:pt x="58354" y="114564"/>
                    <a:pt x="53749" y="114210"/>
                  </a:cubicBezTo>
                  <a:cubicBezTo>
                    <a:pt x="48612" y="113679"/>
                    <a:pt x="47195" y="113147"/>
                    <a:pt x="47195" y="110313"/>
                  </a:cubicBezTo>
                  <a:cubicBezTo>
                    <a:pt x="47195" y="110136"/>
                    <a:pt x="47195" y="109250"/>
                    <a:pt x="47903" y="106593"/>
                  </a:cubicBezTo>
                  <a:lnTo>
                    <a:pt x="71462" y="12534"/>
                  </a:lnTo>
                  <a:close/>
                </a:path>
              </a:pathLst>
            </a:custGeom>
            <a:solidFill>
              <a:srgbClr val="000000"/>
            </a:solidFill>
            <a:ln w="1773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31" name="任意形状 430">
              <a:extLst>
                <a:ext uri="{FF2B5EF4-FFF2-40B4-BE49-F238E27FC236}">
                  <a16:creationId xmlns:a16="http://schemas.microsoft.com/office/drawing/2014/main" id="{23513026-5E9F-1193-86E9-B79B555812CC}"/>
                </a:ext>
              </a:extLst>
            </p:cNvPr>
            <p:cNvSpPr/>
            <p:nvPr>
              <p:custDataLst>
                <p:tags r:id="rId127"/>
              </p:custDataLst>
            </p:nvPr>
          </p:nvSpPr>
          <p:spPr>
            <a:xfrm>
              <a:off x="8496529" y="7098742"/>
              <a:ext cx="18776" cy="76345"/>
            </a:xfrm>
            <a:custGeom>
              <a:avLst/>
              <a:gdLst>
                <a:gd name="connsiteX0" fmla="*/ 18864 w 18776"/>
                <a:gd name="connsiteY0" fmla="*/ 9523 h 76345"/>
                <a:gd name="connsiteX1" fmla="*/ 9475 w 18776"/>
                <a:gd name="connsiteY1" fmla="*/ 134 h 76345"/>
                <a:gd name="connsiteX2" fmla="*/ 87 w 18776"/>
                <a:gd name="connsiteY2" fmla="*/ 9523 h 76345"/>
                <a:gd name="connsiteX3" fmla="*/ 9475 w 18776"/>
                <a:gd name="connsiteY3" fmla="*/ 18911 h 76345"/>
                <a:gd name="connsiteX4" fmla="*/ 18864 w 18776"/>
                <a:gd name="connsiteY4" fmla="*/ 9523 h 76345"/>
                <a:gd name="connsiteX5" fmla="*/ 18864 w 18776"/>
                <a:gd name="connsiteY5" fmla="*/ 67092 h 76345"/>
                <a:gd name="connsiteX6" fmla="*/ 9475 w 18776"/>
                <a:gd name="connsiteY6" fmla="*/ 57704 h 76345"/>
                <a:gd name="connsiteX7" fmla="*/ 87 w 18776"/>
                <a:gd name="connsiteY7" fmla="*/ 67092 h 76345"/>
                <a:gd name="connsiteX8" fmla="*/ 9475 w 18776"/>
                <a:gd name="connsiteY8" fmla="*/ 76480 h 76345"/>
                <a:gd name="connsiteX9" fmla="*/ 18864 w 18776"/>
                <a:gd name="connsiteY9" fmla="*/ 67092 h 763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8776" h="76345">
                  <a:moveTo>
                    <a:pt x="18864" y="9523"/>
                  </a:moveTo>
                  <a:cubicBezTo>
                    <a:pt x="18864" y="4386"/>
                    <a:pt x="14612" y="134"/>
                    <a:pt x="9475" y="134"/>
                  </a:cubicBezTo>
                  <a:cubicBezTo>
                    <a:pt x="4338" y="134"/>
                    <a:pt x="87" y="4386"/>
                    <a:pt x="87" y="9523"/>
                  </a:cubicBezTo>
                  <a:cubicBezTo>
                    <a:pt x="87" y="14660"/>
                    <a:pt x="4338" y="18911"/>
                    <a:pt x="9475" y="18911"/>
                  </a:cubicBezTo>
                  <a:cubicBezTo>
                    <a:pt x="14612" y="18911"/>
                    <a:pt x="18864" y="14660"/>
                    <a:pt x="18864" y="9523"/>
                  </a:cubicBezTo>
                  <a:close/>
                  <a:moveTo>
                    <a:pt x="18864" y="67092"/>
                  </a:moveTo>
                  <a:cubicBezTo>
                    <a:pt x="18864" y="61955"/>
                    <a:pt x="14612" y="57704"/>
                    <a:pt x="9475" y="57704"/>
                  </a:cubicBezTo>
                  <a:cubicBezTo>
                    <a:pt x="4338" y="57704"/>
                    <a:pt x="87" y="61955"/>
                    <a:pt x="87" y="67092"/>
                  </a:cubicBezTo>
                  <a:cubicBezTo>
                    <a:pt x="87" y="72229"/>
                    <a:pt x="4338" y="76480"/>
                    <a:pt x="9475" y="76480"/>
                  </a:cubicBezTo>
                  <a:cubicBezTo>
                    <a:pt x="14612" y="76480"/>
                    <a:pt x="18864" y="72229"/>
                    <a:pt x="18864" y="67092"/>
                  </a:cubicBezTo>
                  <a:close/>
                </a:path>
              </a:pathLst>
            </a:custGeom>
            <a:solidFill>
              <a:srgbClr val="000000"/>
            </a:solidFill>
            <a:ln w="1773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32" name="任意形状 431">
              <a:extLst>
                <a:ext uri="{FF2B5EF4-FFF2-40B4-BE49-F238E27FC236}">
                  <a16:creationId xmlns:a16="http://schemas.microsoft.com/office/drawing/2014/main" id="{0CE414D8-7AEF-7777-2C12-A832D5F429DA}"/>
                </a:ext>
              </a:extLst>
            </p:cNvPr>
            <p:cNvSpPr/>
            <p:nvPr>
              <p:custDataLst>
                <p:tags r:id="rId128"/>
              </p:custDataLst>
            </p:nvPr>
          </p:nvSpPr>
          <p:spPr>
            <a:xfrm>
              <a:off x="8612592" y="7066150"/>
              <a:ext cx="55443" cy="110886"/>
            </a:xfrm>
            <a:custGeom>
              <a:avLst/>
              <a:gdLst>
                <a:gd name="connsiteX0" fmla="*/ 27373 w 55443"/>
                <a:gd name="connsiteY0" fmla="*/ 38219 h 110886"/>
                <a:gd name="connsiteX1" fmla="*/ 52704 w 55443"/>
                <a:gd name="connsiteY1" fmla="*/ 38219 h 110886"/>
                <a:gd name="connsiteX2" fmla="*/ 52704 w 55443"/>
                <a:gd name="connsiteY2" fmla="*/ 32727 h 110886"/>
                <a:gd name="connsiteX3" fmla="*/ 27373 w 55443"/>
                <a:gd name="connsiteY3" fmla="*/ 32727 h 110886"/>
                <a:gd name="connsiteX4" fmla="*/ 27373 w 55443"/>
                <a:gd name="connsiteY4" fmla="*/ 134 h 110886"/>
                <a:gd name="connsiteX5" fmla="*/ 22945 w 55443"/>
                <a:gd name="connsiteY5" fmla="*/ 134 h 110886"/>
                <a:gd name="connsiteX6" fmla="*/ 94 w 55443"/>
                <a:gd name="connsiteY6" fmla="*/ 34322 h 110886"/>
                <a:gd name="connsiteX7" fmla="*/ 94 w 55443"/>
                <a:gd name="connsiteY7" fmla="*/ 38219 h 110886"/>
                <a:gd name="connsiteX8" fmla="*/ 15151 w 55443"/>
                <a:gd name="connsiteY8" fmla="*/ 38219 h 110886"/>
                <a:gd name="connsiteX9" fmla="*/ 15151 w 55443"/>
                <a:gd name="connsiteY9" fmla="*/ 87108 h 110886"/>
                <a:gd name="connsiteX10" fmla="*/ 38001 w 55443"/>
                <a:gd name="connsiteY10" fmla="*/ 111021 h 110886"/>
                <a:gd name="connsiteX11" fmla="*/ 55538 w 55443"/>
                <a:gd name="connsiteY11" fmla="*/ 87108 h 110886"/>
                <a:gd name="connsiteX12" fmla="*/ 55538 w 55443"/>
                <a:gd name="connsiteY12" fmla="*/ 77011 h 110886"/>
                <a:gd name="connsiteX13" fmla="*/ 51110 w 55443"/>
                <a:gd name="connsiteY13" fmla="*/ 77011 h 110886"/>
                <a:gd name="connsiteX14" fmla="*/ 51110 w 55443"/>
                <a:gd name="connsiteY14" fmla="*/ 86754 h 110886"/>
                <a:gd name="connsiteX15" fmla="*/ 39241 w 55443"/>
                <a:gd name="connsiteY15" fmla="*/ 106593 h 110886"/>
                <a:gd name="connsiteX16" fmla="*/ 27373 w 55443"/>
                <a:gd name="connsiteY16" fmla="*/ 87462 h 110886"/>
                <a:gd name="connsiteX17" fmla="*/ 27373 w 55443"/>
                <a:gd name="connsiteY17" fmla="*/ 38219 h 1108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55443" h="110886">
                  <a:moveTo>
                    <a:pt x="27373" y="38219"/>
                  </a:moveTo>
                  <a:lnTo>
                    <a:pt x="52704" y="38219"/>
                  </a:lnTo>
                  <a:lnTo>
                    <a:pt x="52704" y="32727"/>
                  </a:lnTo>
                  <a:lnTo>
                    <a:pt x="27373" y="32727"/>
                  </a:lnTo>
                  <a:lnTo>
                    <a:pt x="27373" y="134"/>
                  </a:lnTo>
                  <a:lnTo>
                    <a:pt x="22945" y="134"/>
                  </a:lnTo>
                  <a:cubicBezTo>
                    <a:pt x="22768" y="14660"/>
                    <a:pt x="17454" y="33613"/>
                    <a:pt x="94" y="34322"/>
                  </a:cubicBezTo>
                  <a:lnTo>
                    <a:pt x="94" y="38219"/>
                  </a:lnTo>
                  <a:lnTo>
                    <a:pt x="15151" y="38219"/>
                  </a:lnTo>
                  <a:lnTo>
                    <a:pt x="15151" y="87108"/>
                  </a:lnTo>
                  <a:cubicBezTo>
                    <a:pt x="15151" y="108896"/>
                    <a:pt x="31625" y="111021"/>
                    <a:pt x="38001" y="111021"/>
                  </a:cubicBezTo>
                  <a:cubicBezTo>
                    <a:pt x="50578" y="111021"/>
                    <a:pt x="55538" y="98445"/>
                    <a:pt x="55538" y="87108"/>
                  </a:cubicBezTo>
                  <a:lnTo>
                    <a:pt x="55538" y="77011"/>
                  </a:lnTo>
                  <a:lnTo>
                    <a:pt x="51110" y="77011"/>
                  </a:lnTo>
                  <a:lnTo>
                    <a:pt x="51110" y="86754"/>
                  </a:lnTo>
                  <a:cubicBezTo>
                    <a:pt x="51110" y="99862"/>
                    <a:pt x="45795" y="106593"/>
                    <a:pt x="39241" y="106593"/>
                  </a:cubicBezTo>
                  <a:cubicBezTo>
                    <a:pt x="27373" y="106593"/>
                    <a:pt x="27373" y="90474"/>
                    <a:pt x="27373" y="87462"/>
                  </a:cubicBezTo>
                  <a:lnTo>
                    <a:pt x="27373" y="38219"/>
                  </a:lnTo>
                  <a:close/>
                </a:path>
              </a:pathLst>
            </a:custGeom>
            <a:solidFill>
              <a:srgbClr val="000000"/>
            </a:solidFill>
            <a:ln w="1773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33" name="任意形状 432">
              <a:extLst>
                <a:ext uri="{FF2B5EF4-FFF2-40B4-BE49-F238E27FC236}">
                  <a16:creationId xmlns:a16="http://schemas.microsoft.com/office/drawing/2014/main" id="{6637D054-001D-0539-9657-278EA401F4C5}"/>
                </a:ext>
              </a:extLst>
            </p:cNvPr>
            <p:cNvSpPr/>
            <p:nvPr>
              <p:custDataLst>
                <p:tags r:id="rId129"/>
              </p:custDataLst>
            </p:nvPr>
          </p:nvSpPr>
          <p:spPr>
            <a:xfrm>
              <a:off x="8683073" y="7095731"/>
              <a:ext cx="68551" cy="81305"/>
            </a:xfrm>
            <a:custGeom>
              <a:avLst/>
              <a:gdLst>
                <a:gd name="connsiteX0" fmla="*/ 14978 w 68551"/>
                <a:gd name="connsiteY0" fmla="*/ 34853 h 81305"/>
                <a:gd name="connsiteX1" fmla="*/ 36943 w 68551"/>
                <a:gd name="connsiteY1" fmla="*/ 4031 h 81305"/>
                <a:gd name="connsiteX2" fmla="*/ 56959 w 68551"/>
                <a:gd name="connsiteY2" fmla="*/ 34853 h 81305"/>
                <a:gd name="connsiteX3" fmla="*/ 14978 w 68551"/>
                <a:gd name="connsiteY3" fmla="*/ 34853 h 81305"/>
                <a:gd name="connsiteX4" fmla="*/ 14801 w 68551"/>
                <a:gd name="connsiteY4" fmla="*/ 38573 h 81305"/>
                <a:gd name="connsiteX5" fmla="*/ 64221 w 68551"/>
                <a:gd name="connsiteY5" fmla="*/ 38573 h 81305"/>
                <a:gd name="connsiteX6" fmla="*/ 68650 w 68551"/>
                <a:gd name="connsiteY6" fmla="*/ 34853 h 81305"/>
                <a:gd name="connsiteX7" fmla="*/ 36943 w 68551"/>
                <a:gd name="connsiteY7" fmla="*/ 134 h 81305"/>
                <a:gd name="connsiteX8" fmla="*/ 98 w 68551"/>
                <a:gd name="connsiteY8" fmla="*/ 40521 h 81305"/>
                <a:gd name="connsiteX9" fmla="*/ 39068 w 68551"/>
                <a:gd name="connsiteY9" fmla="*/ 81440 h 81305"/>
                <a:gd name="connsiteX10" fmla="*/ 68650 w 68551"/>
                <a:gd name="connsiteY10" fmla="*/ 58412 h 81305"/>
                <a:gd name="connsiteX11" fmla="*/ 66347 w 68551"/>
                <a:gd name="connsiteY11" fmla="*/ 56287 h 81305"/>
                <a:gd name="connsiteX12" fmla="*/ 64044 w 68551"/>
                <a:gd name="connsiteY12" fmla="*/ 58766 h 81305"/>
                <a:gd name="connsiteX13" fmla="*/ 40131 w 68551"/>
                <a:gd name="connsiteY13" fmla="*/ 77011 h 81305"/>
                <a:gd name="connsiteX14" fmla="*/ 20115 w 68551"/>
                <a:gd name="connsiteY14" fmla="*/ 65143 h 81305"/>
                <a:gd name="connsiteX15" fmla="*/ 14801 w 68551"/>
                <a:gd name="connsiteY15" fmla="*/ 38573 h 813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68551" h="81305">
                  <a:moveTo>
                    <a:pt x="14978" y="34853"/>
                  </a:moveTo>
                  <a:cubicBezTo>
                    <a:pt x="16041" y="8460"/>
                    <a:pt x="30920" y="4031"/>
                    <a:pt x="36943" y="4031"/>
                  </a:cubicBezTo>
                  <a:cubicBezTo>
                    <a:pt x="55188" y="4031"/>
                    <a:pt x="56959" y="27945"/>
                    <a:pt x="56959" y="34853"/>
                  </a:cubicBezTo>
                  <a:lnTo>
                    <a:pt x="14978" y="34853"/>
                  </a:lnTo>
                  <a:close/>
                  <a:moveTo>
                    <a:pt x="14801" y="38573"/>
                  </a:moveTo>
                  <a:lnTo>
                    <a:pt x="64221" y="38573"/>
                  </a:lnTo>
                  <a:cubicBezTo>
                    <a:pt x="68118" y="38573"/>
                    <a:pt x="68650" y="38573"/>
                    <a:pt x="68650" y="34853"/>
                  </a:cubicBezTo>
                  <a:cubicBezTo>
                    <a:pt x="68650" y="17317"/>
                    <a:pt x="59085" y="134"/>
                    <a:pt x="36943" y="134"/>
                  </a:cubicBezTo>
                  <a:cubicBezTo>
                    <a:pt x="16395" y="134"/>
                    <a:pt x="98" y="18379"/>
                    <a:pt x="98" y="40521"/>
                  </a:cubicBezTo>
                  <a:cubicBezTo>
                    <a:pt x="98" y="64258"/>
                    <a:pt x="18698" y="81440"/>
                    <a:pt x="39068" y="81440"/>
                  </a:cubicBezTo>
                  <a:cubicBezTo>
                    <a:pt x="60679" y="81440"/>
                    <a:pt x="68650" y="61778"/>
                    <a:pt x="68650" y="58412"/>
                  </a:cubicBezTo>
                  <a:cubicBezTo>
                    <a:pt x="68650" y="56641"/>
                    <a:pt x="67233" y="56287"/>
                    <a:pt x="66347" y="56287"/>
                  </a:cubicBezTo>
                  <a:cubicBezTo>
                    <a:pt x="64753" y="56287"/>
                    <a:pt x="64399" y="57349"/>
                    <a:pt x="64044" y="58766"/>
                  </a:cubicBezTo>
                  <a:cubicBezTo>
                    <a:pt x="57845" y="77011"/>
                    <a:pt x="41902" y="77011"/>
                    <a:pt x="40131" y="77011"/>
                  </a:cubicBezTo>
                  <a:cubicBezTo>
                    <a:pt x="31274" y="77011"/>
                    <a:pt x="24189" y="71697"/>
                    <a:pt x="20115" y="65143"/>
                  </a:cubicBezTo>
                  <a:cubicBezTo>
                    <a:pt x="14801" y="56641"/>
                    <a:pt x="14801" y="44950"/>
                    <a:pt x="14801" y="38573"/>
                  </a:cubicBezTo>
                  <a:close/>
                </a:path>
              </a:pathLst>
            </a:custGeom>
            <a:solidFill>
              <a:srgbClr val="000000"/>
            </a:solidFill>
            <a:ln w="1773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34" name="任意形状 433">
              <a:extLst>
                <a:ext uri="{FF2B5EF4-FFF2-40B4-BE49-F238E27FC236}">
                  <a16:creationId xmlns:a16="http://schemas.microsoft.com/office/drawing/2014/main" id="{C9B3B8BC-0BE3-36B8-5B78-2D5EEA857FA6}"/>
                </a:ext>
              </a:extLst>
            </p:cNvPr>
            <p:cNvSpPr/>
            <p:nvPr>
              <p:custDataLst>
                <p:tags r:id="rId130"/>
              </p:custDataLst>
            </p:nvPr>
          </p:nvSpPr>
          <p:spPr>
            <a:xfrm>
              <a:off x="8762686" y="7095731"/>
              <a:ext cx="57923" cy="81305"/>
            </a:xfrm>
            <a:custGeom>
              <a:avLst/>
              <a:gdLst>
                <a:gd name="connsiteX0" fmla="*/ 31101 w 57923"/>
                <a:gd name="connsiteY0" fmla="*/ 45127 h 81305"/>
                <a:gd name="connsiteX1" fmla="*/ 49524 w 57923"/>
                <a:gd name="connsiteY1" fmla="*/ 61423 h 81305"/>
                <a:gd name="connsiteX2" fmla="*/ 29507 w 57923"/>
                <a:gd name="connsiteY2" fmla="*/ 77543 h 81305"/>
                <a:gd name="connsiteX3" fmla="*/ 4885 w 57923"/>
                <a:gd name="connsiteY3" fmla="*/ 52390 h 81305"/>
                <a:gd name="connsiteX4" fmla="*/ 2405 w 57923"/>
                <a:gd name="connsiteY4" fmla="*/ 49378 h 81305"/>
                <a:gd name="connsiteX5" fmla="*/ 103 w 57923"/>
                <a:gd name="connsiteY5" fmla="*/ 53807 h 81305"/>
                <a:gd name="connsiteX6" fmla="*/ 103 w 57923"/>
                <a:gd name="connsiteY6" fmla="*/ 77189 h 81305"/>
                <a:gd name="connsiteX7" fmla="*/ 2051 w 57923"/>
                <a:gd name="connsiteY7" fmla="*/ 81440 h 81305"/>
                <a:gd name="connsiteX8" fmla="*/ 6480 w 57923"/>
                <a:gd name="connsiteY8" fmla="*/ 77897 h 81305"/>
                <a:gd name="connsiteX9" fmla="*/ 10022 w 57923"/>
                <a:gd name="connsiteY9" fmla="*/ 73823 h 81305"/>
                <a:gd name="connsiteX10" fmla="*/ 29507 w 57923"/>
                <a:gd name="connsiteY10" fmla="*/ 81440 h 81305"/>
                <a:gd name="connsiteX11" fmla="*/ 58026 w 57923"/>
                <a:gd name="connsiteY11" fmla="*/ 56818 h 81305"/>
                <a:gd name="connsiteX12" fmla="*/ 50586 w 57923"/>
                <a:gd name="connsiteY12" fmla="*/ 39990 h 81305"/>
                <a:gd name="connsiteX13" fmla="*/ 30393 w 57923"/>
                <a:gd name="connsiteY13" fmla="*/ 31488 h 81305"/>
                <a:gd name="connsiteX14" fmla="*/ 8605 w 57923"/>
                <a:gd name="connsiteY14" fmla="*/ 16962 h 81305"/>
                <a:gd name="connsiteX15" fmla="*/ 28444 w 57923"/>
                <a:gd name="connsiteY15" fmla="*/ 3500 h 81305"/>
                <a:gd name="connsiteX16" fmla="*/ 49169 w 57923"/>
                <a:gd name="connsiteY16" fmla="*/ 24934 h 81305"/>
                <a:gd name="connsiteX17" fmla="*/ 51295 w 57923"/>
                <a:gd name="connsiteY17" fmla="*/ 26528 h 81305"/>
                <a:gd name="connsiteX18" fmla="*/ 53598 w 57923"/>
                <a:gd name="connsiteY18" fmla="*/ 22276 h 81305"/>
                <a:gd name="connsiteX19" fmla="*/ 53598 w 57923"/>
                <a:gd name="connsiteY19" fmla="*/ 4386 h 81305"/>
                <a:gd name="connsiteX20" fmla="*/ 51649 w 57923"/>
                <a:gd name="connsiteY20" fmla="*/ 134 h 81305"/>
                <a:gd name="connsiteX21" fmla="*/ 48107 w 57923"/>
                <a:gd name="connsiteY21" fmla="*/ 2260 h 81305"/>
                <a:gd name="connsiteX22" fmla="*/ 45095 w 57923"/>
                <a:gd name="connsiteY22" fmla="*/ 5094 h 81305"/>
                <a:gd name="connsiteX23" fmla="*/ 28444 w 57923"/>
                <a:gd name="connsiteY23" fmla="*/ 134 h 81305"/>
                <a:gd name="connsiteX24" fmla="*/ 103 w 57923"/>
                <a:gd name="connsiteY24" fmla="*/ 21922 h 81305"/>
                <a:gd name="connsiteX25" fmla="*/ 7720 w 57923"/>
                <a:gd name="connsiteY25" fmla="*/ 36979 h 81305"/>
                <a:gd name="connsiteX26" fmla="*/ 31101 w 57923"/>
                <a:gd name="connsiteY26" fmla="*/ 45127 h 813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57923" h="81305">
                  <a:moveTo>
                    <a:pt x="31101" y="45127"/>
                  </a:moveTo>
                  <a:cubicBezTo>
                    <a:pt x="34998" y="45836"/>
                    <a:pt x="49524" y="48670"/>
                    <a:pt x="49524" y="61423"/>
                  </a:cubicBezTo>
                  <a:cubicBezTo>
                    <a:pt x="49524" y="70457"/>
                    <a:pt x="43324" y="77543"/>
                    <a:pt x="29507" y="77543"/>
                  </a:cubicBezTo>
                  <a:cubicBezTo>
                    <a:pt x="14628" y="77543"/>
                    <a:pt x="8251" y="67446"/>
                    <a:pt x="4885" y="52390"/>
                  </a:cubicBezTo>
                  <a:cubicBezTo>
                    <a:pt x="4354" y="50087"/>
                    <a:pt x="4177" y="49378"/>
                    <a:pt x="2405" y="49378"/>
                  </a:cubicBezTo>
                  <a:cubicBezTo>
                    <a:pt x="103" y="49378"/>
                    <a:pt x="103" y="50618"/>
                    <a:pt x="103" y="53807"/>
                  </a:cubicBezTo>
                  <a:lnTo>
                    <a:pt x="103" y="77189"/>
                  </a:lnTo>
                  <a:cubicBezTo>
                    <a:pt x="103" y="80200"/>
                    <a:pt x="103" y="81440"/>
                    <a:pt x="2051" y="81440"/>
                  </a:cubicBezTo>
                  <a:cubicBezTo>
                    <a:pt x="2937" y="81440"/>
                    <a:pt x="3114" y="81263"/>
                    <a:pt x="6480" y="77897"/>
                  </a:cubicBezTo>
                  <a:cubicBezTo>
                    <a:pt x="6834" y="77543"/>
                    <a:pt x="6834" y="77189"/>
                    <a:pt x="10022" y="73823"/>
                  </a:cubicBezTo>
                  <a:cubicBezTo>
                    <a:pt x="17816" y="81263"/>
                    <a:pt x="25787" y="81440"/>
                    <a:pt x="29507" y="81440"/>
                  </a:cubicBezTo>
                  <a:cubicBezTo>
                    <a:pt x="49878" y="81440"/>
                    <a:pt x="58026" y="69572"/>
                    <a:pt x="58026" y="56818"/>
                  </a:cubicBezTo>
                  <a:cubicBezTo>
                    <a:pt x="58026" y="47430"/>
                    <a:pt x="52712" y="42116"/>
                    <a:pt x="50586" y="39990"/>
                  </a:cubicBezTo>
                  <a:cubicBezTo>
                    <a:pt x="44741" y="34322"/>
                    <a:pt x="37833" y="32905"/>
                    <a:pt x="30393" y="31488"/>
                  </a:cubicBezTo>
                  <a:cubicBezTo>
                    <a:pt x="20473" y="29539"/>
                    <a:pt x="8605" y="27236"/>
                    <a:pt x="8605" y="16962"/>
                  </a:cubicBezTo>
                  <a:cubicBezTo>
                    <a:pt x="8605" y="10763"/>
                    <a:pt x="13211" y="3500"/>
                    <a:pt x="28444" y="3500"/>
                  </a:cubicBezTo>
                  <a:cubicBezTo>
                    <a:pt x="47929" y="3500"/>
                    <a:pt x="48815" y="19442"/>
                    <a:pt x="49169" y="24934"/>
                  </a:cubicBezTo>
                  <a:cubicBezTo>
                    <a:pt x="49346" y="26528"/>
                    <a:pt x="50941" y="26528"/>
                    <a:pt x="51295" y="26528"/>
                  </a:cubicBezTo>
                  <a:cubicBezTo>
                    <a:pt x="53598" y="26528"/>
                    <a:pt x="53598" y="25642"/>
                    <a:pt x="53598" y="22276"/>
                  </a:cubicBezTo>
                  <a:lnTo>
                    <a:pt x="53598" y="4386"/>
                  </a:lnTo>
                  <a:cubicBezTo>
                    <a:pt x="53598" y="1374"/>
                    <a:pt x="53598" y="134"/>
                    <a:pt x="51649" y="134"/>
                  </a:cubicBezTo>
                  <a:cubicBezTo>
                    <a:pt x="50764" y="134"/>
                    <a:pt x="50409" y="134"/>
                    <a:pt x="48107" y="2260"/>
                  </a:cubicBezTo>
                  <a:cubicBezTo>
                    <a:pt x="47575" y="2969"/>
                    <a:pt x="45804" y="4563"/>
                    <a:pt x="45095" y="5094"/>
                  </a:cubicBezTo>
                  <a:cubicBezTo>
                    <a:pt x="38364" y="134"/>
                    <a:pt x="31101" y="134"/>
                    <a:pt x="28444" y="134"/>
                  </a:cubicBezTo>
                  <a:cubicBezTo>
                    <a:pt x="6834" y="134"/>
                    <a:pt x="103" y="12003"/>
                    <a:pt x="103" y="21922"/>
                  </a:cubicBezTo>
                  <a:cubicBezTo>
                    <a:pt x="103" y="28122"/>
                    <a:pt x="2937" y="33082"/>
                    <a:pt x="7720" y="36979"/>
                  </a:cubicBezTo>
                  <a:cubicBezTo>
                    <a:pt x="13388" y="41584"/>
                    <a:pt x="18348" y="42647"/>
                    <a:pt x="31101" y="45127"/>
                  </a:cubicBezTo>
                  <a:close/>
                </a:path>
              </a:pathLst>
            </a:custGeom>
            <a:solidFill>
              <a:srgbClr val="000000"/>
            </a:solidFill>
            <a:ln w="1773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35" name="任意形状 434">
              <a:extLst>
                <a:ext uri="{FF2B5EF4-FFF2-40B4-BE49-F238E27FC236}">
                  <a16:creationId xmlns:a16="http://schemas.microsoft.com/office/drawing/2014/main" id="{7E8A9386-DFC1-7AD2-9479-4E2BA86606C1}"/>
                </a:ext>
              </a:extLst>
            </p:cNvPr>
            <p:cNvSpPr/>
            <p:nvPr>
              <p:custDataLst>
                <p:tags r:id="rId131"/>
              </p:custDataLst>
            </p:nvPr>
          </p:nvSpPr>
          <p:spPr>
            <a:xfrm>
              <a:off x="8830076" y="7066150"/>
              <a:ext cx="55443" cy="110886"/>
            </a:xfrm>
            <a:custGeom>
              <a:avLst/>
              <a:gdLst>
                <a:gd name="connsiteX0" fmla="*/ 27386 w 55443"/>
                <a:gd name="connsiteY0" fmla="*/ 38219 h 110886"/>
                <a:gd name="connsiteX1" fmla="*/ 52716 w 55443"/>
                <a:gd name="connsiteY1" fmla="*/ 38219 h 110886"/>
                <a:gd name="connsiteX2" fmla="*/ 52716 w 55443"/>
                <a:gd name="connsiteY2" fmla="*/ 32727 h 110886"/>
                <a:gd name="connsiteX3" fmla="*/ 27386 w 55443"/>
                <a:gd name="connsiteY3" fmla="*/ 32727 h 110886"/>
                <a:gd name="connsiteX4" fmla="*/ 27386 w 55443"/>
                <a:gd name="connsiteY4" fmla="*/ 134 h 110886"/>
                <a:gd name="connsiteX5" fmla="*/ 22957 w 55443"/>
                <a:gd name="connsiteY5" fmla="*/ 134 h 110886"/>
                <a:gd name="connsiteX6" fmla="*/ 107 w 55443"/>
                <a:gd name="connsiteY6" fmla="*/ 34322 h 110886"/>
                <a:gd name="connsiteX7" fmla="*/ 107 w 55443"/>
                <a:gd name="connsiteY7" fmla="*/ 38219 h 110886"/>
                <a:gd name="connsiteX8" fmla="*/ 15163 w 55443"/>
                <a:gd name="connsiteY8" fmla="*/ 38219 h 110886"/>
                <a:gd name="connsiteX9" fmla="*/ 15163 w 55443"/>
                <a:gd name="connsiteY9" fmla="*/ 87108 h 110886"/>
                <a:gd name="connsiteX10" fmla="*/ 38014 w 55443"/>
                <a:gd name="connsiteY10" fmla="*/ 111021 h 110886"/>
                <a:gd name="connsiteX11" fmla="*/ 55550 w 55443"/>
                <a:gd name="connsiteY11" fmla="*/ 87108 h 110886"/>
                <a:gd name="connsiteX12" fmla="*/ 55550 w 55443"/>
                <a:gd name="connsiteY12" fmla="*/ 77011 h 110886"/>
                <a:gd name="connsiteX13" fmla="*/ 51122 w 55443"/>
                <a:gd name="connsiteY13" fmla="*/ 77011 h 110886"/>
                <a:gd name="connsiteX14" fmla="*/ 51122 w 55443"/>
                <a:gd name="connsiteY14" fmla="*/ 86754 h 110886"/>
                <a:gd name="connsiteX15" fmla="*/ 39254 w 55443"/>
                <a:gd name="connsiteY15" fmla="*/ 106593 h 110886"/>
                <a:gd name="connsiteX16" fmla="*/ 27386 w 55443"/>
                <a:gd name="connsiteY16" fmla="*/ 87462 h 110886"/>
                <a:gd name="connsiteX17" fmla="*/ 27386 w 55443"/>
                <a:gd name="connsiteY17" fmla="*/ 38219 h 1108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55443" h="110886">
                  <a:moveTo>
                    <a:pt x="27386" y="38219"/>
                  </a:moveTo>
                  <a:lnTo>
                    <a:pt x="52716" y="38219"/>
                  </a:lnTo>
                  <a:lnTo>
                    <a:pt x="52716" y="32727"/>
                  </a:lnTo>
                  <a:lnTo>
                    <a:pt x="27386" y="32727"/>
                  </a:lnTo>
                  <a:lnTo>
                    <a:pt x="27386" y="134"/>
                  </a:lnTo>
                  <a:lnTo>
                    <a:pt x="22957" y="134"/>
                  </a:lnTo>
                  <a:cubicBezTo>
                    <a:pt x="22780" y="14660"/>
                    <a:pt x="17466" y="33613"/>
                    <a:pt x="107" y="34322"/>
                  </a:cubicBezTo>
                  <a:lnTo>
                    <a:pt x="107" y="38219"/>
                  </a:lnTo>
                  <a:lnTo>
                    <a:pt x="15163" y="38219"/>
                  </a:lnTo>
                  <a:lnTo>
                    <a:pt x="15163" y="87108"/>
                  </a:lnTo>
                  <a:cubicBezTo>
                    <a:pt x="15163" y="108896"/>
                    <a:pt x="31637" y="111021"/>
                    <a:pt x="38014" y="111021"/>
                  </a:cubicBezTo>
                  <a:cubicBezTo>
                    <a:pt x="50590" y="111021"/>
                    <a:pt x="55550" y="98445"/>
                    <a:pt x="55550" y="87108"/>
                  </a:cubicBezTo>
                  <a:lnTo>
                    <a:pt x="55550" y="77011"/>
                  </a:lnTo>
                  <a:lnTo>
                    <a:pt x="51122" y="77011"/>
                  </a:lnTo>
                  <a:lnTo>
                    <a:pt x="51122" y="86754"/>
                  </a:lnTo>
                  <a:cubicBezTo>
                    <a:pt x="51122" y="99862"/>
                    <a:pt x="45808" y="106593"/>
                    <a:pt x="39254" y="106593"/>
                  </a:cubicBezTo>
                  <a:cubicBezTo>
                    <a:pt x="27386" y="106593"/>
                    <a:pt x="27386" y="90474"/>
                    <a:pt x="27386" y="87462"/>
                  </a:cubicBezTo>
                  <a:lnTo>
                    <a:pt x="27386" y="38219"/>
                  </a:lnTo>
                  <a:close/>
                </a:path>
              </a:pathLst>
            </a:custGeom>
            <a:solidFill>
              <a:srgbClr val="000000"/>
            </a:solidFill>
            <a:ln w="1773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36" name="任意形状 435">
              <a:extLst>
                <a:ext uri="{FF2B5EF4-FFF2-40B4-BE49-F238E27FC236}">
                  <a16:creationId xmlns:a16="http://schemas.microsoft.com/office/drawing/2014/main" id="{1FFDBC32-63B6-B507-0E15-46E456E7573A}"/>
                </a:ext>
              </a:extLst>
            </p:cNvPr>
            <p:cNvSpPr/>
            <p:nvPr>
              <p:custDataLst>
                <p:tags r:id="rId132"/>
              </p:custDataLst>
            </p:nvPr>
          </p:nvSpPr>
          <p:spPr>
            <a:xfrm>
              <a:off x="8960488" y="7095731"/>
              <a:ext cx="57923" cy="81305"/>
            </a:xfrm>
            <a:custGeom>
              <a:avLst/>
              <a:gdLst>
                <a:gd name="connsiteX0" fmla="*/ 31113 w 57923"/>
                <a:gd name="connsiteY0" fmla="*/ 45127 h 81305"/>
                <a:gd name="connsiteX1" fmla="*/ 49535 w 57923"/>
                <a:gd name="connsiteY1" fmla="*/ 61423 h 81305"/>
                <a:gd name="connsiteX2" fmla="*/ 29518 w 57923"/>
                <a:gd name="connsiteY2" fmla="*/ 77543 h 81305"/>
                <a:gd name="connsiteX3" fmla="*/ 4897 w 57923"/>
                <a:gd name="connsiteY3" fmla="*/ 52390 h 81305"/>
                <a:gd name="connsiteX4" fmla="*/ 2417 w 57923"/>
                <a:gd name="connsiteY4" fmla="*/ 49378 h 81305"/>
                <a:gd name="connsiteX5" fmla="*/ 114 w 57923"/>
                <a:gd name="connsiteY5" fmla="*/ 53807 h 81305"/>
                <a:gd name="connsiteX6" fmla="*/ 114 w 57923"/>
                <a:gd name="connsiteY6" fmla="*/ 77189 h 81305"/>
                <a:gd name="connsiteX7" fmla="*/ 2062 w 57923"/>
                <a:gd name="connsiteY7" fmla="*/ 81440 h 81305"/>
                <a:gd name="connsiteX8" fmla="*/ 6491 w 57923"/>
                <a:gd name="connsiteY8" fmla="*/ 77897 h 81305"/>
                <a:gd name="connsiteX9" fmla="*/ 10033 w 57923"/>
                <a:gd name="connsiteY9" fmla="*/ 73823 h 81305"/>
                <a:gd name="connsiteX10" fmla="*/ 29518 w 57923"/>
                <a:gd name="connsiteY10" fmla="*/ 81440 h 81305"/>
                <a:gd name="connsiteX11" fmla="*/ 58037 w 57923"/>
                <a:gd name="connsiteY11" fmla="*/ 56818 h 81305"/>
                <a:gd name="connsiteX12" fmla="*/ 50598 w 57923"/>
                <a:gd name="connsiteY12" fmla="*/ 39990 h 81305"/>
                <a:gd name="connsiteX13" fmla="*/ 30404 w 57923"/>
                <a:gd name="connsiteY13" fmla="*/ 31488 h 81305"/>
                <a:gd name="connsiteX14" fmla="*/ 8616 w 57923"/>
                <a:gd name="connsiteY14" fmla="*/ 16962 h 81305"/>
                <a:gd name="connsiteX15" fmla="*/ 28456 w 57923"/>
                <a:gd name="connsiteY15" fmla="*/ 3500 h 81305"/>
                <a:gd name="connsiteX16" fmla="*/ 49180 w 57923"/>
                <a:gd name="connsiteY16" fmla="*/ 24934 h 81305"/>
                <a:gd name="connsiteX17" fmla="*/ 51306 w 57923"/>
                <a:gd name="connsiteY17" fmla="*/ 26528 h 81305"/>
                <a:gd name="connsiteX18" fmla="*/ 53609 w 57923"/>
                <a:gd name="connsiteY18" fmla="*/ 22276 h 81305"/>
                <a:gd name="connsiteX19" fmla="*/ 53609 w 57923"/>
                <a:gd name="connsiteY19" fmla="*/ 4386 h 81305"/>
                <a:gd name="connsiteX20" fmla="*/ 51660 w 57923"/>
                <a:gd name="connsiteY20" fmla="*/ 134 h 81305"/>
                <a:gd name="connsiteX21" fmla="*/ 48118 w 57923"/>
                <a:gd name="connsiteY21" fmla="*/ 2260 h 81305"/>
                <a:gd name="connsiteX22" fmla="*/ 45106 w 57923"/>
                <a:gd name="connsiteY22" fmla="*/ 5094 h 81305"/>
                <a:gd name="connsiteX23" fmla="*/ 28456 w 57923"/>
                <a:gd name="connsiteY23" fmla="*/ 134 h 81305"/>
                <a:gd name="connsiteX24" fmla="*/ 114 w 57923"/>
                <a:gd name="connsiteY24" fmla="*/ 21922 h 81305"/>
                <a:gd name="connsiteX25" fmla="*/ 7731 w 57923"/>
                <a:gd name="connsiteY25" fmla="*/ 36979 h 81305"/>
                <a:gd name="connsiteX26" fmla="*/ 31113 w 57923"/>
                <a:gd name="connsiteY26" fmla="*/ 45127 h 813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57923" h="81305">
                  <a:moveTo>
                    <a:pt x="31113" y="45127"/>
                  </a:moveTo>
                  <a:cubicBezTo>
                    <a:pt x="35010" y="45836"/>
                    <a:pt x="49535" y="48670"/>
                    <a:pt x="49535" y="61423"/>
                  </a:cubicBezTo>
                  <a:cubicBezTo>
                    <a:pt x="49535" y="70457"/>
                    <a:pt x="43335" y="77543"/>
                    <a:pt x="29518" y="77543"/>
                  </a:cubicBezTo>
                  <a:cubicBezTo>
                    <a:pt x="14639" y="77543"/>
                    <a:pt x="8262" y="67446"/>
                    <a:pt x="4897" y="52390"/>
                  </a:cubicBezTo>
                  <a:cubicBezTo>
                    <a:pt x="4365" y="50087"/>
                    <a:pt x="4188" y="49378"/>
                    <a:pt x="2417" y="49378"/>
                  </a:cubicBezTo>
                  <a:cubicBezTo>
                    <a:pt x="114" y="49378"/>
                    <a:pt x="114" y="50618"/>
                    <a:pt x="114" y="53807"/>
                  </a:cubicBezTo>
                  <a:lnTo>
                    <a:pt x="114" y="77189"/>
                  </a:lnTo>
                  <a:cubicBezTo>
                    <a:pt x="114" y="80200"/>
                    <a:pt x="114" y="81440"/>
                    <a:pt x="2062" y="81440"/>
                  </a:cubicBezTo>
                  <a:cubicBezTo>
                    <a:pt x="2948" y="81440"/>
                    <a:pt x="3125" y="81263"/>
                    <a:pt x="6491" y="77897"/>
                  </a:cubicBezTo>
                  <a:cubicBezTo>
                    <a:pt x="6845" y="77543"/>
                    <a:pt x="6845" y="77189"/>
                    <a:pt x="10033" y="73823"/>
                  </a:cubicBezTo>
                  <a:cubicBezTo>
                    <a:pt x="17827" y="81263"/>
                    <a:pt x="25799" y="81440"/>
                    <a:pt x="29518" y="81440"/>
                  </a:cubicBezTo>
                  <a:cubicBezTo>
                    <a:pt x="49889" y="81440"/>
                    <a:pt x="58037" y="69572"/>
                    <a:pt x="58037" y="56818"/>
                  </a:cubicBezTo>
                  <a:cubicBezTo>
                    <a:pt x="58037" y="47430"/>
                    <a:pt x="52723" y="42116"/>
                    <a:pt x="50598" y="39990"/>
                  </a:cubicBezTo>
                  <a:cubicBezTo>
                    <a:pt x="44752" y="34322"/>
                    <a:pt x="37844" y="32905"/>
                    <a:pt x="30404" y="31488"/>
                  </a:cubicBezTo>
                  <a:cubicBezTo>
                    <a:pt x="20484" y="29539"/>
                    <a:pt x="8616" y="27236"/>
                    <a:pt x="8616" y="16962"/>
                  </a:cubicBezTo>
                  <a:cubicBezTo>
                    <a:pt x="8616" y="10763"/>
                    <a:pt x="13222" y="3500"/>
                    <a:pt x="28456" y="3500"/>
                  </a:cubicBezTo>
                  <a:cubicBezTo>
                    <a:pt x="47941" y="3500"/>
                    <a:pt x="48826" y="19442"/>
                    <a:pt x="49180" y="24934"/>
                  </a:cubicBezTo>
                  <a:cubicBezTo>
                    <a:pt x="49358" y="26528"/>
                    <a:pt x="50952" y="26528"/>
                    <a:pt x="51306" y="26528"/>
                  </a:cubicBezTo>
                  <a:cubicBezTo>
                    <a:pt x="53609" y="26528"/>
                    <a:pt x="53609" y="25642"/>
                    <a:pt x="53609" y="22276"/>
                  </a:cubicBezTo>
                  <a:lnTo>
                    <a:pt x="53609" y="4386"/>
                  </a:lnTo>
                  <a:cubicBezTo>
                    <a:pt x="53609" y="1374"/>
                    <a:pt x="53609" y="134"/>
                    <a:pt x="51660" y="134"/>
                  </a:cubicBezTo>
                  <a:cubicBezTo>
                    <a:pt x="50775" y="134"/>
                    <a:pt x="50420" y="134"/>
                    <a:pt x="48118" y="2260"/>
                  </a:cubicBezTo>
                  <a:cubicBezTo>
                    <a:pt x="47586" y="2969"/>
                    <a:pt x="45815" y="4563"/>
                    <a:pt x="45106" y="5094"/>
                  </a:cubicBezTo>
                  <a:cubicBezTo>
                    <a:pt x="38375" y="134"/>
                    <a:pt x="31113" y="134"/>
                    <a:pt x="28456" y="134"/>
                  </a:cubicBezTo>
                  <a:cubicBezTo>
                    <a:pt x="6845" y="134"/>
                    <a:pt x="114" y="12003"/>
                    <a:pt x="114" y="21922"/>
                  </a:cubicBezTo>
                  <a:cubicBezTo>
                    <a:pt x="114" y="28122"/>
                    <a:pt x="2948" y="33082"/>
                    <a:pt x="7731" y="36979"/>
                  </a:cubicBezTo>
                  <a:cubicBezTo>
                    <a:pt x="13399" y="41584"/>
                    <a:pt x="18359" y="42647"/>
                    <a:pt x="31113" y="45127"/>
                  </a:cubicBezTo>
                  <a:close/>
                </a:path>
              </a:pathLst>
            </a:custGeom>
            <a:solidFill>
              <a:srgbClr val="000000"/>
            </a:solidFill>
            <a:ln w="1773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37" name="任意形状 436">
              <a:extLst>
                <a:ext uri="{FF2B5EF4-FFF2-40B4-BE49-F238E27FC236}">
                  <a16:creationId xmlns:a16="http://schemas.microsoft.com/office/drawing/2014/main" id="{A161E407-0620-D71F-6CD2-5D81376062C4}"/>
                </a:ext>
              </a:extLst>
            </p:cNvPr>
            <p:cNvSpPr/>
            <p:nvPr>
              <p:custDataLst>
                <p:tags r:id="rId133"/>
              </p:custDataLst>
            </p:nvPr>
          </p:nvSpPr>
          <p:spPr>
            <a:xfrm>
              <a:off x="9029472" y="7095731"/>
              <a:ext cx="68551" cy="81305"/>
            </a:xfrm>
            <a:custGeom>
              <a:avLst/>
              <a:gdLst>
                <a:gd name="connsiteX0" fmla="*/ 14997 w 68551"/>
                <a:gd name="connsiteY0" fmla="*/ 34853 h 81305"/>
                <a:gd name="connsiteX1" fmla="*/ 36962 w 68551"/>
                <a:gd name="connsiteY1" fmla="*/ 4031 h 81305"/>
                <a:gd name="connsiteX2" fmla="*/ 56978 w 68551"/>
                <a:gd name="connsiteY2" fmla="*/ 34853 h 81305"/>
                <a:gd name="connsiteX3" fmla="*/ 14997 w 68551"/>
                <a:gd name="connsiteY3" fmla="*/ 34853 h 81305"/>
                <a:gd name="connsiteX4" fmla="*/ 14820 w 68551"/>
                <a:gd name="connsiteY4" fmla="*/ 38573 h 81305"/>
                <a:gd name="connsiteX5" fmla="*/ 64241 w 68551"/>
                <a:gd name="connsiteY5" fmla="*/ 38573 h 81305"/>
                <a:gd name="connsiteX6" fmla="*/ 68669 w 68551"/>
                <a:gd name="connsiteY6" fmla="*/ 34853 h 81305"/>
                <a:gd name="connsiteX7" fmla="*/ 36962 w 68551"/>
                <a:gd name="connsiteY7" fmla="*/ 134 h 81305"/>
                <a:gd name="connsiteX8" fmla="*/ 118 w 68551"/>
                <a:gd name="connsiteY8" fmla="*/ 40521 h 81305"/>
                <a:gd name="connsiteX9" fmla="*/ 39088 w 68551"/>
                <a:gd name="connsiteY9" fmla="*/ 81440 h 81305"/>
                <a:gd name="connsiteX10" fmla="*/ 68669 w 68551"/>
                <a:gd name="connsiteY10" fmla="*/ 58412 h 81305"/>
                <a:gd name="connsiteX11" fmla="*/ 66367 w 68551"/>
                <a:gd name="connsiteY11" fmla="*/ 56287 h 81305"/>
                <a:gd name="connsiteX12" fmla="*/ 64064 w 68551"/>
                <a:gd name="connsiteY12" fmla="*/ 58766 h 81305"/>
                <a:gd name="connsiteX13" fmla="*/ 40150 w 68551"/>
                <a:gd name="connsiteY13" fmla="*/ 77011 h 81305"/>
                <a:gd name="connsiteX14" fmla="*/ 20134 w 68551"/>
                <a:gd name="connsiteY14" fmla="*/ 65143 h 81305"/>
                <a:gd name="connsiteX15" fmla="*/ 14820 w 68551"/>
                <a:gd name="connsiteY15" fmla="*/ 38573 h 813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68551" h="81305">
                  <a:moveTo>
                    <a:pt x="14997" y="34853"/>
                  </a:moveTo>
                  <a:cubicBezTo>
                    <a:pt x="16060" y="8460"/>
                    <a:pt x="30939" y="4031"/>
                    <a:pt x="36962" y="4031"/>
                  </a:cubicBezTo>
                  <a:cubicBezTo>
                    <a:pt x="55207" y="4031"/>
                    <a:pt x="56978" y="27945"/>
                    <a:pt x="56978" y="34853"/>
                  </a:cubicBezTo>
                  <a:lnTo>
                    <a:pt x="14997" y="34853"/>
                  </a:lnTo>
                  <a:close/>
                  <a:moveTo>
                    <a:pt x="14820" y="38573"/>
                  </a:moveTo>
                  <a:lnTo>
                    <a:pt x="64241" y="38573"/>
                  </a:lnTo>
                  <a:cubicBezTo>
                    <a:pt x="68138" y="38573"/>
                    <a:pt x="68669" y="38573"/>
                    <a:pt x="68669" y="34853"/>
                  </a:cubicBezTo>
                  <a:cubicBezTo>
                    <a:pt x="68669" y="17317"/>
                    <a:pt x="59104" y="134"/>
                    <a:pt x="36962" y="134"/>
                  </a:cubicBezTo>
                  <a:cubicBezTo>
                    <a:pt x="16414" y="134"/>
                    <a:pt x="118" y="18379"/>
                    <a:pt x="118" y="40521"/>
                  </a:cubicBezTo>
                  <a:cubicBezTo>
                    <a:pt x="118" y="64258"/>
                    <a:pt x="18717" y="81440"/>
                    <a:pt x="39088" y="81440"/>
                  </a:cubicBezTo>
                  <a:cubicBezTo>
                    <a:pt x="60698" y="81440"/>
                    <a:pt x="68669" y="61778"/>
                    <a:pt x="68669" y="58412"/>
                  </a:cubicBezTo>
                  <a:cubicBezTo>
                    <a:pt x="68669" y="56641"/>
                    <a:pt x="67252" y="56287"/>
                    <a:pt x="66367" y="56287"/>
                  </a:cubicBezTo>
                  <a:cubicBezTo>
                    <a:pt x="64772" y="56287"/>
                    <a:pt x="64418" y="57349"/>
                    <a:pt x="64064" y="58766"/>
                  </a:cubicBezTo>
                  <a:cubicBezTo>
                    <a:pt x="57864" y="77011"/>
                    <a:pt x="41922" y="77011"/>
                    <a:pt x="40150" y="77011"/>
                  </a:cubicBezTo>
                  <a:cubicBezTo>
                    <a:pt x="31294" y="77011"/>
                    <a:pt x="24208" y="71697"/>
                    <a:pt x="20134" y="65143"/>
                  </a:cubicBezTo>
                  <a:cubicBezTo>
                    <a:pt x="14820" y="56641"/>
                    <a:pt x="14820" y="44950"/>
                    <a:pt x="14820" y="38573"/>
                  </a:cubicBezTo>
                  <a:close/>
                </a:path>
              </a:pathLst>
            </a:custGeom>
            <a:solidFill>
              <a:srgbClr val="000000"/>
            </a:solidFill>
            <a:ln w="1773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38" name="任意形状 437">
              <a:extLst>
                <a:ext uri="{FF2B5EF4-FFF2-40B4-BE49-F238E27FC236}">
                  <a16:creationId xmlns:a16="http://schemas.microsoft.com/office/drawing/2014/main" id="{63FD089E-CDA6-1265-6781-539A601E4411}"/>
                </a:ext>
              </a:extLst>
            </p:cNvPr>
            <p:cNvSpPr/>
            <p:nvPr>
              <p:custDataLst>
                <p:tags r:id="rId134"/>
              </p:custDataLst>
            </p:nvPr>
          </p:nvSpPr>
          <p:spPr>
            <a:xfrm>
              <a:off x="9106605" y="7066150"/>
              <a:ext cx="55443" cy="110886"/>
            </a:xfrm>
            <a:custGeom>
              <a:avLst/>
              <a:gdLst>
                <a:gd name="connsiteX0" fmla="*/ 27401 w 55443"/>
                <a:gd name="connsiteY0" fmla="*/ 38219 h 110886"/>
                <a:gd name="connsiteX1" fmla="*/ 52732 w 55443"/>
                <a:gd name="connsiteY1" fmla="*/ 38219 h 110886"/>
                <a:gd name="connsiteX2" fmla="*/ 52732 w 55443"/>
                <a:gd name="connsiteY2" fmla="*/ 32727 h 110886"/>
                <a:gd name="connsiteX3" fmla="*/ 27401 w 55443"/>
                <a:gd name="connsiteY3" fmla="*/ 32727 h 110886"/>
                <a:gd name="connsiteX4" fmla="*/ 27401 w 55443"/>
                <a:gd name="connsiteY4" fmla="*/ 134 h 110886"/>
                <a:gd name="connsiteX5" fmla="*/ 22973 w 55443"/>
                <a:gd name="connsiteY5" fmla="*/ 134 h 110886"/>
                <a:gd name="connsiteX6" fmla="*/ 122 w 55443"/>
                <a:gd name="connsiteY6" fmla="*/ 34322 h 110886"/>
                <a:gd name="connsiteX7" fmla="*/ 122 w 55443"/>
                <a:gd name="connsiteY7" fmla="*/ 38219 h 110886"/>
                <a:gd name="connsiteX8" fmla="*/ 15179 w 55443"/>
                <a:gd name="connsiteY8" fmla="*/ 38219 h 110886"/>
                <a:gd name="connsiteX9" fmla="*/ 15179 w 55443"/>
                <a:gd name="connsiteY9" fmla="*/ 87108 h 110886"/>
                <a:gd name="connsiteX10" fmla="*/ 38029 w 55443"/>
                <a:gd name="connsiteY10" fmla="*/ 111021 h 110886"/>
                <a:gd name="connsiteX11" fmla="*/ 55566 w 55443"/>
                <a:gd name="connsiteY11" fmla="*/ 87108 h 110886"/>
                <a:gd name="connsiteX12" fmla="*/ 55566 w 55443"/>
                <a:gd name="connsiteY12" fmla="*/ 77011 h 110886"/>
                <a:gd name="connsiteX13" fmla="*/ 51137 w 55443"/>
                <a:gd name="connsiteY13" fmla="*/ 77011 h 110886"/>
                <a:gd name="connsiteX14" fmla="*/ 51137 w 55443"/>
                <a:gd name="connsiteY14" fmla="*/ 86754 h 110886"/>
                <a:gd name="connsiteX15" fmla="*/ 39269 w 55443"/>
                <a:gd name="connsiteY15" fmla="*/ 106593 h 110886"/>
                <a:gd name="connsiteX16" fmla="*/ 27401 w 55443"/>
                <a:gd name="connsiteY16" fmla="*/ 87462 h 110886"/>
                <a:gd name="connsiteX17" fmla="*/ 27401 w 55443"/>
                <a:gd name="connsiteY17" fmla="*/ 38219 h 1108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55443" h="110886">
                  <a:moveTo>
                    <a:pt x="27401" y="38219"/>
                  </a:moveTo>
                  <a:lnTo>
                    <a:pt x="52732" y="38219"/>
                  </a:lnTo>
                  <a:lnTo>
                    <a:pt x="52732" y="32727"/>
                  </a:lnTo>
                  <a:lnTo>
                    <a:pt x="27401" y="32727"/>
                  </a:lnTo>
                  <a:lnTo>
                    <a:pt x="27401" y="134"/>
                  </a:lnTo>
                  <a:lnTo>
                    <a:pt x="22973" y="134"/>
                  </a:lnTo>
                  <a:cubicBezTo>
                    <a:pt x="22796" y="14660"/>
                    <a:pt x="17482" y="33613"/>
                    <a:pt x="122" y="34322"/>
                  </a:cubicBezTo>
                  <a:lnTo>
                    <a:pt x="122" y="38219"/>
                  </a:lnTo>
                  <a:lnTo>
                    <a:pt x="15179" y="38219"/>
                  </a:lnTo>
                  <a:lnTo>
                    <a:pt x="15179" y="87108"/>
                  </a:lnTo>
                  <a:cubicBezTo>
                    <a:pt x="15179" y="108896"/>
                    <a:pt x="31652" y="111021"/>
                    <a:pt x="38029" y="111021"/>
                  </a:cubicBezTo>
                  <a:cubicBezTo>
                    <a:pt x="50606" y="111021"/>
                    <a:pt x="55566" y="98445"/>
                    <a:pt x="55566" y="87108"/>
                  </a:cubicBezTo>
                  <a:lnTo>
                    <a:pt x="55566" y="77011"/>
                  </a:lnTo>
                  <a:lnTo>
                    <a:pt x="51137" y="77011"/>
                  </a:lnTo>
                  <a:lnTo>
                    <a:pt x="51137" y="86754"/>
                  </a:lnTo>
                  <a:cubicBezTo>
                    <a:pt x="51137" y="99862"/>
                    <a:pt x="45823" y="106593"/>
                    <a:pt x="39269" y="106593"/>
                  </a:cubicBezTo>
                  <a:cubicBezTo>
                    <a:pt x="27401" y="106593"/>
                    <a:pt x="27401" y="90474"/>
                    <a:pt x="27401" y="87462"/>
                  </a:cubicBezTo>
                  <a:lnTo>
                    <a:pt x="27401" y="38219"/>
                  </a:lnTo>
                  <a:close/>
                </a:path>
              </a:pathLst>
            </a:custGeom>
            <a:solidFill>
              <a:srgbClr val="000000"/>
            </a:solidFill>
            <a:ln w="1773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39" name="任意形状 438">
              <a:extLst>
                <a:ext uri="{FF2B5EF4-FFF2-40B4-BE49-F238E27FC236}">
                  <a16:creationId xmlns:a16="http://schemas.microsoft.com/office/drawing/2014/main" id="{9FC666A9-7593-1D23-2758-5911798FA3A7}"/>
                </a:ext>
              </a:extLst>
            </p:cNvPr>
            <p:cNvSpPr/>
            <p:nvPr>
              <p:custDataLst>
                <p:tags r:id="rId135"/>
              </p:custDataLst>
            </p:nvPr>
          </p:nvSpPr>
          <p:spPr>
            <a:xfrm>
              <a:off x="8303345" y="7262770"/>
              <a:ext cx="105041" cy="128777"/>
            </a:xfrm>
            <a:custGeom>
              <a:avLst/>
              <a:gdLst>
                <a:gd name="connsiteX0" fmla="*/ 105118 w 105041"/>
                <a:gd name="connsiteY0" fmla="*/ 1918 h 128777"/>
                <a:gd name="connsiteX1" fmla="*/ 103170 w 105041"/>
                <a:gd name="connsiteY1" fmla="*/ 146 h 128777"/>
                <a:gd name="connsiteX2" fmla="*/ 99981 w 105041"/>
                <a:gd name="connsiteY2" fmla="*/ 2803 h 128777"/>
                <a:gd name="connsiteX3" fmla="*/ 91479 w 105041"/>
                <a:gd name="connsiteY3" fmla="*/ 12900 h 128777"/>
                <a:gd name="connsiteX4" fmla="*/ 66148 w 105041"/>
                <a:gd name="connsiteY4" fmla="*/ 146 h 128777"/>
                <a:gd name="connsiteX5" fmla="*/ 22396 w 105041"/>
                <a:gd name="connsiteY5" fmla="*/ 41950 h 128777"/>
                <a:gd name="connsiteX6" fmla="*/ 40818 w 105041"/>
                <a:gd name="connsiteY6" fmla="*/ 67104 h 128777"/>
                <a:gd name="connsiteX7" fmla="*/ 59771 w 105041"/>
                <a:gd name="connsiteY7" fmla="*/ 72064 h 128777"/>
                <a:gd name="connsiteX8" fmla="*/ 76068 w 105041"/>
                <a:gd name="connsiteY8" fmla="*/ 90840 h 128777"/>
                <a:gd name="connsiteX9" fmla="*/ 44184 w 105041"/>
                <a:gd name="connsiteY9" fmla="*/ 123433 h 128777"/>
                <a:gd name="connsiteX10" fmla="*/ 13185 w 105041"/>
                <a:gd name="connsiteY10" fmla="*/ 97571 h 128777"/>
                <a:gd name="connsiteX11" fmla="*/ 14248 w 105041"/>
                <a:gd name="connsiteY11" fmla="*/ 88006 h 128777"/>
                <a:gd name="connsiteX12" fmla="*/ 14602 w 105041"/>
                <a:gd name="connsiteY12" fmla="*/ 86766 h 128777"/>
                <a:gd name="connsiteX13" fmla="*/ 12476 w 105041"/>
                <a:gd name="connsiteY13" fmla="*/ 84817 h 128777"/>
                <a:gd name="connsiteX14" fmla="*/ 10705 w 105041"/>
                <a:gd name="connsiteY14" fmla="*/ 85526 h 128777"/>
                <a:gd name="connsiteX15" fmla="*/ 77 w 105041"/>
                <a:gd name="connsiteY15" fmla="*/ 127153 h 128777"/>
                <a:gd name="connsiteX16" fmla="*/ 2025 w 105041"/>
                <a:gd name="connsiteY16" fmla="*/ 128924 h 128777"/>
                <a:gd name="connsiteX17" fmla="*/ 5214 w 105041"/>
                <a:gd name="connsiteY17" fmla="*/ 126267 h 128777"/>
                <a:gd name="connsiteX18" fmla="*/ 13893 w 105041"/>
                <a:gd name="connsiteY18" fmla="*/ 116170 h 128777"/>
                <a:gd name="connsiteX19" fmla="*/ 43829 w 105041"/>
                <a:gd name="connsiteY19" fmla="*/ 128924 h 128777"/>
                <a:gd name="connsiteX20" fmla="*/ 88822 w 105041"/>
                <a:gd name="connsiteY20" fmla="*/ 83400 h 128777"/>
                <a:gd name="connsiteX21" fmla="*/ 80142 w 105041"/>
                <a:gd name="connsiteY21" fmla="*/ 62675 h 128777"/>
                <a:gd name="connsiteX22" fmla="*/ 57646 w 105041"/>
                <a:gd name="connsiteY22" fmla="*/ 53819 h 128777"/>
                <a:gd name="connsiteX23" fmla="*/ 45778 w 105041"/>
                <a:gd name="connsiteY23" fmla="*/ 50630 h 128777"/>
                <a:gd name="connsiteX24" fmla="*/ 34972 w 105041"/>
                <a:gd name="connsiteY24" fmla="*/ 34511 h 128777"/>
                <a:gd name="connsiteX25" fmla="*/ 65971 w 105041"/>
                <a:gd name="connsiteY25" fmla="*/ 5106 h 128777"/>
                <a:gd name="connsiteX26" fmla="*/ 91479 w 105041"/>
                <a:gd name="connsiteY26" fmla="*/ 32562 h 128777"/>
                <a:gd name="connsiteX27" fmla="*/ 90770 w 105041"/>
                <a:gd name="connsiteY27" fmla="*/ 42482 h 128777"/>
                <a:gd name="connsiteX28" fmla="*/ 92896 w 105041"/>
                <a:gd name="connsiteY28" fmla="*/ 44253 h 128777"/>
                <a:gd name="connsiteX29" fmla="*/ 95553 w 105041"/>
                <a:gd name="connsiteY29" fmla="*/ 40711 h 128777"/>
                <a:gd name="connsiteX30" fmla="*/ 105118 w 105041"/>
                <a:gd name="connsiteY30" fmla="*/ 1918 h 128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105041" h="128777">
                  <a:moveTo>
                    <a:pt x="105118" y="1918"/>
                  </a:moveTo>
                  <a:cubicBezTo>
                    <a:pt x="105118" y="1386"/>
                    <a:pt x="104764" y="146"/>
                    <a:pt x="103170" y="146"/>
                  </a:cubicBezTo>
                  <a:cubicBezTo>
                    <a:pt x="102284" y="146"/>
                    <a:pt x="102107" y="324"/>
                    <a:pt x="99981" y="2803"/>
                  </a:cubicBezTo>
                  <a:lnTo>
                    <a:pt x="91479" y="12900"/>
                  </a:lnTo>
                  <a:cubicBezTo>
                    <a:pt x="86873" y="4575"/>
                    <a:pt x="77662" y="146"/>
                    <a:pt x="66148" y="146"/>
                  </a:cubicBezTo>
                  <a:cubicBezTo>
                    <a:pt x="43652" y="146"/>
                    <a:pt x="22396" y="20517"/>
                    <a:pt x="22396" y="41950"/>
                  </a:cubicBezTo>
                  <a:cubicBezTo>
                    <a:pt x="22396" y="56298"/>
                    <a:pt x="31784" y="64447"/>
                    <a:pt x="40818" y="67104"/>
                  </a:cubicBezTo>
                  <a:lnTo>
                    <a:pt x="59771" y="72064"/>
                  </a:lnTo>
                  <a:cubicBezTo>
                    <a:pt x="66325" y="73658"/>
                    <a:pt x="76068" y="76315"/>
                    <a:pt x="76068" y="90840"/>
                  </a:cubicBezTo>
                  <a:cubicBezTo>
                    <a:pt x="76068" y="106782"/>
                    <a:pt x="61543" y="123433"/>
                    <a:pt x="44184" y="123433"/>
                  </a:cubicBezTo>
                  <a:cubicBezTo>
                    <a:pt x="32847" y="123433"/>
                    <a:pt x="13185" y="119536"/>
                    <a:pt x="13185" y="97571"/>
                  </a:cubicBezTo>
                  <a:cubicBezTo>
                    <a:pt x="13185" y="93320"/>
                    <a:pt x="14070" y="89069"/>
                    <a:pt x="14248" y="88006"/>
                  </a:cubicBezTo>
                  <a:cubicBezTo>
                    <a:pt x="14425" y="87297"/>
                    <a:pt x="14602" y="87120"/>
                    <a:pt x="14602" y="86766"/>
                  </a:cubicBezTo>
                  <a:cubicBezTo>
                    <a:pt x="14602" y="84994"/>
                    <a:pt x="13362" y="84817"/>
                    <a:pt x="12476" y="84817"/>
                  </a:cubicBezTo>
                  <a:cubicBezTo>
                    <a:pt x="11591" y="84817"/>
                    <a:pt x="11236" y="84994"/>
                    <a:pt x="10705" y="85526"/>
                  </a:cubicBezTo>
                  <a:cubicBezTo>
                    <a:pt x="9996" y="86234"/>
                    <a:pt x="77" y="126621"/>
                    <a:pt x="77" y="127153"/>
                  </a:cubicBezTo>
                  <a:cubicBezTo>
                    <a:pt x="77" y="128216"/>
                    <a:pt x="962" y="128924"/>
                    <a:pt x="2025" y="128924"/>
                  </a:cubicBezTo>
                  <a:cubicBezTo>
                    <a:pt x="2911" y="128924"/>
                    <a:pt x="3088" y="128747"/>
                    <a:pt x="5214" y="126267"/>
                  </a:cubicBezTo>
                  <a:lnTo>
                    <a:pt x="13893" y="116170"/>
                  </a:lnTo>
                  <a:cubicBezTo>
                    <a:pt x="21510" y="126444"/>
                    <a:pt x="33555" y="128924"/>
                    <a:pt x="43829" y="128924"/>
                  </a:cubicBezTo>
                  <a:cubicBezTo>
                    <a:pt x="67920" y="128924"/>
                    <a:pt x="88822" y="105365"/>
                    <a:pt x="88822" y="83400"/>
                  </a:cubicBezTo>
                  <a:cubicBezTo>
                    <a:pt x="88822" y="71178"/>
                    <a:pt x="82799" y="65155"/>
                    <a:pt x="80142" y="62675"/>
                  </a:cubicBezTo>
                  <a:cubicBezTo>
                    <a:pt x="76068" y="58601"/>
                    <a:pt x="73411" y="57893"/>
                    <a:pt x="57646" y="53819"/>
                  </a:cubicBezTo>
                  <a:cubicBezTo>
                    <a:pt x="53749" y="52756"/>
                    <a:pt x="47372" y="50984"/>
                    <a:pt x="45778" y="50630"/>
                  </a:cubicBezTo>
                  <a:cubicBezTo>
                    <a:pt x="40995" y="49036"/>
                    <a:pt x="34972" y="43899"/>
                    <a:pt x="34972" y="34511"/>
                  </a:cubicBezTo>
                  <a:cubicBezTo>
                    <a:pt x="34972" y="20163"/>
                    <a:pt x="49143" y="5106"/>
                    <a:pt x="65971" y="5106"/>
                  </a:cubicBezTo>
                  <a:cubicBezTo>
                    <a:pt x="80673" y="5106"/>
                    <a:pt x="91479" y="12723"/>
                    <a:pt x="91479" y="32562"/>
                  </a:cubicBezTo>
                  <a:cubicBezTo>
                    <a:pt x="91479" y="38231"/>
                    <a:pt x="90770" y="41419"/>
                    <a:pt x="90770" y="42482"/>
                  </a:cubicBezTo>
                  <a:cubicBezTo>
                    <a:pt x="90770" y="42659"/>
                    <a:pt x="90770" y="44253"/>
                    <a:pt x="92896" y="44253"/>
                  </a:cubicBezTo>
                  <a:cubicBezTo>
                    <a:pt x="94667" y="44253"/>
                    <a:pt x="94844" y="43722"/>
                    <a:pt x="95553" y="40711"/>
                  </a:cubicBezTo>
                  <a:lnTo>
                    <a:pt x="105118" y="1918"/>
                  </a:lnTo>
                  <a:close/>
                </a:path>
              </a:pathLst>
            </a:custGeom>
            <a:solidFill>
              <a:srgbClr val="000000"/>
            </a:solidFill>
            <a:ln w="1773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40" name="任意形状 439">
              <a:extLst>
                <a:ext uri="{FF2B5EF4-FFF2-40B4-BE49-F238E27FC236}">
                  <a16:creationId xmlns:a16="http://schemas.microsoft.com/office/drawing/2014/main" id="{14520C86-F155-A1B7-3178-7654C94018F3}"/>
                </a:ext>
              </a:extLst>
            </p:cNvPr>
            <p:cNvSpPr/>
            <p:nvPr>
              <p:custDataLst>
                <p:tags r:id="rId136"/>
              </p:custDataLst>
            </p:nvPr>
          </p:nvSpPr>
          <p:spPr>
            <a:xfrm>
              <a:off x="8408580" y="7358299"/>
              <a:ext cx="54061" cy="58401"/>
            </a:xfrm>
            <a:custGeom>
              <a:avLst/>
              <a:gdLst>
                <a:gd name="connsiteX0" fmla="*/ 14838 w 54061"/>
                <a:gd name="connsiteY0" fmla="*/ 28419 h 58401"/>
                <a:gd name="connsiteX1" fmla="*/ 26866 w 54061"/>
                <a:gd name="connsiteY1" fmla="*/ 30279 h 58401"/>
                <a:gd name="connsiteX2" fmla="*/ 38149 w 54061"/>
                <a:gd name="connsiteY2" fmla="*/ 25691 h 58401"/>
                <a:gd name="connsiteX3" fmla="*/ 28106 w 54061"/>
                <a:gd name="connsiteY3" fmla="*/ 21847 h 58401"/>
                <a:gd name="connsiteX4" fmla="*/ 14962 w 54061"/>
                <a:gd name="connsiteY4" fmla="*/ 24327 h 58401"/>
                <a:gd name="connsiteX5" fmla="*/ 10250 w 54061"/>
                <a:gd name="connsiteY5" fmla="*/ 17879 h 58401"/>
                <a:gd name="connsiteX6" fmla="*/ 34801 w 54061"/>
                <a:gd name="connsiteY6" fmla="*/ 6968 h 58401"/>
                <a:gd name="connsiteX7" fmla="*/ 47697 w 54061"/>
                <a:gd name="connsiteY7" fmla="*/ 10440 h 58401"/>
                <a:gd name="connsiteX8" fmla="*/ 50177 w 54061"/>
                <a:gd name="connsiteY8" fmla="*/ 11555 h 58401"/>
                <a:gd name="connsiteX9" fmla="*/ 54145 w 54061"/>
                <a:gd name="connsiteY9" fmla="*/ 7588 h 58401"/>
                <a:gd name="connsiteX10" fmla="*/ 47697 w 54061"/>
                <a:gd name="connsiteY10" fmla="*/ 2380 h 58401"/>
                <a:gd name="connsiteX11" fmla="*/ 36165 w 54061"/>
                <a:gd name="connsiteY11" fmla="*/ 148 h 58401"/>
                <a:gd name="connsiteX12" fmla="*/ 6035 w 54061"/>
                <a:gd name="connsiteY12" fmla="*/ 18003 h 58401"/>
                <a:gd name="connsiteX13" fmla="*/ 10870 w 54061"/>
                <a:gd name="connsiteY13" fmla="*/ 26435 h 58401"/>
                <a:gd name="connsiteX14" fmla="*/ 83 w 54061"/>
                <a:gd name="connsiteY14" fmla="*/ 42430 h 58401"/>
                <a:gd name="connsiteX15" fmla="*/ 22774 w 54061"/>
                <a:gd name="connsiteY15" fmla="*/ 58550 h 58401"/>
                <a:gd name="connsiteX16" fmla="*/ 48317 w 54061"/>
                <a:gd name="connsiteY16" fmla="*/ 45406 h 58401"/>
                <a:gd name="connsiteX17" fmla="*/ 46581 w 54061"/>
                <a:gd name="connsiteY17" fmla="*/ 43794 h 58401"/>
                <a:gd name="connsiteX18" fmla="*/ 45093 w 54061"/>
                <a:gd name="connsiteY18" fmla="*/ 44786 h 58401"/>
                <a:gd name="connsiteX19" fmla="*/ 24758 w 54061"/>
                <a:gd name="connsiteY19" fmla="*/ 51730 h 58401"/>
                <a:gd name="connsiteX20" fmla="*/ 11366 w 54061"/>
                <a:gd name="connsiteY20" fmla="*/ 49994 h 58401"/>
                <a:gd name="connsiteX21" fmla="*/ 4299 w 54061"/>
                <a:gd name="connsiteY21" fmla="*/ 41686 h 58401"/>
                <a:gd name="connsiteX22" fmla="*/ 14838 w 54061"/>
                <a:gd name="connsiteY22" fmla="*/ 28419 h 58401"/>
                <a:gd name="connsiteX23" fmla="*/ 20294 w 54061"/>
                <a:gd name="connsiteY23" fmla="*/ 26311 h 58401"/>
                <a:gd name="connsiteX24" fmla="*/ 27858 w 54061"/>
                <a:gd name="connsiteY24" fmla="*/ 25319 h 58401"/>
                <a:gd name="connsiteX25" fmla="*/ 33685 w 54061"/>
                <a:gd name="connsiteY25" fmla="*/ 25939 h 58401"/>
                <a:gd name="connsiteX26" fmla="*/ 26866 w 54061"/>
                <a:gd name="connsiteY26" fmla="*/ 26807 h 58401"/>
                <a:gd name="connsiteX27" fmla="*/ 20294 w 54061"/>
                <a:gd name="connsiteY27" fmla="*/ 26311 h 584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54061" h="58401">
                  <a:moveTo>
                    <a:pt x="14838" y="28419"/>
                  </a:moveTo>
                  <a:cubicBezTo>
                    <a:pt x="19550" y="30279"/>
                    <a:pt x="23270" y="30279"/>
                    <a:pt x="26866" y="30279"/>
                  </a:cubicBezTo>
                  <a:cubicBezTo>
                    <a:pt x="30834" y="30279"/>
                    <a:pt x="38149" y="30279"/>
                    <a:pt x="38149" y="25691"/>
                  </a:cubicBezTo>
                  <a:cubicBezTo>
                    <a:pt x="38149" y="22343"/>
                    <a:pt x="33437" y="21847"/>
                    <a:pt x="28106" y="21847"/>
                  </a:cubicBezTo>
                  <a:cubicBezTo>
                    <a:pt x="26370" y="21847"/>
                    <a:pt x="21038" y="21847"/>
                    <a:pt x="14962" y="24327"/>
                  </a:cubicBezTo>
                  <a:cubicBezTo>
                    <a:pt x="12110" y="22963"/>
                    <a:pt x="10250" y="20607"/>
                    <a:pt x="10250" y="17879"/>
                  </a:cubicBezTo>
                  <a:cubicBezTo>
                    <a:pt x="10250" y="11183"/>
                    <a:pt x="22278" y="6968"/>
                    <a:pt x="34801" y="6968"/>
                  </a:cubicBezTo>
                  <a:cubicBezTo>
                    <a:pt x="36785" y="6968"/>
                    <a:pt x="42117" y="6968"/>
                    <a:pt x="47697" y="10440"/>
                  </a:cubicBezTo>
                  <a:cubicBezTo>
                    <a:pt x="48441" y="10935"/>
                    <a:pt x="49185" y="11555"/>
                    <a:pt x="50177" y="11555"/>
                  </a:cubicBezTo>
                  <a:cubicBezTo>
                    <a:pt x="51913" y="11555"/>
                    <a:pt x="54145" y="9696"/>
                    <a:pt x="54145" y="7588"/>
                  </a:cubicBezTo>
                  <a:cubicBezTo>
                    <a:pt x="54145" y="5108"/>
                    <a:pt x="50053" y="3372"/>
                    <a:pt x="47697" y="2380"/>
                  </a:cubicBezTo>
                  <a:cubicBezTo>
                    <a:pt x="42365" y="148"/>
                    <a:pt x="38025" y="148"/>
                    <a:pt x="36165" y="148"/>
                  </a:cubicBezTo>
                  <a:cubicBezTo>
                    <a:pt x="21038" y="148"/>
                    <a:pt x="6035" y="8084"/>
                    <a:pt x="6035" y="18003"/>
                  </a:cubicBezTo>
                  <a:cubicBezTo>
                    <a:pt x="6035" y="23087"/>
                    <a:pt x="10746" y="26311"/>
                    <a:pt x="10870" y="26435"/>
                  </a:cubicBezTo>
                  <a:cubicBezTo>
                    <a:pt x="6283" y="29163"/>
                    <a:pt x="83" y="34619"/>
                    <a:pt x="83" y="42430"/>
                  </a:cubicBezTo>
                  <a:cubicBezTo>
                    <a:pt x="83" y="51482"/>
                    <a:pt x="9010" y="58550"/>
                    <a:pt x="22774" y="58550"/>
                  </a:cubicBezTo>
                  <a:cubicBezTo>
                    <a:pt x="41621" y="58550"/>
                    <a:pt x="48317" y="47390"/>
                    <a:pt x="48317" y="45406"/>
                  </a:cubicBezTo>
                  <a:cubicBezTo>
                    <a:pt x="48317" y="44538"/>
                    <a:pt x="47573" y="43794"/>
                    <a:pt x="46581" y="43794"/>
                  </a:cubicBezTo>
                  <a:cubicBezTo>
                    <a:pt x="45837" y="43794"/>
                    <a:pt x="45465" y="44290"/>
                    <a:pt x="45093" y="44786"/>
                  </a:cubicBezTo>
                  <a:cubicBezTo>
                    <a:pt x="41993" y="49622"/>
                    <a:pt x="37901" y="51730"/>
                    <a:pt x="24758" y="51730"/>
                  </a:cubicBezTo>
                  <a:cubicBezTo>
                    <a:pt x="21658" y="51730"/>
                    <a:pt x="15830" y="51730"/>
                    <a:pt x="11366" y="49994"/>
                  </a:cubicBezTo>
                  <a:cubicBezTo>
                    <a:pt x="6407" y="48134"/>
                    <a:pt x="4299" y="44786"/>
                    <a:pt x="4299" y="41686"/>
                  </a:cubicBezTo>
                  <a:cubicBezTo>
                    <a:pt x="4299" y="38834"/>
                    <a:pt x="6407" y="32759"/>
                    <a:pt x="14838" y="28419"/>
                  </a:cubicBezTo>
                  <a:close/>
                  <a:moveTo>
                    <a:pt x="20294" y="26311"/>
                  </a:moveTo>
                  <a:cubicBezTo>
                    <a:pt x="21658" y="25939"/>
                    <a:pt x="24138" y="25319"/>
                    <a:pt x="27858" y="25319"/>
                  </a:cubicBezTo>
                  <a:cubicBezTo>
                    <a:pt x="30586" y="25319"/>
                    <a:pt x="31206" y="25443"/>
                    <a:pt x="33685" y="25939"/>
                  </a:cubicBezTo>
                  <a:cubicBezTo>
                    <a:pt x="31826" y="26683"/>
                    <a:pt x="31454" y="26807"/>
                    <a:pt x="26866" y="26807"/>
                  </a:cubicBezTo>
                  <a:cubicBezTo>
                    <a:pt x="25006" y="26807"/>
                    <a:pt x="22526" y="26807"/>
                    <a:pt x="20294" y="26311"/>
                  </a:cubicBezTo>
                  <a:close/>
                </a:path>
              </a:pathLst>
            </a:custGeom>
            <a:solidFill>
              <a:srgbClr val="000000"/>
            </a:solidFill>
            <a:ln w="1773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41" name="任意形状 440">
              <a:extLst>
                <a:ext uri="{FF2B5EF4-FFF2-40B4-BE49-F238E27FC236}">
                  <a16:creationId xmlns:a16="http://schemas.microsoft.com/office/drawing/2014/main" id="{FC5FABCF-AC50-0277-01F5-9CC96CC46C06}"/>
                </a:ext>
              </a:extLst>
            </p:cNvPr>
            <p:cNvSpPr/>
            <p:nvPr>
              <p:custDataLst>
                <p:tags r:id="rId137"/>
              </p:custDataLst>
            </p:nvPr>
          </p:nvSpPr>
          <p:spPr>
            <a:xfrm>
              <a:off x="8496070" y="7254799"/>
              <a:ext cx="41095" cy="177135"/>
            </a:xfrm>
            <a:custGeom>
              <a:avLst/>
              <a:gdLst>
                <a:gd name="connsiteX0" fmla="*/ 41183 w 41095"/>
                <a:gd name="connsiteY0" fmla="*/ 175511 h 177135"/>
                <a:gd name="connsiteX1" fmla="*/ 38171 w 41095"/>
                <a:gd name="connsiteY1" fmla="*/ 171614 h 177135"/>
                <a:gd name="connsiteX2" fmla="*/ 10361 w 41095"/>
                <a:gd name="connsiteY2" fmla="*/ 88714 h 177135"/>
                <a:gd name="connsiteX3" fmla="*/ 38880 w 41095"/>
                <a:gd name="connsiteY3" fmla="*/ 4929 h 177135"/>
                <a:gd name="connsiteX4" fmla="*/ 41183 w 41095"/>
                <a:gd name="connsiteY4" fmla="*/ 1918 h 177135"/>
                <a:gd name="connsiteX5" fmla="*/ 39411 w 41095"/>
                <a:gd name="connsiteY5" fmla="*/ 146 h 177135"/>
                <a:gd name="connsiteX6" fmla="*/ 11247 w 41095"/>
                <a:gd name="connsiteY6" fmla="*/ 34688 h 177135"/>
                <a:gd name="connsiteX7" fmla="*/ 87 w 41095"/>
                <a:gd name="connsiteY7" fmla="*/ 88714 h 177135"/>
                <a:gd name="connsiteX8" fmla="*/ 11778 w 41095"/>
                <a:gd name="connsiteY8" fmla="*/ 143981 h 177135"/>
                <a:gd name="connsiteX9" fmla="*/ 39411 w 41095"/>
                <a:gd name="connsiteY9" fmla="*/ 177282 h 177135"/>
                <a:gd name="connsiteX10" fmla="*/ 41183 w 41095"/>
                <a:gd name="connsiteY10" fmla="*/ 175511 h 1771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41095" h="177135">
                  <a:moveTo>
                    <a:pt x="41183" y="175511"/>
                  </a:moveTo>
                  <a:cubicBezTo>
                    <a:pt x="41183" y="174979"/>
                    <a:pt x="41183" y="174625"/>
                    <a:pt x="38171" y="171614"/>
                  </a:cubicBezTo>
                  <a:cubicBezTo>
                    <a:pt x="16029" y="149295"/>
                    <a:pt x="10361" y="115816"/>
                    <a:pt x="10361" y="88714"/>
                  </a:cubicBezTo>
                  <a:cubicBezTo>
                    <a:pt x="10361" y="57893"/>
                    <a:pt x="17092" y="27071"/>
                    <a:pt x="38880" y="4929"/>
                  </a:cubicBezTo>
                  <a:cubicBezTo>
                    <a:pt x="41183" y="2803"/>
                    <a:pt x="41183" y="2449"/>
                    <a:pt x="41183" y="1918"/>
                  </a:cubicBezTo>
                  <a:cubicBezTo>
                    <a:pt x="41183" y="678"/>
                    <a:pt x="40474" y="146"/>
                    <a:pt x="39411" y="146"/>
                  </a:cubicBezTo>
                  <a:cubicBezTo>
                    <a:pt x="37640" y="146"/>
                    <a:pt x="21698" y="12192"/>
                    <a:pt x="11247" y="34688"/>
                  </a:cubicBezTo>
                  <a:cubicBezTo>
                    <a:pt x="2213" y="54173"/>
                    <a:pt x="87" y="73835"/>
                    <a:pt x="87" y="88714"/>
                  </a:cubicBezTo>
                  <a:cubicBezTo>
                    <a:pt x="87" y="102531"/>
                    <a:pt x="2036" y="123964"/>
                    <a:pt x="11778" y="143981"/>
                  </a:cubicBezTo>
                  <a:cubicBezTo>
                    <a:pt x="22406" y="165768"/>
                    <a:pt x="37640" y="177282"/>
                    <a:pt x="39411" y="177282"/>
                  </a:cubicBezTo>
                  <a:cubicBezTo>
                    <a:pt x="40474" y="177282"/>
                    <a:pt x="41183" y="176751"/>
                    <a:pt x="41183" y="175511"/>
                  </a:cubicBezTo>
                  <a:close/>
                </a:path>
              </a:pathLst>
            </a:custGeom>
            <a:solidFill>
              <a:srgbClr val="000000"/>
            </a:solidFill>
            <a:ln w="1773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42" name="任意形状 441">
              <a:extLst>
                <a:ext uri="{FF2B5EF4-FFF2-40B4-BE49-F238E27FC236}">
                  <a16:creationId xmlns:a16="http://schemas.microsoft.com/office/drawing/2014/main" id="{ACE939EE-0ABF-FC93-484D-AA97CC5BF1B7}"/>
                </a:ext>
              </a:extLst>
            </p:cNvPr>
            <p:cNvSpPr/>
            <p:nvPr>
              <p:custDataLst>
                <p:tags r:id="rId138"/>
              </p:custDataLst>
            </p:nvPr>
          </p:nvSpPr>
          <p:spPr>
            <a:xfrm>
              <a:off x="8554860" y="7266667"/>
              <a:ext cx="177490" cy="120983"/>
            </a:xfrm>
            <a:custGeom>
              <a:avLst/>
              <a:gdLst>
                <a:gd name="connsiteX0" fmla="*/ 156679 w 177490"/>
                <a:gd name="connsiteY0" fmla="*/ 13786 h 120983"/>
                <a:gd name="connsiteX1" fmla="*/ 171913 w 177490"/>
                <a:gd name="connsiteY1" fmla="*/ 5638 h 120983"/>
                <a:gd name="connsiteX2" fmla="*/ 177581 w 177490"/>
                <a:gd name="connsiteY2" fmla="*/ 2095 h 120983"/>
                <a:gd name="connsiteX3" fmla="*/ 172798 w 177490"/>
                <a:gd name="connsiteY3" fmla="*/ 146 h 120983"/>
                <a:gd name="connsiteX4" fmla="*/ 149416 w 177490"/>
                <a:gd name="connsiteY4" fmla="*/ 146 h 120983"/>
                <a:gd name="connsiteX5" fmla="*/ 142508 w 177490"/>
                <a:gd name="connsiteY5" fmla="*/ 3512 h 120983"/>
                <a:gd name="connsiteX6" fmla="*/ 77854 w 177490"/>
                <a:gd name="connsiteY6" fmla="*/ 104479 h 120983"/>
                <a:gd name="connsiteX7" fmla="*/ 64037 w 177490"/>
                <a:gd name="connsiteY7" fmla="*/ 4221 h 120983"/>
                <a:gd name="connsiteX8" fmla="*/ 58546 w 177490"/>
                <a:gd name="connsiteY8" fmla="*/ 146 h 120983"/>
                <a:gd name="connsiteX9" fmla="*/ 34278 w 177490"/>
                <a:gd name="connsiteY9" fmla="*/ 146 h 120983"/>
                <a:gd name="connsiteX10" fmla="*/ 28964 w 177490"/>
                <a:gd name="connsiteY10" fmla="*/ 3512 h 120983"/>
                <a:gd name="connsiteX11" fmla="*/ 34101 w 177490"/>
                <a:gd name="connsiteY11" fmla="*/ 5638 h 120983"/>
                <a:gd name="connsiteX12" fmla="*/ 41718 w 177490"/>
                <a:gd name="connsiteY12" fmla="*/ 5992 h 120983"/>
                <a:gd name="connsiteX13" fmla="*/ 45615 w 177490"/>
                <a:gd name="connsiteY13" fmla="*/ 8826 h 120983"/>
                <a:gd name="connsiteX14" fmla="*/ 44906 w 177490"/>
                <a:gd name="connsiteY14" fmla="*/ 12192 h 120983"/>
                <a:gd name="connsiteX15" fmla="*/ 22410 w 177490"/>
                <a:gd name="connsiteY15" fmla="*/ 102354 h 120983"/>
                <a:gd name="connsiteX16" fmla="*/ 3279 w 177490"/>
                <a:gd name="connsiteY16" fmla="*/ 115639 h 120983"/>
                <a:gd name="connsiteX17" fmla="*/ 91 w 177490"/>
                <a:gd name="connsiteY17" fmla="*/ 119005 h 120983"/>
                <a:gd name="connsiteX18" fmla="*/ 2571 w 177490"/>
                <a:gd name="connsiteY18" fmla="*/ 121130 h 120983"/>
                <a:gd name="connsiteX19" fmla="*/ 20284 w 177490"/>
                <a:gd name="connsiteY19" fmla="*/ 120599 h 120983"/>
                <a:gd name="connsiteX20" fmla="*/ 38529 w 177490"/>
                <a:gd name="connsiteY20" fmla="*/ 121130 h 120983"/>
                <a:gd name="connsiteX21" fmla="*/ 41718 w 177490"/>
                <a:gd name="connsiteY21" fmla="*/ 117587 h 120983"/>
                <a:gd name="connsiteX22" fmla="*/ 38529 w 177490"/>
                <a:gd name="connsiteY22" fmla="*/ 115639 h 120983"/>
                <a:gd name="connsiteX23" fmla="*/ 26484 w 177490"/>
                <a:gd name="connsiteY23" fmla="*/ 107845 h 120983"/>
                <a:gd name="connsiteX24" fmla="*/ 27193 w 177490"/>
                <a:gd name="connsiteY24" fmla="*/ 103771 h 120983"/>
                <a:gd name="connsiteX25" fmla="*/ 51283 w 177490"/>
                <a:gd name="connsiteY25" fmla="*/ 7232 h 120983"/>
                <a:gd name="connsiteX26" fmla="*/ 51460 w 177490"/>
                <a:gd name="connsiteY26" fmla="*/ 7232 h 120983"/>
                <a:gd name="connsiteX27" fmla="*/ 66694 w 177490"/>
                <a:gd name="connsiteY27" fmla="*/ 117056 h 120983"/>
                <a:gd name="connsiteX28" fmla="*/ 69351 w 177490"/>
                <a:gd name="connsiteY28" fmla="*/ 121130 h 120983"/>
                <a:gd name="connsiteX29" fmla="*/ 73248 w 177490"/>
                <a:gd name="connsiteY29" fmla="*/ 117942 h 120983"/>
                <a:gd name="connsiteX30" fmla="*/ 144811 w 177490"/>
                <a:gd name="connsiteY30" fmla="*/ 5815 h 120983"/>
                <a:gd name="connsiteX31" fmla="*/ 144988 w 177490"/>
                <a:gd name="connsiteY31" fmla="*/ 5815 h 120983"/>
                <a:gd name="connsiteX32" fmla="*/ 119658 w 177490"/>
                <a:gd name="connsiteY32" fmla="*/ 107314 h 120983"/>
                <a:gd name="connsiteX33" fmla="*/ 103538 w 177490"/>
                <a:gd name="connsiteY33" fmla="*/ 115639 h 120983"/>
                <a:gd name="connsiteX34" fmla="*/ 98578 w 177490"/>
                <a:gd name="connsiteY34" fmla="*/ 119005 h 120983"/>
                <a:gd name="connsiteX35" fmla="*/ 101235 w 177490"/>
                <a:gd name="connsiteY35" fmla="*/ 121130 h 120983"/>
                <a:gd name="connsiteX36" fmla="*/ 123200 w 177490"/>
                <a:gd name="connsiteY36" fmla="*/ 120599 h 120983"/>
                <a:gd name="connsiteX37" fmla="*/ 145342 w 177490"/>
                <a:gd name="connsiteY37" fmla="*/ 121130 h 120983"/>
                <a:gd name="connsiteX38" fmla="*/ 148708 w 177490"/>
                <a:gd name="connsiteY38" fmla="*/ 117587 h 120983"/>
                <a:gd name="connsiteX39" fmla="*/ 143748 w 177490"/>
                <a:gd name="connsiteY39" fmla="*/ 115639 h 120983"/>
                <a:gd name="connsiteX40" fmla="*/ 132234 w 177490"/>
                <a:gd name="connsiteY40" fmla="*/ 112451 h 120983"/>
                <a:gd name="connsiteX41" fmla="*/ 133120 w 177490"/>
                <a:gd name="connsiteY41" fmla="*/ 108199 h 120983"/>
                <a:gd name="connsiteX42" fmla="*/ 156679 w 177490"/>
                <a:gd name="connsiteY42" fmla="*/ 13786 h 1209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</a:cxnLst>
              <a:rect l="l" t="t" r="r" b="b"/>
              <a:pathLst>
                <a:path w="177490" h="120983">
                  <a:moveTo>
                    <a:pt x="156679" y="13786"/>
                  </a:moveTo>
                  <a:cubicBezTo>
                    <a:pt x="158273" y="7409"/>
                    <a:pt x="158627" y="5638"/>
                    <a:pt x="171913" y="5638"/>
                  </a:cubicBezTo>
                  <a:cubicBezTo>
                    <a:pt x="175987" y="5638"/>
                    <a:pt x="177581" y="5638"/>
                    <a:pt x="177581" y="2095"/>
                  </a:cubicBezTo>
                  <a:cubicBezTo>
                    <a:pt x="177581" y="146"/>
                    <a:pt x="175810" y="146"/>
                    <a:pt x="172798" y="146"/>
                  </a:cubicBezTo>
                  <a:lnTo>
                    <a:pt x="149416" y="146"/>
                  </a:lnTo>
                  <a:cubicBezTo>
                    <a:pt x="144811" y="146"/>
                    <a:pt x="144634" y="146"/>
                    <a:pt x="142508" y="3512"/>
                  </a:cubicBezTo>
                  <a:lnTo>
                    <a:pt x="77854" y="104479"/>
                  </a:lnTo>
                  <a:lnTo>
                    <a:pt x="64037" y="4221"/>
                  </a:lnTo>
                  <a:cubicBezTo>
                    <a:pt x="63506" y="146"/>
                    <a:pt x="63151" y="146"/>
                    <a:pt x="58546" y="146"/>
                  </a:cubicBezTo>
                  <a:lnTo>
                    <a:pt x="34278" y="146"/>
                  </a:lnTo>
                  <a:cubicBezTo>
                    <a:pt x="30913" y="146"/>
                    <a:pt x="28964" y="146"/>
                    <a:pt x="28964" y="3512"/>
                  </a:cubicBezTo>
                  <a:cubicBezTo>
                    <a:pt x="28964" y="5638"/>
                    <a:pt x="30558" y="5638"/>
                    <a:pt x="34101" y="5638"/>
                  </a:cubicBezTo>
                  <a:cubicBezTo>
                    <a:pt x="36404" y="5638"/>
                    <a:pt x="39592" y="5815"/>
                    <a:pt x="41718" y="5992"/>
                  </a:cubicBezTo>
                  <a:cubicBezTo>
                    <a:pt x="44552" y="6346"/>
                    <a:pt x="45615" y="6878"/>
                    <a:pt x="45615" y="8826"/>
                  </a:cubicBezTo>
                  <a:cubicBezTo>
                    <a:pt x="45615" y="9535"/>
                    <a:pt x="45438" y="10066"/>
                    <a:pt x="44906" y="12192"/>
                  </a:cubicBezTo>
                  <a:lnTo>
                    <a:pt x="22410" y="102354"/>
                  </a:lnTo>
                  <a:cubicBezTo>
                    <a:pt x="20639" y="109439"/>
                    <a:pt x="17627" y="115108"/>
                    <a:pt x="3279" y="115639"/>
                  </a:cubicBezTo>
                  <a:cubicBezTo>
                    <a:pt x="2394" y="115639"/>
                    <a:pt x="91" y="115816"/>
                    <a:pt x="91" y="119005"/>
                  </a:cubicBezTo>
                  <a:cubicBezTo>
                    <a:pt x="91" y="120599"/>
                    <a:pt x="1154" y="121130"/>
                    <a:pt x="2571" y="121130"/>
                  </a:cubicBezTo>
                  <a:cubicBezTo>
                    <a:pt x="8239" y="121130"/>
                    <a:pt x="14439" y="120599"/>
                    <a:pt x="20284" y="120599"/>
                  </a:cubicBezTo>
                  <a:cubicBezTo>
                    <a:pt x="26307" y="120599"/>
                    <a:pt x="32684" y="121130"/>
                    <a:pt x="38529" y="121130"/>
                  </a:cubicBezTo>
                  <a:cubicBezTo>
                    <a:pt x="39415" y="121130"/>
                    <a:pt x="41718" y="121130"/>
                    <a:pt x="41718" y="117587"/>
                  </a:cubicBezTo>
                  <a:cubicBezTo>
                    <a:pt x="41718" y="115639"/>
                    <a:pt x="39769" y="115639"/>
                    <a:pt x="38529" y="115639"/>
                  </a:cubicBezTo>
                  <a:cubicBezTo>
                    <a:pt x="28433" y="115462"/>
                    <a:pt x="26484" y="111919"/>
                    <a:pt x="26484" y="107845"/>
                  </a:cubicBezTo>
                  <a:cubicBezTo>
                    <a:pt x="26484" y="106605"/>
                    <a:pt x="26661" y="105719"/>
                    <a:pt x="27193" y="103771"/>
                  </a:cubicBezTo>
                  <a:lnTo>
                    <a:pt x="51283" y="7232"/>
                  </a:lnTo>
                  <a:lnTo>
                    <a:pt x="51460" y="7232"/>
                  </a:lnTo>
                  <a:lnTo>
                    <a:pt x="66694" y="117056"/>
                  </a:lnTo>
                  <a:cubicBezTo>
                    <a:pt x="67048" y="119182"/>
                    <a:pt x="67225" y="121130"/>
                    <a:pt x="69351" y="121130"/>
                  </a:cubicBezTo>
                  <a:cubicBezTo>
                    <a:pt x="71300" y="121130"/>
                    <a:pt x="72362" y="119182"/>
                    <a:pt x="73248" y="117942"/>
                  </a:cubicBezTo>
                  <a:lnTo>
                    <a:pt x="144811" y="5815"/>
                  </a:lnTo>
                  <a:lnTo>
                    <a:pt x="144988" y="5815"/>
                  </a:lnTo>
                  <a:lnTo>
                    <a:pt x="119658" y="107314"/>
                  </a:lnTo>
                  <a:cubicBezTo>
                    <a:pt x="117886" y="114222"/>
                    <a:pt x="117532" y="115639"/>
                    <a:pt x="103538" y="115639"/>
                  </a:cubicBezTo>
                  <a:cubicBezTo>
                    <a:pt x="100527" y="115639"/>
                    <a:pt x="98578" y="115639"/>
                    <a:pt x="98578" y="119005"/>
                  </a:cubicBezTo>
                  <a:cubicBezTo>
                    <a:pt x="98578" y="121130"/>
                    <a:pt x="100704" y="121130"/>
                    <a:pt x="101235" y="121130"/>
                  </a:cubicBezTo>
                  <a:cubicBezTo>
                    <a:pt x="106195" y="121130"/>
                    <a:pt x="118240" y="120599"/>
                    <a:pt x="123200" y="120599"/>
                  </a:cubicBezTo>
                  <a:cubicBezTo>
                    <a:pt x="130463" y="120599"/>
                    <a:pt x="138080" y="121130"/>
                    <a:pt x="145342" y="121130"/>
                  </a:cubicBezTo>
                  <a:cubicBezTo>
                    <a:pt x="146405" y="121130"/>
                    <a:pt x="148708" y="121130"/>
                    <a:pt x="148708" y="117587"/>
                  </a:cubicBezTo>
                  <a:cubicBezTo>
                    <a:pt x="148708" y="115639"/>
                    <a:pt x="147114" y="115639"/>
                    <a:pt x="143748" y="115639"/>
                  </a:cubicBezTo>
                  <a:cubicBezTo>
                    <a:pt x="137194" y="115639"/>
                    <a:pt x="132234" y="115639"/>
                    <a:pt x="132234" y="112451"/>
                  </a:cubicBezTo>
                  <a:cubicBezTo>
                    <a:pt x="132234" y="111742"/>
                    <a:pt x="132234" y="111388"/>
                    <a:pt x="133120" y="108199"/>
                  </a:cubicBezTo>
                  <a:lnTo>
                    <a:pt x="156679" y="13786"/>
                  </a:lnTo>
                  <a:close/>
                </a:path>
              </a:pathLst>
            </a:custGeom>
            <a:solidFill>
              <a:srgbClr val="000000"/>
            </a:solidFill>
            <a:ln w="1773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43" name="任意形状 442">
              <a:extLst>
                <a:ext uri="{FF2B5EF4-FFF2-40B4-BE49-F238E27FC236}">
                  <a16:creationId xmlns:a16="http://schemas.microsoft.com/office/drawing/2014/main" id="{15DD3030-6E93-CB1C-D686-DCBB9B0CFD85}"/>
                </a:ext>
              </a:extLst>
            </p:cNvPr>
            <p:cNvSpPr/>
            <p:nvPr>
              <p:custDataLst>
                <p:tags r:id="rId139"/>
              </p:custDataLst>
            </p:nvPr>
          </p:nvSpPr>
          <p:spPr>
            <a:xfrm>
              <a:off x="8749614" y="7265712"/>
              <a:ext cx="50341" cy="53441"/>
            </a:xfrm>
            <a:custGeom>
              <a:avLst/>
              <a:gdLst>
                <a:gd name="connsiteX0" fmla="*/ 29117 w 50341"/>
                <a:gd name="connsiteY0" fmla="*/ 26926 h 53441"/>
                <a:gd name="connsiteX1" fmla="*/ 46972 w 50341"/>
                <a:gd name="connsiteY1" fmla="*/ 19238 h 53441"/>
                <a:gd name="connsiteX2" fmla="*/ 50444 w 50341"/>
                <a:gd name="connsiteY2" fmla="*/ 15394 h 53441"/>
                <a:gd name="connsiteX3" fmla="*/ 46600 w 50341"/>
                <a:gd name="connsiteY3" fmla="*/ 11426 h 53441"/>
                <a:gd name="connsiteX4" fmla="*/ 43996 w 50341"/>
                <a:gd name="connsiteY4" fmla="*/ 12542 h 53441"/>
                <a:gd name="connsiteX5" fmla="*/ 27133 w 50341"/>
                <a:gd name="connsiteY5" fmla="*/ 23826 h 53441"/>
                <a:gd name="connsiteX6" fmla="*/ 28993 w 50341"/>
                <a:gd name="connsiteY6" fmla="*/ 5475 h 53441"/>
                <a:gd name="connsiteX7" fmla="*/ 25273 w 50341"/>
                <a:gd name="connsiteY7" fmla="*/ 143 h 53441"/>
                <a:gd name="connsiteX8" fmla="*/ 21429 w 50341"/>
                <a:gd name="connsiteY8" fmla="*/ 3863 h 53441"/>
                <a:gd name="connsiteX9" fmla="*/ 22049 w 50341"/>
                <a:gd name="connsiteY9" fmla="*/ 9938 h 53441"/>
                <a:gd name="connsiteX10" fmla="*/ 23413 w 50341"/>
                <a:gd name="connsiteY10" fmla="*/ 23826 h 53441"/>
                <a:gd name="connsiteX11" fmla="*/ 6673 w 50341"/>
                <a:gd name="connsiteY11" fmla="*/ 12542 h 53441"/>
                <a:gd name="connsiteX12" fmla="*/ 3946 w 50341"/>
                <a:gd name="connsiteY12" fmla="*/ 11426 h 53441"/>
                <a:gd name="connsiteX13" fmla="*/ 102 w 50341"/>
                <a:gd name="connsiteY13" fmla="*/ 15394 h 53441"/>
                <a:gd name="connsiteX14" fmla="*/ 2706 w 50341"/>
                <a:gd name="connsiteY14" fmla="*/ 18990 h 53441"/>
                <a:gd name="connsiteX15" fmla="*/ 21429 w 50341"/>
                <a:gd name="connsiteY15" fmla="*/ 26802 h 53441"/>
                <a:gd name="connsiteX16" fmla="*/ 3574 w 50341"/>
                <a:gd name="connsiteY16" fmla="*/ 34489 h 53441"/>
                <a:gd name="connsiteX17" fmla="*/ 102 w 50341"/>
                <a:gd name="connsiteY17" fmla="*/ 38333 h 53441"/>
                <a:gd name="connsiteX18" fmla="*/ 3946 w 50341"/>
                <a:gd name="connsiteY18" fmla="*/ 42301 h 53441"/>
                <a:gd name="connsiteX19" fmla="*/ 6549 w 50341"/>
                <a:gd name="connsiteY19" fmla="*/ 41185 h 53441"/>
                <a:gd name="connsiteX20" fmla="*/ 23413 w 50341"/>
                <a:gd name="connsiteY20" fmla="*/ 29902 h 53441"/>
                <a:gd name="connsiteX21" fmla="*/ 21429 w 50341"/>
                <a:gd name="connsiteY21" fmla="*/ 49865 h 53441"/>
                <a:gd name="connsiteX22" fmla="*/ 25273 w 50341"/>
                <a:gd name="connsiteY22" fmla="*/ 53585 h 53441"/>
                <a:gd name="connsiteX23" fmla="*/ 29117 w 50341"/>
                <a:gd name="connsiteY23" fmla="*/ 49865 h 53441"/>
                <a:gd name="connsiteX24" fmla="*/ 28497 w 50341"/>
                <a:gd name="connsiteY24" fmla="*/ 43789 h 53441"/>
                <a:gd name="connsiteX25" fmla="*/ 27133 w 50341"/>
                <a:gd name="connsiteY25" fmla="*/ 29902 h 53441"/>
                <a:gd name="connsiteX26" fmla="*/ 42012 w 50341"/>
                <a:gd name="connsiteY26" fmla="*/ 39821 h 53441"/>
                <a:gd name="connsiteX27" fmla="*/ 46600 w 50341"/>
                <a:gd name="connsiteY27" fmla="*/ 42301 h 53441"/>
                <a:gd name="connsiteX28" fmla="*/ 50444 w 50341"/>
                <a:gd name="connsiteY28" fmla="*/ 38333 h 53441"/>
                <a:gd name="connsiteX29" fmla="*/ 47840 w 50341"/>
                <a:gd name="connsiteY29" fmla="*/ 34737 h 53441"/>
                <a:gd name="connsiteX30" fmla="*/ 29117 w 50341"/>
                <a:gd name="connsiteY30" fmla="*/ 26926 h 534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50341" h="53441">
                  <a:moveTo>
                    <a:pt x="29117" y="26926"/>
                  </a:moveTo>
                  <a:cubicBezTo>
                    <a:pt x="39284" y="22462"/>
                    <a:pt x="43872" y="20726"/>
                    <a:pt x="46972" y="19238"/>
                  </a:cubicBezTo>
                  <a:cubicBezTo>
                    <a:pt x="49328" y="18246"/>
                    <a:pt x="50444" y="17750"/>
                    <a:pt x="50444" y="15394"/>
                  </a:cubicBezTo>
                  <a:cubicBezTo>
                    <a:pt x="50444" y="13286"/>
                    <a:pt x="48832" y="11426"/>
                    <a:pt x="46600" y="11426"/>
                  </a:cubicBezTo>
                  <a:cubicBezTo>
                    <a:pt x="45732" y="11426"/>
                    <a:pt x="45484" y="11426"/>
                    <a:pt x="43996" y="12542"/>
                  </a:cubicBezTo>
                  <a:lnTo>
                    <a:pt x="27133" y="23826"/>
                  </a:lnTo>
                  <a:lnTo>
                    <a:pt x="28993" y="5475"/>
                  </a:lnTo>
                  <a:cubicBezTo>
                    <a:pt x="29241" y="3243"/>
                    <a:pt x="28993" y="143"/>
                    <a:pt x="25273" y="143"/>
                  </a:cubicBezTo>
                  <a:cubicBezTo>
                    <a:pt x="23785" y="143"/>
                    <a:pt x="21429" y="1135"/>
                    <a:pt x="21429" y="3863"/>
                  </a:cubicBezTo>
                  <a:cubicBezTo>
                    <a:pt x="21429" y="4979"/>
                    <a:pt x="21925" y="8698"/>
                    <a:pt x="22049" y="9938"/>
                  </a:cubicBezTo>
                  <a:cubicBezTo>
                    <a:pt x="22297" y="12046"/>
                    <a:pt x="23165" y="20974"/>
                    <a:pt x="23413" y="23826"/>
                  </a:cubicBezTo>
                  <a:lnTo>
                    <a:pt x="6673" y="12542"/>
                  </a:lnTo>
                  <a:cubicBezTo>
                    <a:pt x="5434" y="11798"/>
                    <a:pt x="5062" y="11426"/>
                    <a:pt x="3946" y="11426"/>
                  </a:cubicBezTo>
                  <a:cubicBezTo>
                    <a:pt x="1714" y="11426"/>
                    <a:pt x="102" y="13286"/>
                    <a:pt x="102" y="15394"/>
                  </a:cubicBezTo>
                  <a:cubicBezTo>
                    <a:pt x="102" y="17874"/>
                    <a:pt x="1590" y="18494"/>
                    <a:pt x="2706" y="18990"/>
                  </a:cubicBezTo>
                  <a:lnTo>
                    <a:pt x="21429" y="26802"/>
                  </a:lnTo>
                  <a:cubicBezTo>
                    <a:pt x="11261" y="31266"/>
                    <a:pt x="6673" y="33002"/>
                    <a:pt x="3574" y="34489"/>
                  </a:cubicBezTo>
                  <a:cubicBezTo>
                    <a:pt x="1218" y="35481"/>
                    <a:pt x="102" y="35977"/>
                    <a:pt x="102" y="38333"/>
                  </a:cubicBezTo>
                  <a:cubicBezTo>
                    <a:pt x="102" y="40441"/>
                    <a:pt x="1714" y="42301"/>
                    <a:pt x="3946" y="42301"/>
                  </a:cubicBezTo>
                  <a:cubicBezTo>
                    <a:pt x="4814" y="42301"/>
                    <a:pt x="5062" y="42301"/>
                    <a:pt x="6549" y="41185"/>
                  </a:cubicBezTo>
                  <a:lnTo>
                    <a:pt x="23413" y="29902"/>
                  </a:lnTo>
                  <a:lnTo>
                    <a:pt x="21429" y="49865"/>
                  </a:lnTo>
                  <a:cubicBezTo>
                    <a:pt x="21429" y="52593"/>
                    <a:pt x="23785" y="53585"/>
                    <a:pt x="25273" y="53585"/>
                  </a:cubicBezTo>
                  <a:cubicBezTo>
                    <a:pt x="26761" y="53585"/>
                    <a:pt x="29117" y="52593"/>
                    <a:pt x="29117" y="49865"/>
                  </a:cubicBezTo>
                  <a:cubicBezTo>
                    <a:pt x="29117" y="48749"/>
                    <a:pt x="28621" y="45029"/>
                    <a:pt x="28497" y="43789"/>
                  </a:cubicBezTo>
                  <a:cubicBezTo>
                    <a:pt x="28249" y="41681"/>
                    <a:pt x="27381" y="32754"/>
                    <a:pt x="27133" y="29902"/>
                  </a:cubicBezTo>
                  <a:lnTo>
                    <a:pt x="42012" y="39821"/>
                  </a:lnTo>
                  <a:cubicBezTo>
                    <a:pt x="45236" y="42301"/>
                    <a:pt x="45484" y="42301"/>
                    <a:pt x="46600" y="42301"/>
                  </a:cubicBezTo>
                  <a:cubicBezTo>
                    <a:pt x="48832" y="42301"/>
                    <a:pt x="50444" y="40441"/>
                    <a:pt x="50444" y="38333"/>
                  </a:cubicBezTo>
                  <a:cubicBezTo>
                    <a:pt x="50444" y="35853"/>
                    <a:pt x="48956" y="35233"/>
                    <a:pt x="47840" y="34737"/>
                  </a:cubicBezTo>
                  <a:lnTo>
                    <a:pt x="29117" y="26926"/>
                  </a:lnTo>
                  <a:close/>
                </a:path>
              </a:pathLst>
            </a:custGeom>
            <a:solidFill>
              <a:srgbClr val="000000"/>
            </a:solidFill>
            <a:ln w="1773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44" name="任意形状 443">
              <a:extLst>
                <a:ext uri="{FF2B5EF4-FFF2-40B4-BE49-F238E27FC236}">
                  <a16:creationId xmlns:a16="http://schemas.microsoft.com/office/drawing/2014/main" id="{3424D33A-B988-2C8C-2AC4-D9991D6DF028}"/>
                </a:ext>
              </a:extLst>
            </p:cNvPr>
            <p:cNvSpPr/>
            <p:nvPr>
              <p:custDataLst>
                <p:tags r:id="rId140"/>
              </p:custDataLst>
            </p:nvPr>
          </p:nvSpPr>
          <p:spPr>
            <a:xfrm>
              <a:off x="8727078" y="7350525"/>
              <a:ext cx="55549" cy="88532"/>
            </a:xfrm>
            <a:custGeom>
              <a:avLst/>
              <a:gdLst>
                <a:gd name="connsiteX0" fmla="*/ 55650 w 55549"/>
                <a:gd name="connsiteY0" fmla="*/ 27056 h 88532"/>
                <a:gd name="connsiteX1" fmla="*/ 38539 w 55549"/>
                <a:gd name="connsiteY1" fmla="*/ 149 h 88532"/>
                <a:gd name="connsiteX2" fmla="*/ 101 w 55549"/>
                <a:gd name="connsiteY2" fmla="*/ 61775 h 88532"/>
                <a:gd name="connsiteX3" fmla="*/ 17212 w 55549"/>
                <a:gd name="connsiteY3" fmla="*/ 88682 h 88532"/>
                <a:gd name="connsiteX4" fmla="*/ 55650 w 55549"/>
                <a:gd name="connsiteY4" fmla="*/ 27056 h 88532"/>
                <a:gd name="connsiteX5" fmla="*/ 14112 w 55549"/>
                <a:gd name="connsiteY5" fmla="*/ 42184 h 88532"/>
                <a:gd name="connsiteX6" fmla="*/ 38415 w 55549"/>
                <a:gd name="connsiteY6" fmla="*/ 3621 h 88532"/>
                <a:gd name="connsiteX7" fmla="*/ 46351 w 55549"/>
                <a:gd name="connsiteY7" fmla="*/ 19740 h 88532"/>
                <a:gd name="connsiteX8" fmla="*/ 42755 w 55549"/>
                <a:gd name="connsiteY8" fmla="*/ 42184 h 88532"/>
                <a:gd name="connsiteX9" fmla="*/ 14112 w 55549"/>
                <a:gd name="connsiteY9" fmla="*/ 42184 h 88532"/>
                <a:gd name="connsiteX10" fmla="*/ 41639 w 55549"/>
                <a:gd name="connsiteY10" fmla="*/ 46647 h 88532"/>
                <a:gd name="connsiteX11" fmla="*/ 31595 w 55549"/>
                <a:gd name="connsiteY11" fmla="*/ 72934 h 88532"/>
                <a:gd name="connsiteX12" fmla="*/ 17336 w 55549"/>
                <a:gd name="connsiteY12" fmla="*/ 85210 h 88532"/>
                <a:gd name="connsiteX13" fmla="*/ 9400 w 55549"/>
                <a:gd name="connsiteY13" fmla="*/ 69090 h 88532"/>
                <a:gd name="connsiteX14" fmla="*/ 12996 w 55549"/>
                <a:gd name="connsiteY14" fmla="*/ 46647 h 88532"/>
                <a:gd name="connsiteX15" fmla="*/ 41639 w 55549"/>
                <a:gd name="connsiteY15" fmla="*/ 46647 h 885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55549" h="88532">
                  <a:moveTo>
                    <a:pt x="55650" y="27056"/>
                  </a:moveTo>
                  <a:cubicBezTo>
                    <a:pt x="55650" y="14037"/>
                    <a:pt x="50691" y="149"/>
                    <a:pt x="38539" y="149"/>
                  </a:cubicBezTo>
                  <a:cubicBezTo>
                    <a:pt x="19940" y="149"/>
                    <a:pt x="101" y="33380"/>
                    <a:pt x="101" y="61775"/>
                  </a:cubicBezTo>
                  <a:cubicBezTo>
                    <a:pt x="101" y="76530"/>
                    <a:pt x="5804" y="88682"/>
                    <a:pt x="17212" y="88682"/>
                  </a:cubicBezTo>
                  <a:cubicBezTo>
                    <a:pt x="36059" y="88682"/>
                    <a:pt x="55650" y="54831"/>
                    <a:pt x="55650" y="27056"/>
                  </a:cubicBezTo>
                  <a:close/>
                  <a:moveTo>
                    <a:pt x="14112" y="42184"/>
                  </a:moveTo>
                  <a:cubicBezTo>
                    <a:pt x="20436" y="15401"/>
                    <a:pt x="31099" y="3621"/>
                    <a:pt x="38415" y="3621"/>
                  </a:cubicBezTo>
                  <a:cubicBezTo>
                    <a:pt x="46351" y="3621"/>
                    <a:pt x="46351" y="17385"/>
                    <a:pt x="46351" y="19740"/>
                  </a:cubicBezTo>
                  <a:cubicBezTo>
                    <a:pt x="46351" y="24576"/>
                    <a:pt x="45359" y="31768"/>
                    <a:pt x="42755" y="42184"/>
                  </a:cubicBezTo>
                  <a:lnTo>
                    <a:pt x="14112" y="42184"/>
                  </a:lnTo>
                  <a:close/>
                  <a:moveTo>
                    <a:pt x="41639" y="46647"/>
                  </a:moveTo>
                  <a:cubicBezTo>
                    <a:pt x="38167" y="60163"/>
                    <a:pt x="35315" y="66859"/>
                    <a:pt x="31595" y="72934"/>
                  </a:cubicBezTo>
                  <a:cubicBezTo>
                    <a:pt x="27752" y="79382"/>
                    <a:pt x="22792" y="85210"/>
                    <a:pt x="17336" y="85210"/>
                  </a:cubicBezTo>
                  <a:cubicBezTo>
                    <a:pt x="10516" y="85210"/>
                    <a:pt x="9400" y="75786"/>
                    <a:pt x="9400" y="69090"/>
                  </a:cubicBezTo>
                  <a:cubicBezTo>
                    <a:pt x="9400" y="60907"/>
                    <a:pt x="11756" y="51235"/>
                    <a:pt x="12996" y="46647"/>
                  </a:cubicBezTo>
                  <a:lnTo>
                    <a:pt x="41639" y="46647"/>
                  </a:lnTo>
                  <a:close/>
                </a:path>
              </a:pathLst>
            </a:custGeom>
            <a:solidFill>
              <a:srgbClr val="000000"/>
            </a:solidFill>
            <a:ln w="1773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45" name="任意形状 444">
              <a:extLst>
                <a:ext uri="{FF2B5EF4-FFF2-40B4-BE49-F238E27FC236}">
                  <a16:creationId xmlns:a16="http://schemas.microsoft.com/office/drawing/2014/main" id="{2B29A7D4-D7A7-0F32-7999-4B981421197E}"/>
                </a:ext>
              </a:extLst>
            </p:cNvPr>
            <p:cNvSpPr/>
            <p:nvPr>
              <p:custDataLst>
                <p:tags r:id="rId141"/>
              </p:custDataLst>
            </p:nvPr>
          </p:nvSpPr>
          <p:spPr>
            <a:xfrm>
              <a:off x="8830109" y="7254799"/>
              <a:ext cx="41095" cy="177135"/>
            </a:xfrm>
            <a:custGeom>
              <a:avLst/>
              <a:gdLst>
                <a:gd name="connsiteX0" fmla="*/ 41202 w 41095"/>
                <a:gd name="connsiteY0" fmla="*/ 88714 h 177135"/>
                <a:gd name="connsiteX1" fmla="*/ 29511 w 41095"/>
                <a:gd name="connsiteY1" fmla="*/ 33448 h 177135"/>
                <a:gd name="connsiteX2" fmla="*/ 1878 w 41095"/>
                <a:gd name="connsiteY2" fmla="*/ 146 h 177135"/>
                <a:gd name="connsiteX3" fmla="*/ 106 w 41095"/>
                <a:gd name="connsiteY3" fmla="*/ 1918 h 177135"/>
                <a:gd name="connsiteX4" fmla="*/ 3472 w 41095"/>
                <a:gd name="connsiteY4" fmla="*/ 5992 h 177135"/>
                <a:gd name="connsiteX5" fmla="*/ 30928 w 41095"/>
                <a:gd name="connsiteY5" fmla="*/ 88714 h 177135"/>
                <a:gd name="connsiteX6" fmla="*/ 2409 w 41095"/>
                <a:gd name="connsiteY6" fmla="*/ 172500 h 177135"/>
                <a:gd name="connsiteX7" fmla="*/ 106 w 41095"/>
                <a:gd name="connsiteY7" fmla="*/ 175511 h 177135"/>
                <a:gd name="connsiteX8" fmla="*/ 1878 w 41095"/>
                <a:gd name="connsiteY8" fmla="*/ 177282 h 177135"/>
                <a:gd name="connsiteX9" fmla="*/ 30042 w 41095"/>
                <a:gd name="connsiteY9" fmla="*/ 142741 h 177135"/>
                <a:gd name="connsiteX10" fmla="*/ 41202 w 41095"/>
                <a:gd name="connsiteY10" fmla="*/ 88714 h 1771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41095" h="177135">
                  <a:moveTo>
                    <a:pt x="41202" y="88714"/>
                  </a:moveTo>
                  <a:cubicBezTo>
                    <a:pt x="41202" y="74898"/>
                    <a:pt x="39253" y="53464"/>
                    <a:pt x="29511" y="33448"/>
                  </a:cubicBezTo>
                  <a:cubicBezTo>
                    <a:pt x="18883" y="11660"/>
                    <a:pt x="3649" y="146"/>
                    <a:pt x="1878" y="146"/>
                  </a:cubicBezTo>
                  <a:cubicBezTo>
                    <a:pt x="815" y="146"/>
                    <a:pt x="106" y="855"/>
                    <a:pt x="106" y="1918"/>
                  </a:cubicBezTo>
                  <a:cubicBezTo>
                    <a:pt x="106" y="2449"/>
                    <a:pt x="106" y="2803"/>
                    <a:pt x="3472" y="5992"/>
                  </a:cubicBezTo>
                  <a:cubicBezTo>
                    <a:pt x="20831" y="23528"/>
                    <a:pt x="30928" y="51693"/>
                    <a:pt x="30928" y="88714"/>
                  </a:cubicBezTo>
                  <a:cubicBezTo>
                    <a:pt x="30928" y="119005"/>
                    <a:pt x="24374" y="150180"/>
                    <a:pt x="2409" y="172500"/>
                  </a:cubicBezTo>
                  <a:cubicBezTo>
                    <a:pt x="106" y="174625"/>
                    <a:pt x="106" y="174979"/>
                    <a:pt x="106" y="175511"/>
                  </a:cubicBezTo>
                  <a:cubicBezTo>
                    <a:pt x="106" y="176574"/>
                    <a:pt x="815" y="177282"/>
                    <a:pt x="1878" y="177282"/>
                  </a:cubicBezTo>
                  <a:cubicBezTo>
                    <a:pt x="3649" y="177282"/>
                    <a:pt x="19591" y="165237"/>
                    <a:pt x="30042" y="142741"/>
                  </a:cubicBezTo>
                  <a:cubicBezTo>
                    <a:pt x="39076" y="123256"/>
                    <a:pt x="41202" y="103594"/>
                    <a:pt x="41202" y="88714"/>
                  </a:cubicBezTo>
                  <a:close/>
                </a:path>
              </a:pathLst>
            </a:custGeom>
            <a:solidFill>
              <a:srgbClr val="000000"/>
            </a:solidFill>
            <a:ln w="1773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46" name="任意形状 445">
              <a:extLst>
                <a:ext uri="{FF2B5EF4-FFF2-40B4-BE49-F238E27FC236}">
                  <a16:creationId xmlns:a16="http://schemas.microsoft.com/office/drawing/2014/main" id="{5FDDF0ED-42D0-5859-2BB3-486E9D8E526D}"/>
                </a:ext>
              </a:extLst>
            </p:cNvPr>
            <p:cNvSpPr/>
            <p:nvPr>
              <p:custDataLst>
                <p:tags r:id="rId142"/>
              </p:custDataLst>
            </p:nvPr>
          </p:nvSpPr>
          <p:spPr>
            <a:xfrm>
              <a:off x="8963177" y="7311305"/>
              <a:ext cx="18776" cy="76345"/>
            </a:xfrm>
            <a:custGeom>
              <a:avLst/>
              <a:gdLst>
                <a:gd name="connsiteX0" fmla="*/ 18890 w 18776"/>
                <a:gd name="connsiteY0" fmla="*/ 9535 h 76345"/>
                <a:gd name="connsiteX1" fmla="*/ 9502 w 18776"/>
                <a:gd name="connsiteY1" fmla="*/ 146 h 76345"/>
                <a:gd name="connsiteX2" fmla="*/ 113 w 18776"/>
                <a:gd name="connsiteY2" fmla="*/ 9535 h 76345"/>
                <a:gd name="connsiteX3" fmla="*/ 9502 w 18776"/>
                <a:gd name="connsiteY3" fmla="*/ 18923 h 76345"/>
                <a:gd name="connsiteX4" fmla="*/ 18890 w 18776"/>
                <a:gd name="connsiteY4" fmla="*/ 9535 h 76345"/>
                <a:gd name="connsiteX5" fmla="*/ 18890 w 18776"/>
                <a:gd name="connsiteY5" fmla="*/ 67104 h 76345"/>
                <a:gd name="connsiteX6" fmla="*/ 9502 w 18776"/>
                <a:gd name="connsiteY6" fmla="*/ 57716 h 76345"/>
                <a:gd name="connsiteX7" fmla="*/ 113 w 18776"/>
                <a:gd name="connsiteY7" fmla="*/ 67104 h 76345"/>
                <a:gd name="connsiteX8" fmla="*/ 9502 w 18776"/>
                <a:gd name="connsiteY8" fmla="*/ 76492 h 76345"/>
                <a:gd name="connsiteX9" fmla="*/ 18890 w 18776"/>
                <a:gd name="connsiteY9" fmla="*/ 67104 h 763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8776" h="76345">
                  <a:moveTo>
                    <a:pt x="18890" y="9535"/>
                  </a:moveTo>
                  <a:cubicBezTo>
                    <a:pt x="18890" y="4398"/>
                    <a:pt x="14639" y="146"/>
                    <a:pt x="9502" y="146"/>
                  </a:cubicBezTo>
                  <a:cubicBezTo>
                    <a:pt x="4365" y="146"/>
                    <a:pt x="113" y="4398"/>
                    <a:pt x="113" y="9535"/>
                  </a:cubicBezTo>
                  <a:cubicBezTo>
                    <a:pt x="113" y="14672"/>
                    <a:pt x="4365" y="18923"/>
                    <a:pt x="9502" y="18923"/>
                  </a:cubicBezTo>
                  <a:cubicBezTo>
                    <a:pt x="14639" y="18923"/>
                    <a:pt x="18890" y="14672"/>
                    <a:pt x="18890" y="9535"/>
                  </a:cubicBezTo>
                  <a:close/>
                  <a:moveTo>
                    <a:pt x="18890" y="67104"/>
                  </a:moveTo>
                  <a:cubicBezTo>
                    <a:pt x="18890" y="61967"/>
                    <a:pt x="14639" y="57716"/>
                    <a:pt x="9502" y="57716"/>
                  </a:cubicBezTo>
                  <a:cubicBezTo>
                    <a:pt x="4365" y="57716"/>
                    <a:pt x="113" y="61967"/>
                    <a:pt x="113" y="67104"/>
                  </a:cubicBezTo>
                  <a:cubicBezTo>
                    <a:pt x="113" y="72241"/>
                    <a:pt x="4365" y="76492"/>
                    <a:pt x="9502" y="76492"/>
                  </a:cubicBezTo>
                  <a:cubicBezTo>
                    <a:pt x="14639" y="76492"/>
                    <a:pt x="18890" y="72241"/>
                    <a:pt x="18890" y="67104"/>
                  </a:cubicBezTo>
                  <a:close/>
                </a:path>
              </a:pathLst>
            </a:custGeom>
            <a:solidFill>
              <a:srgbClr val="000000"/>
            </a:solidFill>
            <a:ln w="1773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47" name="任意形状 446">
              <a:extLst>
                <a:ext uri="{FF2B5EF4-FFF2-40B4-BE49-F238E27FC236}">
                  <a16:creationId xmlns:a16="http://schemas.microsoft.com/office/drawing/2014/main" id="{329F358A-C0D9-EF17-C34F-6215BE05B3BA}"/>
                </a:ext>
              </a:extLst>
            </p:cNvPr>
            <p:cNvSpPr/>
            <p:nvPr>
              <p:custDataLst>
                <p:tags r:id="rId143"/>
              </p:custDataLst>
            </p:nvPr>
          </p:nvSpPr>
          <p:spPr>
            <a:xfrm>
              <a:off x="9081721" y="7308294"/>
              <a:ext cx="57923" cy="81305"/>
            </a:xfrm>
            <a:custGeom>
              <a:avLst/>
              <a:gdLst>
                <a:gd name="connsiteX0" fmla="*/ 31119 w 57923"/>
                <a:gd name="connsiteY0" fmla="*/ 45139 h 81305"/>
                <a:gd name="connsiteX1" fmla="*/ 49542 w 57923"/>
                <a:gd name="connsiteY1" fmla="*/ 61435 h 81305"/>
                <a:gd name="connsiteX2" fmla="*/ 29525 w 57923"/>
                <a:gd name="connsiteY2" fmla="*/ 77555 h 81305"/>
                <a:gd name="connsiteX3" fmla="*/ 4903 w 57923"/>
                <a:gd name="connsiteY3" fmla="*/ 52401 h 81305"/>
                <a:gd name="connsiteX4" fmla="*/ 2423 w 57923"/>
                <a:gd name="connsiteY4" fmla="*/ 49390 h 81305"/>
                <a:gd name="connsiteX5" fmla="*/ 121 w 57923"/>
                <a:gd name="connsiteY5" fmla="*/ 53819 h 81305"/>
                <a:gd name="connsiteX6" fmla="*/ 121 w 57923"/>
                <a:gd name="connsiteY6" fmla="*/ 77201 h 81305"/>
                <a:gd name="connsiteX7" fmla="*/ 2069 w 57923"/>
                <a:gd name="connsiteY7" fmla="*/ 81452 h 81305"/>
                <a:gd name="connsiteX8" fmla="*/ 6498 w 57923"/>
                <a:gd name="connsiteY8" fmla="*/ 77909 h 81305"/>
                <a:gd name="connsiteX9" fmla="*/ 10040 w 57923"/>
                <a:gd name="connsiteY9" fmla="*/ 73835 h 81305"/>
                <a:gd name="connsiteX10" fmla="*/ 29525 w 57923"/>
                <a:gd name="connsiteY10" fmla="*/ 81452 h 81305"/>
                <a:gd name="connsiteX11" fmla="*/ 58044 w 57923"/>
                <a:gd name="connsiteY11" fmla="*/ 56830 h 81305"/>
                <a:gd name="connsiteX12" fmla="*/ 50604 w 57923"/>
                <a:gd name="connsiteY12" fmla="*/ 40002 h 81305"/>
                <a:gd name="connsiteX13" fmla="*/ 30411 w 57923"/>
                <a:gd name="connsiteY13" fmla="*/ 31499 h 81305"/>
                <a:gd name="connsiteX14" fmla="*/ 8623 w 57923"/>
                <a:gd name="connsiteY14" fmla="*/ 16974 h 81305"/>
                <a:gd name="connsiteX15" fmla="*/ 28462 w 57923"/>
                <a:gd name="connsiteY15" fmla="*/ 3512 h 81305"/>
                <a:gd name="connsiteX16" fmla="*/ 49187 w 57923"/>
                <a:gd name="connsiteY16" fmla="*/ 24945 h 81305"/>
                <a:gd name="connsiteX17" fmla="*/ 51313 w 57923"/>
                <a:gd name="connsiteY17" fmla="*/ 26540 h 81305"/>
                <a:gd name="connsiteX18" fmla="*/ 53616 w 57923"/>
                <a:gd name="connsiteY18" fmla="*/ 22288 h 81305"/>
                <a:gd name="connsiteX19" fmla="*/ 53616 w 57923"/>
                <a:gd name="connsiteY19" fmla="*/ 4398 h 81305"/>
                <a:gd name="connsiteX20" fmla="*/ 51667 w 57923"/>
                <a:gd name="connsiteY20" fmla="*/ 146 h 81305"/>
                <a:gd name="connsiteX21" fmla="*/ 48124 w 57923"/>
                <a:gd name="connsiteY21" fmla="*/ 2272 h 81305"/>
                <a:gd name="connsiteX22" fmla="*/ 45113 w 57923"/>
                <a:gd name="connsiteY22" fmla="*/ 5106 h 81305"/>
                <a:gd name="connsiteX23" fmla="*/ 28462 w 57923"/>
                <a:gd name="connsiteY23" fmla="*/ 146 h 81305"/>
                <a:gd name="connsiteX24" fmla="*/ 121 w 57923"/>
                <a:gd name="connsiteY24" fmla="*/ 21934 h 81305"/>
                <a:gd name="connsiteX25" fmla="*/ 7738 w 57923"/>
                <a:gd name="connsiteY25" fmla="*/ 36991 h 81305"/>
                <a:gd name="connsiteX26" fmla="*/ 31119 w 57923"/>
                <a:gd name="connsiteY26" fmla="*/ 45139 h 813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57923" h="81305">
                  <a:moveTo>
                    <a:pt x="31119" y="45139"/>
                  </a:moveTo>
                  <a:cubicBezTo>
                    <a:pt x="35016" y="45847"/>
                    <a:pt x="49542" y="48682"/>
                    <a:pt x="49542" y="61435"/>
                  </a:cubicBezTo>
                  <a:cubicBezTo>
                    <a:pt x="49542" y="70469"/>
                    <a:pt x="43342" y="77555"/>
                    <a:pt x="29525" y="77555"/>
                  </a:cubicBezTo>
                  <a:cubicBezTo>
                    <a:pt x="14646" y="77555"/>
                    <a:pt x="8269" y="67458"/>
                    <a:pt x="4903" y="52401"/>
                  </a:cubicBezTo>
                  <a:cubicBezTo>
                    <a:pt x="4372" y="50099"/>
                    <a:pt x="4195" y="49390"/>
                    <a:pt x="2423" y="49390"/>
                  </a:cubicBezTo>
                  <a:cubicBezTo>
                    <a:pt x="121" y="49390"/>
                    <a:pt x="121" y="50630"/>
                    <a:pt x="121" y="53819"/>
                  </a:cubicBezTo>
                  <a:lnTo>
                    <a:pt x="121" y="77201"/>
                  </a:lnTo>
                  <a:cubicBezTo>
                    <a:pt x="121" y="80212"/>
                    <a:pt x="121" y="81452"/>
                    <a:pt x="2069" y="81452"/>
                  </a:cubicBezTo>
                  <a:cubicBezTo>
                    <a:pt x="2955" y="81452"/>
                    <a:pt x="3132" y="81275"/>
                    <a:pt x="6498" y="77909"/>
                  </a:cubicBezTo>
                  <a:cubicBezTo>
                    <a:pt x="6852" y="77555"/>
                    <a:pt x="6852" y="77201"/>
                    <a:pt x="10040" y="73835"/>
                  </a:cubicBezTo>
                  <a:cubicBezTo>
                    <a:pt x="17834" y="81275"/>
                    <a:pt x="25805" y="81452"/>
                    <a:pt x="29525" y="81452"/>
                  </a:cubicBezTo>
                  <a:cubicBezTo>
                    <a:pt x="49896" y="81452"/>
                    <a:pt x="58044" y="69584"/>
                    <a:pt x="58044" y="56830"/>
                  </a:cubicBezTo>
                  <a:cubicBezTo>
                    <a:pt x="58044" y="47442"/>
                    <a:pt x="52730" y="42128"/>
                    <a:pt x="50604" y="40002"/>
                  </a:cubicBezTo>
                  <a:cubicBezTo>
                    <a:pt x="44759" y="34334"/>
                    <a:pt x="37851" y="32917"/>
                    <a:pt x="30411" y="31499"/>
                  </a:cubicBezTo>
                  <a:cubicBezTo>
                    <a:pt x="20491" y="29551"/>
                    <a:pt x="8623" y="27248"/>
                    <a:pt x="8623" y="16974"/>
                  </a:cubicBezTo>
                  <a:cubicBezTo>
                    <a:pt x="8623" y="10775"/>
                    <a:pt x="13229" y="3512"/>
                    <a:pt x="28462" y="3512"/>
                  </a:cubicBezTo>
                  <a:cubicBezTo>
                    <a:pt x="47947" y="3512"/>
                    <a:pt x="48833" y="19454"/>
                    <a:pt x="49187" y="24945"/>
                  </a:cubicBezTo>
                  <a:cubicBezTo>
                    <a:pt x="49364" y="26540"/>
                    <a:pt x="50959" y="26540"/>
                    <a:pt x="51313" y="26540"/>
                  </a:cubicBezTo>
                  <a:cubicBezTo>
                    <a:pt x="53616" y="26540"/>
                    <a:pt x="53616" y="25654"/>
                    <a:pt x="53616" y="22288"/>
                  </a:cubicBezTo>
                  <a:lnTo>
                    <a:pt x="53616" y="4398"/>
                  </a:lnTo>
                  <a:cubicBezTo>
                    <a:pt x="53616" y="1386"/>
                    <a:pt x="53616" y="146"/>
                    <a:pt x="51667" y="146"/>
                  </a:cubicBezTo>
                  <a:cubicBezTo>
                    <a:pt x="50782" y="146"/>
                    <a:pt x="50427" y="146"/>
                    <a:pt x="48124" y="2272"/>
                  </a:cubicBezTo>
                  <a:cubicBezTo>
                    <a:pt x="47593" y="2981"/>
                    <a:pt x="45822" y="4575"/>
                    <a:pt x="45113" y="5106"/>
                  </a:cubicBezTo>
                  <a:cubicBezTo>
                    <a:pt x="38382" y="146"/>
                    <a:pt x="31119" y="146"/>
                    <a:pt x="28462" y="146"/>
                  </a:cubicBezTo>
                  <a:cubicBezTo>
                    <a:pt x="6852" y="146"/>
                    <a:pt x="121" y="12015"/>
                    <a:pt x="121" y="21934"/>
                  </a:cubicBezTo>
                  <a:cubicBezTo>
                    <a:pt x="121" y="28134"/>
                    <a:pt x="2955" y="33094"/>
                    <a:pt x="7738" y="36991"/>
                  </a:cubicBezTo>
                  <a:cubicBezTo>
                    <a:pt x="13406" y="41596"/>
                    <a:pt x="18366" y="42659"/>
                    <a:pt x="31119" y="45139"/>
                  </a:cubicBezTo>
                  <a:close/>
                </a:path>
              </a:pathLst>
            </a:custGeom>
            <a:solidFill>
              <a:srgbClr val="000000"/>
            </a:solidFill>
            <a:ln w="1773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48" name="任意形状 447">
              <a:extLst>
                <a:ext uri="{FF2B5EF4-FFF2-40B4-BE49-F238E27FC236}">
                  <a16:creationId xmlns:a16="http://schemas.microsoft.com/office/drawing/2014/main" id="{525DF3CF-96F9-CA18-578D-369067036104}"/>
                </a:ext>
              </a:extLst>
            </p:cNvPr>
            <p:cNvSpPr/>
            <p:nvPr>
              <p:custDataLst>
                <p:tags r:id="rId144"/>
              </p:custDataLst>
            </p:nvPr>
          </p:nvSpPr>
          <p:spPr>
            <a:xfrm>
              <a:off x="9151591" y="7269147"/>
              <a:ext cx="37907" cy="118503"/>
            </a:xfrm>
            <a:custGeom>
              <a:avLst/>
              <a:gdLst>
                <a:gd name="connsiteX0" fmla="*/ 25632 w 37907"/>
                <a:gd name="connsiteY0" fmla="*/ 40356 h 118503"/>
                <a:gd name="connsiteX1" fmla="*/ 833 w 37907"/>
                <a:gd name="connsiteY1" fmla="*/ 42305 h 118503"/>
                <a:gd name="connsiteX2" fmla="*/ 833 w 37907"/>
                <a:gd name="connsiteY2" fmla="*/ 47796 h 118503"/>
                <a:gd name="connsiteX3" fmla="*/ 13941 w 37907"/>
                <a:gd name="connsiteY3" fmla="*/ 57538 h 118503"/>
                <a:gd name="connsiteX4" fmla="*/ 13941 w 37907"/>
                <a:gd name="connsiteY4" fmla="*/ 105188 h 118503"/>
                <a:gd name="connsiteX5" fmla="*/ 125 w 37907"/>
                <a:gd name="connsiteY5" fmla="*/ 113159 h 118503"/>
                <a:gd name="connsiteX6" fmla="*/ 125 w 37907"/>
                <a:gd name="connsiteY6" fmla="*/ 118650 h 118503"/>
                <a:gd name="connsiteX7" fmla="*/ 19610 w 37907"/>
                <a:gd name="connsiteY7" fmla="*/ 118119 h 118503"/>
                <a:gd name="connsiteX8" fmla="*/ 38032 w 37907"/>
                <a:gd name="connsiteY8" fmla="*/ 118650 h 118503"/>
                <a:gd name="connsiteX9" fmla="*/ 38032 w 37907"/>
                <a:gd name="connsiteY9" fmla="*/ 113159 h 118503"/>
                <a:gd name="connsiteX10" fmla="*/ 25632 w 37907"/>
                <a:gd name="connsiteY10" fmla="*/ 105365 h 118503"/>
                <a:gd name="connsiteX11" fmla="*/ 25632 w 37907"/>
                <a:gd name="connsiteY11" fmla="*/ 40356 h 118503"/>
                <a:gd name="connsiteX12" fmla="*/ 26341 w 37907"/>
                <a:gd name="connsiteY12" fmla="*/ 9535 h 118503"/>
                <a:gd name="connsiteX13" fmla="*/ 16953 w 37907"/>
                <a:gd name="connsiteY13" fmla="*/ 146 h 118503"/>
                <a:gd name="connsiteX14" fmla="*/ 7564 w 37907"/>
                <a:gd name="connsiteY14" fmla="*/ 9535 h 118503"/>
                <a:gd name="connsiteX15" fmla="*/ 16953 w 37907"/>
                <a:gd name="connsiteY15" fmla="*/ 18923 h 118503"/>
                <a:gd name="connsiteX16" fmla="*/ 26341 w 37907"/>
                <a:gd name="connsiteY16" fmla="*/ 9535 h 1185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37907" h="118503">
                  <a:moveTo>
                    <a:pt x="25632" y="40356"/>
                  </a:moveTo>
                  <a:lnTo>
                    <a:pt x="833" y="42305"/>
                  </a:lnTo>
                  <a:lnTo>
                    <a:pt x="833" y="47796"/>
                  </a:lnTo>
                  <a:cubicBezTo>
                    <a:pt x="12347" y="47796"/>
                    <a:pt x="13941" y="48859"/>
                    <a:pt x="13941" y="57538"/>
                  </a:cubicBezTo>
                  <a:lnTo>
                    <a:pt x="13941" y="105188"/>
                  </a:lnTo>
                  <a:cubicBezTo>
                    <a:pt x="13941" y="113159"/>
                    <a:pt x="11993" y="113159"/>
                    <a:pt x="125" y="113159"/>
                  </a:cubicBezTo>
                  <a:lnTo>
                    <a:pt x="125" y="118650"/>
                  </a:lnTo>
                  <a:cubicBezTo>
                    <a:pt x="5793" y="118473"/>
                    <a:pt x="15358" y="118119"/>
                    <a:pt x="19610" y="118119"/>
                  </a:cubicBezTo>
                  <a:cubicBezTo>
                    <a:pt x="25809" y="118119"/>
                    <a:pt x="32009" y="118473"/>
                    <a:pt x="38032" y="118650"/>
                  </a:cubicBezTo>
                  <a:lnTo>
                    <a:pt x="38032" y="113159"/>
                  </a:lnTo>
                  <a:cubicBezTo>
                    <a:pt x="26341" y="113159"/>
                    <a:pt x="25632" y="112273"/>
                    <a:pt x="25632" y="105365"/>
                  </a:cubicBezTo>
                  <a:lnTo>
                    <a:pt x="25632" y="40356"/>
                  </a:lnTo>
                  <a:close/>
                  <a:moveTo>
                    <a:pt x="26341" y="9535"/>
                  </a:moveTo>
                  <a:cubicBezTo>
                    <a:pt x="26341" y="3866"/>
                    <a:pt x="21912" y="146"/>
                    <a:pt x="16953" y="146"/>
                  </a:cubicBezTo>
                  <a:cubicBezTo>
                    <a:pt x="11461" y="146"/>
                    <a:pt x="7564" y="4929"/>
                    <a:pt x="7564" y="9535"/>
                  </a:cubicBezTo>
                  <a:cubicBezTo>
                    <a:pt x="7564" y="14317"/>
                    <a:pt x="11461" y="18923"/>
                    <a:pt x="16953" y="18923"/>
                  </a:cubicBezTo>
                  <a:cubicBezTo>
                    <a:pt x="21912" y="18923"/>
                    <a:pt x="26341" y="15203"/>
                    <a:pt x="26341" y="9535"/>
                  </a:cubicBezTo>
                  <a:close/>
                </a:path>
              </a:pathLst>
            </a:custGeom>
            <a:solidFill>
              <a:srgbClr val="000000"/>
            </a:solidFill>
            <a:ln w="1773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49" name="任意形状 448">
              <a:extLst>
                <a:ext uri="{FF2B5EF4-FFF2-40B4-BE49-F238E27FC236}">
                  <a16:creationId xmlns:a16="http://schemas.microsoft.com/office/drawing/2014/main" id="{5220A9FF-A17D-B28C-6204-A65D58D5E3C3}"/>
                </a:ext>
              </a:extLst>
            </p:cNvPr>
            <p:cNvSpPr/>
            <p:nvPr>
              <p:custDataLst>
                <p:tags r:id="rId145"/>
              </p:custDataLst>
            </p:nvPr>
          </p:nvSpPr>
          <p:spPr>
            <a:xfrm>
              <a:off x="9200618" y="7309357"/>
              <a:ext cx="138343" cy="78294"/>
            </a:xfrm>
            <a:custGeom>
              <a:avLst/>
              <a:gdLst>
                <a:gd name="connsiteX0" fmla="*/ 13944 w 138343"/>
                <a:gd name="connsiteY0" fmla="*/ 17506 h 78294"/>
                <a:gd name="connsiteX1" fmla="*/ 13944 w 138343"/>
                <a:gd name="connsiteY1" fmla="*/ 64978 h 78294"/>
                <a:gd name="connsiteX2" fmla="*/ 127 w 138343"/>
                <a:gd name="connsiteY2" fmla="*/ 72949 h 78294"/>
                <a:gd name="connsiteX3" fmla="*/ 127 w 138343"/>
                <a:gd name="connsiteY3" fmla="*/ 78440 h 78294"/>
                <a:gd name="connsiteX4" fmla="*/ 20144 w 138343"/>
                <a:gd name="connsiteY4" fmla="*/ 77909 h 78294"/>
                <a:gd name="connsiteX5" fmla="*/ 39983 w 138343"/>
                <a:gd name="connsiteY5" fmla="*/ 78440 h 78294"/>
                <a:gd name="connsiteX6" fmla="*/ 39983 w 138343"/>
                <a:gd name="connsiteY6" fmla="*/ 72949 h 78294"/>
                <a:gd name="connsiteX7" fmla="*/ 26166 w 138343"/>
                <a:gd name="connsiteY7" fmla="*/ 64978 h 78294"/>
                <a:gd name="connsiteX8" fmla="*/ 26166 w 138343"/>
                <a:gd name="connsiteY8" fmla="*/ 32385 h 78294"/>
                <a:gd name="connsiteX9" fmla="*/ 50080 w 138343"/>
                <a:gd name="connsiteY9" fmla="*/ 4043 h 78294"/>
                <a:gd name="connsiteX10" fmla="*/ 63188 w 138343"/>
                <a:gd name="connsiteY10" fmla="*/ 23706 h 78294"/>
                <a:gd name="connsiteX11" fmla="*/ 63188 w 138343"/>
                <a:gd name="connsiteY11" fmla="*/ 64978 h 78294"/>
                <a:gd name="connsiteX12" fmla="*/ 49371 w 138343"/>
                <a:gd name="connsiteY12" fmla="*/ 72949 h 78294"/>
                <a:gd name="connsiteX13" fmla="*/ 49371 w 138343"/>
                <a:gd name="connsiteY13" fmla="*/ 78440 h 78294"/>
                <a:gd name="connsiteX14" fmla="*/ 69387 w 138343"/>
                <a:gd name="connsiteY14" fmla="*/ 77909 h 78294"/>
                <a:gd name="connsiteX15" fmla="*/ 89227 w 138343"/>
                <a:gd name="connsiteY15" fmla="*/ 78440 h 78294"/>
                <a:gd name="connsiteX16" fmla="*/ 89227 w 138343"/>
                <a:gd name="connsiteY16" fmla="*/ 72949 h 78294"/>
                <a:gd name="connsiteX17" fmla="*/ 75410 w 138343"/>
                <a:gd name="connsiteY17" fmla="*/ 64978 h 78294"/>
                <a:gd name="connsiteX18" fmla="*/ 75410 w 138343"/>
                <a:gd name="connsiteY18" fmla="*/ 32385 h 78294"/>
                <a:gd name="connsiteX19" fmla="*/ 99323 w 138343"/>
                <a:gd name="connsiteY19" fmla="*/ 4043 h 78294"/>
                <a:gd name="connsiteX20" fmla="*/ 112431 w 138343"/>
                <a:gd name="connsiteY20" fmla="*/ 23706 h 78294"/>
                <a:gd name="connsiteX21" fmla="*/ 112431 w 138343"/>
                <a:gd name="connsiteY21" fmla="*/ 64978 h 78294"/>
                <a:gd name="connsiteX22" fmla="*/ 98615 w 138343"/>
                <a:gd name="connsiteY22" fmla="*/ 72949 h 78294"/>
                <a:gd name="connsiteX23" fmla="*/ 98615 w 138343"/>
                <a:gd name="connsiteY23" fmla="*/ 78440 h 78294"/>
                <a:gd name="connsiteX24" fmla="*/ 118631 w 138343"/>
                <a:gd name="connsiteY24" fmla="*/ 77909 h 78294"/>
                <a:gd name="connsiteX25" fmla="*/ 138470 w 138343"/>
                <a:gd name="connsiteY25" fmla="*/ 78440 h 78294"/>
                <a:gd name="connsiteX26" fmla="*/ 138470 w 138343"/>
                <a:gd name="connsiteY26" fmla="*/ 72949 h 78294"/>
                <a:gd name="connsiteX27" fmla="*/ 124654 w 138343"/>
                <a:gd name="connsiteY27" fmla="*/ 67635 h 78294"/>
                <a:gd name="connsiteX28" fmla="*/ 124654 w 138343"/>
                <a:gd name="connsiteY28" fmla="*/ 33802 h 78294"/>
                <a:gd name="connsiteX29" fmla="*/ 119163 w 138343"/>
                <a:gd name="connsiteY29" fmla="*/ 6700 h 78294"/>
                <a:gd name="connsiteX30" fmla="*/ 100563 w 138343"/>
                <a:gd name="connsiteY30" fmla="*/ 146 h 78294"/>
                <a:gd name="connsiteX31" fmla="*/ 74879 w 138343"/>
                <a:gd name="connsiteY31" fmla="*/ 17506 h 78294"/>
                <a:gd name="connsiteX32" fmla="*/ 51320 w 138343"/>
                <a:gd name="connsiteY32" fmla="*/ 146 h 78294"/>
                <a:gd name="connsiteX33" fmla="*/ 25104 w 138343"/>
                <a:gd name="connsiteY33" fmla="*/ 18746 h 78294"/>
                <a:gd name="connsiteX34" fmla="*/ 25104 w 138343"/>
                <a:gd name="connsiteY34" fmla="*/ 146 h 78294"/>
                <a:gd name="connsiteX35" fmla="*/ 127 w 138343"/>
                <a:gd name="connsiteY35" fmla="*/ 2095 h 78294"/>
                <a:gd name="connsiteX36" fmla="*/ 127 w 138343"/>
                <a:gd name="connsiteY36" fmla="*/ 7586 h 78294"/>
                <a:gd name="connsiteX37" fmla="*/ 13944 w 138343"/>
                <a:gd name="connsiteY37" fmla="*/ 17506 h 78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138343" h="78294">
                  <a:moveTo>
                    <a:pt x="13944" y="17506"/>
                  </a:moveTo>
                  <a:lnTo>
                    <a:pt x="13944" y="64978"/>
                  </a:lnTo>
                  <a:cubicBezTo>
                    <a:pt x="13944" y="72949"/>
                    <a:pt x="11995" y="72949"/>
                    <a:pt x="127" y="72949"/>
                  </a:cubicBezTo>
                  <a:lnTo>
                    <a:pt x="127" y="78440"/>
                  </a:lnTo>
                  <a:cubicBezTo>
                    <a:pt x="6327" y="78263"/>
                    <a:pt x="15361" y="77909"/>
                    <a:pt x="20144" y="77909"/>
                  </a:cubicBezTo>
                  <a:cubicBezTo>
                    <a:pt x="24749" y="77909"/>
                    <a:pt x="33960" y="78263"/>
                    <a:pt x="39983" y="78440"/>
                  </a:cubicBezTo>
                  <a:lnTo>
                    <a:pt x="39983" y="72949"/>
                  </a:lnTo>
                  <a:cubicBezTo>
                    <a:pt x="28115" y="72949"/>
                    <a:pt x="26166" y="72949"/>
                    <a:pt x="26166" y="64978"/>
                  </a:cubicBezTo>
                  <a:lnTo>
                    <a:pt x="26166" y="32385"/>
                  </a:lnTo>
                  <a:cubicBezTo>
                    <a:pt x="26166" y="13963"/>
                    <a:pt x="38743" y="4043"/>
                    <a:pt x="50080" y="4043"/>
                  </a:cubicBezTo>
                  <a:cubicBezTo>
                    <a:pt x="61239" y="4043"/>
                    <a:pt x="63188" y="13609"/>
                    <a:pt x="63188" y="23706"/>
                  </a:cubicBezTo>
                  <a:lnTo>
                    <a:pt x="63188" y="64978"/>
                  </a:lnTo>
                  <a:cubicBezTo>
                    <a:pt x="63188" y="72949"/>
                    <a:pt x="61239" y="72949"/>
                    <a:pt x="49371" y="72949"/>
                  </a:cubicBezTo>
                  <a:lnTo>
                    <a:pt x="49371" y="78440"/>
                  </a:lnTo>
                  <a:cubicBezTo>
                    <a:pt x="55571" y="78263"/>
                    <a:pt x="64605" y="77909"/>
                    <a:pt x="69387" y="77909"/>
                  </a:cubicBezTo>
                  <a:cubicBezTo>
                    <a:pt x="73993" y="77909"/>
                    <a:pt x="83204" y="78263"/>
                    <a:pt x="89227" y="78440"/>
                  </a:cubicBezTo>
                  <a:lnTo>
                    <a:pt x="89227" y="72949"/>
                  </a:lnTo>
                  <a:cubicBezTo>
                    <a:pt x="77359" y="72949"/>
                    <a:pt x="75410" y="72949"/>
                    <a:pt x="75410" y="64978"/>
                  </a:cubicBezTo>
                  <a:lnTo>
                    <a:pt x="75410" y="32385"/>
                  </a:lnTo>
                  <a:cubicBezTo>
                    <a:pt x="75410" y="13963"/>
                    <a:pt x="87987" y="4043"/>
                    <a:pt x="99323" y="4043"/>
                  </a:cubicBezTo>
                  <a:cubicBezTo>
                    <a:pt x="110483" y="4043"/>
                    <a:pt x="112431" y="13609"/>
                    <a:pt x="112431" y="23706"/>
                  </a:cubicBezTo>
                  <a:lnTo>
                    <a:pt x="112431" y="64978"/>
                  </a:lnTo>
                  <a:cubicBezTo>
                    <a:pt x="112431" y="72949"/>
                    <a:pt x="110483" y="72949"/>
                    <a:pt x="98615" y="72949"/>
                  </a:cubicBezTo>
                  <a:lnTo>
                    <a:pt x="98615" y="78440"/>
                  </a:lnTo>
                  <a:cubicBezTo>
                    <a:pt x="104815" y="78263"/>
                    <a:pt x="113849" y="77909"/>
                    <a:pt x="118631" y="77909"/>
                  </a:cubicBezTo>
                  <a:cubicBezTo>
                    <a:pt x="123237" y="77909"/>
                    <a:pt x="132448" y="78263"/>
                    <a:pt x="138470" y="78440"/>
                  </a:cubicBezTo>
                  <a:lnTo>
                    <a:pt x="138470" y="72949"/>
                  </a:lnTo>
                  <a:cubicBezTo>
                    <a:pt x="129259" y="72949"/>
                    <a:pt x="124831" y="72949"/>
                    <a:pt x="124654" y="67635"/>
                  </a:cubicBezTo>
                  <a:lnTo>
                    <a:pt x="124654" y="33802"/>
                  </a:lnTo>
                  <a:cubicBezTo>
                    <a:pt x="124654" y="18569"/>
                    <a:pt x="124654" y="13077"/>
                    <a:pt x="119163" y="6700"/>
                  </a:cubicBezTo>
                  <a:cubicBezTo>
                    <a:pt x="116683" y="3689"/>
                    <a:pt x="110837" y="146"/>
                    <a:pt x="100563" y="146"/>
                  </a:cubicBezTo>
                  <a:cubicBezTo>
                    <a:pt x="85684" y="146"/>
                    <a:pt x="77890" y="10775"/>
                    <a:pt x="74879" y="17506"/>
                  </a:cubicBezTo>
                  <a:cubicBezTo>
                    <a:pt x="72399" y="2095"/>
                    <a:pt x="59291" y="146"/>
                    <a:pt x="51320" y="146"/>
                  </a:cubicBezTo>
                  <a:cubicBezTo>
                    <a:pt x="38389" y="146"/>
                    <a:pt x="30063" y="7763"/>
                    <a:pt x="25104" y="18746"/>
                  </a:cubicBezTo>
                  <a:lnTo>
                    <a:pt x="25104" y="146"/>
                  </a:lnTo>
                  <a:lnTo>
                    <a:pt x="127" y="2095"/>
                  </a:lnTo>
                  <a:lnTo>
                    <a:pt x="127" y="7586"/>
                  </a:lnTo>
                  <a:cubicBezTo>
                    <a:pt x="12527" y="7586"/>
                    <a:pt x="13944" y="8826"/>
                    <a:pt x="13944" y="17506"/>
                  </a:cubicBezTo>
                  <a:close/>
                </a:path>
              </a:pathLst>
            </a:custGeom>
            <a:solidFill>
              <a:srgbClr val="000000"/>
            </a:solidFill>
            <a:ln w="1773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50" name="任意形状 449">
              <a:extLst>
                <a:ext uri="{FF2B5EF4-FFF2-40B4-BE49-F238E27FC236}">
                  <a16:creationId xmlns:a16="http://schemas.microsoft.com/office/drawing/2014/main" id="{2EFD9813-63FD-EF87-FBEF-8FFFFC4046D4}"/>
                </a:ext>
              </a:extLst>
            </p:cNvPr>
            <p:cNvSpPr/>
            <p:nvPr>
              <p:custDataLst>
                <p:tags r:id="rId146"/>
              </p:custDataLst>
            </p:nvPr>
          </p:nvSpPr>
          <p:spPr>
            <a:xfrm>
              <a:off x="9348409" y="7269147"/>
              <a:ext cx="37907" cy="118503"/>
            </a:xfrm>
            <a:custGeom>
              <a:avLst/>
              <a:gdLst>
                <a:gd name="connsiteX0" fmla="*/ 25643 w 37907"/>
                <a:gd name="connsiteY0" fmla="*/ 40356 h 118503"/>
                <a:gd name="connsiteX1" fmla="*/ 844 w 37907"/>
                <a:gd name="connsiteY1" fmla="*/ 42305 h 118503"/>
                <a:gd name="connsiteX2" fmla="*/ 844 w 37907"/>
                <a:gd name="connsiteY2" fmla="*/ 47796 h 118503"/>
                <a:gd name="connsiteX3" fmla="*/ 13952 w 37907"/>
                <a:gd name="connsiteY3" fmla="*/ 57538 h 118503"/>
                <a:gd name="connsiteX4" fmla="*/ 13952 w 37907"/>
                <a:gd name="connsiteY4" fmla="*/ 105188 h 118503"/>
                <a:gd name="connsiteX5" fmla="*/ 136 w 37907"/>
                <a:gd name="connsiteY5" fmla="*/ 113159 h 118503"/>
                <a:gd name="connsiteX6" fmla="*/ 136 w 37907"/>
                <a:gd name="connsiteY6" fmla="*/ 118650 h 118503"/>
                <a:gd name="connsiteX7" fmla="*/ 19621 w 37907"/>
                <a:gd name="connsiteY7" fmla="*/ 118119 h 118503"/>
                <a:gd name="connsiteX8" fmla="*/ 38043 w 37907"/>
                <a:gd name="connsiteY8" fmla="*/ 118650 h 118503"/>
                <a:gd name="connsiteX9" fmla="*/ 38043 w 37907"/>
                <a:gd name="connsiteY9" fmla="*/ 113159 h 118503"/>
                <a:gd name="connsiteX10" fmla="*/ 25643 w 37907"/>
                <a:gd name="connsiteY10" fmla="*/ 105365 h 118503"/>
                <a:gd name="connsiteX11" fmla="*/ 25643 w 37907"/>
                <a:gd name="connsiteY11" fmla="*/ 40356 h 118503"/>
                <a:gd name="connsiteX12" fmla="*/ 26352 w 37907"/>
                <a:gd name="connsiteY12" fmla="*/ 9535 h 118503"/>
                <a:gd name="connsiteX13" fmla="*/ 16964 w 37907"/>
                <a:gd name="connsiteY13" fmla="*/ 146 h 118503"/>
                <a:gd name="connsiteX14" fmla="*/ 7575 w 37907"/>
                <a:gd name="connsiteY14" fmla="*/ 9535 h 118503"/>
                <a:gd name="connsiteX15" fmla="*/ 16964 w 37907"/>
                <a:gd name="connsiteY15" fmla="*/ 18923 h 118503"/>
                <a:gd name="connsiteX16" fmla="*/ 26352 w 37907"/>
                <a:gd name="connsiteY16" fmla="*/ 9535 h 1185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37907" h="118503">
                  <a:moveTo>
                    <a:pt x="25643" y="40356"/>
                  </a:moveTo>
                  <a:lnTo>
                    <a:pt x="844" y="42305"/>
                  </a:lnTo>
                  <a:lnTo>
                    <a:pt x="844" y="47796"/>
                  </a:lnTo>
                  <a:cubicBezTo>
                    <a:pt x="12358" y="47796"/>
                    <a:pt x="13952" y="48859"/>
                    <a:pt x="13952" y="57538"/>
                  </a:cubicBezTo>
                  <a:lnTo>
                    <a:pt x="13952" y="105188"/>
                  </a:lnTo>
                  <a:cubicBezTo>
                    <a:pt x="13952" y="113159"/>
                    <a:pt x="12004" y="113159"/>
                    <a:pt x="136" y="113159"/>
                  </a:cubicBezTo>
                  <a:lnTo>
                    <a:pt x="136" y="118650"/>
                  </a:lnTo>
                  <a:cubicBezTo>
                    <a:pt x="5804" y="118473"/>
                    <a:pt x="15369" y="118119"/>
                    <a:pt x="19621" y="118119"/>
                  </a:cubicBezTo>
                  <a:cubicBezTo>
                    <a:pt x="25820" y="118119"/>
                    <a:pt x="32020" y="118473"/>
                    <a:pt x="38043" y="118650"/>
                  </a:cubicBezTo>
                  <a:lnTo>
                    <a:pt x="38043" y="113159"/>
                  </a:lnTo>
                  <a:cubicBezTo>
                    <a:pt x="26352" y="113159"/>
                    <a:pt x="25643" y="112273"/>
                    <a:pt x="25643" y="105365"/>
                  </a:cubicBezTo>
                  <a:lnTo>
                    <a:pt x="25643" y="40356"/>
                  </a:lnTo>
                  <a:close/>
                  <a:moveTo>
                    <a:pt x="26352" y="9535"/>
                  </a:moveTo>
                  <a:cubicBezTo>
                    <a:pt x="26352" y="3866"/>
                    <a:pt x="21923" y="146"/>
                    <a:pt x="16964" y="146"/>
                  </a:cubicBezTo>
                  <a:cubicBezTo>
                    <a:pt x="11472" y="146"/>
                    <a:pt x="7575" y="4929"/>
                    <a:pt x="7575" y="9535"/>
                  </a:cubicBezTo>
                  <a:cubicBezTo>
                    <a:pt x="7575" y="14317"/>
                    <a:pt x="11472" y="18923"/>
                    <a:pt x="16964" y="18923"/>
                  </a:cubicBezTo>
                  <a:cubicBezTo>
                    <a:pt x="21923" y="18923"/>
                    <a:pt x="26352" y="15203"/>
                    <a:pt x="26352" y="9535"/>
                  </a:cubicBezTo>
                  <a:close/>
                </a:path>
              </a:pathLst>
            </a:custGeom>
            <a:solidFill>
              <a:srgbClr val="000000"/>
            </a:solidFill>
            <a:ln w="1773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51" name="任意形状 450">
              <a:extLst>
                <a:ext uri="{FF2B5EF4-FFF2-40B4-BE49-F238E27FC236}">
                  <a16:creationId xmlns:a16="http://schemas.microsoft.com/office/drawing/2014/main" id="{275FDAC6-4434-6D63-4F6A-5E6B7EF1BBE8}"/>
                </a:ext>
              </a:extLst>
            </p:cNvPr>
            <p:cNvSpPr/>
            <p:nvPr>
              <p:custDataLst>
                <p:tags r:id="rId147"/>
              </p:custDataLst>
            </p:nvPr>
          </p:nvSpPr>
          <p:spPr>
            <a:xfrm>
              <a:off x="9397614" y="7264719"/>
              <a:ext cx="39324" cy="122932"/>
            </a:xfrm>
            <a:custGeom>
              <a:avLst/>
              <a:gdLst>
                <a:gd name="connsiteX0" fmla="*/ 25646 w 39324"/>
                <a:gd name="connsiteY0" fmla="*/ 146 h 122932"/>
                <a:gd name="connsiteX1" fmla="*/ 138 w 39324"/>
                <a:gd name="connsiteY1" fmla="*/ 2095 h 122932"/>
                <a:gd name="connsiteX2" fmla="*/ 138 w 39324"/>
                <a:gd name="connsiteY2" fmla="*/ 7586 h 122932"/>
                <a:gd name="connsiteX3" fmla="*/ 13955 w 39324"/>
                <a:gd name="connsiteY3" fmla="*/ 17506 h 122932"/>
                <a:gd name="connsiteX4" fmla="*/ 13955 w 39324"/>
                <a:gd name="connsiteY4" fmla="*/ 109616 h 122932"/>
                <a:gd name="connsiteX5" fmla="*/ 138 w 39324"/>
                <a:gd name="connsiteY5" fmla="*/ 117587 h 122932"/>
                <a:gd name="connsiteX6" fmla="*/ 138 w 39324"/>
                <a:gd name="connsiteY6" fmla="*/ 123079 h 122932"/>
                <a:gd name="connsiteX7" fmla="*/ 19801 w 39324"/>
                <a:gd name="connsiteY7" fmla="*/ 122547 h 122932"/>
                <a:gd name="connsiteX8" fmla="*/ 39463 w 39324"/>
                <a:gd name="connsiteY8" fmla="*/ 123079 h 122932"/>
                <a:gd name="connsiteX9" fmla="*/ 39463 w 39324"/>
                <a:gd name="connsiteY9" fmla="*/ 117587 h 122932"/>
                <a:gd name="connsiteX10" fmla="*/ 25646 w 39324"/>
                <a:gd name="connsiteY10" fmla="*/ 109616 h 122932"/>
                <a:gd name="connsiteX11" fmla="*/ 25646 w 39324"/>
                <a:gd name="connsiteY11" fmla="*/ 146 h 1229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9324" h="122932">
                  <a:moveTo>
                    <a:pt x="25646" y="146"/>
                  </a:moveTo>
                  <a:lnTo>
                    <a:pt x="138" y="2095"/>
                  </a:lnTo>
                  <a:lnTo>
                    <a:pt x="138" y="7586"/>
                  </a:lnTo>
                  <a:cubicBezTo>
                    <a:pt x="12538" y="7586"/>
                    <a:pt x="13955" y="8826"/>
                    <a:pt x="13955" y="17506"/>
                  </a:cubicBezTo>
                  <a:lnTo>
                    <a:pt x="13955" y="109616"/>
                  </a:lnTo>
                  <a:cubicBezTo>
                    <a:pt x="13955" y="117587"/>
                    <a:pt x="12007" y="117587"/>
                    <a:pt x="138" y="117587"/>
                  </a:cubicBezTo>
                  <a:lnTo>
                    <a:pt x="138" y="123079"/>
                  </a:lnTo>
                  <a:cubicBezTo>
                    <a:pt x="5984" y="122902"/>
                    <a:pt x="15372" y="122547"/>
                    <a:pt x="19801" y="122547"/>
                  </a:cubicBezTo>
                  <a:cubicBezTo>
                    <a:pt x="24229" y="122547"/>
                    <a:pt x="32909" y="122902"/>
                    <a:pt x="39463" y="123079"/>
                  </a:cubicBezTo>
                  <a:lnTo>
                    <a:pt x="39463" y="117587"/>
                  </a:lnTo>
                  <a:cubicBezTo>
                    <a:pt x="27594" y="117587"/>
                    <a:pt x="25646" y="117587"/>
                    <a:pt x="25646" y="109616"/>
                  </a:cubicBezTo>
                  <a:lnTo>
                    <a:pt x="25646" y="146"/>
                  </a:lnTo>
                  <a:close/>
                </a:path>
              </a:pathLst>
            </a:custGeom>
            <a:solidFill>
              <a:srgbClr val="000000"/>
            </a:solidFill>
            <a:ln w="1773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52" name="任意形状 451">
              <a:extLst>
                <a:ext uri="{FF2B5EF4-FFF2-40B4-BE49-F238E27FC236}">
                  <a16:creationId xmlns:a16="http://schemas.microsoft.com/office/drawing/2014/main" id="{7D72B58A-86F0-4B58-81E3-FDCB95A72FC0}"/>
                </a:ext>
              </a:extLst>
            </p:cNvPr>
            <p:cNvSpPr/>
            <p:nvPr>
              <p:custDataLst>
                <p:tags r:id="rId148"/>
              </p:custDataLst>
            </p:nvPr>
          </p:nvSpPr>
          <p:spPr>
            <a:xfrm>
              <a:off x="9448412" y="7308294"/>
              <a:ext cx="79888" cy="81305"/>
            </a:xfrm>
            <a:custGeom>
              <a:avLst/>
              <a:gdLst>
                <a:gd name="connsiteX0" fmla="*/ 51688 w 79888"/>
                <a:gd name="connsiteY0" fmla="*/ 66041 h 81305"/>
                <a:gd name="connsiteX1" fmla="*/ 65504 w 79888"/>
                <a:gd name="connsiteY1" fmla="*/ 80566 h 81305"/>
                <a:gd name="connsiteX2" fmla="*/ 80029 w 79888"/>
                <a:gd name="connsiteY2" fmla="*/ 63738 h 81305"/>
                <a:gd name="connsiteX3" fmla="*/ 80029 w 79888"/>
                <a:gd name="connsiteY3" fmla="*/ 53819 h 81305"/>
                <a:gd name="connsiteX4" fmla="*/ 75601 w 79888"/>
                <a:gd name="connsiteY4" fmla="*/ 53819 h 81305"/>
                <a:gd name="connsiteX5" fmla="*/ 75601 w 79888"/>
                <a:gd name="connsiteY5" fmla="*/ 63738 h 81305"/>
                <a:gd name="connsiteX6" fmla="*/ 69224 w 79888"/>
                <a:gd name="connsiteY6" fmla="*/ 75075 h 81305"/>
                <a:gd name="connsiteX7" fmla="*/ 62670 w 79888"/>
                <a:gd name="connsiteY7" fmla="*/ 66218 h 81305"/>
                <a:gd name="connsiteX8" fmla="*/ 62670 w 79888"/>
                <a:gd name="connsiteY8" fmla="*/ 30791 h 81305"/>
                <a:gd name="connsiteX9" fmla="*/ 56293 w 79888"/>
                <a:gd name="connsiteY9" fmla="*/ 9889 h 81305"/>
                <a:gd name="connsiteX10" fmla="*/ 32026 w 79888"/>
                <a:gd name="connsiteY10" fmla="*/ 146 h 81305"/>
                <a:gd name="connsiteX11" fmla="*/ 5278 w 79888"/>
                <a:gd name="connsiteY11" fmla="*/ 20163 h 81305"/>
                <a:gd name="connsiteX12" fmla="*/ 13426 w 79888"/>
                <a:gd name="connsiteY12" fmla="*/ 28488 h 81305"/>
                <a:gd name="connsiteX13" fmla="*/ 21575 w 79888"/>
                <a:gd name="connsiteY13" fmla="*/ 20340 h 81305"/>
                <a:gd name="connsiteX14" fmla="*/ 12541 w 79888"/>
                <a:gd name="connsiteY14" fmla="*/ 12192 h 81305"/>
                <a:gd name="connsiteX15" fmla="*/ 31671 w 79888"/>
                <a:gd name="connsiteY15" fmla="*/ 4043 h 81305"/>
                <a:gd name="connsiteX16" fmla="*/ 50448 w 79888"/>
                <a:gd name="connsiteY16" fmla="*/ 26717 h 81305"/>
                <a:gd name="connsiteX17" fmla="*/ 50448 w 79888"/>
                <a:gd name="connsiteY17" fmla="*/ 33271 h 81305"/>
                <a:gd name="connsiteX18" fmla="*/ 17855 w 79888"/>
                <a:gd name="connsiteY18" fmla="*/ 39648 h 81305"/>
                <a:gd name="connsiteX19" fmla="*/ 141 w 79888"/>
                <a:gd name="connsiteY19" fmla="*/ 62675 h 81305"/>
                <a:gd name="connsiteX20" fmla="*/ 28483 w 79888"/>
                <a:gd name="connsiteY20" fmla="*/ 81452 h 81305"/>
                <a:gd name="connsiteX21" fmla="*/ 51688 w 79888"/>
                <a:gd name="connsiteY21" fmla="*/ 66041 h 81305"/>
                <a:gd name="connsiteX22" fmla="*/ 50448 w 79888"/>
                <a:gd name="connsiteY22" fmla="*/ 36991 h 81305"/>
                <a:gd name="connsiteX23" fmla="*/ 50448 w 79888"/>
                <a:gd name="connsiteY23" fmla="*/ 54704 h 81305"/>
                <a:gd name="connsiteX24" fmla="*/ 29723 w 79888"/>
                <a:gd name="connsiteY24" fmla="*/ 77555 h 81305"/>
                <a:gd name="connsiteX25" fmla="*/ 13781 w 79888"/>
                <a:gd name="connsiteY25" fmla="*/ 62498 h 81305"/>
                <a:gd name="connsiteX26" fmla="*/ 50448 w 79888"/>
                <a:gd name="connsiteY26" fmla="*/ 36991 h 813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79888" h="81305">
                  <a:moveTo>
                    <a:pt x="51688" y="66041"/>
                  </a:moveTo>
                  <a:cubicBezTo>
                    <a:pt x="52396" y="73126"/>
                    <a:pt x="57179" y="80566"/>
                    <a:pt x="65504" y="80566"/>
                  </a:cubicBezTo>
                  <a:cubicBezTo>
                    <a:pt x="69224" y="80566"/>
                    <a:pt x="80029" y="78086"/>
                    <a:pt x="80029" y="63738"/>
                  </a:cubicBezTo>
                  <a:lnTo>
                    <a:pt x="80029" y="53819"/>
                  </a:lnTo>
                  <a:lnTo>
                    <a:pt x="75601" y="53819"/>
                  </a:lnTo>
                  <a:lnTo>
                    <a:pt x="75601" y="63738"/>
                  </a:lnTo>
                  <a:cubicBezTo>
                    <a:pt x="75601" y="74012"/>
                    <a:pt x="71173" y="75075"/>
                    <a:pt x="69224" y="75075"/>
                  </a:cubicBezTo>
                  <a:cubicBezTo>
                    <a:pt x="63379" y="75075"/>
                    <a:pt x="62670" y="67104"/>
                    <a:pt x="62670" y="66218"/>
                  </a:cubicBezTo>
                  <a:lnTo>
                    <a:pt x="62670" y="30791"/>
                  </a:lnTo>
                  <a:cubicBezTo>
                    <a:pt x="62670" y="23351"/>
                    <a:pt x="62670" y="16443"/>
                    <a:pt x="56293" y="9889"/>
                  </a:cubicBezTo>
                  <a:cubicBezTo>
                    <a:pt x="49385" y="2981"/>
                    <a:pt x="40528" y="146"/>
                    <a:pt x="32026" y="146"/>
                  </a:cubicBezTo>
                  <a:cubicBezTo>
                    <a:pt x="17501" y="146"/>
                    <a:pt x="5278" y="8472"/>
                    <a:pt x="5278" y="20163"/>
                  </a:cubicBezTo>
                  <a:cubicBezTo>
                    <a:pt x="5278" y="25477"/>
                    <a:pt x="8821" y="28488"/>
                    <a:pt x="13426" y="28488"/>
                  </a:cubicBezTo>
                  <a:cubicBezTo>
                    <a:pt x="18386" y="28488"/>
                    <a:pt x="21575" y="24945"/>
                    <a:pt x="21575" y="20340"/>
                  </a:cubicBezTo>
                  <a:cubicBezTo>
                    <a:pt x="21575" y="18214"/>
                    <a:pt x="20689" y="12369"/>
                    <a:pt x="12541" y="12192"/>
                  </a:cubicBezTo>
                  <a:cubicBezTo>
                    <a:pt x="17323" y="5992"/>
                    <a:pt x="26003" y="4043"/>
                    <a:pt x="31671" y="4043"/>
                  </a:cubicBezTo>
                  <a:cubicBezTo>
                    <a:pt x="40351" y="4043"/>
                    <a:pt x="50448" y="10952"/>
                    <a:pt x="50448" y="26717"/>
                  </a:cubicBezTo>
                  <a:lnTo>
                    <a:pt x="50448" y="33271"/>
                  </a:lnTo>
                  <a:cubicBezTo>
                    <a:pt x="41414" y="33802"/>
                    <a:pt x="29014" y="34334"/>
                    <a:pt x="17855" y="39648"/>
                  </a:cubicBezTo>
                  <a:cubicBezTo>
                    <a:pt x="4570" y="45670"/>
                    <a:pt x="141" y="54881"/>
                    <a:pt x="141" y="62675"/>
                  </a:cubicBezTo>
                  <a:cubicBezTo>
                    <a:pt x="141" y="77023"/>
                    <a:pt x="17323" y="81452"/>
                    <a:pt x="28483" y="81452"/>
                  </a:cubicBezTo>
                  <a:cubicBezTo>
                    <a:pt x="40174" y="81452"/>
                    <a:pt x="48322" y="74366"/>
                    <a:pt x="51688" y="66041"/>
                  </a:cubicBezTo>
                  <a:close/>
                  <a:moveTo>
                    <a:pt x="50448" y="36991"/>
                  </a:moveTo>
                  <a:lnTo>
                    <a:pt x="50448" y="54704"/>
                  </a:lnTo>
                  <a:cubicBezTo>
                    <a:pt x="50448" y="71532"/>
                    <a:pt x="37694" y="77555"/>
                    <a:pt x="29723" y="77555"/>
                  </a:cubicBezTo>
                  <a:cubicBezTo>
                    <a:pt x="21043" y="77555"/>
                    <a:pt x="13781" y="71355"/>
                    <a:pt x="13781" y="62498"/>
                  </a:cubicBezTo>
                  <a:cubicBezTo>
                    <a:pt x="13781" y="52756"/>
                    <a:pt x="21220" y="38054"/>
                    <a:pt x="50448" y="36991"/>
                  </a:cubicBezTo>
                  <a:close/>
                </a:path>
              </a:pathLst>
            </a:custGeom>
            <a:solidFill>
              <a:srgbClr val="000000"/>
            </a:solidFill>
            <a:ln w="1773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53" name="任意形状 452">
              <a:extLst>
                <a:ext uri="{FF2B5EF4-FFF2-40B4-BE49-F238E27FC236}">
                  <a16:creationId xmlns:a16="http://schemas.microsoft.com/office/drawing/2014/main" id="{40652C13-8DF7-B14B-C9D1-534EB06C561D}"/>
                </a:ext>
              </a:extLst>
            </p:cNvPr>
            <p:cNvSpPr/>
            <p:nvPr>
              <p:custDataLst>
                <p:tags r:id="rId149"/>
              </p:custDataLst>
            </p:nvPr>
          </p:nvSpPr>
          <p:spPr>
            <a:xfrm>
              <a:off x="9534501" y="7309357"/>
              <a:ext cx="59517" cy="78294"/>
            </a:xfrm>
            <a:custGeom>
              <a:avLst/>
              <a:gdLst>
                <a:gd name="connsiteX0" fmla="*/ 24768 w 59517"/>
                <a:gd name="connsiteY0" fmla="*/ 19631 h 78294"/>
                <a:gd name="connsiteX1" fmla="*/ 24768 w 59517"/>
                <a:gd name="connsiteY1" fmla="*/ 146 h 78294"/>
                <a:gd name="connsiteX2" fmla="*/ 146 w 59517"/>
                <a:gd name="connsiteY2" fmla="*/ 2095 h 78294"/>
                <a:gd name="connsiteX3" fmla="*/ 146 w 59517"/>
                <a:gd name="connsiteY3" fmla="*/ 7586 h 78294"/>
                <a:gd name="connsiteX4" fmla="*/ 13963 w 59517"/>
                <a:gd name="connsiteY4" fmla="*/ 17506 h 78294"/>
                <a:gd name="connsiteX5" fmla="*/ 13963 w 59517"/>
                <a:gd name="connsiteY5" fmla="*/ 64978 h 78294"/>
                <a:gd name="connsiteX6" fmla="*/ 146 w 59517"/>
                <a:gd name="connsiteY6" fmla="*/ 72949 h 78294"/>
                <a:gd name="connsiteX7" fmla="*/ 146 w 59517"/>
                <a:gd name="connsiteY7" fmla="*/ 78440 h 78294"/>
                <a:gd name="connsiteX8" fmla="*/ 20340 w 59517"/>
                <a:gd name="connsiteY8" fmla="*/ 77909 h 78294"/>
                <a:gd name="connsiteX9" fmla="*/ 42836 w 59517"/>
                <a:gd name="connsiteY9" fmla="*/ 78440 h 78294"/>
                <a:gd name="connsiteX10" fmla="*/ 42836 w 59517"/>
                <a:gd name="connsiteY10" fmla="*/ 72949 h 78294"/>
                <a:gd name="connsiteX11" fmla="*/ 39116 w 59517"/>
                <a:gd name="connsiteY11" fmla="*/ 72949 h 78294"/>
                <a:gd name="connsiteX12" fmla="*/ 25654 w 59517"/>
                <a:gd name="connsiteY12" fmla="*/ 64624 h 78294"/>
                <a:gd name="connsiteX13" fmla="*/ 25654 w 59517"/>
                <a:gd name="connsiteY13" fmla="*/ 37345 h 78294"/>
                <a:gd name="connsiteX14" fmla="*/ 46556 w 59517"/>
                <a:gd name="connsiteY14" fmla="*/ 4043 h 78294"/>
                <a:gd name="connsiteX15" fmla="*/ 48504 w 59517"/>
                <a:gd name="connsiteY15" fmla="*/ 4221 h 78294"/>
                <a:gd name="connsiteX16" fmla="*/ 44430 w 59517"/>
                <a:gd name="connsiteY16" fmla="*/ 11129 h 78294"/>
                <a:gd name="connsiteX17" fmla="*/ 52047 w 59517"/>
                <a:gd name="connsiteY17" fmla="*/ 18746 h 78294"/>
                <a:gd name="connsiteX18" fmla="*/ 59664 w 59517"/>
                <a:gd name="connsiteY18" fmla="*/ 10952 h 78294"/>
                <a:gd name="connsiteX19" fmla="*/ 46556 w 59517"/>
                <a:gd name="connsiteY19" fmla="*/ 146 h 78294"/>
                <a:gd name="connsiteX20" fmla="*/ 24768 w 59517"/>
                <a:gd name="connsiteY20" fmla="*/ 19631 h 78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59517" h="78294">
                  <a:moveTo>
                    <a:pt x="24768" y="19631"/>
                  </a:moveTo>
                  <a:lnTo>
                    <a:pt x="24768" y="146"/>
                  </a:lnTo>
                  <a:lnTo>
                    <a:pt x="146" y="2095"/>
                  </a:lnTo>
                  <a:lnTo>
                    <a:pt x="146" y="7586"/>
                  </a:lnTo>
                  <a:cubicBezTo>
                    <a:pt x="12546" y="7586"/>
                    <a:pt x="13963" y="8826"/>
                    <a:pt x="13963" y="17506"/>
                  </a:cubicBezTo>
                  <a:lnTo>
                    <a:pt x="13963" y="64978"/>
                  </a:lnTo>
                  <a:cubicBezTo>
                    <a:pt x="13963" y="72949"/>
                    <a:pt x="12014" y="72949"/>
                    <a:pt x="146" y="72949"/>
                  </a:cubicBezTo>
                  <a:lnTo>
                    <a:pt x="146" y="78440"/>
                  </a:lnTo>
                  <a:cubicBezTo>
                    <a:pt x="7054" y="78263"/>
                    <a:pt x="15380" y="77909"/>
                    <a:pt x="20340" y="77909"/>
                  </a:cubicBezTo>
                  <a:cubicBezTo>
                    <a:pt x="27425" y="77909"/>
                    <a:pt x="35750" y="77909"/>
                    <a:pt x="42836" y="78440"/>
                  </a:cubicBezTo>
                  <a:lnTo>
                    <a:pt x="42836" y="72949"/>
                  </a:lnTo>
                  <a:lnTo>
                    <a:pt x="39116" y="72949"/>
                  </a:lnTo>
                  <a:cubicBezTo>
                    <a:pt x="26008" y="72949"/>
                    <a:pt x="25654" y="71001"/>
                    <a:pt x="25654" y="64624"/>
                  </a:cubicBezTo>
                  <a:lnTo>
                    <a:pt x="25654" y="37345"/>
                  </a:lnTo>
                  <a:cubicBezTo>
                    <a:pt x="25654" y="19809"/>
                    <a:pt x="33093" y="4043"/>
                    <a:pt x="46556" y="4043"/>
                  </a:cubicBezTo>
                  <a:cubicBezTo>
                    <a:pt x="47796" y="4043"/>
                    <a:pt x="48150" y="4043"/>
                    <a:pt x="48504" y="4221"/>
                  </a:cubicBezTo>
                  <a:cubicBezTo>
                    <a:pt x="47973" y="4398"/>
                    <a:pt x="44430" y="6523"/>
                    <a:pt x="44430" y="11129"/>
                  </a:cubicBezTo>
                  <a:cubicBezTo>
                    <a:pt x="44430" y="16089"/>
                    <a:pt x="48150" y="18746"/>
                    <a:pt x="52047" y="18746"/>
                  </a:cubicBezTo>
                  <a:cubicBezTo>
                    <a:pt x="55235" y="18746"/>
                    <a:pt x="59664" y="16620"/>
                    <a:pt x="59664" y="10952"/>
                  </a:cubicBezTo>
                  <a:cubicBezTo>
                    <a:pt x="59664" y="5283"/>
                    <a:pt x="54173" y="146"/>
                    <a:pt x="46556" y="146"/>
                  </a:cubicBezTo>
                  <a:cubicBezTo>
                    <a:pt x="33625" y="146"/>
                    <a:pt x="27248" y="12015"/>
                    <a:pt x="24768" y="19631"/>
                  </a:cubicBezTo>
                  <a:close/>
                </a:path>
              </a:pathLst>
            </a:custGeom>
            <a:solidFill>
              <a:srgbClr val="000000"/>
            </a:solidFill>
            <a:ln w="1773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54" name="任意形状 453">
              <a:extLst>
                <a:ext uri="{FF2B5EF4-FFF2-40B4-BE49-F238E27FC236}">
                  <a16:creationId xmlns:a16="http://schemas.microsoft.com/office/drawing/2014/main" id="{02A7C05F-AC86-55D4-C97C-1311033FF35D}"/>
                </a:ext>
              </a:extLst>
            </p:cNvPr>
            <p:cNvSpPr/>
            <p:nvPr>
              <p:custDataLst>
                <p:tags r:id="rId150"/>
              </p:custDataLst>
            </p:nvPr>
          </p:nvSpPr>
          <p:spPr>
            <a:xfrm>
              <a:off x="9604765" y="7264719"/>
              <a:ext cx="39324" cy="122932"/>
            </a:xfrm>
            <a:custGeom>
              <a:avLst/>
              <a:gdLst>
                <a:gd name="connsiteX0" fmla="*/ 25658 w 39324"/>
                <a:gd name="connsiteY0" fmla="*/ 146 h 122932"/>
                <a:gd name="connsiteX1" fmla="*/ 150 w 39324"/>
                <a:gd name="connsiteY1" fmla="*/ 2095 h 122932"/>
                <a:gd name="connsiteX2" fmla="*/ 150 w 39324"/>
                <a:gd name="connsiteY2" fmla="*/ 7586 h 122932"/>
                <a:gd name="connsiteX3" fmla="*/ 13967 w 39324"/>
                <a:gd name="connsiteY3" fmla="*/ 17506 h 122932"/>
                <a:gd name="connsiteX4" fmla="*/ 13967 w 39324"/>
                <a:gd name="connsiteY4" fmla="*/ 109616 h 122932"/>
                <a:gd name="connsiteX5" fmla="*/ 150 w 39324"/>
                <a:gd name="connsiteY5" fmla="*/ 117587 h 122932"/>
                <a:gd name="connsiteX6" fmla="*/ 150 w 39324"/>
                <a:gd name="connsiteY6" fmla="*/ 123079 h 122932"/>
                <a:gd name="connsiteX7" fmla="*/ 19812 w 39324"/>
                <a:gd name="connsiteY7" fmla="*/ 122547 h 122932"/>
                <a:gd name="connsiteX8" fmla="*/ 39474 w 39324"/>
                <a:gd name="connsiteY8" fmla="*/ 123079 h 122932"/>
                <a:gd name="connsiteX9" fmla="*/ 39474 w 39324"/>
                <a:gd name="connsiteY9" fmla="*/ 117587 h 122932"/>
                <a:gd name="connsiteX10" fmla="*/ 25658 w 39324"/>
                <a:gd name="connsiteY10" fmla="*/ 109616 h 122932"/>
                <a:gd name="connsiteX11" fmla="*/ 25658 w 39324"/>
                <a:gd name="connsiteY11" fmla="*/ 146 h 1229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9324" h="122932">
                  <a:moveTo>
                    <a:pt x="25658" y="146"/>
                  </a:moveTo>
                  <a:lnTo>
                    <a:pt x="150" y="2095"/>
                  </a:lnTo>
                  <a:lnTo>
                    <a:pt x="150" y="7586"/>
                  </a:lnTo>
                  <a:cubicBezTo>
                    <a:pt x="12550" y="7586"/>
                    <a:pt x="13967" y="8826"/>
                    <a:pt x="13967" y="17506"/>
                  </a:cubicBezTo>
                  <a:lnTo>
                    <a:pt x="13967" y="109616"/>
                  </a:lnTo>
                  <a:cubicBezTo>
                    <a:pt x="13967" y="117587"/>
                    <a:pt x="12018" y="117587"/>
                    <a:pt x="150" y="117587"/>
                  </a:cubicBezTo>
                  <a:lnTo>
                    <a:pt x="150" y="123079"/>
                  </a:lnTo>
                  <a:cubicBezTo>
                    <a:pt x="5996" y="122902"/>
                    <a:pt x="15384" y="122547"/>
                    <a:pt x="19812" y="122547"/>
                  </a:cubicBezTo>
                  <a:cubicBezTo>
                    <a:pt x="24241" y="122547"/>
                    <a:pt x="32920" y="122902"/>
                    <a:pt x="39474" y="123079"/>
                  </a:cubicBezTo>
                  <a:lnTo>
                    <a:pt x="39474" y="117587"/>
                  </a:lnTo>
                  <a:cubicBezTo>
                    <a:pt x="27606" y="117587"/>
                    <a:pt x="25658" y="117587"/>
                    <a:pt x="25658" y="109616"/>
                  </a:cubicBezTo>
                  <a:lnTo>
                    <a:pt x="25658" y="146"/>
                  </a:lnTo>
                  <a:close/>
                </a:path>
              </a:pathLst>
            </a:custGeom>
            <a:solidFill>
              <a:srgbClr val="000000"/>
            </a:solidFill>
            <a:ln w="1773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55" name="任意形状 454">
              <a:extLst>
                <a:ext uri="{FF2B5EF4-FFF2-40B4-BE49-F238E27FC236}">
                  <a16:creationId xmlns:a16="http://schemas.microsoft.com/office/drawing/2014/main" id="{627586F1-762C-C36F-C38D-300481CC4205}"/>
                </a:ext>
              </a:extLst>
            </p:cNvPr>
            <p:cNvSpPr/>
            <p:nvPr>
              <p:custDataLst>
                <p:tags r:id="rId151"/>
              </p:custDataLst>
            </p:nvPr>
          </p:nvSpPr>
          <p:spPr>
            <a:xfrm>
              <a:off x="9651490" y="7311305"/>
              <a:ext cx="86619" cy="112658"/>
            </a:xfrm>
            <a:custGeom>
              <a:avLst/>
              <a:gdLst>
                <a:gd name="connsiteX0" fmla="*/ 70299 w 86619"/>
                <a:gd name="connsiteY0" fmla="*/ 16974 h 112658"/>
                <a:gd name="connsiteX1" fmla="*/ 86772 w 86619"/>
                <a:gd name="connsiteY1" fmla="*/ 5638 h 112658"/>
                <a:gd name="connsiteX2" fmla="*/ 86772 w 86619"/>
                <a:gd name="connsiteY2" fmla="*/ 146 h 112658"/>
                <a:gd name="connsiteX3" fmla="*/ 73487 w 86619"/>
                <a:gd name="connsiteY3" fmla="*/ 678 h 112658"/>
                <a:gd name="connsiteX4" fmla="*/ 58076 w 86619"/>
                <a:gd name="connsiteY4" fmla="*/ 146 h 112658"/>
                <a:gd name="connsiteX5" fmla="*/ 58076 w 86619"/>
                <a:gd name="connsiteY5" fmla="*/ 5638 h 112658"/>
                <a:gd name="connsiteX6" fmla="*/ 66402 w 86619"/>
                <a:gd name="connsiteY6" fmla="*/ 13254 h 112658"/>
                <a:gd name="connsiteX7" fmla="*/ 65339 w 86619"/>
                <a:gd name="connsiteY7" fmla="*/ 17506 h 112658"/>
                <a:gd name="connsiteX8" fmla="*/ 47448 w 86619"/>
                <a:gd name="connsiteY8" fmla="*/ 61081 h 112658"/>
                <a:gd name="connsiteX9" fmla="*/ 27786 w 86619"/>
                <a:gd name="connsiteY9" fmla="*/ 13432 h 112658"/>
                <a:gd name="connsiteX10" fmla="*/ 26723 w 86619"/>
                <a:gd name="connsiteY10" fmla="*/ 10243 h 112658"/>
                <a:gd name="connsiteX11" fmla="*/ 36643 w 86619"/>
                <a:gd name="connsiteY11" fmla="*/ 5638 h 112658"/>
                <a:gd name="connsiteX12" fmla="*/ 36643 w 86619"/>
                <a:gd name="connsiteY12" fmla="*/ 146 h 112658"/>
                <a:gd name="connsiteX13" fmla="*/ 17335 w 86619"/>
                <a:gd name="connsiteY13" fmla="*/ 678 h 112658"/>
                <a:gd name="connsiteX14" fmla="*/ 153 w 86619"/>
                <a:gd name="connsiteY14" fmla="*/ 146 h 112658"/>
                <a:gd name="connsiteX15" fmla="*/ 153 w 86619"/>
                <a:gd name="connsiteY15" fmla="*/ 5638 h 112658"/>
                <a:gd name="connsiteX16" fmla="*/ 14501 w 86619"/>
                <a:gd name="connsiteY16" fmla="*/ 11837 h 112658"/>
                <a:gd name="connsiteX17" fmla="*/ 41071 w 86619"/>
                <a:gd name="connsiteY17" fmla="*/ 76492 h 112658"/>
                <a:gd name="connsiteX18" fmla="*/ 36643 w 86619"/>
                <a:gd name="connsiteY18" fmla="*/ 86943 h 112658"/>
                <a:gd name="connsiteX19" fmla="*/ 16449 w 86619"/>
                <a:gd name="connsiteY19" fmla="*/ 108908 h 112658"/>
                <a:gd name="connsiteX20" fmla="*/ 8124 w 86619"/>
                <a:gd name="connsiteY20" fmla="*/ 105719 h 112658"/>
                <a:gd name="connsiteX21" fmla="*/ 15032 w 86619"/>
                <a:gd name="connsiteY21" fmla="*/ 98280 h 112658"/>
                <a:gd name="connsiteX22" fmla="*/ 7593 w 86619"/>
                <a:gd name="connsiteY22" fmla="*/ 90840 h 112658"/>
                <a:gd name="connsiteX23" fmla="*/ 153 w 86619"/>
                <a:gd name="connsiteY23" fmla="*/ 98457 h 112658"/>
                <a:gd name="connsiteX24" fmla="*/ 16449 w 86619"/>
                <a:gd name="connsiteY24" fmla="*/ 112805 h 112658"/>
                <a:gd name="connsiteX25" fmla="*/ 39123 w 86619"/>
                <a:gd name="connsiteY25" fmla="*/ 92611 h 112658"/>
                <a:gd name="connsiteX26" fmla="*/ 70299 w 86619"/>
                <a:gd name="connsiteY26" fmla="*/ 16974 h 1126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86619" h="112658">
                  <a:moveTo>
                    <a:pt x="70299" y="16974"/>
                  </a:moveTo>
                  <a:cubicBezTo>
                    <a:pt x="74904" y="5815"/>
                    <a:pt x="83938" y="5638"/>
                    <a:pt x="86772" y="5638"/>
                  </a:cubicBezTo>
                  <a:lnTo>
                    <a:pt x="86772" y="146"/>
                  </a:lnTo>
                  <a:cubicBezTo>
                    <a:pt x="82698" y="501"/>
                    <a:pt x="77561" y="678"/>
                    <a:pt x="73487" y="678"/>
                  </a:cubicBezTo>
                  <a:cubicBezTo>
                    <a:pt x="70299" y="678"/>
                    <a:pt x="61973" y="324"/>
                    <a:pt x="58076" y="146"/>
                  </a:cubicBezTo>
                  <a:lnTo>
                    <a:pt x="58076" y="5638"/>
                  </a:lnTo>
                  <a:cubicBezTo>
                    <a:pt x="63567" y="5815"/>
                    <a:pt x="66402" y="8826"/>
                    <a:pt x="66402" y="13254"/>
                  </a:cubicBezTo>
                  <a:cubicBezTo>
                    <a:pt x="66402" y="15026"/>
                    <a:pt x="66225" y="15380"/>
                    <a:pt x="65339" y="17506"/>
                  </a:cubicBezTo>
                  <a:lnTo>
                    <a:pt x="47448" y="61081"/>
                  </a:lnTo>
                  <a:lnTo>
                    <a:pt x="27786" y="13432"/>
                  </a:lnTo>
                  <a:cubicBezTo>
                    <a:pt x="27077" y="11660"/>
                    <a:pt x="26723" y="10952"/>
                    <a:pt x="26723" y="10243"/>
                  </a:cubicBezTo>
                  <a:cubicBezTo>
                    <a:pt x="26723" y="5638"/>
                    <a:pt x="33277" y="5638"/>
                    <a:pt x="36643" y="5638"/>
                  </a:cubicBezTo>
                  <a:lnTo>
                    <a:pt x="36643" y="146"/>
                  </a:lnTo>
                  <a:cubicBezTo>
                    <a:pt x="32037" y="324"/>
                    <a:pt x="20346" y="678"/>
                    <a:pt x="17335" y="678"/>
                  </a:cubicBezTo>
                  <a:cubicBezTo>
                    <a:pt x="12552" y="678"/>
                    <a:pt x="5467" y="501"/>
                    <a:pt x="153" y="146"/>
                  </a:cubicBezTo>
                  <a:lnTo>
                    <a:pt x="153" y="5638"/>
                  </a:lnTo>
                  <a:cubicBezTo>
                    <a:pt x="8655" y="5638"/>
                    <a:pt x="12021" y="5638"/>
                    <a:pt x="14501" y="11837"/>
                  </a:cubicBezTo>
                  <a:lnTo>
                    <a:pt x="41071" y="76492"/>
                  </a:lnTo>
                  <a:cubicBezTo>
                    <a:pt x="40186" y="78795"/>
                    <a:pt x="37706" y="84640"/>
                    <a:pt x="36643" y="86943"/>
                  </a:cubicBezTo>
                  <a:cubicBezTo>
                    <a:pt x="32746" y="96685"/>
                    <a:pt x="27786" y="108908"/>
                    <a:pt x="16449" y="108908"/>
                  </a:cubicBezTo>
                  <a:cubicBezTo>
                    <a:pt x="15564" y="108908"/>
                    <a:pt x="11490" y="108908"/>
                    <a:pt x="8124" y="105719"/>
                  </a:cubicBezTo>
                  <a:cubicBezTo>
                    <a:pt x="13615" y="105011"/>
                    <a:pt x="15032" y="101114"/>
                    <a:pt x="15032" y="98280"/>
                  </a:cubicBezTo>
                  <a:cubicBezTo>
                    <a:pt x="15032" y="93674"/>
                    <a:pt x="11667" y="90840"/>
                    <a:pt x="7593" y="90840"/>
                  </a:cubicBezTo>
                  <a:cubicBezTo>
                    <a:pt x="4050" y="90840"/>
                    <a:pt x="153" y="93143"/>
                    <a:pt x="153" y="98457"/>
                  </a:cubicBezTo>
                  <a:cubicBezTo>
                    <a:pt x="153" y="106428"/>
                    <a:pt x="7593" y="112805"/>
                    <a:pt x="16449" y="112805"/>
                  </a:cubicBezTo>
                  <a:cubicBezTo>
                    <a:pt x="27609" y="112805"/>
                    <a:pt x="34871" y="102708"/>
                    <a:pt x="39123" y="92611"/>
                  </a:cubicBezTo>
                  <a:lnTo>
                    <a:pt x="70299" y="16974"/>
                  </a:lnTo>
                  <a:close/>
                </a:path>
              </a:pathLst>
            </a:custGeom>
            <a:solidFill>
              <a:srgbClr val="000000"/>
            </a:solidFill>
            <a:ln w="1773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56" name="任意形状 455">
              <a:extLst>
                <a:ext uri="{FF2B5EF4-FFF2-40B4-BE49-F238E27FC236}">
                  <a16:creationId xmlns:a16="http://schemas.microsoft.com/office/drawing/2014/main" id="{540F8920-4CBC-8997-7083-AA1509FF76D1}"/>
                </a:ext>
              </a:extLst>
            </p:cNvPr>
            <p:cNvSpPr/>
            <p:nvPr>
              <p:custDataLst>
                <p:tags r:id="rId152"/>
              </p:custDataLst>
            </p:nvPr>
          </p:nvSpPr>
          <p:spPr>
            <a:xfrm>
              <a:off x="9805618" y="7309357"/>
              <a:ext cx="87327" cy="112658"/>
            </a:xfrm>
            <a:custGeom>
              <a:avLst/>
              <a:gdLst>
                <a:gd name="connsiteX0" fmla="*/ 25669 w 87327"/>
                <a:gd name="connsiteY0" fmla="*/ 11837 h 112658"/>
                <a:gd name="connsiteX1" fmla="*/ 25669 w 87327"/>
                <a:gd name="connsiteY1" fmla="*/ 146 h 112658"/>
                <a:gd name="connsiteX2" fmla="*/ 161 w 87327"/>
                <a:gd name="connsiteY2" fmla="*/ 2095 h 112658"/>
                <a:gd name="connsiteX3" fmla="*/ 161 w 87327"/>
                <a:gd name="connsiteY3" fmla="*/ 7586 h 112658"/>
                <a:gd name="connsiteX4" fmla="*/ 13978 w 87327"/>
                <a:gd name="connsiteY4" fmla="*/ 16443 h 112658"/>
                <a:gd name="connsiteX5" fmla="*/ 13978 w 87327"/>
                <a:gd name="connsiteY5" fmla="*/ 99342 h 112658"/>
                <a:gd name="connsiteX6" fmla="*/ 161 w 87327"/>
                <a:gd name="connsiteY6" fmla="*/ 107314 h 112658"/>
                <a:gd name="connsiteX7" fmla="*/ 161 w 87327"/>
                <a:gd name="connsiteY7" fmla="*/ 112805 h 112658"/>
                <a:gd name="connsiteX8" fmla="*/ 20001 w 87327"/>
                <a:gd name="connsiteY8" fmla="*/ 112273 h 112658"/>
                <a:gd name="connsiteX9" fmla="*/ 40017 w 87327"/>
                <a:gd name="connsiteY9" fmla="*/ 112805 h 112658"/>
                <a:gd name="connsiteX10" fmla="*/ 40017 w 87327"/>
                <a:gd name="connsiteY10" fmla="*/ 107314 h 112658"/>
                <a:gd name="connsiteX11" fmla="*/ 26200 w 87327"/>
                <a:gd name="connsiteY11" fmla="*/ 99342 h 112658"/>
                <a:gd name="connsiteX12" fmla="*/ 26200 w 87327"/>
                <a:gd name="connsiteY12" fmla="*/ 69584 h 112658"/>
                <a:gd name="connsiteX13" fmla="*/ 26200 w 87327"/>
                <a:gd name="connsiteY13" fmla="*/ 67989 h 112658"/>
                <a:gd name="connsiteX14" fmla="*/ 47988 w 87327"/>
                <a:gd name="connsiteY14" fmla="*/ 80389 h 112658"/>
                <a:gd name="connsiteX15" fmla="*/ 87489 w 87327"/>
                <a:gd name="connsiteY15" fmla="*/ 40179 h 112658"/>
                <a:gd name="connsiteX16" fmla="*/ 50468 w 87327"/>
                <a:gd name="connsiteY16" fmla="*/ 146 h 112658"/>
                <a:gd name="connsiteX17" fmla="*/ 25669 w 87327"/>
                <a:gd name="connsiteY17" fmla="*/ 11837 h 112658"/>
                <a:gd name="connsiteX18" fmla="*/ 26200 w 87327"/>
                <a:gd name="connsiteY18" fmla="*/ 58247 h 112658"/>
                <a:gd name="connsiteX19" fmla="*/ 26200 w 87327"/>
                <a:gd name="connsiteY19" fmla="*/ 18746 h 112658"/>
                <a:gd name="connsiteX20" fmla="*/ 49051 w 87327"/>
                <a:gd name="connsiteY20" fmla="*/ 4575 h 112658"/>
                <a:gd name="connsiteX21" fmla="*/ 72787 w 87327"/>
                <a:gd name="connsiteY21" fmla="*/ 40179 h 112658"/>
                <a:gd name="connsiteX22" fmla="*/ 47280 w 87327"/>
                <a:gd name="connsiteY22" fmla="*/ 76492 h 112658"/>
                <a:gd name="connsiteX23" fmla="*/ 28680 w 87327"/>
                <a:gd name="connsiteY23" fmla="*/ 65687 h 112658"/>
                <a:gd name="connsiteX24" fmla="*/ 26200 w 87327"/>
                <a:gd name="connsiteY24" fmla="*/ 58247 h 1126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87327" h="112658">
                  <a:moveTo>
                    <a:pt x="25669" y="11837"/>
                  </a:moveTo>
                  <a:lnTo>
                    <a:pt x="25669" y="146"/>
                  </a:lnTo>
                  <a:lnTo>
                    <a:pt x="161" y="2095"/>
                  </a:lnTo>
                  <a:lnTo>
                    <a:pt x="161" y="7586"/>
                  </a:lnTo>
                  <a:cubicBezTo>
                    <a:pt x="12738" y="7586"/>
                    <a:pt x="13978" y="8649"/>
                    <a:pt x="13978" y="16443"/>
                  </a:cubicBezTo>
                  <a:lnTo>
                    <a:pt x="13978" y="99342"/>
                  </a:lnTo>
                  <a:cubicBezTo>
                    <a:pt x="13978" y="107314"/>
                    <a:pt x="12030" y="107314"/>
                    <a:pt x="161" y="107314"/>
                  </a:cubicBezTo>
                  <a:lnTo>
                    <a:pt x="161" y="112805"/>
                  </a:lnTo>
                  <a:cubicBezTo>
                    <a:pt x="6184" y="112628"/>
                    <a:pt x="15395" y="112273"/>
                    <a:pt x="20001" y="112273"/>
                  </a:cubicBezTo>
                  <a:cubicBezTo>
                    <a:pt x="24783" y="112273"/>
                    <a:pt x="33817" y="112628"/>
                    <a:pt x="40017" y="112805"/>
                  </a:cubicBezTo>
                  <a:lnTo>
                    <a:pt x="40017" y="107314"/>
                  </a:lnTo>
                  <a:cubicBezTo>
                    <a:pt x="28149" y="107314"/>
                    <a:pt x="26200" y="107314"/>
                    <a:pt x="26200" y="99342"/>
                  </a:cubicBezTo>
                  <a:lnTo>
                    <a:pt x="26200" y="69584"/>
                  </a:lnTo>
                  <a:lnTo>
                    <a:pt x="26200" y="67989"/>
                  </a:lnTo>
                  <a:cubicBezTo>
                    <a:pt x="27086" y="70824"/>
                    <a:pt x="34526" y="80389"/>
                    <a:pt x="47988" y="80389"/>
                  </a:cubicBezTo>
                  <a:cubicBezTo>
                    <a:pt x="69067" y="80389"/>
                    <a:pt x="87489" y="63030"/>
                    <a:pt x="87489" y="40179"/>
                  </a:cubicBezTo>
                  <a:cubicBezTo>
                    <a:pt x="87489" y="17683"/>
                    <a:pt x="70307" y="146"/>
                    <a:pt x="50468" y="146"/>
                  </a:cubicBezTo>
                  <a:cubicBezTo>
                    <a:pt x="36651" y="146"/>
                    <a:pt x="29212" y="7940"/>
                    <a:pt x="25669" y="11837"/>
                  </a:cubicBezTo>
                  <a:close/>
                  <a:moveTo>
                    <a:pt x="26200" y="58247"/>
                  </a:moveTo>
                  <a:lnTo>
                    <a:pt x="26200" y="18746"/>
                  </a:lnTo>
                  <a:cubicBezTo>
                    <a:pt x="31337" y="9712"/>
                    <a:pt x="40017" y="4575"/>
                    <a:pt x="49051" y="4575"/>
                  </a:cubicBezTo>
                  <a:cubicBezTo>
                    <a:pt x="61982" y="4575"/>
                    <a:pt x="72787" y="20163"/>
                    <a:pt x="72787" y="40179"/>
                  </a:cubicBezTo>
                  <a:cubicBezTo>
                    <a:pt x="72787" y="61613"/>
                    <a:pt x="60388" y="76492"/>
                    <a:pt x="47280" y="76492"/>
                  </a:cubicBezTo>
                  <a:cubicBezTo>
                    <a:pt x="40194" y="76492"/>
                    <a:pt x="33463" y="72949"/>
                    <a:pt x="28680" y="65687"/>
                  </a:cubicBezTo>
                  <a:cubicBezTo>
                    <a:pt x="26200" y="61967"/>
                    <a:pt x="26200" y="61790"/>
                    <a:pt x="26200" y="58247"/>
                  </a:cubicBezTo>
                  <a:close/>
                </a:path>
              </a:pathLst>
            </a:custGeom>
            <a:solidFill>
              <a:srgbClr val="000000"/>
            </a:solidFill>
            <a:ln w="1773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57" name="任意形状 456">
              <a:extLst>
                <a:ext uri="{FF2B5EF4-FFF2-40B4-BE49-F238E27FC236}">
                  <a16:creationId xmlns:a16="http://schemas.microsoft.com/office/drawing/2014/main" id="{07DB9789-99C1-33B8-90C9-26B760504257}"/>
                </a:ext>
              </a:extLst>
            </p:cNvPr>
            <p:cNvSpPr/>
            <p:nvPr>
              <p:custDataLst>
                <p:tags r:id="rId153"/>
              </p:custDataLst>
            </p:nvPr>
          </p:nvSpPr>
          <p:spPr>
            <a:xfrm>
              <a:off x="9908947" y="7308294"/>
              <a:ext cx="68551" cy="81305"/>
            </a:xfrm>
            <a:custGeom>
              <a:avLst/>
              <a:gdLst>
                <a:gd name="connsiteX0" fmla="*/ 15047 w 68551"/>
                <a:gd name="connsiteY0" fmla="*/ 34865 h 81305"/>
                <a:gd name="connsiteX1" fmla="*/ 37011 w 68551"/>
                <a:gd name="connsiteY1" fmla="*/ 4043 h 81305"/>
                <a:gd name="connsiteX2" fmla="*/ 57028 w 68551"/>
                <a:gd name="connsiteY2" fmla="*/ 34865 h 81305"/>
                <a:gd name="connsiteX3" fmla="*/ 15047 w 68551"/>
                <a:gd name="connsiteY3" fmla="*/ 34865 h 81305"/>
                <a:gd name="connsiteX4" fmla="*/ 14870 w 68551"/>
                <a:gd name="connsiteY4" fmla="*/ 38585 h 81305"/>
                <a:gd name="connsiteX5" fmla="*/ 64290 w 68551"/>
                <a:gd name="connsiteY5" fmla="*/ 38585 h 81305"/>
                <a:gd name="connsiteX6" fmla="*/ 68719 w 68551"/>
                <a:gd name="connsiteY6" fmla="*/ 34865 h 81305"/>
                <a:gd name="connsiteX7" fmla="*/ 37011 w 68551"/>
                <a:gd name="connsiteY7" fmla="*/ 146 h 81305"/>
                <a:gd name="connsiteX8" fmla="*/ 167 w 68551"/>
                <a:gd name="connsiteY8" fmla="*/ 40533 h 81305"/>
                <a:gd name="connsiteX9" fmla="*/ 39137 w 68551"/>
                <a:gd name="connsiteY9" fmla="*/ 81452 h 81305"/>
                <a:gd name="connsiteX10" fmla="*/ 68719 w 68551"/>
                <a:gd name="connsiteY10" fmla="*/ 58424 h 81305"/>
                <a:gd name="connsiteX11" fmla="*/ 66416 w 68551"/>
                <a:gd name="connsiteY11" fmla="*/ 56298 h 81305"/>
                <a:gd name="connsiteX12" fmla="*/ 64113 w 68551"/>
                <a:gd name="connsiteY12" fmla="*/ 58778 h 81305"/>
                <a:gd name="connsiteX13" fmla="*/ 40200 w 68551"/>
                <a:gd name="connsiteY13" fmla="*/ 77023 h 81305"/>
                <a:gd name="connsiteX14" fmla="*/ 20184 w 68551"/>
                <a:gd name="connsiteY14" fmla="*/ 65155 h 81305"/>
                <a:gd name="connsiteX15" fmla="*/ 14870 w 68551"/>
                <a:gd name="connsiteY15" fmla="*/ 38585 h 813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68551" h="81305">
                  <a:moveTo>
                    <a:pt x="15047" y="34865"/>
                  </a:moveTo>
                  <a:cubicBezTo>
                    <a:pt x="16109" y="8472"/>
                    <a:pt x="30989" y="4043"/>
                    <a:pt x="37011" y="4043"/>
                  </a:cubicBezTo>
                  <a:cubicBezTo>
                    <a:pt x="55256" y="4043"/>
                    <a:pt x="57028" y="27957"/>
                    <a:pt x="57028" y="34865"/>
                  </a:cubicBezTo>
                  <a:lnTo>
                    <a:pt x="15047" y="34865"/>
                  </a:lnTo>
                  <a:close/>
                  <a:moveTo>
                    <a:pt x="14870" y="38585"/>
                  </a:moveTo>
                  <a:lnTo>
                    <a:pt x="64290" y="38585"/>
                  </a:lnTo>
                  <a:cubicBezTo>
                    <a:pt x="68187" y="38585"/>
                    <a:pt x="68719" y="38585"/>
                    <a:pt x="68719" y="34865"/>
                  </a:cubicBezTo>
                  <a:cubicBezTo>
                    <a:pt x="68719" y="17329"/>
                    <a:pt x="59153" y="146"/>
                    <a:pt x="37011" y="146"/>
                  </a:cubicBezTo>
                  <a:cubicBezTo>
                    <a:pt x="16464" y="146"/>
                    <a:pt x="167" y="18391"/>
                    <a:pt x="167" y="40533"/>
                  </a:cubicBezTo>
                  <a:cubicBezTo>
                    <a:pt x="167" y="64270"/>
                    <a:pt x="18767" y="81452"/>
                    <a:pt x="39137" y="81452"/>
                  </a:cubicBezTo>
                  <a:cubicBezTo>
                    <a:pt x="60748" y="81452"/>
                    <a:pt x="68719" y="61790"/>
                    <a:pt x="68719" y="58424"/>
                  </a:cubicBezTo>
                  <a:cubicBezTo>
                    <a:pt x="68719" y="56653"/>
                    <a:pt x="67302" y="56298"/>
                    <a:pt x="66416" y="56298"/>
                  </a:cubicBezTo>
                  <a:cubicBezTo>
                    <a:pt x="64822" y="56298"/>
                    <a:pt x="64468" y="57361"/>
                    <a:pt x="64113" y="58778"/>
                  </a:cubicBezTo>
                  <a:cubicBezTo>
                    <a:pt x="57914" y="77023"/>
                    <a:pt x="41971" y="77023"/>
                    <a:pt x="40200" y="77023"/>
                  </a:cubicBezTo>
                  <a:cubicBezTo>
                    <a:pt x="31343" y="77023"/>
                    <a:pt x="24258" y="71709"/>
                    <a:pt x="20184" y="65155"/>
                  </a:cubicBezTo>
                  <a:cubicBezTo>
                    <a:pt x="14870" y="56653"/>
                    <a:pt x="14870" y="44962"/>
                    <a:pt x="14870" y="38585"/>
                  </a:cubicBezTo>
                  <a:close/>
                </a:path>
              </a:pathLst>
            </a:custGeom>
            <a:solidFill>
              <a:srgbClr val="000000"/>
            </a:solidFill>
            <a:ln w="1773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58" name="任意形状 457">
              <a:extLst>
                <a:ext uri="{FF2B5EF4-FFF2-40B4-BE49-F238E27FC236}">
                  <a16:creationId xmlns:a16="http://schemas.microsoft.com/office/drawing/2014/main" id="{E1741943-CB20-3044-4E71-334689918CED}"/>
                </a:ext>
              </a:extLst>
            </p:cNvPr>
            <p:cNvSpPr/>
            <p:nvPr>
              <p:custDataLst>
                <p:tags r:id="rId154"/>
              </p:custDataLst>
            </p:nvPr>
          </p:nvSpPr>
          <p:spPr>
            <a:xfrm>
              <a:off x="9987675" y="7309357"/>
              <a:ext cx="59517" cy="78294"/>
            </a:xfrm>
            <a:custGeom>
              <a:avLst/>
              <a:gdLst>
                <a:gd name="connsiteX0" fmla="*/ 24794 w 59517"/>
                <a:gd name="connsiteY0" fmla="*/ 19631 h 78294"/>
                <a:gd name="connsiteX1" fmla="*/ 24794 w 59517"/>
                <a:gd name="connsiteY1" fmla="*/ 146 h 78294"/>
                <a:gd name="connsiteX2" fmla="*/ 172 w 59517"/>
                <a:gd name="connsiteY2" fmla="*/ 2095 h 78294"/>
                <a:gd name="connsiteX3" fmla="*/ 172 w 59517"/>
                <a:gd name="connsiteY3" fmla="*/ 7586 h 78294"/>
                <a:gd name="connsiteX4" fmla="*/ 13988 w 59517"/>
                <a:gd name="connsiteY4" fmla="*/ 17506 h 78294"/>
                <a:gd name="connsiteX5" fmla="*/ 13988 w 59517"/>
                <a:gd name="connsiteY5" fmla="*/ 64978 h 78294"/>
                <a:gd name="connsiteX6" fmla="*/ 172 w 59517"/>
                <a:gd name="connsiteY6" fmla="*/ 72949 h 78294"/>
                <a:gd name="connsiteX7" fmla="*/ 172 w 59517"/>
                <a:gd name="connsiteY7" fmla="*/ 78440 h 78294"/>
                <a:gd name="connsiteX8" fmla="*/ 20365 w 59517"/>
                <a:gd name="connsiteY8" fmla="*/ 77909 h 78294"/>
                <a:gd name="connsiteX9" fmla="*/ 42861 w 59517"/>
                <a:gd name="connsiteY9" fmla="*/ 78440 h 78294"/>
                <a:gd name="connsiteX10" fmla="*/ 42861 w 59517"/>
                <a:gd name="connsiteY10" fmla="*/ 72949 h 78294"/>
                <a:gd name="connsiteX11" fmla="*/ 39142 w 59517"/>
                <a:gd name="connsiteY11" fmla="*/ 72949 h 78294"/>
                <a:gd name="connsiteX12" fmla="*/ 25679 w 59517"/>
                <a:gd name="connsiteY12" fmla="*/ 64624 h 78294"/>
                <a:gd name="connsiteX13" fmla="*/ 25679 w 59517"/>
                <a:gd name="connsiteY13" fmla="*/ 37345 h 78294"/>
                <a:gd name="connsiteX14" fmla="*/ 46581 w 59517"/>
                <a:gd name="connsiteY14" fmla="*/ 4043 h 78294"/>
                <a:gd name="connsiteX15" fmla="*/ 48530 w 59517"/>
                <a:gd name="connsiteY15" fmla="*/ 4221 h 78294"/>
                <a:gd name="connsiteX16" fmla="*/ 44456 w 59517"/>
                <a:gd name="connsiteY16" fmla="*/ 11129 h 78294"/>
                <a:gd name="connsiteX17" fmla="*/ 52072 w 59517"/>
                <a:gd name="connsiteY17" fmla="*/ 18746 h 78294"/>
                <a:gd name="connsiteX18" fmla="*/ 59689 w 59517"/>
                <a:gd name="connsiteY18" fmla="*/ 10952 h 78294"/>
                <a:gd name="connsiteX19" fmla="*/ 46581 w 59517"/>
                <a:gd name="connsiteY19" fmla="*/ 146 h 78294"/>
                <a:gd name="connsiteX20" fmla="*/ 24794 w 59517"/>
                <a:gd name="connsiteY20" fmla="*/ 19631 h 78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59517" h="78294">
                  <a:moveTo>
                    <a:pt x="24794" y="19631"/>
                  </a:moveTo>
                  <a:lnTo>
                    <a:pt x="24794" y="146"/>
                  </a:lnTo>
                  <a:lnTo>
                    <a:pt x="172" y="2095"/>
                  </a:lnTo>
                  <a:lnTo>
                    <a:pt x="172" y="7586"/>
                  </a:lnTo>
                  <a:cubicBezTo>
                    <a:pt x="12571" y="7586"/>
                    <a:pt x="13988" y="8826"/>
                    <a:pt x="13988" y="17506"/>
                  </a:cubicBezTo>
                  <a:lnTo>
                    <a:pt x="13988" y="64978"/>
                  </a:lnTo>
                  <a:cubicBezTo>
                    <a:pt x="13988" y="72949"/>
                    <a:pt x="12040" y="72949"/>
                    <a:pt x="172" y="72949"/>
                  </a:cubicBezTo>
                  <a:lnTo>
                    <a:pt x="172" y="78440"/>
                  </a:lnTo>
                  <a:cubicBezTo>
                    <a:pt x="7080" y="78263"/>
                    <a:pt x="15405" y="77909"/>
                    <a:pt x="20365" y="77909"/>
                  </a:cubicBezTo>
                  <a:cubicBezTo>
                    <a:pt x="27451" y="77909"/>
                    <a:pt x="35776" y="77909"/>
                    <a:pt x="42861" y="78440"/>
                  </a:cubicBezTo>
                  <a:lnTo>
                    <a:pt x="42861" y="72949"/>
                  </a:lnTo>
                  <a:lnTo>
                    <a:pt x="39142" y="72949"/>
                  </a:lnTo>
                  <a:cubicBezTo>
                    <a:pt x="26033" y="72949"/>
                    <a:pt x="25679" y="71001"/>
                    <a:pt x="25679" y="64624"/>
                  </a:cubicBezTo>
                  <a:lnTo>
                    <a:pt x="25679" y="37345"/>
                  </a:lnTo>
                  <a:cubicBezTo>
                    <a:pt x="25679" y="19809"/>
                    <a:pt x="33119" y="4043"/>
                    <a:pt x="46581" y="4043"/>
                  </a:cubicBezTo>
                  <a:cubicBezTo>
                    <a:pt x="47821" y="4043"/>
                    <a:pt x="48175" y="4043"/>
                    <a:pt x="48530" y="4221"/>
                  </a:cubicBezTo>
                  <a:cubicBezTo>
                    <a:pt x="47998" y="4398"/>
                    <a:pt x="44456" y="6523"/>
                    <a:pt x="44456" y="11129"/>
                  </a:cubicBezTo>
                  <a:cubicBezTo>
                    <a:pt x="44456" y="16089"/>
                    <a:pt x="48175" y="18746"/>
                    <a:pt x="52072" y="18746"/>
                  </a:cubicBezTo>
                  <a:cubicBezTo>
                    <a:pt x="55261" y="18746"/>
                    <a:pt x="59689" y="16620"/>
                    <a:pt x="59689" y="10952"/>
                  </a:cubicBezTo>
                  <a:cubicBezTo>
                    <a:pt x="59689" y="5283"/>
                    <a:pt x="54198" y="146"/>
                    <a:pt x="46581" y="146"/>
                  </a:cubicBezTo>
                  <a:cubicBezTo>
                    <a:pt x="33650" y="146"/>
                    <a:pt x="27273" y="12015"/>
                    <a:pt x="24794" y="19631"/>
                  </a:cubicBezTo>
                  <a:close/>
                </a:path>
              </a:pathLst>
            </a:custGeom>
            <a:solidFill>
              <a:srgbClr val="000000"/>
            </a:solidFill>
            <a:ln w="1773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59" name="任意形状 458">
              <a:extLst>
                <a:ext uri="{FF2B5EF4-FFF2-40B4-BE49-F238E27FC236}">
                  <a16:creationId xmlns:a16="http://schemas.microsoft.com/office/drawing/2014/main" id="{FD7B5AEB-D62D-0519-3EA1-B68E17DE2F72}"/>
                </a:ext>
              </a:extLst>
            </p:cNvPr>
            <p:cNvSpPr/>
            <p:nvPr>
              <p:custDataLst>
                <p:tags r:id="rId155"/>
              </p:custDataLst>
            </p:nvPr>
          </p:nvSpPr>
          <p:spPr>
            <a:xfrm>
              <a:off x="10057939" y="7262770"/>
              <a:ext cx="57391" cy="124880"/>
            </a:xfrm>
            <a:custGeom>
              <a:avLst/>
              <a:gdLst>
                <a:gd name="connsiteX0" fmla="*/ 25329 w 57391"/>
                <a:gd name="connsiteY0" fmla="*/ 48682 h 124880"/>
                <a:gd name="connsiteX1" fmla="*/ 25329 w 57391"/>
                <a:gd name="connsiteY1" fmla="*/ 28134 h 124880"/>
                <a:gd name="connsiteX2" fmla="*/ 41625 w 57391"/>
                <a:gd name="connsiteY2" fmla="*/ 4043 h 124880"/>
                <a:gd name="connsiteX3" fmla="*/ 47471 w 57391"/>
                <a:gd name="connsiteY3" fmla="*/ 5283 h 124880"/>
                <a:gd name="connsiteX4" fmla="*/ 42157 w 57391"/>
                <a:gd name="connsiteY4" fmla="*/ 12723 h 124880"/>
                <a:gd name="connsiteX5" fmla="*/ 49774 w 57391"/>
                <a:gd name="connsiteY5" fmla="*/ 20340 h 124880"/>
                <a:gd name="connsiteX6" fmla="*/ 57568 w 57391"/>
                <a:gd name="connsiteY6" fmla="*/ 12546 h 124880"/>
                <a:gd name="connsiteX7" fmla="*/ 41625 w 57391"/>
                <a:gd name="connsiteY7" fmla="*/ 146 h 124880"/>
                <a:gd name="connsiteX8" fmla="*/ 14169 w 57391"/>
                <a:gd name="connsiteY8" fmla="*/ 28311 h 124880"/>
                <a:gd name="connsiteX9" fmla="*/ 14169 w 57391"/>
                <a:gd name="connsiteY9" fmla="*/ 48682 h 124880"/>
                <a:gd name="connsiteX10" fmla="*/ 176 w 57391"/>
                <a:gd name="connsiteY10" fmla="*/ 48682 h 124880"/>
                <a:gd name="connsiteX11" fmla="*/ 176 w 57391"/>
                <a:gd name="connsiteY11" fmla="*/ 54173 h 124880"/>
                <a:gd name="connsiteX12" fmla="*/ 14169 w 57391"/>
                <a:gd name="connsiteY12" fmla="*/ 54173 h 124880"/>
                <a:gd name="connsiteX13" fmla="*/ 14169 w 57391"/>
                <a:gd name="connsiteY13" fmla="*/ 111565 h 124880"/>
                <a:gd name="connsiteX14" fmla="*/ 353 w 57391"/>
                <a:gd name="connsiteY14" fmla="*/ 119536 h 124880"/>
                <a:gd name="connsiteX15" fmla="*/ 353 w 57391"/>
                <a:gd name="connsiteY15" fmla="*/ 125027 h 124880"/>
                <a:gd name="connsiteX16" fmla="*/ 20546 w 57391"/>
                <a:gd name="connsiteY16" fmla="*/ 124496 h 124880"/>
                <a:gd name="connsiteX17" fmla="*/ 43042 w 57391"/>
                <a:gd name="connsiteY17" fmla="*/ 125027 h 124880"/>
                <a:gd name="connsiteX18" fmla="*/ 43042 w 57391"/>
                <a:gd name="connsiteY18" fmla="*/ 119536 h 124880"/>
                <a:gd name="connsiteX19" fmla="*/ 39323 w 57391"/>
                <a:gd name="connsiteY19" fmla="*/ 119536 h 124880"/>
                <a:gd name="connsiteX20" fmla="*/ 25860 w 57391"/>
                <a:gd name="connsiteY20" fmla="*/ 111211 h 124880"/>
                <a:gd name="connsiteX21" fmla="*/ 25860 w 57391"/>
                <a:gd name="connsiteY21" fmla="*/ 54173 h 124880"/>
                <a:gd name="connsiteX22" fmla="*/ 46054 w 57391"/>
                <a:gd name="connsiteY22" fmla="*/ 54173 h 124880"/>
                <a:gd name="connsiteX23" fmla="*/ 46054 w 57391"/>
                <a:gd name="connsiteY23" fmla="*/ 48682 h 124880"/>
                <a:gd name="connsiteX24" fmla="*/ 25329 w 57391"/>
                <a:gd name="connsiteY24" fmla="*/ 48682 h 1248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57391" h="124880">
                  <a:moveTo>
                    <a:pt x="25329" y="48682"/>
                  </a:moveTo>
                  <a:lnTo>
                    <a:pt x="25329" y="28134"/>
                  </a:lnTo>
                  <a:cubicBezTo>
                    <a:pt x="25329" y="12546"/>
                    <a:pt x="33831" y="4043"/>
                    <a:pt x="41625" y="4043"/>
                  </a:cubicBezTo>
                  <a:cubicBezTo>
                    <a:pt x="42157" y="4043"/>
                    <a:pt x="44814" y="4043"/>
                    <a:pt x="47471" y="5283"/>
                  </a:cubicBezTo>
                  <a:cubicBezTo>
                    <a:pt x="45345" y="5992"/>
                    <a:pt x="42157" y="8295"/>
                    <a:pt x="42157" y="12723"/>
                  </a:cubicBezTo>
                  <a:cubicBezTo>
                    <a:pt x="42157" y="16797"/>
                    <a:pt x="44991" y="20340"/>
                    <a:pt x="49774" y="20340"/>
                  </a:cubicBezTo>
                  <a:cubicBezTo>
                    <a:pt x="54911" y="20340"/>
                    <a:pt x="57568" y="16797"/>
                    <a:pt x="57568" y="12546"/>
                  </a:cubicBezTo>
                  <a:cubicBezTo>
                    <a:pt x="57568" y="5992"/>
                    <a:pt x="51014" y="146"/>
                    <a:pt x="41625" y="146"/>
                  </a:cubicBezTo>
                  <a:cubicBezTo>
                    <a:pt x="29226" y="146"/>
                    <a:pt x="14169" y="9535"/>
                    <a:pt x="14169" y="28311"/>
                  </a:cubicBezTo>
                  <a:lnTo>
                    <a:pt x="14169" y="48682"/>
                  </a:lnTo>
                  <a:lnTo>
                    <a:pt x="176" y="48682"/>
                  </a:lnTo>
                  <a:lnTo>
                    <a:pt x="176" y="54173"/>
                  </a:lnTo>
                  <a:lnTo>
                    <a:pt x="14169" y="54173"/>
                  </a:lnTo>
                  <a:lnTo>
                    <a:pt x="14169" y="111565"/>
                  </a:lnTo>
                  <a:cubicBezTo>
                    <a:pt x="14169" y="119536"/>
                    <a:pt x="12221" y="119536"/>
                    <a:pt x="353" y="119536"/>
                  </a:cubicBezTo>
                  <a:lnTo>
                    <a:pt x="353" y="125027"/>
                  </a:lnTo>
                  <a:cubicBezTo>
                    <a:pt x="7261" y="124850"/>
                    <a:pt x="15586" y="124496"/>
                    <a:pt x="20546" y="124496"/>
                  </a:cubicBezTo>
                  <a:cubicBezTo>
                    <a:pt x="27632" y="124496"/>
                    <a:pt x="35957" y="124496"/>
                    <a:pt x="43042" y="125027"/>
                  </a:cubicBezTo>
                  <a:lnTo>
                    <a:pt x="43042" y="119536"/>
                  </a:lnTo>
                  <a:lnTo>
                    <a:pt x="39323" y="119536"/>
                  </a:lnTo>
                  <a:cubicBezTo>
                    <a:pt x="26215" y="119536"/>
                    <a:pt x="25860" y="117587"/>
                    <a:pt x="25860" y="111211"/>
                  </a:cubicBezTo>
                  <a:lnTo>
                    <a:pt x="25860" y="54173"/>
                  </a:lnTo>
                  <a:lnTo>
                    <a:pt x="46054" y="54173"/>
                  </a:lnTo>
                  <a:lnTo>
                    <a:pt x="46054" y="48682"/>
                  </a:lnTo>
                  <a:lnTo>
                    <a:pt x="25329" y="48682"/>
                  </a:lnTo>
                  <a:close/>
                </a:path>
              </a:pathLst>
            </a:custGeom>
            <a:solidFill>
              <a:srgbClr val="000000"/>
            </a:solidFill>
            <a:ln w="1773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60" name="任意形状 459">
              <a:extLst>
                <a:ext uri="{FF2B5EF4-FFF2-40B4-BE49-F238E27FC236}">
                  <a16:creationId xmlns:a16="http://schemas.microsoft.com/office/drawing/2014/main" id="{B674EC01-0756-B3C3-B569-18438C20049C}"/>
                </a:ext>
              </a:extLst>
            </p:cNvPr>
            <p:cNvSpPr/>
            <p:nvPr>
              <p:custDataLst>
                <p:tags r:id="rId156"/>
              </p:custDataLst>
            </p:nvPr>
          </p:nvSpPr>
          <p:spPr>
            <a:xfrm>
              <a:off x="10111178" y="7308294"/>
              <a:ext cx="78471" cy="81305"/>
            </a:xfrm>
            <a:custGeom>
              <a:avLst/>
              <a:gdLst>
                <a:gd name="connsiteX0" fmla="*/ 78650 w 78471"/>
                <a:gd name="connsiteY0" fmla="*/ 41596 h 81305"/>
                <a:gd name="connsiteX1" fmla="*/ 39503 w 78471"/>
                <a:gd name="connsiteY1" fmla="*/ 146 h 81305"/>
                <a:gd name="connsiteX2" fmla="*/ 179 w 78471"/>
                <a:gd name="connsiteY2" fmla="*/ 41596 h 81305"/>
                <a:gd name="connsiteX3" fmla="*/ 39326 w 78471"/>
                <a:gd name="connsiteY3" fmla="*/ 81452 h 81305"/>
                <a:gd name="connsiteX4" fmla="*/ 78650 w 78471"/>
                <a:gd name="connsiteY4" fmla="*/ 41596 h 81305"/>
                <a:gd name="connsiteX5" fmla="*/ 39503 w 78471"/>
                <a:gd name="connsiteY5" fmla="*/ 77023 h 81305"/>
                <a:gd name="connsiteX6" fmla="*/ 19309 w 78471"/>
                <a:gd name="connsiteY6" fmla="*/ 65155 h 81305"/>
                <a:gd name="connsiteX7" fmla="*/ 14881 w 78471"/>
                <a:gd name="connsiteY7" fmla="*/ 40179 h 81305"/>
                <a:gd name="connsiteX8" fmla="*/ 19132 w 78471"/>
                <a:gd name="connsiteY8" fmla="*/ 15912 h 81305"/>
                <a:gd name="connsiteX9" fmla="*/ 39326 w 78471"/>
                <a:gd name="connsiteY9" fmla="*/ 4043 h 81305"/>
                <a:gd name="connsiteX10" fmla="*/ 59342 w 78471"/>
                <a:gd name="connsiteY10" fmla="*/ 15557 h 81305"/>
                <a:gd name="connsiteX11" fmla="*/ 63947 w 78471"/>
                <a:gd name="connsiteY11" fmla="*/ 40179 h 81305"/>
                <a:gd name="connsiteX12" fmla="*/ 60051 w 78471"/>
                <a:gd name="connsiteY12" fmla="*/ 63915 h 81305"/>
                <a:gd name="connsiteX13" fmla="*/ 39503 w 78471"/>
                <a:gd name="connsiteY13" fmla="*/ 77023 h 813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78471" h="81305">
                  <a:moveTo>
                    <a:pt x="78650" y="41596"/>
                  </a:moveTo>
                  <a:cubicBezTo>
                    <a:pt x="78650" y="18923"/>
                    <a:pt x="60936" y="146"/>
                    <a:pt x="39503" y="146"/>
                  </a:cubicBezTo>
                  <a:cubicBezTo>
                    <a:pt x="17361" y="146"/>
                    <a:pt x="179" y="19454"/>
                    <a:pt x="179" y="41596"/>
                  </a:cubicBezTo>
                  <a:cubicBezTo>
                    <a:pt x="179" y="64447"/>
                    <a:pt x="18601" y="81452"/>
                    <a:pt x="39326" y="81452"/>
                  </a:cubicBezTo>
                  <a:cubicBezTo>
                    <a:pt x="60759" y="81452"/>
                    <a:pt x="78650" y="64092"/>
                    <a:pt x="78650" y="41596"/>
                  </a:cubicBezTo>
                  <a:close/>
                  <a:moveTo>
                    <a:pt x="39503" y="77023"/>
                  </a:moveTo>
                  <a:cubicBezTo>
                    <a:pt x="31886" y="77023"/>
                    <a:pt x="24092" y="73304"/>
                    <a:pt x="19309" y="65155"/>
                  </a:cubicBezTo>
                  <a:cubicBezTo>
                    <a:pt x="14881" y="57361"/>
                    <a:pt x="14881" y="46556"/>
                    <a:pt x="14881" y="40179"/>
                  </a:cubicBezTo>
                  <a:cubicBezTo>
                    <a:pt x="14881" y="33271"/>
                    <a:pt x="14881" y="23706"/>
                    <a:pt x="19132" y="15912"/>
                  </a:cubicBezTo>
                  <a:cubicBezTo>
                    <a:pt x="23915" y="7763"/>
                    <a:pt x="32240" y="4043"/>
                    <a:pt x="39326" y="4043"/>
                  </a:cubicBezTo>
                  <a:cubicBezTo>
                    <a:pt x="47120" y="4043"/>
                    <a:pt x="54736" y="7940"/>
                    <a:pt x="59342" y="15557"/>
                  </a:cubicBezTo>
                  <a:cubicBezTo>
                    <a:pt x="63948" y="23174"/>
                    <a:pt x="63947" y="33448"/>
                    <a:pt x="63947" y="40179"/>
                  </a:cubicBezTo>
                  <a:cubicBezTo>
                    <a:pt x="63947" y="46556"/>
                    <a:pt x="63947" y="56121"/>
                    <a:pt x="60051" y="63915"/>
                  </a:cubicBezTo>
                  <a:cubicBezTo>
                    <a:pt x="56154" y="71886"/>
                    <a:pt x="48360" y="77023"/>
                    <a:pt x="39503" y="77023"/>
                  </a:cubicBezTo>
                  <a:close/>
                </a:path>
              </a:pathLst>
            </a:custGeom>
            <a:solidFill>
              <a:srgbClr val="000000"/>
            </a:solidFill>
            <a:ln w="1773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61" name="任意形状 460">
              <a:extLst>
                <a:ext uri="{FF2B5EF4-FFF2-40B4-BE49-F238E27FC236}">
                  <a16:creationId xmlns:a16="http://schemas.microsoft.com/office/drawing/2014/main" id="{85A4BA06-A509-C1A7-E9EA-342242BEEE5B}"/>
                </a:ext>
              </a:extLst>
            </p:cNvPr>
            <p:cNvSpPr/>
            <p:nvPr>
              <p:custDataLst>
                <p:tags r:id="rId157"/>
              </p:custDataLst>
            </p:nvPr>
          </p:nvSpPr>
          <p:spPr>
            <a:xfrm>
              <a:off x="10199746" y="7309357"/>
              <a:ext cx="59517" cy="78294"/>
            </a:xfrm>
            <a:custGeom>
              <a:avLst/>
              <a:gdLst>
                <a:gd name="connsiteX0" fmla="*/ 24805 w 59517"/>
                <a:gd name="connsiteY0" fmla="*/ 19631 h 78294"/>
                <a:gd name="connsiteX1" fmla="*/ 24805 w 59517"/>
                <a:gd name="connsiteY1" fmla="*/ 146 h 78294"/>
                <a:gd name="connsiteX2" fmla="*/ 184 w 59517"/>
                <a:gd name="connsiteY2" fmla="*/ 2095 h 78294"/>
                <a:gd name="connsiteX3" fmla="*/ 184 w 59517"/>
                <a:gd name="connsiteY3" fmla="*/ 7586 h 78294"/>
                <a:gd name="connsiteX4" fmla="*/ 14000 w 59517"/>
                <a:gd name="connsiteY4" fmla="*/ 17506 h 78294"/>
                <a:gd name="connsiteX5" fmla="*/ 14000 w 59517"/>
                <a:gd name="connsiteY5" fmla="*/ 64978 h 78294"/>
                <a:gd name="connsiteX6" fmla="*/ 184 w 59517"/>
                <a:gd name="connsiteY6" fmla="*/ 72949 h 78294"/>
                <a:gd name="connsiteX7" fmla="*/ 184 w 59517"/>
                <a:gd name="connsiteY7" fmla="*/ 78440 h 78294"/>
                <a:gd name="connsiteX8" fmla="*/ 20377 w 59517"/>
                <a:gd name="connsiteY8" fmla="*/ 77909 h 78294"/>
                <a:gd name="connsiteX9" fmla="*/ 42873 w 59517"/>
                <a:gd name="connsiteY9" fmla="*/ 78440 h 78294"/>
                <a:gd name="connsiteX10" fmla="*/ 42873 w 59517"/>
                <a:gd name="connsiteY10" fmla="*/ 72949 h 78294"/>
                <a:gd name="connsiteX11" fmla="*/ 39153 w 59517"/>
                <a:gd name="connsiteY11" fmla="*/ 72949 h 78294"/>
                <a:gd name="connsiteX12" fmla="*/ 25691 w 59517"/>
                <a:gd name="connsiteY12" fmla="*/ 64624 h 78294"/>
                <a:gd name="connsiteX13" fmla="*/ 25691 w 59517"/>
                <a:gd name="connsiteY13" fmla="*/ 37345 h 78294"/>
                <a:gd name="connsiteX14" fmla="*/ 46593 w 59517"/>
                <a:gd name="connsiteY14" fmla="*/ 4043 h 78294"/>
                <a:gd name="connsiteX15" fmla="*/ 48542 w 59517"/>
                <a:gd name="connsiteY15" fmla="*/ 4221 h 78294"/>
                <a:gd name="connsiteX16" fmla="*/ 44468 w 59517"/>
                <a:gd name="connsiteY16" fmla="*/ 11129 h 78294"/>
                <a:gd name="connsiteX17" fmla="*/ 52084 w 59517"/>
                <a:gd name="connsiteY17" fmla="*/ 18746 h 78294"/>
                <a:gd name="connsiteX18" fmla="*/ 59701 w 59517"/>
                <a:gd name="connsiteY18" fmla="*/ 10952 h 78294"/>
                <a:gd name="connsiteX19" fmla="*/ 46593 w 59517"/>
                <a:gd name="connsiteY19" fmla="*/ 146 h 78294"/>
                <a:gd name="connsiteX20" fmla="*/ 24805 w 59517"/>
                <a:gd name="connsiteY20" fmla="*/ 19631 h 78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59517" h="78294">
                  <a:moveTo>
                    <a:pt x="24805" y="19631"/>
                  </a:moveTo>
                  <a:lnTo>
                    <a:pt x="24805" y="146"/>
                  </a:lnTo>
                  <a:lnTo>
                    <a:pt x="184" y="2095"/>
                  </a:lnTo>
                  <a:lnTo>
                    <a:pt x="184" y="7586"/>
                  </a:lnTo>
                  <a:cubicBezTo>
                    <a:pt x="12583" y="7586"/>
                    <a:pt x="14000" y="8826"/>
                    <a:pt x="14000" y="17506"/>
                  </a:cubicBezTo>
                  <a:lnTo>
                    <a:pt x="14000" y="64978"/>
                  </a:lnTo>
                  <a:cubicBezTo>
                    <a:pt x="14000" y="72949"/>
                    <a:pt x="12052" y="72949"/>
                    <a:pt x="184" y="72949"/>
                  </a:cubicBezTo>
                  <a:lnTo>
                    <a:pt x="184" y="78440"/>
                  </a:lnTo>
                  <a:cubicBezTo>
                    <a:pt x="7092" y="78263"/>
                    <a:pt x="15417" y="77909"/>
                    <a:pt x="20377" y="77909"/>
                  </a:cubicBezTo>
                  <a:cubicBezTo>
                    <a:pt x="27463" y="77909"/>
                    <a:pt x="35788" y="77909"/>
                    <a:pt x="42873" y="78440"/>
                  </a:cubicBezTo>
                  <a:lnTo>
                    <a:pt x="42873" y="72949"/>
                  </a:lnTo>
                  <a:lnTo>
                    <a:pt x="39153" y="72949"/>
                  </a:lnTo>
                  <a:cubicBezTo>
                    <a:pt x="26045" y="72949"/>
                    <a:pt x="25691" y="71001"/>
                    <a:pt x="25691" y="64624"/>
                  </a:cubicBezTo>
                  <a:lnTo>
                    <a:pt x="25691" y="37345"/>
                  </a:lnTo>
                  <a:cubicBezTo>
                    <a:pt x="25691" y="19809"/>
                    <a:pt x="33131" y="4043"/>
                    <a:pt x="46593" y="4043"/>
                  </a:cubicBezTo>
                  <a:cubicBezTo>
                    <a:pt x="47833" y="4043"/>
                    <a:pt x="48187" y="4043"/>
                    <a:pt x="48542" y="4221"/>
                  </a:cubicBezTo>
                  <a:cubicBezTo>
                    <a:pt x="48010" y="4398"/>
                    <a:pt x="44468" y="6523"/>
                    <a:pt x="44468" y="11129"/>
                  </a:cubicBezTo>
                  <a:cubicBezTo>
                    <a:pt x="44468" y="16089"/>
                    <a:pt x="48187" y="18746"/>
                    <a:pt x="52084" y="18746"/>
                  </a:cubicBezTo>
                  <a:cubicBezTo>
                    <a:pt x="55273" y="18746"/>
                    <a:pt x="59701" y="16620"/>
                    <a:pt x="59701" y="10952"/>
                  </a:cubicBezTo>
                  <a:cubicBezTo>
                    <a:pt x="59701" y="5283"/>
                    <a:pt x="54210" y="146"/>
                    <a:pt x="46593" y="146"/>
                  </a:cubicBezTo>
                  <a:cubicBezTo>
                    <a:pt x="33662" y="146"/>
                    <a:pt x="27285" y="12015"/>
                    <a:pt x="24805" y="19631"/>
                  </a:cubicBezTo>
                  <a:close/>
                </a:path>
              </a:pathLst>
            </a:custGeom>
            <a:solidFill>
              <a:srgbClr val="000000"/>
            </a:solidFill>
            <a:ln w="1773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62" name="任意形状 461">
              <a:extLst>
                <a:ext uri="{FF2B5EF4-FFF2-40B4-BE49-F238E27FC236}">
                  <a16:creationId xmlns:a16="http://schemas.microsoft.com/office/drawing/2014/main" id="{1664FA7B-2CED-CF97-C310-DF8F8A8FA625}"/>
                </a:ext>
              </a:extLst>
            </p:cNvPr>
            <p:cNvSpPr/>
            <p:nvPr>
              <p:custDataLst>
                <p:tags r:id="rId158"/>
              </p:custDataLst>
            </p:nvPr>
          </p:nvSpPr>
          <p:spPr>
            <a:xfrm>
              <a:off x="10269833" y="7309357"/>
              <a:ext cx="138343" cy="78294"/>
            </a:xfrm>
            <a:custGeom>
              <a:avLst/>
              <a:gdLst>
                <a:gd name="connsiteX0" fmla="*/ 14004 w 138343"/>
                <a:gd name="connsiteY0" fmla="*/ 17506 h 78294"/>
                <a:gd name="connsiteX1" fmla="*/ 14004 w 138343"/>
                <a:gd name="connsiteY1" fmla="*/ 64978 h 78294"/>
                <a:gd name="connsiteX2" fmla="*/ 188 w 138343"/>
                <a:gd name="connsiteY2" fmla="*/ 72949 h 78294"/>
                <a:gd name="connsiteX3" fmla="*/ 188 w 138343"/>
                <a:gd name="connsiteY3" fmla="*/ 78440 h 78294"/>
                <a:gd name="connsiteX4" fmla="*/ 20204 w 138343"/>
                <a:gd name="connsiteY4" fmla="*/ 77909 h 78294"/>
                <a:gd name="connsiteX5" fmla="*/ 40043 w 138343"/>
                <a:gd name="connsiteY5" fmla="*/ 78440 h 78294"/>
                <a:gd name="connsiteX6" fmla="*/ 40043 w 138343"/>
                <a:gd name="connsiteY6" fmla="*/ 72949 h 78294"/>
                <a:gd name="connsiteX7" fmla="*/ 26226 w 138343"/>
                <a:gd name="connsiteY7" fmla="*/ 64978 h 78294"/>
                <a:gd name="connsiteX8" fmla="*/ 26226 w 138343"/>
                <a:gd name="connsiteY8" fmla="*/ 32385 h 78294"/>
                <a:gd name="connsiteX9" fmla="*/ 50140 w 138343"/>
                <a:gd name="connsiteY9" fmla="*/ 4043 h 78294"/>
                <a:gd name="connsiteX10" fmla="*/ 63248 w 138343"/>
                <a:gd name="connsiteY10" fmla="*/ 23706 h 78294"/>
                <a:gd name="connsiteX11" fmla="*/ 63248 w 138343"/>
                <a:gd name="connsiteY11" fmla="*/ 64978 h 78294"/>
                <a:gd name="connsiteX12" fmla="*/ 49431 w 138343"/>
                <a:gd name="connsiteY12" fmla="*/ 72949 h 78294"/>
                <a:gd name="connsiteX13" fmla="*/ 49431 w 138343"/>
                <a:gd name="connsiteY13" fmla="*/ 78440 h 78294"/>
                <a:gd name="connsiteX14" fmla="*/ 69448 w 138343"/>
                <a:gd name="connsiteY14" fmla="*/ 77909 h 78294"/>
                <a:gd name="connsiteX15" fmla="*/ 89287 w 138343"/>
                <a:gd name="connsiteY15" fmla="*/ 78440 h 78294"/>
                <a:gd name="connsiteX16" fmla="*/ 89287 w 138343"/>
                <a:gd name="connsiteY16" fmla="*/ 72949 h 78294"/>
                <a:gd name="connsiteX17" fmla="*/ 75470 w 138343"/>
                <a:gd name="connsiteY17" fmla="*/ 64978 h 78294"/>
                <a:gd name="connsiteX18" fmla="*/ 75470 w 138343"/>
                <a:gd name="connsiteY18" fmla="*/ 32385 h 78294"/>
                <a:gd name="connsiteX19" fmla="*/ 99384 w 138343"/>
                <a:gd name="connsiteY19" fmla="*/ 4043 h 78294"/>
                <a:gd name="connsiteX20" fmla="*/ 112492 w 138343"/>
                <a:gd name="connsiteY20" fmla="*/ 23706 h 78294"/>
                <a:gd name="connsiteX21" fmla="*/ 112492 w 138343"/>
                <a:gd name="connsiteY21" fmla="*/ 64978 h 78294"/>
                <a:gd name="connsiteX22" fmla="*/ 98675 w 138343"/>
                <a:gd name="connsiteY22" fmla="*/ 72949 h 78294"/>
                <a:gd name="connsiteX23" fmla="*/ 98675 w 138343"/>
                <a:gd name="connsiteY23" fmla="*/ 78440 h 78294"/>
                <a:gd name="connsiteX24" fmla="*/ 118691 w 138343"/>
                <a:gd name="connsiteY24" fmla="*/ 77909 h 78294"/>
                <a:gd name="connsiteX25" fmla="*/ 138531 w 138343"/>
                <a:gd name="connsiteY25" fmla="*/ 78440 h 78294"/>
                <a:gd name="connsiteX26" fmla="*/ 138531 w 138343"/>
                <a:gd name="connsiteY26" fmla="*/ 72949 h 78294"/>
                <a:gd name="connsiteX27" fmla="*/ 124714 w 138343"/>
                <a:gd name="connsiteY27" fmla="*/ 67635 h 78294"/>
                <a:gd name="connsiteX28" fmla="*/ 124714 w 138343"/>
                <a:gd name="connsiteY28" fmla="*/ 33802 h 78294"/>
                <a:gd name="connsiteX29" fmla="*/ 119223 w 138343"/>
                <a:gd name="connsiteY29" fmla="*/ 6700 h 78294"/>
                <a:gd name="connsiteX30" fmla="*/ 100623 w 138343"/>
                <a:gd name="connsiteY30" fmla="*/ 146 h 78294"/>
                <a:gd name="connsiteX31" fmla="*/ 74939 w 138343"/>
                <a:gd name="connsiteY31" fmla="*/ 17506 h 78294"/>
                <a:gd name="connsiteX32" fmla="*/ 51380 w 138343"/>
                <a:gd name="connsiteY32" fmla="*/ 146 h 78294"/>
                <a:gd name="connsiteX33" fmla="*/ 25164 w 138343"/>
                <a:gd name="connsiteY33" fmla="*/ 18746 h 78294"/>
                <a:gd name="connsiteX34" fmla="*/ 25164 w 138343"/>
                <a:gd name="connsiteY34" fmla="*/ 146 h 78294"/>
                <a:gd name="connsiteX35" fmla="*/ 188 w 138343"/>
                <a:gd name="connsiteY35" fmla="*/ 2095 h 78294"/>
                <a:gd name="connsiteX36" fmla="*/ 188 w 138343"/>
                <a:gd name="connsiteY36" fmla="*/ 7586 h 78294"/>
                <a:gd name="connsiteX37" fmla="*/ 14004 w 138343"/>
                <a:gd name="connsiteY37" fmla="*/ 17506 h 78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138343" h="78294">
                  <a:moveTo>
                    <a:pt x="14004" y="17506"/>
                  </a:moveTo>
                  <a:lnTo>
                    <a:pt x="14004" y="64978"/>
                  </a:lnTo>
                  <a:cubicBezTo>
                    <a:pt x="14004" y="72949"/>
                    <a:pt x="12056" y="72949"/>
                    <a:pt x="188" y="72949"/>
                  </a:cubicBezTo>
                  <a:lnTo>
                    <a:pt x="188" y="78440"/>
                  </a:lnTo>
                  <a:cubicBezTo>
                    <a:pt x="6387" y="78263"/>
                    <a:pt x="15421" y="77909"/>
                    <a:pt x="20204" y="77909"/>
                  </a:cubicBezTo>
                  <a:cubicBezTo>
                    <a:pt x="24809" y="77909"/>
                    <a:pt x="34020" y="78263"/>
                    <a:pt x="40043" y="78440"/>
                  </a:cubicBezTo>
                  <a:lnTo>
                    <a:pt x="40043" y="72949"/>
                  </a:lnTo>
                  <a:cubicBezTo>
                    <a:pt x="28175" y="72949"/>
                    <a:pt x="26226" y="72949"/>
                    <a:pt x="26226" y="64978"/>
                  </a:cubicBezTo>
                  <a:lnTo>
                    <a:pt x="26226" y="32385"/>
                  </a:lnTo>
                  <a:cubicBezTo>
                    <a:pt x="26226" y="13963"/>
                    <a:pt x="38803" y="4043"/>
                    <a:pt x="50140" y="4043"/>
                  </a:cubicBezTo>
                  <a:cubicBezTo>
                    <a:pt x="61299" y="4043"/>
                    <a:pt x="63248" y="13609"/>
                    <a:pt x="63248" y="23706"/>
                  </a:cubicBezTo>
                  <a:lnTo>
                    <a:pt x="63248" y="64978"/>
                  </a:lnTo>
                  <a:cubicBezTo>
                    <a:pt x="63248" y="72949"/>
                    <a:pt x="61299" y="72949"/>
                    <a:pt x="49431" y="72949"/>
                  </a:cubicBezTo>
                  <a:lnTo>
                    <a:pt x="49431" y="78440"/>
                  </a:lnTo>
                  <a:cubicBezTo>
                    <a:pt x="55631" y="78263"/>
                    <a:pt x="64665" y="77909"/>
                    <a:pt x="69448" y="77909"/>
                  </a:cubicBezTo>
                  <a:cubicBezTo>
                    <a:pt x="74053" y="77909"/>
                    <a:pt x="83264" y="78263"/>
                    <a:pt x="89287" y="78440"/>
                  </a:cubicBezTo>
                  <a:lnTo>
                    <a:pt x="89287" y="72949"/>
                  </a:lnTo>
                  <a:cubicBezTo>
                    <a:pt x="77419" y="72949"/>
                    <a:pt x="75470" y="72949"/>
                    <a:pt x="75470" y="64978"/>
                  </a:cubicBezTo>
                  <a:lnTo>
                    <a:pt x="75470" y="32385"/>
                  </a:lnTo>
                  <a:cubicBezTo>
                    <a:pt x="75470" y="13963"/>
                    <a:pt x="88047" y="4043"/>
                    <a:pt x="99384" y="4043"/>
                  </a:cubicBezTo>
                  <a:cubicBezTo>
                    <a:pt x="110543" y="4043"/>
                    <a:pt x="112492" y="13609"/>
                    <a:pt x="112492" y="23706"/>
                  </a:cubicBezTo>
                  <a:lnTo>
                    <a:pt x="112492" y="64978"/>
                  </a:lnTo>
                  <a:cubicBezTo>
                    <a:pt x="112492" y="72949"/>
                    <a:pt x="110543" y="72949"/>
                    <a:pt x="98675" y="72949"/>
                  </a:cubicBezTo>
                  <a:lnTo>
                    <a:pt x="98675" y="78440"/>
                  </a:lnTo>
                  <a:cubicBezTo>
                    <a:pt x="104875" y="78263"/>
                    <a:pt x="113909" y="77909"/>
                    <a:pt x="118691" y="77909"/>
                  </a:cubicBezTo>
                  <a:cubicBezTo>
                    <a:pt x="123297" y="77909"/>
                    <a:pt x="132508" y="78263"/>
                    <a:pt x="138531" y="78440"/>
                  </a:cubicBezTo>
                  <a:lnTo>
                    <a:pt x="138531" y="72949"/>
                  </a:lnTo>
                  <a:cubicBezTo>
                    <a:pt x="129319" y="72949"/>
                    <a:pt x="124891" y="72949"/>
                    <a:pt x="124714" y="67635"/>
                  </a:cubicBezTo>
                  <a:lnTo>
                    <a:pt x="124714" y="33802"/>
                  </a:lnTo>
                  <a:cubicBezTo>
                    <a:pt x="124714" y="18569"/>
                    <a:pt x="124714" y="13077"/>
                    <a:pt x="119223" y="6700"/>
                  </a:cubicBezTo>
                  <a:cubicBezTo>
                    <a:pt x="116743" y="3689"/>
                    <a:pt x="110897" y="146"/>
                    <a:pt x="100623" y="146"/>
                  </a:cubicBezTo>
                  <a:cubicBezTo>
                    <a:pt x="85744" y="146"/>
                    <a:pt x="77950" y="10775"/>
                    <a:pt x="74939" y="17506"/>
                  </a:cubicBezTo>
                  <a:cubicBezTo>
                    <a:pt x="72459" y="2095"/>
                    <a:pt x="59351" y="146"/>
                    <a:pt x="51380" y="146"/>
                  </a:cubicBezTo>
                  <a:cubicBezTo>
                    <a:pt x="38449" y="146"/>
                    <a:pt x="30123" y="7763"/>
                    <a:pt x="25164" y="18746"/>
                  </a:cubicBezTo>
                  <a:lnTo>
                    <a:pt x="25164" y="146"/>
                  </a:lnTo>
                  <a:lnTo>
                    <a:pt x="188" y="2095"/>
                  </a:lnTo>
                  <a:lnTo>
                    <a:pt x="188" y="7586"/>
                  </a:lnTo>
                  <a:cubicBezTo>
                    <a:pt x="12587" y="7586"/>
                    <a:pt x="14004" y="8826"/>
                    <a:pt x="14004" y="17506"/>
                  </a:cubicBezTo>
                  <a:close/>
                </a:path>
              </a:pathLst>
            </a:custGeom>
            <a:solidFill>
              <a:srgbClr val="000000"/>
            </a:solidFill>
            <a:ln w="1773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63" name="任意形状 462">
              <a:extLst>
                <a:ext uri="{FF2B5EF4-FFF2-40B4-BE49-F238E27FC236}">
                  <a16:creationId xmlns:a16="http://schemas.microsoft.com/office/drawing/2014/main" id="{75D33D5C-F3A9-6F61-73F1-FCC72EA97969}"/>
                </a:ext>
              </a:extLst>
            </p:cNvPr>
            <p:cNvSpPr/>
            <p:nvPr>
              <p:custDataLst>
                <p:tags r:id="rId159"/>
              </p:custDataLst>
            </p:nvPr>
          </p:nvSpPr>
          <p:spPr>
            <a:xfrm>
              <a:off x="10417624" y="7269147"/>
              <a:ext cx="37907" cy="118503"/>
            </a:xfrm>
            <a:custGeom>
              <a:avLst/>
              <a:gdLst>
                <a:gd name="connsiteX0" fmla="*/ 25703 w 37907"/>
                <a:gd name="connsiteY0" fmla="*/ 40356 h 118503"/>
                <a:gd name="connsiteX1" fmla="*/ 904 w 37907"/>
                <a:gd name="connsiteY1" fmla="*/ 42305 h 118503"/>
                <a:gd name="connsiteX2" fmla="*/ 904 w 37907"/>
                <a:gd name="connsiteY2" fmla="*/ 47796 h 118503"/>
                <a:gd name="connsiteX3" fmla="*/ 14012 w 37907"/>
                <a:gd name="connsiteY3" fmla="*/ 57538 h 118503"/>
                <a:gd name="connsiteX4" fmla="*/ 14012 w 37907"/>
                <a:gd name="connsiteY4" fmla="*/ 105188 h 118503"/>
                <a:gd name="connsiteX5" fmla="*/ 196 w 37907"/>
                <a:gd name="connsiteY5" fmla="*/ 113159 h 118503"/>
                <a:gd name="connsiteX6" fmla="*/ 196 w 37907"/>
                <a:gd name="connsiteY6" fmla="*/ 118650 h 118503"/>
                <a:gd name="connsiteX7" fmla="*/ 19681 w 37907"/>
                <a:gd name="connsiteY7" fmla="*/ 118119 h 118503"/>
                <a:gd name="connsiteX8" fmla="*/ 38103 w 37907"/>
                <a:gd name="connsiteY8" fmla="*/ 118650 h 118503"/>
                <a:gd name="connsiteX9" fmla="*/ 38103 w 37907"/>
                <a:gd name="connsiteY9" fmla="*/ 113159 h 118503"/>
                <a:gd name="connsiteX10" fmla="*/ 25703 w 37907"/>
                <a:gd name="connsiteY10" fmla="*/ 105365 h 118503"/>
                <a:gd name="connsiteX11" fmla="*/ 25703 w 37907"/>
                <a:gd name="connsiteY11" fmla="*/ 40356 h 118503"/>
                <a:gd name="connsiteX12" fmla="*/ 26412 w 37907"/>
                <a:gd name="connsiteY12" fmla="*/ 9535 h 118503"/>
                <a:gd name="connsiteX13" fmla="*/ 17024 w 37907"/>
                <a:gd name="connsiteY13" fmla="*/ 146 h 118503"/>
                <a:gd name="connsiteX14" fmla="*/ 7636 w 37907"/>
                <a:gd name="connsiteY14" fmla="*/ 9535 h 118503"/>
                <a:gd name="connsiteX15" fmla="*/ 17024 w 37907"/>
                <a:gd name="connsiteY15" fmla="*/ 18923 h 118503"/>
                <a:gd name="connsiteX16" fmla="*/ 26412 w 37907"/>
                <a:gd name="connsiteY16" fmla="*/ 9535 h 1185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37907" h="118503">
                  <a:moveTo>
                    <a:pt x="25703" y="40356"/>
                  </a:moveTo>
                  <a:lnTo>
                    <a:pt x="904" y="42305"/>
                  </a:lnTo>
                  <a:lnTo>
                    <a:pt x="904" y="47796"/>
                  </a:lnTo>
                  <a:cubicBezTo>
                    <a:pt x="12418" y="47796"/>
                    <a:pt x="14012" y="48859"/>
                    <a:pt x="14012" y="57538"/>
                  </a:cubicBezTo>
                  <a:lnTo>
                    <a:pt x="14012" y="105188"/>
                  </a:lnTo>
                  <a:cubicBezTo>
                    <a:pt x="14012" y="113159"/>
                    <a:pt x="12064" y="113159"/>
                    <a:pt x="196" y="113159"/>
                  </a:cubicBezTo>
                  <a:lnTo>
                    <a:pt x="196" y="118650"/>
                  </a:lnTo>
                  <a:cubicBezTo>
                    <a:pt x="5864" y="118473"/>
                    <a:pt x="15429" y="118119"/>
                    <a:pt x="19681" y="118119"/>
                  </a:cubicBezTo>
                  <a:cubicBezTo>
                    <a:pt x="25881" y="118119"/>
                    <a:pt x="32080" y="118473"/>
                    <a:pt x="38103" y="118650"/>
                  </a:cubicBezTo>
                  <a:lnTo>
                    <a:pt x="38103" y="113159"/>
                  </a:lnTo>
                  <a:cubicBezTo>
                    <a:pt x="26412" y="113159"/>
                    <a:pt x="25703" y="112273"/>
                    <a:pt x="25703" y="105365"/>
                  </a:cubicBezTo>
                  <a:lnTo>
                    <a:pt x="25703" y="40356"/>
                  </a:lnTo>
                  <a:close/>
                  <a:moveTo>
                    <a:pt x="26412" y="9535"/>
                  </a:moveTo>
                  <a:cubicBezTo>
                    <a:pt x="26412" y="3866"/>
                    <a:pt x="21984" y="146"/>
                    <a:pt x="17024" y="146"/>
                  </a:cubicBezTo>
                  <a:cubicBezTo>
                    <a:pt x="11533" y="146"/>
                    <a:pt x="7636" y="4929"/>
                    <a:pt x="7636" y="9535"/>
                  </a:cubicBezTo>
                  <a:cubicBezTo>
                    <a:pt x="7636" y="14317"/>
                    <a:pt x="11533" y="18923"/>
                    <a:pt x="17024" y="18923"/>
                  </a:cubicBezTo>
                  <a:cubicBezTo>
                    <a:pt x="21984" y="18923"/>
                    <a:pt x="26412" y="15203"/>
                    <a:pt x="26412" y="9535"/>
                  </a:cubicBezTo>
                  <a:close/>
                </a:path>
              </a:pathLst>
            </a:custGeom>
            <a:solidFill>
              <a:srgbClr val="000000"/>
            </a:solidFill>
            <a:ln w="1773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64" name="任意形状 463">
              <a:extLst>
                <a:ext uri="{FF2B5EF4-FFF2-40B4-BE49-F238E27FC236}">
                  <a16:creationId xmlns:a16="http://schemas.microsoft.com/office/drawing/2014/main" id="{914270EE-79AB-E858-536B-882F4A14DFBC}"/>
                </a:ext>
              </a:extLst>
            </p:cNvPr>
            <p:cNvSpPr/>
            <p:nvPr>
              <p:custDataLst>
                <p:tags r:id="rId160"/>
              </p:custDataLst>
            </p:nvPr>
          </p:nvSpPr>
          <p:spPr>
            <a:xfrm>
              <a:off x="10466651" y="7309357"/>
              <a:ext cx="89099" cy="78294"/>
            </a:xfrm>
            <a:custGeom>
              <a:avLst/>
              <a:gdLst>
                <a:gd name="connsiteX0" fmla="*/ 14015 w 89099"/>
                <a:gd name="connsiteY0" fmla="*/ 17506 h 78294"/>
                <a:gd name="connsiteX1" fmla="*/ 14015 w 89099"/>
                <a:gd name="connsiteY1" fmla="*/ 64978 h 78294"/>
                <a:gd name="connsiteX2" fmla="*/ 199 w 89099"/>
                <a:gd name="connsiteY2" fmla="*/ 72949 h 78294"/>
                <a:gd name="connsiteX3" fmla="*/ 199 w 89099"/>
                <a:gd name="connsiteY3" fmla="*/ 78440 h 78294"/>
                <a:gd name="connsiteX4" fmla="*/ 20215 w 89099"/>
                <a:gd name="connsiteY4" fmla="*/ 77909 h 78294"/>
                <a:gd name="connsiteX5" fmla="*/ 40054 w 89099"/>
                <a:gd name="connsiteY5" fmla="*/ 78440 h 78294"/>
                <a:gd name="connsiteX6" fmla="*/ 40054 w 89099"/>
                <a:gd name="connsiteY6" fmla="*/ 72949 h 78294"/>
                <a:gd name="connsiteX7" fmla="*/ 26238 w 89099"/>
                <a:gd name="connsiteY7" fmla="*/ 64978 h 78294"/>
                <a:gd name="connsiteX8" fmla="*/ 26238 w 89099"/>
                <a:gd name="connsiteY8" fmla="*/ 32385 h 78294"/>
                <a:gd name="connsiteX9" fmla="*/ 50151 w 89099"/>
                <a:gd name="connsiteY9" fmla="*/ 4043 h 78294"/>
                <a:gd name="connsiteX10" fmla="*/ 63259 w 89099"/>
                <a:gd name="connsiteY10" fmla="*/ 23706 h 78294"/>
                <a:gd name="connsiteX11" fmla="*/ 63259 w 89099"/>
                <a:gd name="connsiteY11" fmla="*/ 64978 h 78294"/>
                <a:gd name="connsiteX12" fmla="*/ 49442 w 89099"/>
                <a:gd name="connsiteY12" fmla="*/ 72949 h 78294"/>
                <a:gd name="connsiteX13" fmla="*/ 49442 w 89099"/>
                <a:gd name="connsiteY13" fmla="*/ 78440 h 78294"/>
                <a:gd name="connsiteX14" fmla="*/ 69459 w 89099"/>
                <a:gd name="connsiteY14" fmla="*/ 77909 h 78294"/>
                <a:gd name="connsiteX15" fmla="*/ 89298 w 89099"/>
                <a:gd name="connsiteY15" fmla="*/ 78440 h 78294"/>
                <a:gd name="connsiteX16" fmla="*/ 89298 w 89099"/>
                <a:gd name="connsiteY16" fmla="*/ 72949 h 78294"/>
                <a:gd name="connsiteX17" fmla="*/ 75481 w 89099"/>
                <a:gd name="connsiteY17" fmla="*/ 67635 h 78294"/>
                <a:gd name="connsiteX18" fmla="*/ 75481 w 89099"/>
                <a:gd name="connsiteY18" fmla="*/ 33802 h 78294"/>
                <a:gd name="connsiteX19" fmla="*/ 69990 w 89099"/>
                <a:gd name="connsiteY19" fmla="*/ 6700 h 78294"/>
                <a:gd name="connsiteX20" fmla="*/ 51391 w 89099"/>
                <a:gd name="connsiteY20" fmla="*/ 146 h 78294"/>
                <a:gd name="connsiteX21" fmla="*/ 25175 w 89099"/>
                <a:gd name="connsiteY21" fmla="*/ 18746 h 78294"/>
                <a:gd name="connsiteX22" fmla="*/ 25175 w 89099"/>
                <a:gd name="connsiteY22" fmla="*/ 146 h 78294"/>
                <a:gd name="connsiteX23" fmla="*/ 199 w 89099"/>
                <a:gd name="connsiteY23" fmla="*/ 2095 h 78294"/>
                <a:gd name="connsiteX24" fmla="*/ 199 w 89099"/>
                <a:gd name="connsiteY24" fmla="*/ 7586 h 78294"/>
                <a:gd name="connsiteX25" fmla="*/ 14015 w 89099"/>
                <a:gd name="connsiteY25" fmla="*/ 17506 h 78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89099" h="78294">
                  <a:moveTo>
                    <a:pt x="14015" y="17506"/>
                  </a:moveTo>
                  <a:lnTo>
                    <a:pt x="14015" y="64978"/>
                  </a:lnTo>
                  <a:cubicBezTo>
                    <a:pt x="14015" y="72949"/>
                    <a:pt x="12067" y="72949"/>
                    <a:pt x="199" y="72949"/>
                  </a:cubicBezTo>
                  <a:lnTo>
                    <a:pt x="199" y="78440"/>
                  </a:lnTo>
                  <a:cubicBezTo>
                    <a:pt x="6398" y="78263"/>
                    <a:pt x="15432" y="77909"/>
                    <a:pt x="20215" y="77909"/>
                  </a:cubicBezTo>
                  <a:cubicBezTo>
                    <a:pt x="24820" y="77909"/>
                    <a:pt x="34032" y="78263"/>
                    <a:pt x="40054" y="78440"/>
                  </a:cubicBezTo>
                  <a:lnTo>
                    <a:pt x="40054" y="72949"/>
                  </a:lnTo>
                  <a:cubicBezTo>
                    <a:pt x="28186" y="72949"/>
                    <a:pt x="26238" y="72949"/>
                    <a:pt x="26238" y="64978"/>
                  </a:cubicBezTo>
                  <a:lnTo>
                    <a:pt x="26238" y="32385"/>
                  </a:lnTo>
                  <a:cubicBezTo>
                    <a:pt x="26238" y="13963"/>
                    <a:pt x="38814" y="4043"/>
                    <a:pt x="50151" y="4043"/>
                  </a:cubicBezTo>
                  <a:cubicBezTo>
                    <a:pt x="61310" y="4043"/>
                    <a:pt x="63259" y="13609"/>
                    <a:pt x="63259" y="23706"/>
                  </a:cubicBezTo>
                  <a:lnTo>
                    <a:pt x="63259" y="64978"/>
                  </a:lnTo>
                  <a:cubicBezTo>
                    <a:pt x="63259" y="72949"/>
                    <a:pt x="61310" y="72949"/>
                    <a:pt x="49442" y="72949"/>
                  </a:cubicBezTo>
                  <a:lnTo>
                    <a:pt x="49442" y="78440"/>
                  </a:lnTo>
                  <a:cubicBezTo>
                    <a:pt x="55642" y="78263"/>
                    <a:pt x="64676" y="77909"/>
                    <a:pt x="69459" y="77909"/>
                  </a:cubicBezTo>
                  <a:cubicBezTo>
                    <a:pt x="74064" y="77909"/>
                    <a:pt x="83275" y="78263"/>
                    <a:pt x="89298" y="78440"/>
                  </a:cubicBezTo>
                  <a:lnTo>
                    <a:pt x="89298" y="72949"/>
                  </a:lnTo>
                  <a:cubicBezTo>
                    <a:pt x="80087" y="72949"/>
                    <a:pt x="75658" y="72949"/>
                    <a:pt x="75481" y="67635"/>
                  </a:cubicBezTo>
                  <a:lnTo>
                    <a:pt x="75481" y="33802"/>
                  </a:lnTo>
                  <a:cubicBezTo>
                    <a:pt x="75481" y="18569"/>
                    <a:pt x="75481" y="13077"/>
                    <a:pt x="69990" y="6700"/>
                  </a:cubicBezTo>
                  <a:cubicBezTo>
                    <a:pt x="67510" y="3689"/>
                    <a:pt x="61665" y="146"/>
                    <a:pt x="51391" y="146"/>
                  </a:cubicBezTo>
                  <a:cubicBezTo>
                    <a:pt x="38460" y="146"/>
                    <a:pt x="30135" y="7763"/>
                    <a:pt x="25175" y="18746"/>
                  </a:cubicBezTo>
                  <a:lnTo>
                    <a:pt x="25175" y="146"/>
                  </a:lnTo>
                  <a:lnTo>
                    <a:pt x="199" y="2095"/>
                  </a:lnTo>
                  <a:lnTo>
                    <a:pt x="199" y="7586"/>
                  </a:lnTo>
                  <a:cubicBezTo>
                    <a:pt x="12598" y="7586"/>
                    <a:pt x="14015" y="8826"/>
                    <a:pt x="14015" y="17506"/>
                  </a:cubicBezTo>
                  <a:close/>
                </a:path>
              </a:pathLst>
            </a:custGeom>
            <a:solidFill>
              <a:srgbClr val="000000"/>
            </a:solidFill>
            <a:ln w="1773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65" name="任意形状 464">
              <a:extLst>
                <a:ext uri="{FF2B5EF4-FFF2-40B4-BE49-F238E27FC236}">
                  <a16:creationId xmlns:a16="http://schemas.microsoft.com/office/drawing/2014/main" id="{F16524C6-20F1-4307-8637-D0445C7B8CD1}"/>
                </a:ext>
              </a:extLst>
            </p:cNvPr>
            <p:cNvSpPr/>
            <p:nvPr>
              <p:custDataLst>
                <p:tags r:id="rId161"/>
              </p:custDataLst>
            </p:nvPr>
          </p:nvSpPr>
          <p:spPr>
            <a:xfrm>
              <a:off x="10564352" y="7307408"/>
              <a:ext cx="80951" cy="116732"/>
            </a:xfrm>
            <a:custGeom>
              <a:avLst/>
              <a:gdLst>
                <a:gd name="connsiteX0" fmla="*/ 34568 w 80951"/>
                <a:gd name="connsiteY0" fmla="*/ 49922 h 116732"/>
                <a:gd name="connsiteX1" fmla="*/ 19158 w 80951"/>
                <a:gd name="connsiteY1" fmla="*/ 28134 h 116732"/>
                <a:gd name="connsiteX2" fmla="*/ 21992 w 80951"/>
                <a:gd name="connsiteY2" fmla="*/ 13254 h 116732"/>
                <a:gd name="connsiteX3" fmla="*/ 34568 w 80951"/>
                <a:gd name="connsiteY3" fmla="*/ 6169 h 116732"/>
                <a:gd name="connsiteX4" fmla="*/ 49979 w 80951"/>
                <a:gd name="connsiteY4" fmla="*/ 27957 h 116732"/>
                <a:gd name="connsiteX5" fmla="*/ 47145 w 80951"/>
                <a:gd name="connsiteY5" fmla="*/ 42836 h 116732"/>
                <a:gd name="connsiteX6" fmla="*/ 34568 w 80951"/>
                <a:gd name="connsiteY6" fmla="*/ 49922 h 116732"/>
                <a:gd name="connsiteX7" fmla="*/ 14021 w 80951"/>
                <a:gd name="connsiteY7" fmla="*/ 56830 h 116732"/>
                <a:gd name="connsiteX8" fmla="*/ 17032 w 80951"/>
                <a:gd name="connsiteY8" fmla="*/ 48505 h 116732"/>
                <a:gd name="connsiteX9" fmla="*/ 34568 w 80951"/>
                <a:gd name="connsiteY9" fmla="*/ 53996 h 116732"/>
                <a:gd name="connsiteX10" fmla="*/ 63264 w 80951"/>
                <a:gd name="connsiteY10" fmla="*/ 28134 h 116732"/>
                <a:gd name="connsiteX11" fmla="*/ 56002 w 80951"/>
                <a:gd name="connsiteY11" fmla="*/ 10952 h 116732"/>
                <a:gd name="connsiteX12" fmla="*/ 71944 w 80951"/>
                <a:gd name="connsiteY12" fmla="*/ 4043 h 116732"/>
                <a:gd name="connsiteX13" fmla="*/ 73715 w 80951"/>
                <a:gd name="connsiteY13" fmla="*/ 4221 h 116732"/>
                <a:gd name="connsiteX14" fmla="*/ 70881 w 80951"/>
                <a:gd name="connsiteY14" fmla="*/ 9003 h 116732"/>
                <a:gd name="connsiteX15" fmla="*/ 76018 w 80951"/>
                <a:gd name="connsiteY15" fmla="*/ 14140 h 116732"/>
                <a:gd name="connsiteX16" fmla="*/ 81155 w 80951"/>
                <a:gd name="connsiteY16" fmla="*/ 8826 h 116732"/>
                <a:gd name="connsiteX17" fmla="*/ 72121 w 80951"/>
                <a:gd name="connsiteY17" fmla="*/ 146 h 116732"/>
                <a:gd name="connsiteX18" fmla="*/ 53345 w 80951"/>
                <a:gd name="connsiteY18" fmla="*/ 8472 h 116732"/>
                <a:gd name="connsiteX19" fmla="*/ 34568 w 80951"/>
                <a:gd name="connsiteY19" fmla="*/ 2095 h 116732"/>
                <a:gd name="connsiteX20" fmla="*/ 5872 w 80951"/>
                <a:gd name="connsiteY20" fmla="*/ 27957 h 116732"/>
                <a:gd name="connsiteX21" fmla="*/ 14198 w 80951"/>
                <a:gd name="connsiteY21" fmla="*/ 46202 h 116732"/>
                <a:gd name="connsiteX22" fmla="*/ 8707 w 80951"/>
                <a:gd name="connsiteY22" fmla="*/ 60904 h 116732"/>
                <a:gd name="connsiteX23" fmla="*/ 16501 w 80951"/>
                <a:gd name="connsiteY23" fmla="*/ 76669 h 116732"/>
                <a:gd name="connsiteX24" fmla="*/ 204 w 80951"/>
                <a:gd name="connsiteY24" fmla="*/ 94383 h 116732"/>
                <a:gd name="connsiteX25" fmla="*/ 39351 w 80951"/>
                <a:gd name="connsiteY25" fmla="*/ 116879 h 116732"/>
                <a:gd name="connsiteX26" fmla="*/ 78675 w 80951"/>
                <a:gd name="connsiteY26" fmla="*/ 94028 h 116732"/>
                <a:gd name="connsiteX27" fmla="*/ 67161 w 80951"/>
                <a:gd name="connsiteY27" fmla="*/ 73835 h 116732"/>
                <a:gd name="connsiteX28" fmla="*/ 36694 w 80951"/>
                <a:gd name="connsiteY28" fmla="*/ 68875 h 116732"/>
                <a:gd name="connsiteX29" fmla="*/ 23409 w 80951"/>
                <a:gd name="connsiteY29" fmla="*/ 68698 h 116732"/>
                <a:gd name="connsiteX30" fmla="*/ 14021 w 80951"/>
                <a:gd name="connsiteY30" fmla="*/ 56830 h 116732"/>
                <a:gd name="connsiteX31" fmla="*/ 39528 w 80951"/>
                <a:gd name="connsiteY31" fmla="*/ 112805 h 116732"/>
                <a:gd name="connsiteX32" fmla="*/ 9415 w 80951"/>
                <a:gd name="connsiteY32" fmla="*/ 94383 h 116732"/>
                <a:gd name="connsiteX33" fmla="*/ 23940 w 80951"/>
                <a:gd name="connsiteY33" fmla="*/ 79149 h 116732"/>
                <a:gd name="connsiteX34" fmla="*/ 34391 w 80951"/>
                <a:gd name="connsiteY34" fmla="*/ 79149 h 116732"/>
                <a:gd name="connsiteX35" fmla="*/ 69464 w 80951"/>
                <a:gd name="connsiteY35" fmla="*/ 94383 h 116732"/>
                <a:gd name="connsiteX36" fmla="*/ 39528 w 80951"/>
                <a:gd name="connsiteY36" fmla="*/ 112805 h 1167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</a:cxnLst>
              <a:rect l="l" t="t" r="r" b="b"/>
              <a:pathLst>
                <a:path w="80951" h="116732">
                  <a:moveTo>
                    <a:pt x="34568" y="49922"/>
                  </a:moveTo>
                  <a:cubicBezTo>
                    <a:pt x="19158" y="49922"/>
                    <a:pt x="19158" y="32208"/>
                    <a:pt x="19158" y="28134"/>
                  </a:cubicBezTo>
                  <a:cubicBezTo>
                    <a:pt x="19158" y="23351"/>
                    <a:pt x="19335" y="17683"/>
                    <a:pt x="21992" y="13254"/>
                  </a:cubicBezTo>
                  <a:cubicBezTo>
                    <a:pt x="23409" y="11129"/>
                    <a:pt x="27483" y="6169"/>
                    <a:pt x="34568" y="6169"/>
                  </a:cubicBezTo>
                  <a:cubicBezTo>
                    <a:pt x="49979" y="6169"/>
                    <a:pt x="49979" y="23883"/>
                    <a:pt x="49979" y="27957"/>
                  </a:cubicBezTo>
                  <a:cubicBezTo>
                    <a:pt x="49979" y="32739"/>
                    <a:pt x="49802" y="38408"/>
                    <a:pt x="47145" y="42836"/>
                  </a:cubicBezTo>
                  <a:cubicBezTo>
                    <a:pt x="45728" y="44962"/>
                    <a:pt x="41654" y="49922"/>
                    <a:pt x="34568" y="49922"/>
                  </a:cubicBezTo>
                  <a:close/>
                  <a:moveTo>
                    <a:pt x="14021" y="56830"/>
                  </a:moveTo>
                  <a:cubicBezTo>
                    <a:pt x="14021" y="56121"/>
                    <a:pt x="14021" y="52047"/>
                    <a:pt x="17032" y="48505"/>
                  </a:cubicBezTo>
                  <a:cubicBezTo>
                    <a:pt x="23940" y="53464"/>
                    <a:pt x="31203" y="53996"/>
                    <a:pt x="34568" y="53996"/>
                  </a:cubicBezTo>
                  <a:cubicBezTo>
                    <a:pt x="51042" y="53996"/>
                    <a:pt x="63264" y="41773"/>
                    <a:pt x="63264" y="28134"/>
                  </a:cubicBezTo>
                  <a:cubicBezTo>
                    <a:pt x="63264" y="21580"/>
                    <a:pt x="60430" y="15026"/>
                    <a:pt x="56002" y="10952"/>
                  </a:cubicBezTo>
                  <a:cubicBezTo>
                    <a:pt x="62379" y="4929"/>
                    <a:pt x="68756" y="4043"/>
                    <a:pt x="71944" y="4043"/>
                  </a:cubicBezTo>
                  <a:cubicBezTo>
                    <a:pt x="72298" y="4043"/>
                    <a:pt x="73184" y="4043"/>
                    <a:pt x="73715" y="4221"/>
                  </a:cubicBezTo>
                  <a:cubicBezTo>
                    <a:pt x="71767" y="4929"/>
                    <a:pt x="70881" y="6878"/>
                    <a:pt x="70881" y="9003"/>
                  </a:cubicBezTo>
                  <a:cubicBezTo>
                    <a:pt x="70881" y="12015"/>
                    <a:pt x="73184" y="14140"/>
                    <a:pt x="76018" y="14140"/>
                  </a:cubicBezTo>
                  <a:cubicBezTo>
                    <a:pt x="77790" y="14140"/>
                    <a:pt x="81155" y="12900"/>
                    <a:pt x="81155" y="8826"/>
                  </a:cubicBezTo>
                  <a:cubicBezTo>
                    <a:pt x="81155" y="5815"/>
                    <a:pt x="79030" y="146"/>
                    <a:pt x="72121" y="146"/>
                  </a:cubicBezTo>
                  <a:cubicBezTo>
                    <a:pt x="68579" y="146"/>
                    <a:pt x="60785" y="1209"/>
                    <a:pt x="53345" y="8472"/>
                  </a:cubicBezTo>
                  <a:cubicBezTo>
                    <a:pt x="45905" y="2626"/>
                    <a:pt x="38465" y="2095"/>
                    <a:pt x="34568" y="2095"/>
                  </a:cubicBezTo>
                  <a:cubicBezTo>
                    <a:pt x="18095" y="2095"/>
                    <a:pt x="5872" y="14317"/>
                    <a:pt x="5872" y="27957"/>
                  </a:cubicBezTo>
                  <a:cubicBezTo>
                    <a:pt x="5872" y="35751"/>
                    <a:pt x="9769" y="42482"/>
                    <a:pt x="14198" y="46202"/>
                  </a:cubicBezTo>
                  <a:cubicBezTo>
                    <a:pt x="11895" y="48859"/>
                    <a:pt x="8707" y="54704"/>
                    <a:pt x="8707" y="60904"/>
                  </a:cubicBezTo>
                  <a:cubicBezTo>
                    <a:pt x="8707" y="66395"/>
                    <a:pt x="11009" y="73126"/>
                    <a:pt x="16501" y="76669"/>
                  </a:cubicBezTo>
                  <a:cubicBezTo>
                    <a:pt x="5872" y="79680"/>
                    <a:pt x="204" y="87297"/>
                    <a:pt x="204" y="94383"/>
                  </a:cubicBezTo>
                  <a:cubicBezTo>
                    <a:pt x="204" y="107136"/>
                    <a:pt x="17741" y="116879"/>
                    <a:pt x="39351" y="116879"/>
                  </a:cubicBezTo>
                  <a:cubicBezTo>
                    <a:pt x="60253" y="116879"/>
                    <a:pt x="78675" y="107845"/>
                    <a:pt x="78675" y="94028"/>
                  </a:cubicBezTo>
                  <a:cubicBezTo>
                    <a:pt x="78675" y="87829"/>
                    <a:pt x="76195" y="78795"/>
                    <a:pt x="67161" y="73835"/>
                  </a:cubicBezTo>
                  <a:cubicBezTo>
                    <a:pt x="57773" y="68875"/>
                    <a:pt x="47499" y="68875"/>
                    <a:pt x="36694" y="68875"/>
                  </a:cubicBezTo>
                  <a:cubicBezTo>
                    <a:pt x="32266" y="68875"/>
                    <a:pt x="24649" y="68875"/>
                    <a:pt x="23409" y="68698"/>
                  </a:cubicBezTo>
                  <a:cubicBezTo>
                    <a:pt x="17741" y="67989"/>
                    <a:pt x="14021" y="62498"/>
                    <a:pt x="14021" y="56830"/>
                  </a:cubicBezTo>
                  <a:close/>
                  <a:moveTo>
                    <a:pt x="39528" y="112805"/>
                  </a:moveTo>
                  <a:cubicBezTo>
                    <a:pt x="21638" y="112805"/>
                    <a:pt x="9415" y="103771"/>
                    <a:pt x="9415" y="94383"/>
                  </a:cubicBezTo>
                  <a:cubicBezTo>
                    <a:pt x="9415" y="86234"/>
                    <a:pt x="16146" y="79680"/>
                    <a:pt x="23940" y="79149"/>
                  </a:cubicBezTo>
                  <a:lnTo>
                    <a:pt x="34391" y="79149"/>
                  </a:lnTo>
                  <a:cubicBezTo>
                    <a:pt x="49625" y="79149"/>
                    <a:pt x="69464" y="79149"/>
                    <a:pt x="69464" y="94383"/>
                  </a:cubicBezTo>
                  <a:cubicBezTo>
                    <a:pt x="69464" y="103948"/>
                    <a:pt x="56888" y="112805"/>
                    <a:pt x="39528" y="112805"/>
                  </a:cubicBezTo>
                  <a:close/>
                </a:path>
              </a:pathLst>
            </a:custGeom>
            <a:solidFill>
              <a:srgbClr val="000000"/>
            </a:solidFill>
            <a:ln w="1773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66" name="任意形状 465">
              <a:extLst>
                <a:ext uri="{FF2B5EF4-FFF2-40B4-BE49-F238E27FC236}">
                  <a16:creationId xmlns:a16="http://schemas.microsoft.com/office/drawing/2014/main" id="{9EEF5EE0-7DE1-9BE7-1DF7-0C9D9D3B3741}"/>
                </a:ext>
              </a:extLst>
            </p:cNvPr>
            <p:cNvSpPr/>
            <p:nvPr>
              <p:custDataLst>
                <p:tags r:id="rId162"/>
              </p:custDataLst>
            </p:nvPr>
          </p:nvSpPr>
          <p:spPr>
            <a:xfrm>
              <a:off x="10712674" y="7309357"/>
              <a:ext cx="138343" cy="78294"/>
            </a:xfrm>
            <a:custGeom>
              <a:avLst/>
              <a:gdLst>
                <a:gd name="connsiteX0" fmla="*/ 14029 w 138343"/>
                <a:gd name="connsiteY0" fmla="*/ 17506 h 78294"/>
                <a:gd name="connsiteX1" fmla="*/ 14029 w 138343"/>
                <a:gd name="connsiteY1" fmla="*/ 64978 h 78294"/>
                <a:gd name="connsiteX2" fmla="*/ 212 w 138343"/>
                <a:gd name="connsiteY2" fmla="*/ 72949 h 78294"/>
                <a:gd name="connsiteX3" fmla="*/ 212 w 138343"/>
                <a:gd name="connsiteY3" fmla="*/ 78440 h 78294"/>
                <a:gd name="connsiteX4" fmla="*/ 20229 w 138343"/>
                <a:gd name="connsiteY4" fmla="*/ 77909 h 78294"/>
                <a:gd name="connsiteX5" fmla="*/ 40068 w 138343"/>
                <a:gd name="connsiteY5" fmla="*/ 78440 h 78294"/>
                <a:gd name="connsiteX6" fmla="*/ 40068 w 138343"/>
                <a:gd name="connsiteY6" fmla="*/ 72949 h 78294"/>
                <a:gd name="connsiteX7" fmla="*/ 26251 w 138343"/>
                <a:gd name="connsiteY7" fmla="*/ 64978 h 78294"/>
                <a:gd name="connsiteX8" fmla="*/ 26251 w 138343"/>
                <a:gd name="connsiteY8" fmla="*/ 32385 h 78294"/>
                <a:gd name="connsiteX9" fmla="*/ 50165 w 138343"/>
                <a:gd name="connsiteY9" fmla="*/ 4043 h 78294"/>
                <a:gd name="connsiteX10" fmla="*/ 63273 w 138343"/>
                <a:gd name="connsiteY10" fmla="*/ 23706 h 78294"/>
                <a:gd name="connsiteX11" fmla="*/ 63273 w 138343"/>
                <a:gd name="connsiteY11" fmla="*/ 64978 h 78294"/>
                <a:gd name="connsiteX12" fmla="*/ 49456 w 138343"/>
                <a:gd name="connsiteY12" fmla="*/ 72949 h 78294"/>
                <a:gd name="connsiteX13" fmla="*/ 49456 w 138343"/>
                <a:gd name="connsiteY13" fmla="*/ 78440 h 78294"/>
                <a:gd name="connsiteX14" fmla="*/ 69473 w 138343"/>
                <a:gd name="connsiteY14" fmla="*/ 77909 h 78294"/>
                <a:gd name="connsiteX15" fmla="*/ 89312 w 138343"/>
                <a:gd name="connsiteY15" fmla="*/ 78440 h 78294"/>
                <a:gd name="connsiteX16" fmla="*/ 89312 w 138343"/>
                <a:gd name="connsiteY16" fmla="*/ 72949 h 78294"/>
                <a:gd name="connsiteX17" fmla="*/ 75495 w 138343"/>
                <a:gd name="connsiteY17" fmla="*/ 64978 h 78294"/>
                <a:gd name="connsiteX18" fmla="*/ 75495 w 138343"/>
                <a:gd name="connsiteY18" fmla="*/ 32385 h 78294"/>
                <a:gd name="connsiteX19" fmla="*/ 99408 w 138343"/>
                <a:gd name="connsiteY19" fmla="*/ 4043 h 78294"/>
                <a:gd name="connsiteX20" fmla="*/ 112516 w 138343"/>
                <a:gd name="connsiteY20" fmla="*/ 23706 h 78294"/>
                <a:gd name="connsiteX21" fmla="*/ 112516 w 138343"/>
                <a:gd name="connsiteY21" fmla="*/ 64978 h 78294"/>
                <a:gd name="connsiteX22" fmla="*/ 98700 w 138343"/>
                <a:gd name="connsiteY22" fmla="*/ 72949 h 78294"/>
                <a:gd name="connsiteX23" fmla="*/ 98700 w 138343"/>
                <a:gd name="connsiteY23" fmla="*/ 78440 h 78294"/>
                <a:gd name="connsiteX24" fmla="*/ 118716 w 138343"/>
                <a:gd name="connsiteY24" fmla="*/ 77909 h 78294"/>
                <a:gd name="connsiteX25" fmla="*/ 138555 w 138343"/>
                <a:gd name="connsiteY25" fmla="*/ 78440 h 78294"/>
                <a:gd name="connsiteX26" fmla="*/ 138555 w 138343"/>
                <a:gd name="connsiteY26" fmla="*/ 72949 h 78294"/>
                <a:gd name="connsiteX27" fmla="*/ 124739 w 138343"/>
                <a:gd name="connsiteY27" fmla="*/ 67635 h 78294"/>
                <a:gd name="connsiteX28" fmla="*/ 124739 w 138343"/>
                <a:gd name="connsiteY28" fmla="*/ 33802 h 78294"/>
                <a:gd name="connsiteX29" fmla="*/ 119248 w 138343"/>
                <a:gd name="connsiteY29" fmla="*/ 6700 h 78294"/>
                <a:gd name="connsiteX30" fmla="*/ 100648 w 138343"/>
                <a:gd name="connsiteY30" fmla="*/ 146 h 78294"/>
                <a:gd name="connsiteX31" fmla="*/ 74964 w 138343"/>
                <a:gd name="connsiteY31" fmla="*/ 17506 h 78294"/>
                <a:gd name="connsiteX32" fmla="*/ 51405 w 138343"/>
                <a:gd name="connsiteY32" fmla="*/ 146 h 78294"/>
                <a:gd name="connsiteX33" fmla="*/ 25189 w 138343"/>
                <a:gd name="connsiteY33" fmla="*/ 18746 h 78294"/>
                <a:gd name="connsiteX34" fmla="*/ 25189 w 138343"/>
                <a:gd name="connsiteY34" fmla="*/ 146 h 78294"/>
                <a:gd name="connsiteX35" fmla="*/ 212 w 138343"/>
                <a:gd name="connsiteY35" fmla="*/ 2095 h 78294"/>
                <a:gd name="connsiteX36" fmla="*/ 212 w 138343"/>
                <a:gd name="connsiteY36" fmla="*/ 7586 h 78294"/>
                <a:gd name="connsiteX37" fmla="*/ 14029 w 138343"/>
                <a:gd name="connsiteY37" fmla="*/ 17506 h 78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138343" h="78294">
                  <a:moveTo>
                    <a:pt x="14029" y="17506"/>
                  </a:moveTo>
                  <a:lnTo>
                    <a:pt x="14029" y="64978"/>
                  </a:lnTo>
                  <a:cubicBezTo>
                    <a:pt x="14029" y="72949"/>
                    <a:pt x="12081" y="72949"/>
                    <a:pt x="212" y="72949"/>
                  </a:cubicBezTo>
                  <a:lnTo>
                    <a:pt x="212" y="78440"/>
                  </a:lnTo>
                  <a:cubicBezTo>
                    <a:pt x="6412" y="78263"/>
                    <a:pt x="15446" y="77909"/>
                    <a:pt x="20229" y="77909"/>
                  </a:cubicBezTo>
                  <a:cubicBezTo>
                    <a:pt x="24834" y="77909"/>
                    <a:pt x="34045" y="78263"/>
                    <a:pt x="40068" y="78440"/>
                  </a:cubicBezTo>
                  <a:lnTo>
                    <a:pt x="40068" y="72949"/>
                  </a:lnTo>
                  <a:cubicBezTo>
                    <a:pt x="28200" y="72949"/>
                    <a:pt x="26251" y="72949"/>
                    <a:pt x="26251" y="64978"/>
                  </a:cubicBezTo>
                  <a:lnTo>
                    <a:pt x="26251" y="32385"/>
                  </a:lnTo>
                  <a:cubicBezTo>
                    <a:pt x="26251" y="13963"/>
                    <a:pt x="38828" y="4043"/>
                    <a:pt x="50165" y="4043"/>
                  </a:cubicBezTo>
                  <a:cubicBezTo>
                    <a:pt x="61324" y="4043"/>
                    <a:pt x="63273" y="13609"/>
                    <a:pt x="63273" y="23706"/>
                  </a:cubicBezTo>
                  <a:lnTo>
                    <a:pt x="63273" y="64978"/>
                  </a:lnTo>
                  <a:cubicBezTo>
                    <a:pt x="63273" y="72949"/>
                    <a:pt x="61324" y="72949"/>
                    <a:pt x="49456" y="72949"/>
                  </a:cubicBezTo>
                  <a:lnTo>
                    <a:pt x="49456" y="78440"/>
                  </a:lnTo>
                  <a:cubicBezTo>
                    <a:pt x="55656" y="78263"/>
                    <a:pt x="64690" y="77909"/>
                    <a:pt x="69473" y="77909"/>
                  </a:cubicBezTo>
                  <a:cubicBezTo>
                    <a:pt x="74078" y="77909"/>
                    <a:pt x="83289" y="78263"/>
                    <a:pt x="89312" y="78440"/>
                  </a:cubicBezTo>
                  <a:lnTo>
                    <a:pt x="89312" y="72949"/>
                  </a:lnTo>
                  <a:cubicBezTo>
                    <a:pt x="77444" y="72949"/>
                    <a:pt x="75495" y="72949"/>
                    <a:pt x="75495" y="64978"/>
                  </a:cubicBezTo>
                  <a:lnTo>
                    <a:pt x="75495" y="32385"/>
                  </a:lnTo>
                  <a:cubicBezTo>
                    <a:pt x="75495" y="13963"/>
                    <a:pt x="88072" y="4043"/>
                    <a:pt x="99408" y="4043"/>
                  </a:cubicBezTo>
                  <a:cubicBezTo>
                    <a:pt x="110568" y="4043"/>
                    <a:pt x="112516" y="13609"/>
                    <a:pt x="112516" y="23706"/>
                  </a:cubicBezTo>
                  <a:lnTo>
                    <a:pt x="112516" y="64978"/>
                  </a:lnTo>
                  <a:cubicBezTo>
                    <a:pt x="112516" y="72949"/>
                    <a:pt x="110568" y="72949"/>
                    <a:pt x="98700" y="72949"/>
                  </a:cubicBezTo>
                  <a:lnTo>
                    <a:pt x="98700" y="78440"/>
                  </a:lnTo>
                  <a:cubicBezTo>
                    <a:pt x="104900" y="78263"/>
                    <a:pt x="113934" y="77909"/>
                    <a:pt x="118716" y="77909"/>
                  </a:cubicBezTo>
                  <a:cubicBezTo>
                    <a:pt x="123322" y="77909"/>
                    <a:pt x="132533" y="78263"/>
                    <a:pt x="138555" y="78440"/>
                  </a:cubicBezTo>
                  <a:lnTo>
                    <a:pt x="138555" y="72949"/>
                  </a:lnTo>
                  <a:cubicBezTo>
                    <a:pt x="129344" y="72949"/>
                    <a:pt x="124916" y="72949"/>
                    <a:pt x="124739" y="67635"/>
                  </a:cubicBezTo>
                  <a:lnTo>
                    <a:pt x="124739" y="33802"/>
                  </a:lnTo>
                  <a:cubicBezTo>
                    <a:pt x="124739" y="18569"/>
                    <a:pt x="124739" y="13077"/>
                    <a:pt x="119248" y="6700"/>
                  </a:cubicBezTo>
                  <a:cubicBezTo>
                    <a:pt x="116768" y="3689"/>
                    <a:pt x="110922" y="146"/>
                    <a:pt x="100648" y="146"/>
                  </a:cubicBezTo>
                  <a:cubicBezTo>
                    <a:pt x="85769" y="146"/>
                    <a:pt x="77975" y="10775"/>
                    <a:pt x="74964" y="17506"/>
                  </a:cubicBezTo>
                  <a:cubicBezTo>
                    <a:pt x="72484" y="2095"/>
                    <a:pt x="59376" y="146"/>
                    <a:pt x="51405" y="146"/>
                  </a:cubicBezTo>
                  <a:cubicBezTo>
                    <a:pt x="38474" y="146"/>
                    <a:pt x="30148" y="7763"/>
                    <a:pt x="25189" y="18746"/>
                  </a:cubicBezTo>
                  <a:lnTo>
                    <a:pt x="25189" y="146"/>
                  </a:lnTo>
                  <a:lnTo>
                    <a:pt x="212" y="2095"/>
                  </a:lnTo>
                  <a:lnTo>
                    <a:pt x="212" y="7586"/>
                  </a:lnTo>
                  <a:cubicBezTo>
                    <a:pt x="12612" y="7586"/>
                    <a:pt x="14029" y="8826"/>
                    <a:pt x="14029" y="17506"/>
                  </a:cubicBezTo>
                  <a:close/>
                </a:path>
              </a:pathLst>
            </a:custGeom>
            <a:solidFill>
              <a:srgbClr val="000000"/>
            </a:solidFill>
            <a:ln w="1773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67" name="任意形状 466">
              <a:extLst>
                <a:ext uri="{FF2B5EF4-FFF2-40B4-BE49-F238E27FC236}">
                  <a16:creationId xmlns:a16="http://schemas.microsoft.com/office/drawing/2014/main" id="{8553D116-7B00-835B-EF6B-F2A9BA8D027C}"/>
                </a:ext>
              </a:extLst>
            </p:cNvPr>
            <p:cNvSpPr/>
            <p:nvPr>
              <p:custDataLst>
                <p:tags r:id="rId163"/>
              </p:custDataLst>
            </p:nvPr>
          </p:nvSpPr>
          <p:spPr>
            <a:xfrm>
              <a:off x="10859579" y="7308294"/>
              <a:ext cx="78471" cy="81305"/>
            </a:xfrm>
            <a:custGeom>
              <a:avLst/>
              <a:gdLst>
                <a:gd name="connsiteX0" fmla="*/ 78692 w 78471"/>
                <a:gd name="connsiteY0" fmla="*/ 41596 h 81305"/>
                <a:gd name="connsiteX1" fmla="*/ 39545 w 78471"/>
                <a:gd name="connsiteY1" fmla="*/ 146 h 81305"/>
                <a:gd name="connsiteX2" fmla="*/ 221 w 78471"/>
                <a:gd name="connsiteY2" fmla="*/ 41596 h 81305"/>
                <a:gd name="connsiteX3" fmla="*/ 39368 w 78471"/>
                <a:gd name="connsiteY3" fmla="*/ 81452 h 81305"/>
                <a:gd name="connsiteX4" fmla="*/ 78692 w 78471"/>
                <a:gd name="connsiteY4" fmla="*/ 41596 h 81305"/>
                <a:gd name="connsiteX5" fmla="*/ 39545 w 78471"/>
                <a:gd name="connsiteY5" fmla="*/ 77023 h 81305"/>
                <a:gd name="connsiteX6" fmla="*/ 19351 w 78471"/>
                <a:gd name="connsiteY6" fmla="*/ 65155 h 81305"/>
                <a:gd name="connsiteX7" fmla="*/ 14923 w 78471"/>
                <a:gd name="connsiteY7" fmla="*/ 40179 h 81305"/>
                <a:gd name="connsiteX8" fmla="*/ 19174 w 78471"/>
                <a:gd name="connsiteY8" fmla="*/ 15912 h 81305"/>
                <a:gd name="connsiteX9" fmla="*/ 39368 w 78471"/>
                <a:gd name="connsiteY9" fmla="*/ 4043 h 81305"/>
                <a:gd name="connsiteX10" fmla="*/ 59384 w 78471"/>
                <a:gd name="connsiteY10" fmla="*/ 15557 h 81305"/>
                <a:gd name="connsiteX11" fmla="*/ 63990 w 78471"/>
                <a:gd name="connsiteY11" fmla="*/ 40179 h 81305"/>
                <a:gd name="connsiteX12" fmla="*/ 60093 w 78471"/>
                <a:gd name="connsiteY12" fmla="*/ 63915 h 81305"/>
                <a:gd name="connsiteX13" fmla="*/ 39545 w 78471"/>
                <a:gd name="connsiteY13" fmla="*/ 77023 h 813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78471" h="81305">
                  <a:moveTo>
                    <a:pt x="78692" y="41596"/>
                  </a:moveTo>
                  <a:cubicBezTo>
                    <a:pt x="78692" y="18923"/>
                    <a:pt x="60978" y="146"/>
                    <a:pt x="39545" y="146"/>
                  </a:cubicBezTo>
                  <a:cubicBezTo>
                    <a:pt x="17403" y="146"/>
                    <a:pt x="221" y="19454"/>
                    <a:pt x="221" y="41596"/>
                  </a:cubicBezTo>
                  <a:cubicBezTo>
                    <a:pt x="221" y="64447"/>
                    <a:pt x="18643" y="81452"/>
                    <a:pt x="39368" y="81452"/>
                  </a:cubicBezTo>
                  <a:cubicBezTo>
                    <a:pt x="60801" y="81452"/>
                    <a:pt x="78692" y="64092"/>
                    <a:pt x="78692" y="41596"/>
                  </a:cubicBezTo>
                  <a:close/>
                  <a:moveTo>
                    <a:pt x="39545" y="77023"/>
                  </a:moveTo>
                  <a:cubicBezTo>
                    <a:pt x="31928" y="77023"/>
                    <a:pt x="24134" y="73304"/>
                    <a:pt x="19351" y="65155"/>
                  </a:cubicBezTo>
                  <a:cubicBezTo>
                    <a:pt x="14923" y="57361"/>
                    <a:pt x="14923" y="46556"/>
                    <a:pt x="14923" y="40179"/>
                  </a:cubicBezTo>
                  <a:cubicBezTo>
                    <a:pt x="14923" y="33271"/>
                    <a:pt x="14923" y="23706"/>
                    <a:pt x="19174" y="15912"/>
                  </a:cubicBezTo>
                  <a:cubicBezTo>
                    <a:pt x="23957" y="7763"/>
                    <a:pt x="32282" y="4043"/>
                    <a:pt x="39368" y="4043"/>
                  </a:cubicBezTo>
                  <a:cubicBezTo>
                    <a:pt x="47162" y="4043"/>
                    <a:pt x="54779" y="7940"/>
                    <a:pt x="59384" y="15557"/>
                  </a:cubicBezTo>
                  <a:cubicBezTo>
                    <a:pt x="63990" y="23174"/>
                    <a:pt x="63990" y="33448"/>
                    <a:pt x="63990" y="40179"/>
                  </a:cubicBezTo>
                  <a:cubicBezTo>
                    <a:pt x="63990" y="46556"/>
                    <a:pt x="63990" y="56121"/>
                    <a:pt x="60093" y="63915"/>
                  </a:cubicBezTo>
                  <a:cubicBezTo>
                    <a:pt x="56196" y="71886"/>
                    <a:pt x="48402" y="77023"/>
                    <a:pt x="39545" y="77023"/>
                  </a:cubicBezTo>
                  <a:close/>
                </a:path>
              </a:pathLst>
            </a:custGeom>
            <a:solidFill>
              <a:srgbClr val="000000"/>
            </a:solidFill>
            <a:ln w="1773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68" name="任意形状 467">
              <a:extLst>
                <a:ext uri="{FF2B5EF4-FFF2-40B4-BE49-F238E27FC236}">
                  <a16:creationId xmlns:a16="http://schemas.microsoft.com/office/drawing/2014/main" id="{BC3D640F-2C1E-9CAB-4B69-538AD6CACE17}"/>
                </a:ext>
              </a:extLst>
            </p:cNvPr>
            <p:cNvSpPr/>
            <p:nvPr>
              <p:custDataLst>
                <p:tags r:id="rId164"/>
              </p:custDataLst>
            </p:nvPr>
          </p:nvSpPr>
          <p:spPr>
            <a:xfrm>
              <a:off x="10954130" y="7264719"/>
              <a:ext cx="87327" cy="124880"/>
            </a:xfrm>
            <a:custGeom>
              <a:avLst/>
              <a:gdLst>
                <a:gd name="connsiteX0" fmla="*/ 61515 w 87327"/>
                <a:gd name="connsiteY0" fmla="*/ 113336 h 124880"/>
                <a:gd name="connsiteX1" fmla="*/ 61515 w 87327"/>
                <a:gd name="connsiteY1" fmla="*/ 125027 h 124880"/>
                <a:gd name="connsiteX2" fmla="*/ 87554 w 87327"/>
                <a:gd name="connsiteY2" fmla="*/ 123079 h 124880"/>
                <a:gd name="connsiteX3" fmla="*/ 87554 w 87327"/>
                <a:gd name="connsiteY3" fmla="*/ 117587 h 124880"/>
                <a:gd name="connsiteX4" fmla="*/ 73737 w 87327"/>
                <a:gd name="connsiteY4" fmla="*/ 107668 h 124880"/>
                <a:gd name="connsiteX5" fmla="*/ 73737 w 87327"/>
                <a:gd name="connsiteY5" fmla="*/ 146 h 124880"/>
                <a:gd name="connsiteX6" fmla="*/ 48230 w 87327"/>
                <a:gd name="connsiteY6" fmla="*/ 2095 h 124880"/>
                <a:gd name="connsiteX7" fmla="*/ 48230 w 87327"/>
                <a:gd name="connsiteY7" fmla="*/ 7586 h 124880"/>
                <a:gd name="connsiteX8" fmla="*/ 62046 w 87327"/>
                <a:gd name="connsiteY8" fmla="*/ 17506 h 124880"/>
                <a:gd name="connsiteX9" fmla="*/ 62046 w 87327"/>
                <a:gd name="connsiteY9" fmla="*/ 55767 h 124880"/>
                <a:gd name="connsiteX10" fmla="*/ 39727 w 87327"/>
                <a:gd name="connsiteY10" fmla="*/ 44785 h 124880"/>
                <a:gd name="connsiteX11" fmla="*/ 226 w 87327"/>
                <a:gd name="connsiteY11" fmla="*/ 84994 h 124880"/>
                <a:gd name="connsiteX12" fmla="*/ 37779 w 87327"/>
                <a:gd name="connsiteY12" fmla="*/ 125027 h 124880"/>
                <a:gd name="connsiteX13" fmla="*/ 61515 w 87327"/>
                <a:gd name="connsiteY13" fmla="*/ 113336 h 124880"/>
                <a:gd name="connsiteX14" fmla="*/ 61515 w 87327"/>
                <a:gd name="connsiteY14" fmla="*/ 65864 h 124880"/>
                <a:gd name="connsiteX15" fmla="*/ 61515 w 87327"/>
                <a:gd name="connsiteY15" fmla="*/ 102177 h 124880"/>
                <a:gd name="connsiteX16" fmla="*/ 59566 w 87327"/>
                <a:gd name="connsiteY16" fmla="*/ 108731 h 124880"/>
                <a:gd name="connsiteX17" fmla="*/ 38664 w 87327"/>
                <a:gd name="connsiteY17" fmla="*/ 121130 h 124880"/>
                <a:gd name="connsiteX18" fmla="*/ 20065 w 87327"/>
                <a:gd name="connsiteY18" fmla="*/ 109793 h 124880"/>
                <a:gd name="connsiteX19" fmla="*/ 14928 w 87327"/>
                <a:gd name="connsiteY19" fmla="*/ 85172 h 124880"/>
                <a:gd name="connsiteX20" fmla="*/ 20419 w 87327"/>
                <a:gd name="connsiteY20" fmla="*/ 60018 h 124880"/>
                <a:gd name="connsiteX21" fmla="*/ 40436 w 87327"/>
                <a:gd name="connsiteY21" fmla="*/ 48682 h 124880"/>
                <a:gd name="connsiteX22" fmla="*/ 59566 w 87327"/>
                <a:gd name="connsiteY22" fmla="*/ 59310 h 124880"/>
                <a:gd name="connsiteX23" fmla="*/ 61515 w 87327"/>
                <a:gd name="connsiteY23" fmla="*/ 65864 h 1248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87327" h="124880">
                  <a:moveTo>
                    <a:pt x="61515" y="113336"/>
                  </a:moveTo>
                  <a:lnTo>
                    <a:pt x="61515" y="125027"/>
                  </a:lnTo>
                  <a:lnTo>
                    <a:pt x="87554" y="123079"/>
                  </a:lnTo>
                  <a:lnTo>
                    <a:pt x="87554" y="117587"/>
                  </a:lnTo>
                  <a:cubicBezTo>
                    <a:pt x="75154" y="117587"/>
                    <a:pt x="73737" y="116348"/>
                    <a:pt x="73737" y="107668"/>
                  </a:cubicBezTo>
                  <a:lnTo>
                    <a:pt x="73737" y="146"/>
                  </a:lnTo>
                  <a:lnTo>
                    <a:pt x="48230" y="2095"/>
                  </a:lnTo>
                  <a:lnTo>
                    <a:pt x="48230" y="7586"/>
                  </a:lnTo>
                  <a:cubicBezTo>
                    <a:pt x="60629" y="7586"/>
                    <a:pt x="62046" y="8826"/>
                    <a:pt x="62046" y="17506"/>
                  </a:cubicBezTo>
                  <a:lnTo>
                    <a:pt x="62046" y="55767"/>
                  </a:lnTo>
                  <a:cubicBezTo>
                    <a:pt x="56909" y="49390"/>
                    <a:pt x="49293" y="44785"/>
                    <a:pt x="39727" y="44785"/>
                  </a:cubicBezTo>
                  <a:cubicBezTo>
                    <a:pt x="18825" y="44785"/>
                    <a:pt x="226" y="62144"/>
                    <a:pt x="226" y="84994"/>
                  </a:cubicBezTo>
                  <a:cubicBezTo>
                    <a:pt x="226" y="107491"/>
                    <a:pt x="17585" y="125027"/>
                    <a:pt x="37779" y="125027"/>
                  </a:cubicBezTo>
                  <a:cubicBezTo>
                    <a:pt x="49115" y="125027"/>
                    <a:pt x="57087" y="119005"/>
                    <a:pt x="61515" y="113336"/>
                  </a:cubicBezTo>
                  <a:close/>
                  <a:moveTo>
                    <a:pt x="61515" y="65864"/>
                  </a:moveTo>
                  <a:lnTo>
                    <a:pt x="61515" y="102177"/>
                  </a:lnTo>
                  <a:cubicBezTo>
                    <a:pt x="61515" y="105365"/>
                    <a:pt x="61515" y="105719"/>
                    <a:pt x="59566" y="108731"/>
                  </a:cubicBezTo>
                  <a:cubicBezTo>
                    <a:pt x="54252" y="117233"/>
                    <a:pt x="46281" y="121130"/>
                    <a:pt x="38664" y="121130"/>
                  </a:cubicBezTo>
                  <a:cubicBezTo>
                    <a:pt x="30693" y="121130"/>
                    <a:pt x="24316" y="116525"/>
                    <a:pt x="20065" y="109793"/>
                  </a:cubicBezTo>
                  <a:cubicBezTo>
                    <a:pt x="15460" y="102531"/>
                    <a:pt x="14928" y="92434"/>
                    <a:pt x="14928" y="85172"/>
                  </a:cubicBezTo>
                  <a:cubicBezTo>
                    <a:pt x="14928" y="78618"/>
                    <a:pt x="15283" y="67989"/>
                    <a:pt x="20419" y="60018"/>
                  </a:cubicBezTo>
                  <a:cubicBezTo>
                    <a:pt x="24139" y="54527"/>
                    <a:pt x="30870" y="48682"/>
                    <a:pt x="40436" y="48682"/>
                  </a:cubicBezTo>
                  <a:cubicBezTo>
                    <a:pt x="46636" y="48682"/>
                    <a:pt x="54075" y="51339"/>
                    <a:pt x="59566" y="59310"/>
                  </a:cubicBezTo>
                  <a:cubicBezTo>
                    <a:pt x="61515" y="62321"/>
                    <a:pt x="61515" y="62675"/>
                    <a:pt x="61515" y="65864"/>
                  </a:cubicBezTo>
                  <a:close/>
                </a:path>
              </a:pathLst>
            </a:custGeom>
            <a:solidFill>
              <a:srgbClr val="000000"/>
            </a:solidFill>
            <a:ln w="1773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69" name="任意形状 468">
              <a:extLst>
                <a:ext uri="{FF2B5EF4-FFF2-40B4-BE49-F238E27FC236}">
                  <a16:creationId xmlns:a16="http://schemas.microsoft.com/office/drawing/2014/main" id="{CB4BC2C2-FF20-E223-CD83-221C11AF2CD3}"/>
                </a:ext>
              </a:extLst>
            </p:cNvPr>
            <p:cNvSpPr/>
            <p:nvPr>
              <p:custDataLst>
                <p:tags r:id="rId165"/>
              </p:custDataLst>
            </p:nvPr>
          </p:nvSpPr>
          <p:spPr>
            <a:xfrm>
              <a:off x="11051477" y="7308294"/>
              <a:ext cx="68551" cy="81305"/>
            </a:xfrm>
            <a:custGeom>
              <a:avLst/>
              <a:gdLst>
                <a:gd name="connsiteX0" fmla="*/ 15111 w 68551"/>
                <a:gd name="connsiteY0" fmla="*/ 34865 h 81305"/>
                <a:gd name="connsiteX1" fmla="*/ 37076 w 68551"/>
                <a:gd name="connsiteY1" fmla="*/ 4043 h 81305"/>
                <a:gd name="connsiteX2" fmla="*/ 57092 w 68551"/>
                <a:gd name="connsiteY2" fmla="*/ 34865 h 81305"/>
                <a:gd name="connsiteX3" fmla="*/ 15111 w 68551"/>
                <a:gd name="connsiteY3" fmla="*/ 34865 h 81305"/>
                <a:gd name="connsiteX4" fmla="*/ 14934 w 68551"/>
                <a:gd name="connsiteY4" fmla="*/ 38585 h 81305"/>
                <a:gd name="connsiteX5" fmla="*/ 64355 w 68551"/>
                <a:gd name="connsiteY5" fmla="*/ 38585 h 81305"/>
                <a:gd name="connsiteX6" fmla="*/ 68783 w 68551"/>
                <a:gd name="connsiteY6" fmla="*/ 34865 h 81305"/>
                <a:gd name="connsiteX7" fmla="*/ 37076 w 68551"/>
                <a:gd name="connsiteY7" fmla="*/ 146 h 81305"/>
                <a:gd name="connsiteX8" fmla="*/ 232 w 68551"/>
                <a:gd name="connsiteY8" fmla="*/ 40533 h 81305"/>
                <a:gd name="connsiteX9" fmla="*/ 39201 w 68551"/>
                <a:gd name="connsiteY9" fmla="*/ 81452 h 81305"/>
                <a:gd name="connsiteX10" fmla="*/ 68783 w 68551"/>
                <a:gd name="connsiteY10" fmla="*/ 58424 h 81305"/>
                <a:gd name="connsiteX11" fmla="*/ 66480 w 68551"/>
                <a:gd name="connsiteY11" fmla="*/ 56298 h 81305"/>
                <a:gd name="connsiteX12" fmla="*/ 64178 w 68551"/>
                <a:gd name="connsiteY12" fmla="*/ 58778 h 81305"/>
                <a:gd name="connsiteX13" fmla="*/ 40264 w 68551"/>
                <a:gd name="connsiteY13" fmla="*/ 77023 h 81305"/>
                <a:gd name="connsiteX14" fmla="*/ 20248 w 68551"/>
                <a:gd name="connsiteY14" fmla="*/ 65155 h 81305"/>
                <a:gd name="connsiteX15" fmla="*/ 14934 w 68551"/>
                <a:gd name="connsiteY15" fmla="*/ 38585 h 813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68551" h="81305">
                  <a:moveTo>
                    <a:pt x="15111" y="34865"/>
                  </a:moveTo>
                  <a:cubicBezTo>
                    <a:pt x="16174" y="8472"/>
                    <a:pt x="31053" y="4043"/>
                    <a:pt x="37076" y="4043"/>
                  </a:cubicBezTo>
                  <a:cubicBezTo>
                    <a:pt x="55321" y="4043"/>
                    <a:pt x="57092" y="27957"/>
                    <a:pt x="57092" y="34865"/>
                  </a:cubicBezTo>
                  <a:lnTo>
                    <a:pt x="15111" y="34865"/>
                  </a:lnTo>
                  <a:close/>
                  <a:moveTo>
                    <a:pt x="14934" y="38585"/>
                  </a:moveTo>
                  <a:lnTo>
                    <a:pt x="64355" y="38585"/>
                  </a:lnTo>
                  <a:cubicBezTo>
                    <a:pt x="68252" y="38585"/>
                    <a:pt x="68783" y="38585"/>
                    <a:pt x="68783" y="34865"/>
                  </a:cubicBezTo>
                  <a:cubicBezTo>
                    <a:pt x="68783" y="17329"/>
                    <a:pt x="59218" y="146"/>
                    <a:pt x="37076" y="146"/>
                  </a:cubicBezTo>
                  <a:cubicBezTo>
                    <a:pt x="16528" y="146"/>
                    <a:pt x="232" y="18391"/>
                    <a:pt x="232" y="40533"/>
                  </a:cubicBezTo>
                  <a:cubicBezTo>
                    <a:pt x="232" y="64270"/>
                    <a:pt x="18831" y="81452"/>
                    <a:pt x="39201" y="81452"/>
                  </a:cubicBezTo>
                  <a:cubicBezTo>
                    <a:pt x="60812" y="81452"/>
                    <a:pt x="68783" y="61790"/>
                    <a:pt x="68783" y="58424"/>
                  </a:cubicBezTo>
                  <a:cubicBezTo>
                    <a:pt x="68783" y="56653"/>
                    <a:pt x="67366" y="56298"/>
                    <a:pt x="66480" y="56298"/>
                  </a:cubicBezTo>
                  <a:cubicBezTo>
                    <a:pt x="64886" y="56298"/>
                    <a:pt x="64532" y="57361"/>
                    <a:pt x="64178" y="58778"/>
                  </a:cubicBezTo>
                  <a:cubicBezTo>
                    <a:pt x="57978" y="77023"/>
                    <a:pt x="42036" y="77023"/>
                    <a:pt x="40264" y="77023"/>
                  </a:cubicBezTo>
                  <a:cubicBezTo>
                    <a:pt x="31407" y="77023"/>
                    <a:pt x="24322" y="71709"/>
                    <a:pt x="20248" y="65155"/>
                  </a:cubicBezTo>
                  <a:cubicBezTo>
                    <a:pt x="14934" y="56653"/>
                    <a:pt x="14934" y="44962"/>
                    <a:pt x="14934" y="38585"/>
                  </a:cubicBezTo>
                  <a:close/>
                </a:path>
              </a:pathLst>
            </a:custGeom>
            <a:solidFill>
              <a:srgbClr val="000000"/>
            </a:solidFill>
            <a:ln w="1773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70" name="任意形状 469">
              <a:extLst>
                <a:ext uri="{FF2B5EF4-FFF2-40B4-BE49-F238E27FC236}">
                  <a16:creationId xmlns:a16="http://schemas.microsoft.com/office/drawing/2014/main" id="{F4C30E0D-6ED8-FF41-6CEA-62E2626AB6B6}"/>
                </a:ext>
              </a:extLst>
            </p:cNvPr>
            <p:cNvSpPr/>
            <p:nvPr>
              <p:custDataLst>
                <p:tags r:id="rId166"/>
              </p:custDataLst>
            </p:nvPr>
          </p:nvSpPr>
          <p:spPr>
            <a:xfrm>
              <a:off x="11131090" y="7264719"/>
              <a:ext cx="39324" cy="122932"/>
            </a:xfrm>
            <a:custGeom>
              <a:avLst/>
              <a:gdLst>
                <a:gd name="connsiteX0" fmla="*/ 25743 w 39324"/>
                <a:gd name="connsiteY0" fmla="*/ 146 h 122932"/>
                <a:gd name="connsiteX1" fmla="*/ 236 w 39324"/>
                <a:gd name="connsiteY1" fmla="*/ 2095 h 122932"/>
                <a:gd name="connsiteX2" fmla="*/ 236 w 39324"/>
                <a:gd name="connsiteY2" fmla="*/ 7586 h 122932"/>
                <a:gd name="connsiteX3" fmla="*/ 14053 w 39324"/>
                <a:gd name="connsiteY3" fmla="*/ 17506 h 122932"/>
                <a:gd name="connsiteX4" fmla="*/ 14053 w 39324"/>
                <a:gd name="connsiteY4" fmla="*/ 109616 h 122932"/>
                <a:gd name="connsiteX5" fmla="*/ 236 w 39324"/>
                <a:gd name="connsiteY5" fmla="*/ 117587 h 122932"/>
                <a:gd name="connsiteX6" fmla="*/ 236 w 39324"/>
                <a:gd name="connsiteY6" fmla="*/ 123079 h 122932"/>
                <a:gd name="connsiteX7" fmla="*/ 19898 w 39324"/>
                <a:gd name="connsiteY7" fmla="*/ 122547 h 122932"/>
                <a:gd name="connsiteX8" fmla="*/ 39560 w 39324"/>
                <a:gd name="connsiteY8" fmla="*/ 123079 h 122932"/>
                <a:gd name="connsiteX9" fmla="*/ 39560 w 39324"/>
                <a:gd name="connsiteY9" fmla="*/ 117587 h 122932"/>
                <a:gd name="connsiteX10" fmla="*/ 25743 w 39324"/>
                <a:gd name="connsiteY10" fmla="*/ 109616 h 122932"/>
                <a:gd name="connsiteX11" fmla="*/ 25743 w 39324"/>
                <a:gd name="connsiteY11" fmla="*/ 146 h 1229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9324" h="122932">
                  <a:moveTo>
                    <a:pt x="25743" y="146"/>
                  </a:moveTo>
                  <a:lnTo>
                    <a:pt x="236" y="2095"/>
                  </a:lnTo>
                  <a:lnTo>
                    <a:pt x="236" y="7586"/>
                  </a:lnTo>
                  <a:cubicBezTo>
                    <a:pt x="12635" y="7586"/>
                    <a:pt x="14053" y="8826"/>
                    <a:pt x="14053" y="17506"/>
                  </a:cubicBezTo>
                  <a:lnTo>
                    <a:pt x="14053" y="109616"/>
                  </a:lnTo>
                  <a:cubicBezTo>
                    <a:pt x="14053" y="117587"/>
                    <a:pt x="12104" y="117587"/>
                    <a:pt x="236" y="117587"/>
                  </a:cubicBezTo>
                  <a:lnTo>
                    <a:pt x="236" y="123079"/>
                  </a:lnTo>
                  <a:cubicBezTo>
                    <a:pt x="6081" y="122902"/>
                    <a:pt x="15470" y="122547"/>
                    <a:pt x="19898" y="122547"/>
                  </a:cubicBezTo>
                  <a:cubicBezTo>
                    <a:pt x="24326" y="122547"/>
                    <a:pt x="33006" y="122902"/>
                    <a:pt x="39560" y="123079"/>
                  </a:cubicBezTo>
                  <a:lnTo>
                    <a:pt x="39560" y="117587"/>
                  </a:lnTo>
                  <a:cubicBezTo>
                    <a:pt x="27692" y="117587"/>
                    <a:pt x="25743" y="117587"/>
                    <a:pt x="25743" y="109616"/>
                  </a:cubicBezTo>
                  <a:lnTo>
                    <a:pt x="25743" y="146"/>
                  </a:lnTo>
                  <a:close/>
                </a:path>
              </a:pathLst>
            </a:custGeom>
            <a:solidFill>
              <a:srgbClr val="000000"/>
            </a:solidFill>
            <a:ln w="1773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71" name="任意形状 470">
              <a:extLst>
                <a:ext uri="{FF2B5EF4-FFF2-40B4-BE49-F238E27FC236}">
                  <a16:creationId xmlns:a16="http://schemas.microsoft.com/office/drawing/2014/main" id="{85382502-E82A-782B-6FBA-FA06EFE5467D}"/>
                </a:ext>
              </a:extLst>
            </p:cNvPr>
            <p:cNvSpPr/>
            <p:nvPr>
              <p:custDataLst>
                <p:tags r:id="rId167"/>
              </p:custDataLst>
            </p:nvPr>
          </p:nvSpPr>
          <p:spPr>
            <a:xfrm>
              <a:off x="11180294" y="7308294"/>
              <a:ext cx="57923" cy="81305"/>
            </a:xfrm>
            <a:custGeom>
              <a:avLst/>
              <a:gdLst>
                <a:gd name="connsiteX0" fmla="*/ 31237 w 57923"/>
                <a:gd name="connsiteY0" fmla="*/ 45139 h 81305"/>
                <a:gd name="connsiteX1" fmla="*/ 49660 w 57923"/>
                <a:gd name="connsiteY1" fmla="*/ 61435 h 81305"/>
                <a:gd name="connsiteX2" fmla="*/ 29643 w 57923"/>
                <a:gd name="connsiteY2" fmla="*/ 77555 h 81305"/>
                <a:gd name="connsiteX3" fmla="*/ 5021 w 57923"/>
                <a:gd name="connsiteY3" fmla="*/ 52401 h 81305"/>
                <a:gd name="connsiteX4" fmla="*/ 2541 w 57923"/>
                <a:gd name="connsiteY4" fmla="*/ 49390 h 81305"/>
                <a:gd name="connsiteX5" fmla="*/ 239 w 57923"/>
                <a:gd name="connsiteY5" fmla="*/ 53819 h 81305"/>
                <a:gd name="connsiteX6" fmla="*/ 239 w 57923"/>
                <a:gd name="connsiteY6" fmla="*/ 77201 h 81305"/>
                <a:gd name="connsiteX7" fmla="*/ 2187 w 57923"/>
                <a:gd name="connsiteY7" fmla="*/ 81452 h 81305"/>
                <a:gd name="connsiteX8" fmla="*/ 6616 w 57923"/>
                <a:gd name="connsiteY8" fmla="*/ 77909 h 81305"/>
                <a:gd name="connsiteX9" fmla="*/ 10158 w 57923"/>
                <a:gd name="connsiteY9" fmla="*/ 73835 h 81305"/>
                <a:gd name="connsiteX10" fmla="*/ 29643 w 57923"/>
                <a:gd name="connsiteY10" fmla="*/ 81452 h 81305"/>
                <a:gd name="connsiteX11" fmla="*/ 58162 w 57923"/>
                <a:gd name="connsiteY11" fmla="*/ 56830 h 81305"/>
                <a:gd name="connsiteX12" fmla="*/ 50722 w 57923"/>
                <a:gd name="connsiteY12" fmla="*/ 40002 h 81305"/>
                <a:gd name="connsiteX13" fmla="*/ 30529 w 57923"/>
                <a:gd name="connsiteY13" fmla="*/ 31499 h 81305"/>
                <a:gd name="connsiteX14" fmla="*/ 8741 w 57923"/>
                <a:gd name="connsiteY14" fmla="*/ 16974 h 81305"/>
                <a:gd name="connsiteX15" fmla="*/ 28580 w 57923"/>
                <a:gd name="connsiteY15" fmla="*/ 3512 h 81305"/>
                <a:gd name="connsiteX16" fmla="*/ 49305 w 57923"/>
                <a:gd name="connsiteY16" fmla="*/ 24945 h 81305"/>
                <a:gd name="connsiteX17" fmla="*/ 51431 w 57923"/>
                <a:gd name="connsiteY17" fmla="*/ 26540 h 81305"/>
                <a:gd name="connsiteX18" fmla="*/ 53734 w 57923"/>
                <a:gd name="connsiteY18" fmla="*/ 22288 h 81305"/>
                <a:gd name="connsiteX19" fmla="*/ 53734 w 57923"/>
                <a:gd name="connsiteY19" fmla="*/ 4398 h 81305"/>
                <a:gd name="connsiteX20" fmla="*/ 51785 w 57923"/>
                <a:gd name="connsiteY20" fmla="*/ 146 h 81305"/>
                <a:gd name="connsiteX21" fmla="*/ 48243 w 57923"/>
                <a:gd name="connsiteY21" fmla="*/ 2272 h 81305"/>
                <a:gd name="connsiteX22" fmla="*/ 45231 w 57923"/>
                <a:gd name="connsiteY22" fmla="*/ 5106 h 81305"/>
                <a:gd name="connsiteX23" fmla="*/ 28580 w 57923"/>
                <a:gd name="connsiteY23" fmla="*/ 146 h 81305"/>
                <a:gd name="connsiteX24" fmla="*/ 239 w 57923"/>
                <a:gd name="connsiteY24" fmla="*/ 21934 h 81305"/>
                <a:gd name="connsiteX25" fmla="*/ 7856 w 57923"/>
                <a:gd name="connsiteY25" fmla="*/ 36991 h 81305"/>
                <a:gd name="connsiteX26" fmla="*/ 31237 w 57923"/>
                <a:gd name="connsiteY26" fmla="*/ 45139 h 813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57923" h="81305">
                  <a:moveTo>
                    <a:pt x="31237" y="45139"/>
                  </a:moveTo>
                  <a:cubicBezTo>
                    <a:pt x="35134" y="45847"/>
                    <a:pt x="49660" y="48682"/>
                    <a:pt x="49660" y="61435"/>
                  </a:cubicBezTo>
                  <a:cubicBezTo>
                    <a:pt x="49660" y="70469"/>
                    <a:pt x="43460" y="77555"/>
                    <a:pt x="29643" y="77555"/>
                  </a:cubicBezTo>
                  <a:cubicBezTo>
                    <a:pt x="14764" y="77555"/>
                    <a:pt x="8387" y="67458"/>
                    <a:pt x="5021" y="52401"/>
                  </a:cubicBezTo>
                  <a:cubicBezTo>
                    <a:pt x="4490" y="50099"/>
                    <a:pt x="4313" y="49390"/>
                    <a:pt x="2541" y="49390"/>
                  </a:cubicBezTo>
                  <a:cubicBezTo>
                    <a:pt x="239" y="49390"/>
                    <a:pt x="239" y="50630"/>
                    <a:pt x="239" y="53819"/>
                  </a:cubicBezTo>
                  <a:lnTo>
                    <a:pt x="239" y="77201"/>
                  </a:lnTo>
                  <a:cubicBezTo>
                    <a:pt x="239" y="80212"/>
                    <a:pt x="239" y="81452"/>
                    <a:pt x="2187" y="81452"/>
                  </a:cubicBezTo>
                  <a:cubicBezTo>
                    <a:pt x="3073" y="81452"/>
                    <a:pt x="3250" y="81275"/>
                    <a:pt x="6616" y="77909"/>
                  </a:cubicBezTo>
                  <a:cubicBezTo>
                    <a:pt x="6970" y="77555"/>
                    <a:pt x="6970" y="77201"/>
                    <a:pt x="10158" y="73835"/>
                  </a:cubicBezTo>
                  <a:cubicBezTo>
                    <a:pt x="17952" y="81275"/>
                    <a:pt x="25923" y="81452"/>
                    <a:pt x="29643" y="81452"/>
                  </a:cubicBezTo>
                  <a:cubicBezTo>
                    <a:pt x="50014" y="81452"/>
                    <a:pt x="58162" y="69584"/>
                    <a:pt x="58162" y="56830"/>
                  </a:cubicBezTo>
                  <a:cubicBezTo>
                    <a:pt x="58162" y="47442"/>
                    <a:pt x="52848" y="42128"/>
                    <a:pt x="50722" y="40002"/>
                  </a:cubicBezTo>
                  <a:cubicBezTo>
                    <a:pt x="44877" y="34334"/>
                    <a:pt x="37969" y="32917"/>
                    <a:pt x="30529" y="31499"/>
                  </a:cubicBezTo>
                  <a:cubicBezTo>
                    <a:pt x="20609" y="29551"/>
                    <a:pt x="8741" y="27248"/>
                    <a:pt x="8741" y="16974"/>
                  </a:cubicBezTo>
                  <a:cubicBezTo>
                    <a:pt x="8741" y="10775"/>
                    <a:pt x="13347" y="3512"/>
                    <a:pt x="28580" y="3512"/>
                  </a:cubicBezTo>
                  <a:cubicBezTo>
                    <a:pt x="48065" y="3512"/>
                    <a:pt x="48951" y="19454"/>
                    <a:pt x="49305" y="24945"/>
                  </a:cubicBezTo>
                  <a:cubicBezTo>
                    <a:pt x="49482" y="26540"/>
                    <a:pt x="51077" y="26540"/>
                    <a:pt x="51431" y="26540"/>
                  </a:cubicBezTo>
                  <a:cubicBezTo>
                    <a:pt x="53734" y="26540"/>
                    <a:pt x="53734" y="25654"/>
                    <a:pt x="53734" y="22288"/>
                  </a:cubicBezTo>
                  <a:lnTo>
                    <a:pt x="53734" y="4398"/>
                  </a:lnTo>
                  <a:cubicBezTo>
                    <a:pt x="53734" y="1386"/>
                    <a:pt x="53734" y="146"/>
                    <a:pt x="51785" y="146"/>
                  </a:cubicBezTo>
                  <a:cubicBezTo>
                    <a:pt x="50900" y="146"/>
                    <a:pt x="50545" y="146"/>
                    <a:pt x="48243" y="2272"/>
                  </a:cubicBezTo>
                  <a:cubicBezTo>
                    <a:pt x="47711" y="2981"/>
                    <a:pt x="45940" y="4575"/>
                    <a:pt x="45231" y="5106"/>
                  </a:cubicBezTo>
                  <a:cubicBezTo>
                    <a:pt x="38500" y="146"/>
                    <a:pt x="31237" y="146"/>
                    <a:pt x="28580" y="146"/>
                  </a:cubicBezTo>
                  <a:cubicBezTo>
                    <a:pt x="6970" y="146"/>
                    <a:pt x="239" y="12015"/>
                    <a:pt x="239" y="21934"/>
                  </a:cubicBezTo>
                  <a:cubicBezTo>
                    <a:pt x="239" y="28134"/>
                    <a:pt x="3073" y="33094"/>
                    <a:pt x="7856" y="36991"/>
                  </a:cubicBezTo>
                  <a:cubicBezTo>
                    <a:pt x="13524" y="41596"/>
                    <a:pt x="18484" y="42659"/>
                    <a:pt x="31237" y="45139"/>
                  </a:cubicBezTo>
                  <a:close/>
                </a:path>
              </a:pathLst>
            </a:custGeom>
            <a:solidFill>
              <a:srgbClr val="000000"/>
            </a:solidFill>
            <a:ln w="1773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72" name="任意形状 471">
              <a:extLst>
                <a:ext uri="{FF2B5EF4-FFF2-40B4-BE49-F238E27FC236}">
                  <a16:creationId xmlns:a16="http://schemas.microsoft.com/office/drawing/2014/main" id="{01BFF0B4-67B3-EAB4-CD25-F50A976190F9}"/>
                </a:ext>
              </a:extLst>
            </p:cNvPr>
            <p:cNvSpPr/>
            <p:nvPr>
              <p:custDataLst>
                <p:tags r:id="rId168"/>
              </p:custDataLst>
            </p:nvPr>
          </p:nvSpPr>
          <p:spPr>
            <a:xfrm>
              <a:off x="8301396" y="7479230"/>
              <a:ext cx="126474" cy="124880"/>
            </a:xfrm>
            <a:custGeom>
              <a:avLst/>
              <a:gdLst>
                <a:gd name="connsiteX0" fmla="*/ 59240 w 126474"/>
                <a:gd name="connsiteY0" fmla="*/ 12381 h 124880"/>
                <a:gd name="connsiteX1" fmla="*/ 64200 w 126474"/>
                <a:gd name="connsiteY1" fmla="*/ 5827 h 124880"/>
                <a:gd name="connsiteX2" fmla="*/ 75005 w 126474"/>
                <a:gd name="connsiteY2" fmla="*/ 5650 h 124880"/>
                <a:gd name="connsiteX3" fmla="*/ 107244 w 126474"/>
                <a:gd name="connsiteY3" fmla="*/ 23186 h 124880"/>
                <a:gd name="connsiteX4" fmla="*/ 97501 w 126474"/>
                <a:gd name="connsiteY4" fmla="*/ 48339 h 124880"/>
                <a:gd name="connsiteX5" fmla="*/ 67565 w 126474"/>
                <a:gd name="connsiteY5" fmla="*/ 58613 h 124880"/>
                <a:gd name="connsiteX6" fmla="*/ 47726 w 126474"/>
                <a:gd name="connsiteY6" fmla="*/ 58613 h 124880"/>
                <a:gd name="connsiteX7" fmla="*/ 59240 w 126474"/>
                <a:gd name="connsiteY7" fmla="*/ 12381 h 124880"/>
                <a:gd name="connsiteX8" fmla="*/ 84748 w 126474"/>
                <a:gd name="connsiteY8" fmla="*/ 60916 h 124880"/>
                <a:gd name="connsiteX9" fmla="*/ 123717 w 126474"/>
                <a:gd name="connsiteY9" fmla="*/ 26729 h 124880"/>
                <a:gd name="connsiteX10" fmla="*/ 84570 w 126474"/>
                <a:gd name="connsiteY10" fmla="*/ 158 h 124880"/>
                <a:gd name="connsiteX11" fmla="*/ 34087 w 126474"/>
                <a:gd name="connsiteY11" fmla="*/ 158 h 124880"/>
                <a:gd name="connsiteX12" fmla="*/ 28950 w 126474"/>
                <a:gd name="connsiteY12" fmla="*/ 3701 h 124880"/>
                <a:gd name="connsiteX13" fmla="*/ 33910 w 126474"/>
                <a:gd name="connsiteY13" fmla="*/ 5650 h 124880"/>
                <a:gd name="connsiteX14" fmla="*/ 40641 w 126474"/>
                <a:gd name="connsiteY14" fmla="*/ 6004 h 124880"/>
                <a:gd name="connsiteX15" fmla="*/ 45423 w 126474"/>
                <a:gd name="connsiteY15" fmla="*/ 8838 h 124880"/>
                <a:gd name="connsiteX16" fmla="*/ 44715 w 126474"/>
                <a:gd name="connsiteY16" fmla="*/ 12204 h 124880"/>
                <a:gd name="connsiteX17" fmla="*/ 20979 w 126474"/>
                <a:gd name="connsiteY17" fmla="*/ 107326 h 124880"/>
                <a:gd name="connsiteX18" fmla="*/ 4859 w 126474"/>
                <a:gd name="connsiteY18" fmla="*/ 115651 h 124880"/>
                <a:gd name="connsiteX19" fmla="*/ 77 w 126474"/>
                <a:gd name="connsiteY19" fmla="*/ 119194 h 124880"/>
                <a:gd name="connsiteX20" fmla="*/ 2557 w 126474"/>
                <a:gd name="connsiteY20" fmla="*/ 121142 h 124880"/>
                <a:gd name="connsiteX21" fmla="*/ 24876 w 126474"/>
                <a:gd name="connsiteY21" fmla="*/ 120611 h 124880"/>
                <a:gd name="connsiteX22" fmla="*/ 47372 w 126474"/>
                <a:gd name="connsiteY22" fmla="*/ 121142 h 124880"/>
                <a:gd name="connsiteX23" fmla="*/ 50915 w 126474"/>
                <a:gd name="connsiteY23" fmla="*/ 117599 h 124880"/>
                <a:gd name="connsiteX24" fmla="*/ 45955 w 126474"/>
                <a:gd name="connsiteY24" fmla="*/ 115651 h 124880"/>
                <a:gd name="connsiteX25" fmla="*/ 34441 w 126474"/>
                <a:gd name="connsiteY25" fmla="*/ 112462 h 124880"/>
                <a:gd name="connsiteX26" fmla="*/ 34972 w 126474"/>
                <a:gd name="connsiteY26" fmla="*/ 109451 h 124880"/>
                <a:gd name="connsiteX27" fmla="*/ 46663 w 126474"/>
                <a:gd name="connsiteY27" fmla="*/ 62510 h 124880"/>
                <a:gd name="connsiteX28" fmla="*/ 67743 w 126474"/>
                <a:gd name="connsiteY28" fmla="*/ 62510 h 124880"/>
                <a:gd name="connsiteX29" fmla="*/ 87050 w 126474"/>
                <a:gd name="connsiteY29" fmla="*/ 78630 h 124880"/>
                <a:gd name="connsiteX30" fmla="*/ 84570 w 126474"/>
                <a:gd name="connsiteY30" fmla="*/ 90852 h 124880"/>
                <a:gd name="connsiteX31" fmla="*/ 81736 w 126474"/>
                <a:gd name="connsiteY31" fmla="*/ 105908 h 124880"/>
                <a:gd name="connsiteX32" fmla="*/ 105295 w 126474"/>
                <a:gd name="connsiteY32" fmla="*/ 125039 h 124880"/>
                <a:gd name="connsiteX33" fmla="*/ 126552 w 126474"/>
                <a:gd name="connsiteY33" fmla="*/ 104668 h 124880"/>
                <a:gd name="connsiteX34" fmla="*/ 124426 w 126474"/>
                <a:gd name="connsiteY34" fmla="*/ 102543 h 124880"/>
                <a:gd name="connsiteX35" fmla="*/ 122123 w 126474"/>
                <a:gd name="connsiteY35" fmla="*/ 105023 h 124880"/>
                <a:gd name="connsiteX36" fmla="*/ 106004 w 126474"/>
                <a:gd name="connsiteY36" fmla="*/ 121142 h 124880"/>
                <a:gd name="connsiteX37" fmla="*/ 98918 w 126474"/>
                <a:gd name="connsiteY37" fmla="*/ 110337 h 124880"/>
                <a:gd name="connsiteX38" fmla="*/ 100690 w 126474"/>
                <a:gd name="connsiteY38" fmla="*/ 90143 h 124880"/>
                <a:gd name="connsiteX39" fmla="*/ 101398 w 126474"/>
                <a:gd name="connsiteY39" fmla="*/ 81818 h 124880"/>
                <a:gd name="connsiteX40" fmla="*/ 84748 w 126474"/>
                <a:gd name="connsiteY40" fmla="*/ 60916 h 1248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126474" h="124880">
                  <a:moveTo>
                    <a:pt x="59240" y="12381"/>
                  </a:moveTo>
                  <a:cubicBezTo>
                    <a:pt x="60303" y="8130"/>
                    <a:pt x="60834" y="6358"/>
                    <a:pt x="64200" y="5827"/>
                  </a:cubicBezTo>
                  <a:cubicBezTo>
                    <a:pt x="65794" y="5650"/>
                    <a:pt x="71462" y="5650"/>
                    <a:pt x="75005" y="5650"/>
                  </a:cubicBezTo>
                  <a:cubicBezTo>
                    <a:pt x="87582" y="5650"/>
                    <a:pt x="107244" y="5650"/>
                    <a:pt x="107244" y="23186"/>
                  </a:cubicBezTo>
                  <a:cubicBezTo>
                    <a:pt x="107244" y="29209"/>
                    <a:pt x="104410" y="41431"/>
                    <a:pt x="97501" y="48339"/>
                  </a:cubicBezTo>
                  <a:cubicBezTo>
                    <a:pt x="92896" y="52945"/>
                    <a:pt x="83508" y="58613"/>
                    <a:pt x="67565" y="58613"/>
                  </a:cubicBezTo>
                  <a:lnTo>
                    <a:pt x="47726" y="58613"/>
                  </a:lnTo>
                  <a:lnTo>
                    <a:pt x="59240" y="12381"/>
                  </a:lnTo>
                  <a:close/>
                  <a:moveTo>
                    <a:pt x="84748" y="60916"/>
                  </a:moveTo>
                  <a:cubicBezTo>
                    <a:pt x="102638" y="57019"/>
                    <a:pt x="123717" y="44619"/>
                    <a:pt x="123717" y="26729"/>
                  </a:cubicBezTo>
                  <a:cubicBezTo>
                    <a:pt x="123717" y="11495"/>
                    <a:pt x="107775" y="158"/>
                    <a:pt x="84570" y="158"/>
                  </a:cubicBezTo>
                  <a:lnTo>
                    <a:pt x="34087" y="158"/>
                  </a:lnTo>
                  <a:cubicBezTo>
                    <a:pt x="30544" y="158"/>
                    <a:pt x="28950" y="158"/>
                    <a:pt x="28950" y="3701"/>
                  </a:cubicBezTo>
                  <a:cubicBezTo>
                    <a:pt x="28950" y="5650"/>
                    <a:pt x="30544" y="5650"/>
                    <a:pt x="33910" y="5650"/>
                  </a:cubicBezTo>
                  <a:cubicBezTo>
                    <a:pt x="34264" y="5650"/>
                    <a:pt x="37629" y="5650"/>
                    <a:pt x="40641" y="6004"/>
                  </a:cubicBezTo>
                  <a:cubicBezTo>
                    <a:pt x="43829" y="6358"/>
                    <a:pt x="45423" y="6535"/>
                    <a:pt x="45423" y="8838"/>
                  </a:cubicBezTo>
                  <a:cubicBezTo>
                    <a:pt x="45423" y="9547"/>
                    <a:pt x="45246" y="10078"/>
                    <a:pt x="44715" y="12204"/>
                  </a:cubicBezTo>
                  <a:lnTo>
                    <a:pt x="20979" y="107326"/>
                  </a:lnTo>
                  <a:cubicBezTo>
                    <a:pt x="19207" y="114234"/>
                    <a:pt x="18853" y="115651"/>
                    <a:pt x="4859" y="115651"/>
                  </a:cubicBezTo>
                  <a:cubicBezTo>
                    <a:pt x="1671" y="115651"/>
                    <a:pt x="77" y="115651"/>
                    <a:pt x="77" y="119194"/>
                  </a:cubicBezTo>
                  <a:cubicBezTo>
                    <a:pt x="77" y="121142"/>
                    <a:pt x="2202" y="121142"/>
                    <a:pt x="2557" y="121142"/>
                  </a:cubicBezTo>
                  <a:cubicBezTo>
                    <a:pt x="7516" y="121142"/>
                    <a:pt x="19916" y="120611"/>
                    <a:pt x="24876" y="120611"/>
                  </a:cubicBezTo>
                  <a:cubicBezTo>
                    <a:pt x="29836" y="120611"/>
                    <a:pt x="42412" y="121142"/>
                    <a:pt x="47372" y="121142"/>
                  </a:cubicBezTo>
                  <a:cubicBezTo>
                    <a:pt x="48789" y="121142"/>
                    <a:pt x="50915" y="121142"/>
                    <a:pt x="50915" y="117599"/>
                  </a:cubicBezTo>
                  <a:cubicBezTo>
                    <a:pt x="50915" y="115651"/>
                    <a:pt x="49320" y="115651"/>
                    <a:pt x="45955" y="115651"/>
                  </a:cubicBezTo>
                  <a:cubicBezTo>
                    <a:pt x="39401" y="115651"/>
                    <a:pt x="34441" y="115651"/>
                    <a:pt x="34441" y="112462"/>
                  </a:cubicBezTo>
                  <a:cubicBezTo>
                    <a:pt x="34441" y="111400"/>
                    <a:pt x="34795" y="110514"/>
                    <a:pt x="34972" y="109451"/>
                  </a:cubicBezTo>
                  <a:lnTo>
                    <a:pt x="46663" y="62510"/>
                  </a:lnTo>
                  <a:lnTo>
                    <a:pt x="67743" y="62510"/>
                  </a:lnTo>
                  <a:cubicBezTo>
                    <a:pt x="83862" y="62510"/>
                    <a:pt x="87050" y="72430"/>
                    <a:pt x="87050" y="78630"/>
                  </a:cubicBezTo>
                  <a:cubicBezTo>
                    <a:pt x="87050" y="81287"/>
                    <a:pt x="85633" y="86778"/>
                    <a:pt x="84570" y="90852"/>
                  </a:cubicBezTo>
                  <a:cubicBezTo>
                    <a:pt x="83331" y="95812"/>
                    <a:pt x="81736" y="102366"/>
                    <a:pt x="81736" y="105908"/>
                  </a:cubicBezTo>
                  <a:cubicBezTo>
                    <a:pt x="81736" y="125039"/>
                    <a:pt x="102993" y="125039"/>
                    <a:pt x="105295" y="125039"/>
                  </a:cubicBezTo>
                  <a:cubicBezTo>
                    <a:pt x="120352" y="125039"/>
                    <a:pt x="126552" y="107148"/>
                    <a:pt x="126552" y="104668"/>
                  </a:cubicBezTo>
                  <a:cubicBezTo>
                    <a:pt x="126552" y="102543"/>
                    <a:pt x="124603" y="102543"/>
                    <a:pt x="124426" y="102543"/>
                  </a:cubicBezTo>
                  <a:cubicBezTo>
                    <a:pt x="122832" y="102543"/>
                    <a:pt x="122478" y="103783"/>
                    <a:pt x="122123" y="105023"/>
                  </a:cubicBezTo>
                  <a:cubicBezTo>
                    <a:pt x="117695" y="118131"/>
                    <a:pt x="110078" y="121142"/>
                    <a:pt x="106004" y="121142"/>
                  </a:cubicBezTo>
                  <a:cubicBezTo>
                    <a:pt x="100158" y="121142"/>
                    <a:pt x="98918" y="117245"/>
                    <a:pt x="98918" y="110337"/>
                  </a:cubicBezTo>
                  <a:cubicBezTo>
                    <a:pt x="98918" y="104846"/>
                    <a:pt x="99981" y="95812"/>
                    <a:pt x="100690" y="90143"/>
                  </a:cubicBezTo>
                  <a:cubicBezTo>
                    <a:pt x="101044" y="87663"/>
                    <a:pt x="101398" y="84298"/>
                    <a:pt x="101398" y="81818"/>
                  </a:cubicBezTo>
                  <a:cubicBezTo>
                    <a:pt x="101398" y="68179"/>
                    <a:pt x="89530" y="62687"/>
                    <a:pt x="84748" y="60916"/>
                  </a:cubicBezTo>
                  <a:close/>
                </a:path>
              </a:pathLst>
            </a:custGeom>
            <a:solidFill>
              <a:srgbClr val="000000"/>
            </a:solidFill>
            <a:ln w="1773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73" name="任意形状 472">
              <a:extLst>
                <a:ext uri="{FF2B5EF4-FFF2-40B4-BE49-F238E27FC236}">
                  <a16:creationId xmlns:a16="http://schemas.microsoft.com/office/drawing/2014/main" id="{4B68D523-2A02-F693-B73A-4B89BAA6C316}"/>
                </a:ext>
              </a:extLst>
            </p:cNvPr>
            <p:cNvSpPr/>
            <p:nvPr>
              <p:custDataLst>
                <p:tags r:id="rId169"/>
              </p:custDataLst>
            </p:nvPr>
          </p:nvSpPr>
          <p:spPr>
            <a:xfrm>
              <a:off x="8442023" y="7541847"/>
              <a:ext cx="83820" cy="108123"/>
            </a:xfrm>
            <a:custGeom>
              <a:avLst/>
              <a:gdLst>
                <a:gd name="connsiteX0" fmla="*/ 43731 w 83820"/>
                <a:gd name="connsiteY0" fmla="*/ 40582 h 108123"/>
                <a:gd name="connsiteX1" fmla="*/ 4920 w 83820"/>
                <a:gd name="connsiteY1" fmla="*/ 62777 h 108123"/>
                <a:gd name="connsiteX2" fmla="*/ 84 w 83820"/>
                <a:gd name="connsiteY2" fmla="*/ 77905 h 108123"/>
                <a:gd name="connsiteX3" fmla="*/ 3060 w 83820"/>
                <a:gd name="connsiteY3" fmla="*/ 81005 h 108123"/>
                <a:gd name="connsiteX4" fmla="*/ 6284 w 83820"/>
                <a:gd name="connsiteY4" fmla="*/ 76665 h 108123"/>
                <a:gd name="connsiteX5" fmla="*/ 80309 w 83820"/>
                <a:gd name="connsiteY5" fmla="*/ 43682 h 108123"/>
                <a:gd name="connsiteX6" fmla="*/ 83905 w 83820"/>
                <a:gd name="connsiteY6" fmla="*/ 40706 h 108123"/>
                <a:gd name="connsiteX7" fmla="*/ 79317 w 83820"/>
                <a:gd name="connsiteY7" fmla="*/ 37606 h 108123"/>
                <a:gd name="connsiteX8" fmla="*/ 33315 w 83820"/>
                <a:gd name="connsiteY8" fmla="*/ 31779 h 108123"/>
                <a:gd name="connsiteX9" fmla="*/ 6160 w 83820"/>
                <a:gd name="connsiteY9" fmla="*/ 3136 h 108123"/>
                <a:gd name="connsiteX10" fmla="*/ 3060 w 83820"/>
                <a:gd name="connsiteY10" fmla="*/ 160 h 108123"/>
                <a:gd name="connsiteX11" fmla="*/ 84 w 83820"/>
                <a:gd name="connsiteY11" fmla="*/ 3260 h 108123"/>
                <a:gd name="connsiteX12" fmla="*/ 4424 w 83820"/>
                <a:gd name="connsiteY12" fmla="*/ 17767 h 108123"/>
                <a:gd name="connsiteX13" fmla="*/ 43731 w 83820"/>
                <a:gd name="connsiteY13" fmla="*/ 40582 h 108123"/>
                <a:gd name="connsiteX14" fmla="*/ 5044 w 83820"/>
                <a:gd name="connsiteY14" fmla="*/ 102208 h 108123"/>
                <a:gd name="connsiteX15" fmla="*/ 84 w 83820"/>
                <a:gd name="connsiteY15" fmla="*/ 105184 h 108123"/>
                <a:gd name="connsiteX16" fmla="*/ 5044 w 83820"/>
                <a:gd name="connsiteY16" fmla="*/ 108284 h 108123"/>
                <a:gd name="connsiteX17" fmla="*/ 78945 w 83820"/>
                <a:gd name="connsiteY17" fmla="*/ 108284 h 108123"/>
                <a:gd name="connsiteX18" fmla="*/ 83905 w 83820"/>
                <a:gd name="connsiteY18" fmla="*/ 105308 h 108123"/>
                <a:gd name="connsiteX19" fmla="*/ 78945 w 83820"/>
                <a:gd name="connsiteY19" fmla="*/ 102208 h 108123"/>
                <a:gd name="connsiteX20" fmla="*/ 5044 w 83820"/>
                <a:gd name="connsiteY20" fmla="*/ 102208 h 1081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83820" h="108123">
                  <a:moveTo>
                    <a:pt x="43731" y="40582"/>
                  </a:moveTo>
                  <a:cubicBezTo>
                    <a:pt x="24511" y="44426"/>
                    <a:pt x="11864" y="51494"/>
                    <a:pt x="4920" y="62777"/>
                  </a:cubicBezTo>
                  <a:cubicBezTo>
                    <a:pt x="1076" y="68977"/>
                    <a:pt x="84" y="76293"/>
                    <a:pt x="84" y="77905"/>
                  </a:cubicBezTo>
                  <a:cubicBezTo>
                    <a:pt x="84" y="79889"/>
                    <a:pt x="1696" y="81005"/>
                    <a:pt x="3060" y="81005"/>
                  </a:cubicBezTo>
                  <a:cubicBezTo>
                    <a:pt x="5664" y="81005"/>
                    <a:pt x="6036" y="79021"/>
                    <a:pt x="6284" y="76665"/>
                  </a:cubicBezTo>
                  <a:cubicBezTo>
                    <a:pt x="10500" y="49386"/>
                    <a:pt x="45714" y="43930"/>
                    <a:pt x="80309" y="43682"/>
                  </a:cubicBezTo>
                  <a:cubicBezTo>
                    <a:pt x="82169" y="43682"/>
                    <a:pt x="83905" y="42814"/>
                    <a:pt x="83905" y="40706"/>
                  </a:cubicBezTo>
                  <a:cubicBezTo>
                    <a:pt x="83905" y="37606"/>
                    <a:pt x="81053" y="37606"/>
                    <a:pt x="79317" y="37606"/>
                  </a:cubicBezTo>
                  <a:cubicBezTo>
                    <a:pt x="60470" y="37482"/>
                    <a:pt x="46210" y="35746"/>
                    <a:pt x="33315" y="31779"/>
                  </a:cubicBezTo>
                  <a:cubicBezTo>
                    <a:pt x="9136" y="24091"/>
                    <a:pt x="7028" y="8840"/>
                    <a:pt x="6160" y="3136"/>
                  </a:cubicBezTo>
                  <a:cubicBezTo>
                    <a:pt x="5788" y="532"/>
                    <a:pt x="3928" y="160"/>
                    <a:pt x="3060" y="160"/>
                  </a:cubicBezTo>
                  <a:cubicBezTo>
                    <a:pt x="1696" y="160"/>
                    <a:pt x="84" y="1276"/>
                    <a:pt x="84" y="3260"/>
                  </a:cubicBezTo>
                  <a:cubicBezTo>
                    <a:pt x="84" y="4004"/>
                    <a:pt x="456" y="10451"/>
                    <a:pt x="4424" y="17767"/>
                  </a:cubicBezTo>
                  <a:cubicBezTo>
                    <a:pt x="12732" y="32771"/>
                    <a:pt x="32323" y="38722"/>
                    <a:pt x="43731" y="40582"/>
                  </a:cubicBezTo>
                  <a:close/>
                  <a:moveTo>
                    <a:pt x="5044" y="102208"/>
                  </a:moveTo>
                  <a:cubicBezTo>
                    <a:pt x="3060" y="102208"/>
                    <a:pt x="84" y="102208"/>
                    <a:pt x="84" y="105184"/>
                  </a:cubicBezTo>
                  <a:cubicBezTo>
                    <a:pt x="84" y="108284"/>
                    <a:pt x="2936" y="108284"/>
                    <a:pt x="5044" y="108284"/>
                  </a:cubicBezTo>
                  <a:lnTo>
                    <a:pt x="78945" y="108284"/>
                  </a:lnTo>
                  <a:cubicBezTo>
                    <a:pt x="80929" y="108284"/>
                    <a:pt x="83905" y="108284"/>
                    <a:pt x="83905" y="105308"/>
                  </a:cubicBezTo>
                  <a:cubicBezTo>
                    <a:pt x="83905" y="102208"/>
                    <a:pt x="81053" y="102208"/>
                    <a:pt x="78945" y="102208"/>
                  </a:cubicBezTo>
                  <a:lnTo>
                    <a:pt x="5044" y="102208"/>
                  </a:lnTo>
                  <a:close/>
                </a:path>
              </a:pathLst>
            </a:custGeom>
            <a:solidFill>
              <a:srgbClr val="000000"/>
            </a:solidFill>
            <a:ln w="1773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74" name="任意形状 473">
              <a:extLst>
                <a:ext uri="{FF2B5EF4-FFF2-40B4-BE49-F238E27FC236}">
                  <a16:creationId xmlns:a16="http://schemas.microsoft.com/office/drawing/2014/main" id="{024B3498-F8FA-E9AC-DFEF-DAF66EEF202F}"/>
                </a:ext>
              </a:extLst>
            </p:cNvPr>
            <p:cNvSpPr/>
            <p:nvPr>
              <p:custDataLst>
                <p:tags r:id="rId170"/>
              </p:custDataLst>
            </p:nvPr>
          </p:nvSpPr>
          <p:spPr>
            <a:xfrm>
              <a:off x="8550235" y="7584104"/>
              <a:ext cx="103447" cy="60491"/>
            </a:xfrm>
            <a:custGeom>
              <a:avLst/>
              <a:gdLst>
                <a:gd name="connsiteX0" fmla="*/ 92290 w 103447"/>
                <a:gd name="connsiteY0" fmla="*/ 7689 h 60491"/>
                <a:gd name="connsiteX1" fmla="*/ 99907 w 103447"/>
                <a:gd name="connsiteY1" fmla="*/ 4146 h 60491"/>
                <a:gd name="connsiteX2" fmla="*/ 102741 w 103447"/>
                <a:gd name="connsiteY2" fmla="*/ 3881 h 60491"/>
                <a:gd name="connsiteX3" fmla="*/ 103538 w 103447"/>
                <a:gd name="connsiteY3" fmla="*/ 1667 h 60491"/>
                <a:gd name="connsiteX4" fmla="*/ 100704 w 103447"/>
                <a:gd name="connsiteY4" fmla="*/ 161 h 60491"/>
                <a:gd name="connsiteX5" fmla="*/ 87330 w 103447"/>
                <a:gd name="connsiteY5" fmla="*/ 161 h 60491"/>
                <a:gd name="connsiteX6" fmla="*/ 83079 w 103447"/>
                <a:gd name="connsiteY6" fmla="*/ 1932 h 60491"/>
                <a:gd name="connsiteX7" fmla="*/ 46323 w 103447"/>
                <a:gd name="connsiteY7" fmla="*/ 52593 h 60491"/>
                <a:gd name="connsiteX8" fmla="*/ 34986 w 103447"/>
                <a:gd name="connsiteY8" fmla="*/ 2552 h 60491"/>
                <a:gd name="connsiteX9" fmla="*/ 31532 w 103447"/>
                <a:gd name="connsiteY9" fmla="*/ 161 h 60491"/>
                <a:gd name="connsiteX10" fmla="*/ 17361 w 103447"/>
                <a:gd name="connsiteY10" fmla="*/ 161 h 60491"/>
                <a:gd name="connsiteX11" fmla="*/ 14261 w 103447"/>
                <a:gd name="connsiteY11" fmla="*/ 2641 h 60491"/>
                <a:gd name="connsiteX12" fmla="*/ 17538 w 103447"/>
                <a:gd name="connsiteY12" fmla="*/ 4146 h 60491"/>
                <a:gd name="connsiteX13" fmla="*/ 23207 w 103447"/>
                <a:gd name="connsiteY13" fmla="*/ 4678 h 60491"/>
                <a:gd name="connsiteX14" fmla="*/ 22941 w 103447"/>
                <a:gd name="connsiteY14" fmla="*/ 6892 h 60491"/>
                <a:gd name="connsiteX15" fmla="*/ 11959 w 103447"/>
                <a:gd name="connsiteY15" fmla="*/ 50733 h 60491"/>
                <a:gd name="connsiteX16" fmla="*/ 2305 w 103447"/>
                <a:gd name="connsiteY16" fmla="*/ 56667 h 60491"/>
                <a:gd name="connsiteX17" fmla="*/ 91 w 103447"/>
                <a:gd name="connsiteY17" fmla="*/ 59147 h 60491"/>
                <a:gd name="connsiteX18" fmla="*/ 1596 w 103447"/>
                <a:gd name="connsiteY18" fmla="*/ 60653 h 60491"/>
                <a:gd name="connsiteX19" fmla="*/ 6645 w 103447"/>
                <a:gd name="connsiteY19" fmla="*/ 60387 h 60491"/>
                <a:gd name="connsiteX20" fmla="*/ 11693 w 103447"/>
                <a:gd name="connsiteY20" fmla="*/ 60298 h 60491"/>
                <a:gd name="connsiteX21" fmla="*/ 16918 w 103447"/>
                <a:gd name="connsiteY21" fmla="*/ 60387 h 60491"/>
                <a:gd name="connsiteX22" fmla="*/ 21967 w 103447"/>
                <a:gd name="connsiteY22" fmla="*/ 60653 h 60491"/>
                <a:gd name="connsiteX23" fmla="*/ 24092 w 103447"/>
                <a:gd name="connsiteY23" fmla="*/ 58173 h 60491"/>
                <a:gd name="connsiteX24" fmla="*/ 21790 w 103447"/>
                <a:gd name="connsiteY24" fmla="*/ 56667 h 60491"/>
                <a:gd name="connsiteX25" fmla="*/ 15678 w 103447"/>
                <a:gd name="connsiteY25" fmla="*/ 53302 h 60491"/>
                <a:gd name="connsiteX26" fmla="*/ 16033 w 103447"/>
                <a:gd name="connsiteY26" fmla="*/ 51265 h 60491"/>
                <a:gd name="connsiteX27" fmla="*/ 27635 w 103447"/>
                <a:gd name="connsiteY27" fmla="*/ 4678 h 60491"/>
                <a:gd name="connsiteX28" fmla="*/ 27724 w 103447"/>
                <a:gd name="connsiteY28" fmla="*/ 4678 h 60491"/>
                <a:gd name="connsiteX29" fmla="*/ 39857 w 103447"/>
                <a:gd name="connsiteY29" fmla="*/ 58084 h 60491"/>
                <a:gd name="connsiteX30" fmla="*/ 42160 w 103447"/>
                <a:gd name="connsiteY30" fmla="*/ 60653 h 60491"/>
                <a:gd name="connsiteX31" fmla="*/ 45349 w 103447"/>
                <a:gd name="connsiteY31" fmla="*/ 58616 h 60491"/>
                <a:gd name="connsiteX32" fmla="*/ 84939 w 103447"/>
                <a:gd name="connsiteY32" fmla="*/ 3969 h 60491"/>
                <a:gd name="connsiteX33" fmla="*/ 85027 w 103447"/>
                <a:gd name="connsiteY33" fmla="*/ 4058 h 60491"/>
                <a:gd name="connsiteX34" fmla="*/ 72716 w 103447"/>
                <a:gd name="connsiteY34" fmla="*/ 53302 h 60491"/>
                <a:gd name="connsiteX35" fmla="*/ 65099 w 103447"/>
                <a:gd name="connsiteY35" fmla="*/ 56667 h 60491"/>
                <a:gd name="connsiteX36" fmla="*/ 61468 w 103447"/>
                <a:gd name="connsiteY36" fmla="*/ 59147 h 60491"/>
                <a:gd name="connsiteX37" fmla="*/ 63062 w 103447"/>
                <a:gd name="connsiteY37" fmla="*/ 60653 h 60491"/>
                <a:gd name="connsiteX38" fmla="*/ 68996 w 103447"/>
                <a:gd name="connsiteY38" fmla="*/ 60387 h 60491"/>
                <a:gd name="connsiteX39" fmla="*/ 75019 w 103447"/>
                <a:gd name="connsiteY39" fmla="*/ 60298 h 60491"/>
                <a:gd name="connsiteX40" fmla="*/ 81130 w 103447"/>
                <a:gd name="connsiteY40" fmla="*/ 60387 h 60491"/>
                <a:gd name="connsiteX41" fmla="*/ 87241 w 103447"/>
                <a:gd name="connsiteY41" fmla="*/ 60653 h 60491"/>
                <a:gd name="connsiteX42" fmla="*/ 89455 w 103447"/>
                <a:gd name="connsiteY42" fmla="*/ 58173 h 60491"/>
                <a:gd name="connsiteX43" fmla="*/ 86533 w 103447"/>
                <a:gd name="connsiteY43" fmla="*/ 56667 h 60491"/>
                <a:gd name="connsiteX44" fmla="*/ 82724 w 103447"/>
                <a:gd name="connsiteY44" fmla="*/ 56490 h 60491"/>
                <a:gd name="connsiteX45" fmla="*/ 80422 w 103447"/>
                <a:gd name="connsiteY45" fmla="*/ 55516 h 60491"/>
                <a:gd name="connsiteX46" fmla="*/ 80687 w 103447"/>
                <a:gd name="connsiteY46" fmla="*/ 54276 h 60491"/>
                <a:gd name="connsiteX47" fmla="*/ 92290 w 103447"/>
                <a:gd name="connsiteY47" fmla="*/ 7689 h 604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103447" h="60491">
                  <a:moveTo>
                    <a:pt x="92290" y="7689"/>
                  </a:moveTo>
                  <a:cubicBezTo>
                    <a:pt x="92998" y="4855"/>
                    <a:pt x="93175" y="4146"/>
                    <a:pt x="99907" y="4146"/>
                  </a:cubicBezTo>
                  <a:cubicBezTo>
                    <a:pt x="102209" y="4146"/>
                    <a:pt x="102386" y="4146"/>
                    <a:pt x="102741" y="3881"/>
                  </a:cubicBezTo>
                  <a:cubicBezTo>
                    <a:pt x="103272" y="3349"/>
                    <a:pt x="103538" y="2287"/>
                    <a:pt x="103538" y="1667"/>
                  </a:cubicBezTo>
                  <a:cubicBezTo>
                    <a:pt x="103538" y="161"/>
                    <a:pt x="102209" y="161"/>
                    <a:pt x="100704" y="161"/>
                  </a:cubicBezTo>
                  <a:lnTo>
                    <a:pt x="87330" y="161"/>
                  </a:lnTo>
                  <a:cubicBezTo>
                    <a:pt x="85381" y="161"/>
                    <a:pt x="84407" y="161"/>
                    <a:pt x="83079" y="1932"/>
                  </a:cubicBezTo>
                  <a:lnTo>
                    <a:pt x="46323" y="52593"/>
                  </a:lnTo>
                  <a:lnTo>
                    <a:pt x="34986" y="2552"/>
                  </a:lnTo>
                  <a:cubicBezTo>
                    <a:pt x="34455" y="249"/>
                    <a:pt x="33923" y="161"/>
                    <a:pt x="31532" y="161"/>
                  </a:cubicBezTo>
                  <a:lnTo>
                    <a:pt x="17361" y="161"/>
                  </a:lnTo>
                  <a:cubicBezTo>
                    <a:pt x="15590" y="161"/>
                    <a:pt x="14261" y="161"/>
                    <a:pt x="14261" y="2641"/>
                  </a:cubicBezTo>
                  <a:cubicBezTo>
                    <a:pt x="14261" y="4146"/>
                    <a:pt x="15324" y="4146"/>
                    <a:pt x="17538" y="4146"/>
                  </a:cubicBezTo>
                  <a:cubicBezTo>
                    <a:pt x="18424" y="4146"/>
                    <a:pt x="21347" y="4146"/>
                    <a:pt x="23207" y="4678"/>
                  </a:cubicBezTo>
                  <a:cubicBezTo>
                    <a:pt x="23207" y="5741"/>
                    <a:pt x="23207" y="5918"/>
                    <a:pt x="22941" y="6892"/>
                  </a:cubicBezTo>
                  <a:lnTo>
                    <a:pt x="11959" y="50733"/>
                  </a:lnTo>
                  <a:cubicBezTo>
                    <a:pt x="11339" y="53125"/>
                    <a:pt x="10542" y="56490"/>
                    <a:pt x="2305" y="56667"/>
                  </a:cubicBezTo>
                  <a:cubicBezTo>
                    <a:pt x="1596" y="56667"/>
                    <a:pt x="91" y="56756"/>
                    <a:pt x="91" y="59147"/>
                  </a:cubicBezTo>
                  <a:cubicBezTo>
                    <a:pt x="91" y="59944"/>
                    <a:pt x="799" y="60653"/>
                    <a:pt x="1596" y="60653"/>
                  </a:cubicBezTo>
                  <a:cubicBezTo>
                    <a:pt x="3190" y="60653"/>
                    <a:pt x="5050" y="60387"/>
                    <a:pt x="6645" y="60387"/>
                  </a:cubicBezTo>
                  <a:cubicBezTo>
                    <a:pt x="8327" y="60387"/>
                    <a:pt x="10010" y="60298"/>
                    <a:pt x="11693" y="60298"/>
                  </a:cubicBezTo>
                  <a:cubicBezTo>
                    <a:pt x="13464" y="60298"/>
                    <a:pt x="15147" y="60387"/>
                    <a:pt x="16918" y="60387"/>
                  </a:cubicBezTo>
                  <a:cubicBezTo>
                    <a:pt x="18513" y="60387"/>
                    <a:pt x="20373" y="60653"/>
                    <a:pt x="21967" y="60653"/>
                  </a:cubicBezTo>
                  <a:cubicBezTo>
                    <a:pt x="23118" y="60653"/>
                    <a:pt x="24092" y="60033"/>
                    <a:pt x="24092" y="58173"/>
                  </a:cubicBezTo>
                  <a:cubicBezTo>
                    <a:pt x="24092" y="56667"/>
                    <a:pt x="22764" y="56667"/>
                    <a:pt x="21790" y="56667"/>
                  </a:cubicBezTo>
                  <a:cubicBezTo>
                    <a:pt x="17361" y="56579"/>
                    <a:pt x="15678" y="55427"/>
                    <a:pt x="15678" y="53302"/>
                  </a:cubicBezTo>
                  <a:cubicBezTo>
                    <a:pt x="15678" y="52682"/>
                    <a:pt x="15856" y="52150"/>
                    <a:pt x="16033" y="51265"/>
                  </a:cubicBezTo>
                  <a:lnTo>
                    <a:pt x="27635" y="4678"/>
                  </a:lnTo>
                  <a:lnTo>
                    <a:pt x="27724" y="4678"/>
                  </a:lnTo>
                  <a:lnTo>
                    <a:pt x="39857" y="58084"/>
                  </a:lnTo>
                  <a:cubicBezTo>
                    <a:pt x="40212" y="59590"/>
                    <a:pt x="40477" y="60653"/>
                    <a:pt x="42160" y="60653"/>
                  </a:cubicBezTo>
                  <a:cubicBezTo>
                    <a:pt x="43046" y="60653"/>
                    <a:pt x="44109" y="60298"/>
                    <a:pt x="45349" y="58616"/>
                  </a:cubicBezTo>
                  <a:lnTo>
                    <a:pt x="84939" y="3969"/>
                  </a:lnTo>
                  <a:lnTo>
                    <a:pt x="85027" y="4058"/>
                  </a:lnTo>
                  <a:lnTo>
                    <a:pt x="72716" y="53302"/>
                  </a:lnTo>
                  <a:cubicBezTo>
                    <a:pt x="72008" y="55959"/>
                    <a:pt x="71830" y="56667"/>
                    <a:pt x="65099" y="56667"/>
                  </a:cubicBezTo>
                  <a:cubicBezTo>
                    <a:pt x="62885" y="56667"/>
                    <a:pt x="61468" y="56667"/>
                    <a:pt x="61468" y="59147"/>
                  </a:cubicBezTo>
                  <a:cubicBezTo>
                    <a:pt x="61468" y="59856"/>
                    <a:pt x="62088" y="60653"/>
                    <a:pt x="63062" y="60653"/>
                  </a:cubicBezTo>
                  <a:cubicBezTo>
                    <a:pt x="64922" y="60653"/>
                    <a:pt x="67048" y="60387"/>
                    <a:pt x="68996" y="60387"/>
                  </a:cubicBezTo>
                  <a:cubicBezTo>
                    <a:pt x="70945" y="60387"/>
                    <a:pt x="72982" y="60298"/>
                    <a:pt x="75019" y="60298"/>
                  </a:cubicBezTo>
                  <a:cubicBezTo>
                    <a:pt x="77056" y="60298"/>
                    <a:pt x="79093" y="60387"/>
                    <a:pt x="81130" y="60387"/>
                  </a:cubicBezTo>
                  <a:cubicBezTo>
                    <a:pt x="83079" y="60387"/>
                    <a:pt x="85293" y="60653"/>
                    <a:pt x="87241" y="60653"/>
                  </a:cubicBezTo>
                  <a:cubicBezTo>
                    <a:pt x="87773" y="60653"/>
                    <a:pt x="89455" y="60653"/>
                    <a:pt x="89455" y="58173"/>
                  </a:cubicBezTo>
                  <a:cubicBezTo>
                    <a:pt x="89455" y="56667"/>
                    <a:pt x="88216" y="56667"/>
                    <a:pt x="86533" y="56667"/>
                  </a:cubicBezTo>
                  <a:cubicBezTo>
                    <a:pt x="86356" y="56667"/>
                    <a:pt x="84230" y="56667"/>
                    <a:pt x="82724" y="56490"/>
                  </a:cubicBezTo>
                  <a:cubicBezTo>
                    <a:pt x="80510" y="56313"/>
                    <a:pt x="80422" y="56224"/>
                    <a:pt x="80422" y="55516"/>
                  </a:cubicBezTo>
                  <a:cubicBezTo>
                    <a:pt x="80422" y="55339"/>
                    <a:pt x="80422" y="55162"/>
                    <a:pt x="80687" y="54276"/>
                  </a:cubicBezTo>
                  <a:lnTo>
                    <a:pt x="92290" y="7689"/>
                  </a:lnTo>
                  <a:close/>
                </a:path>
              </a:pathLst>
            </a:custGeom>
            <a:solidFill>
              <a:srgbClr val="000000"/>
            </a:solidFill>
            <a:ln w="1773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75" name="任意形状 474">
              <a:extLst>
                <a:ext uri="{FF2B5EF4-FFF2-40B4-BE49-F238E27FC236}">
                  <a16:creationId xmlns:a16="http://schemas.microsoft.com/office/drawing/2014/main" id="{A2B83C76-68F6-954D-023A-2F313FAAED84}"/>
                </a:ext>
              </a:extLst>
            </p:cNvPr>
            <p:cNvSpPr/>
            <p:nvPr>
              <p:custDataLst>
                <p:tags r:id="rId171"/>
              </p:custDataLst>
            </p:nvPr>
          </p:nvSpPr>
          <p:spPr>
            <a:xfrm>
              <a:off x="8662632" y="7613154"/>
              <a:ext cx="43929" cy="63414"/>
            </a:xfrm>
            <a:custGeom>
              <a:avLst/>
              <a:gdLst>
                <a:gd name="connsiteX0" fmla="*/ 44027 w 43929"/>
                <a:gd name="connsiteY0" fmla="*/ 20622 h 63414"/>
                <a:gd name="connsiteX1" fmla="*/ 29590 w 43929"/>
                <a:gd name="connsiteY1" fmla="*/ 163 h 63414"/>
                <a:gd name="connsiteX2" fmla="*/ 97 w 43929"/>
                <a:gd name="connsiteY2" fmla="*/ 43118 h 63414"/>
                <a:gd name="connsiteX3" fmla="*/ 14445 w 43929"/>
                <a:gd name="connsiteY3" fmla="*/ 63577 h 63414"/>
                <a:gd name="connsiteX4" fmla="*/ 44027 w 43929"/>
                <a:gd name="connsiteY4" fmla="*/ 20622 h 63414"/>
                <a:gd name="connsiteX5" fmla="*/ 10725 w 43929"/>
                <a:gd name="connsiteY5" fmla="*/ 29833 h 63414"/>
                <a:gd name="connsiteX6" fmla="*/ 29501 w 43929"/>
                <a:gd name="connsiteY6" fmla="*/ 3174 h 63414"/>
                <a:gd name="connsiteX7" fmla="*/ 36498 w 43929"/>
                <a:gd name="connsiteY7" fmla="*/ 15751 h 63414"/>
                <a:gd name="connsiteX8" fmla="*/ 34373 w 43929"/>
                <a:gd name="connsiteY8" fmla="*/ 29833 h 63414"/>
                <a:gd name="connsiteX9" fmla="*/ 10725 w 43929"/>
                <a:gd name="connsiteY9" fmla="*/ 29833 h 63414"/>
                <a:gd name="connsiteX10" fmla="*/ 33310 w 43929"/>
                <a:gd name="connsiteY10" fmla="*/ 33907 h 63414"/>
                <a:gd name="connsiteX11" fmla="*/ 14622 w 43929"/>
                <a:gd name="connsiteY11" fmla="*/ 60566 h 63414"/>
                <a:gd name="connsiteX12" fmla="*/ 7537 w 43929"/>
                <a:gd name="connsiteY12" fmla="*/ 48078 h 63414"/>
                <a:gd name="connsiteX13" fmla="*/ 9662 w 43929"/>
                <a:gd name="connsiteY13" fmla="*/ 33907 h 63414"/>
                <a:gd name="connsiteX14" fmla="*/ 33310 w 43929"/>
                <a:gd name="connsiteY14" fmla="*/ 33907 h 634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43929" h="63414">
                  <a:moveTo>
                    <a:pt x="44027" y="20622"/>
                  </a:moveTo>
                  <a:cubicBezTo>
                    <a:pt x="44027" y="9905"/>
                    <a:pt x="39155" y="163"/>
                    <a:pt x="29590" y="163"/>
                  </a:cubicBezTo>
                  <a:cubicBezTo>
                    <a:pt x="15419" y="163"/>
                    <a:pt x="97" y="22393"/>
                    <a:pt x="97" y="43118"/>
                  </a:cubicBezTo>
                  <a:cubicBezTo>
                    <a:pt x="97" y="55163"/>
                    <a:pt x="5765" y="63577"/>
                    <a:pt x="14445" y="63577"/>
                  </a:cubicBezTo>
                  <a:cubicBezTo>
                    <a:pt x="28970" y="63577"/>
                    <a:pt x="44027" y="40727"/>
                    <a:pt x="44027" y="20622"/>
                  </a:cubicBezTo>
                  <a:close/>
                  <a:moveTo>
                    <a:pt x="10725" y="29833"/>
                  </a:moveTo>
                  <a:cubicBezTo>
                    <a:pt x="16393" y="7779"/>
                    <a:pt x="25339" y="3174"/>
                    <a:pt x="29501" y="3174"/>
                  </a:cubicBezTo>
                  <a:cubicBezTo>
                    <a:pt x="34461" y="3174"/>
                    <a:pt x="36498" y="8754"/>
                    <a:pt x="36498" y="15751"/>
                  </a:cubicBezTo>
                  <a:cubicBezTo>
                    <a:pt x="36498" y="18408"/>
                    <a:pt x="36321" y="21950"/>
                    <a:pt x="34373" y="29833"/>
                  </a:cubicBezTo>
                  <a:lnTo>
                    <a:pt x="10725" y="29833"/>
                  </a:lnTo>
                  <a:close/>
                  <a:moveTo>
                    <a:pt x="33310" y="33907"/>
                  </a:moveTo>
                  <a:cubicBezTo>
                    <a:pt x="27996" y="55163"/>
                    <a:pt x="19050" y="60566"/>
                    <a:pt x="14622" y="60566"/>
                  </a:cubicBezTo>
                  <a:cubicBezTo>
                    <a:pt x="7979" y="60566"/>
                    <a:pt x="7537" y="50735"/>
                    <a:pt x="7537" y="48078"/>
                  </a:cubicBezTo>
                  <a:cubicBezTo>
                    <a:pt x="7537" y="44624"/>
                    <a:pt x="8157" y="40461"/>
                    <a:pt x="9662" y="33907"/>
                  </a:cubicBezTo>
                  <a:lnTo>
                    <a:pt x="33310" y="33907"/>
                  </a:lnTo>
                  <a:close/>
                </a:path>
              </a:pathLst>
            </a:custGeom>
            <a:solidFill>
              <a:srgbClr val="000000"/>
            </a:solidFill>
            <a:ln w="1773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76" name="任意形状 475">
              <a:extLst>
                <a:ext uri="{FF2B5EF4-FFF2-40B4-BE49-F238E27FC236}">
                  <a16:creationId xmlns:a16="http://schemas.microsoft.com/office/drawing/2014/main" id="{1BAB09AC-8DCF-322A-6ACC-819202831332}"/>
                </a:ext>
              </a:extLst>
            </p:cNvPr>
            <p:cNvSpPr/>
            <p:nvPr>
              <p:custDataLst>
                <p:tags r:id="rId172"/>
              </p:custDataLst>
            </p:nvPr>
          </p:nvSpPr>
          <p:spPr>
            <a:xfrm>
              <a:off x="8739846" y="7633791"/>
              <a:ext cx="12045" cy="27987"/>
            </a:xfrm>
            <a:custGeom>
              <a:avLst/>
              <a:gdLst>
                <a:gd name="connsiteX0" fmla="*/ 9135 w 12045"/>
                <a:gd name="connsiteY0" fmla="*/ 9726 h 27987"/>
                <a:gd name="connsiteX1" fmla="*/ 2138 w 12045"/>
                <a:gd name="connsiteY1" fmla="*/ 25048 h 27987"/>
                <a:gd name="connsiteX2" fmla="*/ 1075 w 12045"/>
                <a:gd name="connsiteY2" fmla="*/ 26554 h 27987"/>
                <a:gd name="connsiteX3" fmla="*/ 2669 w 12045"/>
                <a:gd name="connsiteY3" fmla="*/ 28148 h 27987"/>
                <a:gd name="connsiteX4" fmla="*/ 12146 w 12045"/>
                <a:gd name="connsiteY4" fmla="*/ 10169 h 27987"/>
                <a:gd name="connsiteX5" fmla="*/ 5504 w 12045"/>
                <a:gd name="connsiteY5" fmla="*/ 161 h 27987"/>
                <a:gd name="connsiteX6" fmla="*/ 101 w 12045"/>
                <a:gd name="connsiteY6" fmla="*/ 5564 h 27987"/>
                <a:gd name="connsiteX7" fmla="*/ 5504 w 12045"/>
                <a:gd name="connsiteY7" fmla="*/ 10966 h 27987"/>
                <a:gd name="connsiteX8" fmla="*/ 9135 w 12045"/>
                <a:gd name="connsiteY8" fmla="*/ 9726 h 279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2045" h="27987">
                  <a:moveTo>
                    <a:pt x="9135" y="9726"/>
                  </a:moveTo>
                  <a:cubicBezTo>
                    <a:pt x="9135" y="18229"/>
                    <a:pt x="4529" y="23100"/>
                    <a:pt x="2138" y="25048"/>
                  </a:cubicBezTo>
                  <a:cubicBezTo>
                    <a:pt x="1252" y="25757"/>
                    <a:pt x="1075" y="25934"/>
                    <a:pt x="1075" y="26554"/>
                  </a:cubicBezTo>
                  <a:cubicBezTo>
                    <a:pt x="1075" y="27086"/>
                    <a:pt x="1872" y="28148"/>
                    <a:pt x="2669" y="28148"/>
                  </a:cubicBezTo>
                  <a:cubicBezTo>
                    <a:pt x="3821" y="28148"/>
                    <a:pt x="12146" y="21240"/>
                    <a:pt x="12146" y="10169"/>
                  </a:cubicBezTo>
                  <a:cubicBezTo>
                    <a:pt x="12146" y="4146"/>
                    <a:pt x="9489" y="161"/>
                    <a:pt x="5504" y="161"/>
                  </a:cubicBezTo>
                  <a:cubicBezTo>
                    <a:pt x="2138" y="161"/>
                    <a:pt x="101" y="2818"/>
                    <a:pt x="101" y="5564"/>
                  </a:cubicBezTo>
                  <a:cubicBezTo>
                    <a:pt x="101" y="8398"/>
                    <a:pt x="2138" y="10966"/>
                    <a:pt x="5504" y="10966"/>
                  </a:cubicBezTo>
                  <a:cubicBezTo>
                    <a:pt x="6832" y="10966"/>
                    <a:pt x="8161" y="10612"/>
                    <a:pt x="9135" y="9726"/>
                  </a:cubicBezTo>
                  <a:close/>
                </a:path>
              </a:pathLst>
            </a:custGeom>
            <a:solidFill>
              <a:srgbClr val="000000"/>
            </a:solidFill>
            <a:ln w="1773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77" name="任意形状 476">
              <a:extLst>
                <a:ext uri="{FF2B5EF4-FFF2-40B4-BE49-F238E27FC236}">
                  <a16:creationId xmlns:a16="http://schemas.microsoft.com/office/drawing/2014/main" id="{933410DA-ACAC-9E06-ED32-56B45F768CCD}"/>
                </a:ext>
              </a:extLst>
            </p:cNvPr>
            <p:cNvSpPr/>
            <p:nvPr>
              <p:custDataLst>
                <p:tags r:id="rId173"/>
              </p:custDataLst>
            </p:nvPr>
          </p:nvSpPr>
          <p:spPr>
            <a:xfrm>
              <a:off x="8774949" y="7605449"/>
              <a:ext cx="44018" cy="56329"/>
            </a:xfrm>
            <a:custGeom>
              <a:avLst/>
              <a:gdLst>
                <a:gd name="connsiteX0" fmla="*/ 43767 w 44018"/>
                <a:gd name="connsiteY0" fmla="*/ 3526 h 56329"/>
                <a:gd name="connsiteX1" fmla="*/ 44121 w 44018"/>
                <a:gd name="connsiteY1" fmla="*/ 1667 h 56329"/>
                <a:gd name="connsiteX2" fmla="*/ 42704 w 44018"/>
                <a:gd name="connsiteY2" fmla="*/ 161 h 56329"/>
                <a:gd name="connsiteX3" fmla="*/ 35885 w 44018"/>
                <a:gd name="connsiteY3" fmla="*/ 6095 h 56329"/>
                <a:gd name="connsiteX4" fmla="*/ 24902 w 44018"/>
                <a:gd name="connsiteY4" fmla="*/ 161 h 56329"/>
                <a:gd name="connsiteX5" fmla="*/ 103 w 44018"/>
                <a:gd name="connsiteY5" fmla="*/ 24871 h 56329"/>
                <a:gd name="connsiteX6" fmla="*/ 15514 w 44018"/>
                <a:gd name="connsiteY6" fmla="*/ 40282 h 56329"/>
                <a:gd name="connsiteX7" fmla="*/ 28002 w 44018"/>
                <a:gd name="connsiteY7" fmla="*/ 35411 h 56329"/>
                <a:gd name="connsiteX8" fmla="*/ 24282 w 44018"/>
                <a:gd name="connsiteY8" fmla="*/ 50467 h 56329"/>
                <a:gd name="connsiteX9" fmla="*/ 17905 w 44018"/>
                <a:gd name="connsiteY9" fmla="*/ 52505 h 56329"/>
                <a:gd name="connsiteX10" fmla="*/ 14894 w 44018"/>
                <a:gd name="connsiteY10" fmla="*/ 54984 h 56329"/>
                <a:gd name="connsiteX11" fmla="*/ 16400 w 44018"/>
                <a:gd name="connsiteY11" fmla="*/ 56490 h 56329"/>
                <a:gd name="connsiteX12" fmla="*/ 21448 w 44018"/>
                <a:gd name="connsiteY12" fmla="*/ 56224 h 56329"/>
                <a:gd name="connsiteX13" fmla="*/ 26674 w 44018"/>
                <a:gd name="connsiteY13" fmla="*/ 56136 h 56329"/>
                <a:gd name="connsiteX14" fmla="*/ 31899 w 44018"/>
                <a:gd name="connsiteY14" fmla="*/ 56224 h 56329"/>
                <a:gd name="connsiteX15" fmla="*/ 37213 w 44018"/>
                <a:gd name="connsiteY15" fmla="*/ 56490 h 56329"/>
                <a:gd name="connsiteX16" fmla="*/ 39427 w 44018"/>
                <a:gd name="connsiteY16" fmla="*/ 54010 h 56329"/>
                <a:gd name="connsiteX17" fmla="*/ 36682 w 44018"/>
                <a:gd name="connsiteY17" fmla="*/ 52505 h 56329"/>
                <a:gd name="connsiteX18" fmla="*/ 31811 w 44018"/>
                <a:gd name="connsiteY18" fmla="*/ 51442 h 56329"/>
                <a:gd name="connsiteX19" fmla="*/ 32253 w 44018"/>
                <a:gd name="connsiteY19" fmla="*/ 49582 h 56329"/>
                <a:gd name="connsiteX20" fmla="*/ 43767 w 44018"/>
                <a:gd name="connsiteY20" fmla="*/ 3526 h 56329"/>
                <a:gd name="connsiteX21" fmla="*/ 29951 w 44018"/>
                <a:gd name="connsiteY21" fmla="*/ 27617 h 56329"/>
                <a:gd name="connsiteX22" fmla="*/ 28002 w 44018"/>
                <a:gd name="connsiteY22" fmla="*/ 30894 h 56329"/>
                <a:gd name="connsiteX23" fmla="*/ 15868 w 44018"/>
                <a:gd name="connsiteY23" fmla="*/ 37271 h 56329"/>
                <a:gd name="connsiteX24" fmla="*/ 8074 w 44018"/>
                <a:gd name="connsiteY24" fmla="*/ 28237 h 56329"/>
                <a:gd name="connsiteX25" fmla="*/ 12768 w 44018"/>
                <a:gd name="connsiteY25" fmla="*/ 11143 h 56329"/>
                <a:gd name="connsiteX26" fmla="*/ 24902 w 44018"/>
                <a:gd name="connsiteY26" fmla="*/ 3172 h 56329"/>
                <a:gd name="connsiteX27" fmla="*/ 34113 w 44018"/>
                <a:gd name="connsiteY27" fmla="*/ 11055 h 56329"/>
                <a:gd name="connsiteX28" fmla="*/ 33848 w 44018"/>
                <a:gd name="connsiteY28" fmla="*/ 12383 h 56329"/>
                <a:gd name="connsiteX29" fmla="*/ 29951 w 44018"/>
                <a:gd name="connsiteY29" fmla="*/ 27617 h 563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44018" h="56329">
                  <a:moveTo>
                    <a:pt x="43767" y="3526"/>
                  </a:moveTo>
                  <a:cubicBezTo>
                    <a:pt x="44121" y="2287"/>
                    <a:pt x="44121" y="2109"/>
                    <a:pt x="44121" y="1667"/>
                  </a:cubicBezTo>
                  <a:cubicBezTo>
                    <a:pt x="44121" y="427"/>
                    <a:pt x="42970" y="161"/>
                    <a:pt x="42704" y="161"/>
                  </a:cubicBezTo>
                  <a:cubicBezTo>
                    <a:pt x="41464" y="161"/>
                    <a:pt x="37302" y="3881"/>
                    <a:pt x="35885" y="6095"/>
                  </a:cubicBezTo>
                  <a:cubicBezTo>
                    <a:pt x="34379" y="3615"/>
                    <a:pt x="30925" y="161"/>
                    <a:pt x="24902" y="161"/>
                  </a:cubicBezTo>
                  <a:cubicBezTo>
                    <a:pt x="12591" y="161"/>
                    <a:pt x="103" y="12206"/>
                    <a:pt x="103" y="24871"/>
                  </a:cubicBezTo>
                  <a:cubicBezTo>
                    <a:pt x="103" y="33994"/>
                    <a:pt x="6834" y="40282"/>
                    <a:pt x="15514" y="40282"/>
                  </a:cubicBezTo>
                  <a:cubicBezTo>
                    <a:pt x="20917" y="40282"/>
                    <a:pt x="25434" y="37537"/>
                    <a:pt x="28002" y="35411"/>
                  </a:cubicBezTo>
                  <a:cubicBezTo>
                    <a:pt x="26496" y="41965"/>
                    <a:pt x="24371" y="50113"/>
                    <a:pt x="24282" y="50467"/>
                  </a:cubicBezTo>
                  <a:cubicBezTo>
                    <a:pt x="23751" y="51885"/>
                    <a:pt x="23485" y="52416"/>
                    <a:pt x="17905" y="52505"/>
                  </a:cubicBezTo>
                  <a:cubicBezTo>
                    <a:pt x="16223" y="52505"/>
                    <a:pt x="14894" y="52505"/>
                    <a:pt x="14894" y="54984"/>
                  </a:cubicBezTo>
                  <a:cubicBezTo>
                    <a:pt x="14894" y="55339"/>
                    <a:pt x="15160" y="56490"/>
                    <a:pt x="16400" y="56490"/>
                  </a:cubicBezTo>
                  <a:cubicBezTo>
                    <a:pt x="17994" y="56490"/>
                    <a:pt x="19854" y="56224"/>
                    <a:pt x="21448" y="56224"/>
                  </a:cubicBezTo>
                  <a:cubicBezTo>
                    <a:pt x="23219" y="56224"/>
                    <a:pt x="24902" y="56136"/>
                    <a:pt x="26674" y="56136"/>
                  </a:cubicBezTo>
                  <a:cubicBezTo>
                    <a:pt x="28445" y="56136"/>
                    <a:pt x="30216" y="56224"/>
                    <a:pt x="31899" y="56224"/>
                  </a:cubicBezTo>
                  <a:cubicBezTo>
                    <a:pt x="33582" y="56224"/>
                    <a:pt x="35530" y="56490"/>
                    <a:pt x="37213" y="56490"/>
                  </a:cubicBezTo>
                  <a:cubicBezTo>
                    <a:pt x="38365" y="56490"/>
                    <a:pt x="39427" y="55870"/>
                    <a:pt x="39427" y="54010"/>
                  </a:cubicBezTo>
                  <a:cubicBezTo>
                    <a:pt x="39427" y="52505"/>
                    <a:pt x="37922" y="52505"/>
                    <a:pt x="36682" y="52505"/>
                  </a:cubicBezTo>
                  <a:cubicBezTo>
                    <a:pt x="33759" y="52505"/>
                    <a:pt x="31811" y="52505"/>
                    <a:pt x="31811" y="51442"/>
                  </a:cubicBezTo>
                  <a:cubicBezTo>
                    <a:pt x="31811" y="51265"/>
                    <a:pt x="31899" y="50999"/>
                    <a:pt x="32253" y="49582"/>
                  </a:cubicBezTo>
                  <a:lnTo>
                    <a:pt x="43767" y="3526"/>
                  </a:lnTo>
                  <a:close/>
                  <a:moveTo>
                    <a:pt x="29951" y="27617"/>
                  </a:moveTo>
                  <a:cubicBezTo>
                    <a:pt x="29596" y="29123"/>
                    <a:pt x="29508" y="29211"/>
                    <a:pt x="28002" y="30894"/>
                  </a:cubicBezTo>
                  <a:cubicBezTo>
                    <a:pt x="24105" y="35234"/>
                    <a:pt x="19411" y="37271"/>
                    <a:pt x="15868" y="37271"/>
                  </a:cubicBezTo>
                  <a:cubicBezTo>
                    <a:pt x="12857" y="37271"/>
                    <a:pt x="8074" y="35677"/>
                    <a:pt x="8074" y="28237"/>
                  </a:cubicBezTo>
                  <a:cubicBezTo>
                    <a:pt x="8074" y="24517"/>
                    <a:pt x="9846" y="16192"/>
                    <a:pt x="12768" y="11143"/>
                  </a:cubicBezTo>
                  <a:cubicBezTo>
                    <a:pt x="15514" y="6538"/>
                    <a:pt x="20385" y="3172"/>
                    <a:pt x="24902" y="3172"/>
                  </a:cubicBezTo>
                  <a:cubicBezTo>
                    <a:pt x="32253" y="3172"/>
                    <a:pt x="34113" y="10346"/>
                    <a:pt x="34113" y="11055"/>
                  </a:cubicBezTo>
                  <a:cubicBezTo>
                    <a:pt x="34113" y="11498"/>
                    <a:pt x="33936" y="12029"/>
                    <a:pt x="33848" y="12383"/>
                  </a:cubicBezTo>
                  <a:lnTo>
                    <a:pt x="29951" y="27617"/>
                  </a:lnTo>
                  <a:close/>
                </a:path>
              </a:pathLst>
            </a:custGeom>
            <a:solidFill>
              <a:srgbClr val="000000"/>
            </a:solidFill>
            <a:ln w="1773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78" name="任意形状 477">
              <a:extLst>
                <a:ext uri="{FF2B5EF4-FFF2-40B4-BE49-F238E27FC236}">
                  <a16:creationId xmlns:a16="http://schemas.microsoft.com/office/drawing/2014/main" id="{34748340-46CF-F2BC-4234-CDED2753C3E0}"/>
                </a:ext>
              </a:extLst>
            </p:cNvPr>
            <p:cNvSpPr/>
            <p:nvPr>
              <p:custDataLst>
                <p:tags r:id="rId174"/>
              </p:custDataLst>
            </p:nvPr>
          </p:nvSpPr>
          <p:spPr>
            <a:xfrm>
              <a:off x="8862347" y="7467362"/>
              <a:ext cx="41095" cy="177135"/>
            </a:xfrm>
            <a:custGeom>
              <a:avLst/>
              <a:gdLst>
                <a:gd name="connsiteX0" fmla="*/ 41203 w 41095"/>
                <a:gd name="connsiteY0" fmla="*/ 175523 h 177135"/>
                <a:gd name="connsiteX1" fmla="*/ 38192 w 41095"/>
                <a:gd name="connsiteY1" fmla="*/ 171626 h 177135"/>
                <a:gd name="connsiteX2" fmla="*/ 10382 w 41095"/>
                <a:gd name="connsiteY2" fmla="*/ 88726 h 177135"/>
                <a:gd name="connsiteX3" fmla="*/ 38900 w 41095"/>
                <a:gd name="connsiteY3" fmla="*/ 4941 h 177135"/>
                <a:gd name="connsiteX4" fmla="*/ 41203 w 41095"/>
                <a:gd name="connsiteY4" fmla="*/ 1930 h 177135"/>
                <a:gd name="connsiteX5" fmla="*/ 39432 w 41095"/>
                <a:gd name="connsiteY5" fmla="*/ 158 h 177135"/>
                <a:gd name="connsiteX6" fmla="*/ 11267 w 41095"/>
                <a:gd name="connsiteY6" fmla="*/ 34700 h 177135"/>
                <a:gd name="connsiteX7" fmla="*/ 108 w 41095"/>
                <a:gd name="connsiteY7" fmla="*/ 88726 h 177135"/>
                <a:gd name="connsiteX8" fmla="*/ 11799 w 41095"/>
                <a:gd name="connsiteY8" fmla="*/ 143993 h 177135"/>
                <a:gd name="connsiteX9" fmla="*/ 39432 w 41095"/>
                <a:gd name="connsiteY9" fmla="*/ 177294 h 177135"/>
                <a:gd name="connsiteX10" fmla="*/ 41203 w 41095"/>
                <a:gd name="connsiteY10" fmla="*/ 175523 h 1771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41095" h="177135">
                  <a:moveTo>
                    <a:pt x="41203" y="175523"/>
                  </a:moveTo>
                  <a:cubicBezTo>
                    <a:pt x="41203" y="174991"/>
                    <a:pt x="41203" y="174637"/>
                    <a:pt x="38192" y="171626"/>
                  </a:cubicBezTo>
                  <a:cubicBezTo>
                    <a:pt x="16050" y="149307"/>
                    <a:pt x="10382" y="115828"/>
                    <a:pt x="10382" y="88726"/>
                  </a:cubicBezTo>
                  <a:cubicBezTo>
                    <a:pt x="10382" y="57905"/>
                    <a:pt x="17113" y="27083"/>
                    <a:pt x="38900" y="4941"/>
                  </a:cubicBezTo>
                  <a:cubicBezTo>
                    <a:pt x="41203" y="2815"/>
                    <a:pt x="41203" y="2461"/>
                    <a:pt x="41203" y="1930"/>
                  </a:cubicBezTo>
                  <a:cubicBezTo>
                    <a:pt x="41203" y="690"/>
                    <a:pt x="40495" y="158"/>
                    <a:pt x="39432" y="158"/>
                  </a:cubicBezTo>
                  <a:cubicBezTo>
                    <a:pt x="37660" y="158"/>
                    <a:pt x="21718" y="12204"/>
                    <a:pt x="11267" y="34700"/>
                  </a:cubicBezTo>
                  <a:cubicBezTo>
                    <a:pt x="2233" y="54185"/>
                    <a:pt x="108" y="73847"/>
                    <a:pt x="108" y="88726"/>
                  </a:cubicBezTo>
                  <a:cubicBezTo>
                    <a:pt x="108" y="102543"/>
                    <a:pt x="2056" y="123976"/>
                    <a:pt x="11799" y="143993"/>
                  </a:cubicBezTo>
                  <a:cubicBezTo>
                    <a:pt x="22427" y="165780"/>
                    <a:pt x="37660" y="177294"/>
                    <a:pt x="39432" y="177294"/>
                  </a:cubicBezTo>
                  <a:cubicBezTo>
                    <a:pt x="40495" y="177294"/>
                    <a:pt x="41203" y="176763"/>
                    <a:pt x="41203" y="175523"/>
                  </a:cubicBezTo>
                  <a:close/>
                </a:path>
              </a:pathLst>
            </a:custGeom>
            <a:solidFill>
              <a:srgbClr val="000000"/>
            </a:solidFill>
            <a:ln w="1773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79" name="任意形状 478">
              <a:extLst>
                <a:ext uri="{FF2B5EF4-FFF2-40B4-BE49-F238E27FC236}">
                  <a16:creationId xmlns:a16="http://schemas.microsoft.com/office/drawing/2014/main" id="{FFD2CB35-8A62-B5B5-C434-B6E44C864029}"/>
                </a:ext>
              </a:extLst>
            </p:cNvPr>
            <p:cNvSpPr/>
            <p:nvPr>
              <p:custDataLst>
                <p:tags r:id="rId175"/>
              </p:custDataLst>
            </p:nvPr>
          </p:nvSpPr>
          <p:spPr>
            <a:xfrm>
              <a:off x="8921845" y="7521920"/>
              <a:ext cx="68020" cy="80242"/>
            </a:xfrm>
            <a:custGeom>
              <a:avLst/>
              <a:gdLst>
                <a:gd name="connsiteX0" fmla="*/ 25088 w 68020"/>
                <a:gd name="connsiteY0" fmla="*/ 37534 h 80242"/>
                <a:gd name="connsiteX1" fmla="*/ 52189 w 68020"/>
                <a:gd name="connsiteY1" fmla="*/ 33460 h 80242"/>
                <a:gd name="connsiteX2" fmla="*/ 65475 w 68020"/>
                <a:gd name="connsiteY2" fmla="*/ 15215 h 80242"/>
                <a:gd name="connsiteX3" fmla="*/ 46521 w 68020"/>
                <a:gd name="connsiteY3" fmla="*/ 158 h 80242"/>
                <a:gd name="connsiteX4" fmla="*/ 112 w 68020"/>
                <a:gd name="connsiteY4" fmla="*/ 48339 h 80242"/>
                <a:gd name="connsiteX5" fmla="*/ 27922 w 68020"/>
                <a:gd name="connsiteY5" fmla="*/ 80401 h 80242"/>
                <a:gd name="connsiteX6" fmla="*/ 68132 w 68020"/>
                <a:gd name="connsiteY6" fmla="*/ 59499 h 80242"/>
                <a:gd name="connsiteX7" fmla="*/ 66006 w 68020"/>
                <a:gd name="connsiteY7" fmla="*/ 57196 h 80242"/>
                <a:gd name="connsiteX8" fmla="*/ 63703 w 68020"/>
                <a:gd name="connsiteY8" fmla="*/ 58967 h 80242"/>
                <a:gd name="connsiteX9" fmla="*/ 28276 w 68020"/>
                <a:gd name="connsiteY9" fmla="*/ 76504 h 80242"/>
                <a:gd name="connsiteX10" fmla="*/ 12865 w 68020"/>
                <a:gd name="connsiteY10" fmla="*/ 55956 h 80242"/>
                <a:gd name="connsiteX11" fmla="*/ 15700 w 68020"/>
                <a:gd name="connsiteY11" fmla="*/ 37534 h 80242"/>
                <a:gd name="connsiteX12" fmla="*/ 25088 w 68020"/>
                <a:gd name="connsiteY12" fmla="*/ 37534 h 80242"/>
                <a:gd name="connsiteX13" fmla="*/ 16762 w 68020"/>
                <a:gd name="connsiteY13" fmla="*/ 33637 h 80242"/>
                <a:gd name="connsiteX14" fmla="*/ 46521 w 68020"/>
                <a:gd name="connsiteY14" fmla="*/ 4055 h 80242"/>
                <a:gd name="connsiteX15" fmla="*/ 59629 w 68020"/>
                <a:gd name="connsiteY15" fmla="*/ 15215 h 80242"/>
                <a:gd name="connsiteX16" fmla="*/ 24025 w 68020"/>
                <a:gd name="connsiteY16" fmla="*/ 33637 h 80242"/>
                <a:gd name="connsiteX17" fmla="*/ 16762 w 68020"/>
                <a:gd name="connsiteY17" fmla="*/ 33637 h 802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68020" h="80242">
                  <a:moveTo>
                    <a:pt x="25088" y="37534"/>
                  </a:moveTo>
                  <a:cubicBezTo>
                    <a:pt x="30225" y="37534"/>
                    <a:pt x="43333" y="37180"/>
                    <a:pt x="52189" y="33460"/>
                  </a:cubicBezTo>
                  <a:cubicBezTo>
                    <a:pt x="64589" y="28146"/>
                    <a:pt x="65475" y="17695"/>
                    <a:pt x="65475" y="15215"/>
                  </a:cubicBezTo>
                  <a:cubicBezTo>
                    <a:pt x="65475" y="7421"/>
                    <a:pt x="58743" y="158"/>
                    <a:pt x="46521" y="158"/>
                  </a:cubicBezTo>
                  <a:cubicBezTo>
                    <a:pt x="26859" y="158"/>
                    <a:pt x="112" y="17341"/>
                    <a:pt x="112" y="48339"/>
                  </a:cubicBezTo>
                  <a:cubicBezTo>
                    <a:pt x="112" y="66407"/>
                    <a:pt x="10563" y="80401"/>
                    <a:pt x="27922" y="80401"/>
                  </a:cubicBezTo>
                  <a:cubicBezTo>
                    <a:pt x="53252" y="80401"/>
                    <a:pt x="68132" y="61625"/>
                    <a:pt x="68132" y="59499"/>
                  </a:cubicBezTo>
                  <a:cubicBezTo>
                    <a:pt x="68132" y="58436"/>
                    <a:pt x="67069" y="57196"/>
                    <a:pt x="66006" y="57196"/>
                  </a:cubicBezTo>
                  <a:cubicBezTo>
                    <a:pt x="65120" y="57196"/>
                    <a:pt x="64766" y="57550"/>
                    <a:pt x="63703" y="58967"/>
                  </a:cubicBezTo>
                  <a:cubicBezTo>
                    <a:pt x="49710" y="76504"/>
                    <a:pt x="30402" y="76504"/>
                    <a:pt x="28276" y="76504"/>
                  </a:cubicBezTo>
                  <a:cubicBezTo>
                    <a:pt x="14460" y="76504"/>
                    <a:pt x="12865" y="61625"/>
                    <a:pt x="12865" y="55956"/>
                  </a:cubicBezTo>
                  <a:cubicBezTo>
                    <a:pt x="12865" y="53831"/>
                    <a:pt x="13042" y="48339"/>
                    <a:pt x="15700" y="37534"/>
                  </a:cubicBezTo>
                  <a:lnTo>
                    <a:pt x="25088" y="37534"/>
                  </a:lnTo>
                  <a:close/>
                  <a:moveTo>
                    <a:pt x="16762" y="33637"/>
                  </a:moveTo>
                  <a:cubicBezTo>
                    <a:pt x="23671" y="6712"/>
                    <a:pt x="41916" y="4055"/>
                    <a:pt x="46521" y="4055"/>
                  </a:cubicBezTo>
                  <a:cubicBezTo>
                    <a:pt x="54847" y="4055"/>
                    <a:pt x="59629" y="9192"/>
                    <a:pt x="59629" y="15215"/>
                  </a:cubicBezTo>
                  <a:cubicBezTo>
                    <a:pt x="59629" y="33637"/>
                    <a:pt x="31287" y="33637"/>
                    <a:pt x="24025" y="33637"/>
                  </a:cubicBezTo>
                  <a:lnTo>
                    <a:pt x="16762" y="33637"/>
                  </a:lnTo>
                  <a:close/>
                </a:path>
              </a:pathLst>
            </a:custGeom>
            <a:solidFill>
              <a:srgbClr val="000000"/>
            </a:solidFill>
            <a:ln w="1773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80" name="任意形状 479">
              <a:extLst>
                <a:ext uri="{FF2B5EF4-FFF2-40B4-BE49-F238E27FC236}">
                  <a16:creationId xmlns:a16="http://schemas.microsoft.com/office/drawing/2014/main" id="{062358AF-367F-AEB4-397C-8BDA4262BBA0}"/>
                </a:ext>
              </a:extLst>
            </p:cNvPr>
            <p:cNvSpPr/>
            <p:nvPr>
              <p:custDataLst>
                <p:tags r:id="rId176"/>
              </p:custDataLst>
            </p:nvPr>
          </p:nvSpPr>
          <p:spPr>
            <a:xfrm>
              <a:off x="9006273" y="7467362"/>
              <a:ext cx="41095" cy="177135"/>
            </a:xfrm>
            <a:custGeom>
              <a:avLst/>
              <a:gdLst>
                <a:gd name="connsiteX0" fmla="*/ 41212 w 41095"/>
                <a:gd name="connsiteY0" fmla="*/ 88726 h 177135"/>
                <a:gd name="connsiteX1" fmla="*/ 29521 w 41095"/>
                <a:gd name="connsiteY1" fmla="*/ 33460 h 177135"/>
                <a:gd name="connsiteX2" fmla="*/ 1888 w 41095"/>
                <a:gd name="connsiteY2" fmla="*/ 158 h 177135"/>
                <a:gd name="connsiteX3" fmla="*/ 116 w 41095"/>
                <a:gd name="connsiteY3" fmla="*/ 1930 h 177135"/>
                <a:gd name="connsiteX4" fmla="*/ 3482 w 41095"/>
                <a:gd name="connsiteY4" fmla="*/ 6004 h 177135"/>
                <a:gd name="connsiteX5" fmla="*/ 30938 w 41095"/>
                <a:gd name="connsiteY5" fmla="*/ 88726 h 177135"/>
                <a:gd name="connsiteX6" fmla="*/ 2419 w 41095"/>
                <a:gd name="connsiteY6" fmla="*/ 172511 h 177135"/>
                <a:gd name="connsiteX7" fmla="*/ 116 w 41095"/>
                <a:gd name="connsiteY7" fmla="*/ 175523 h 177135"/>
                <a:gd name="connsiteX8" fmla="*/ 1888 w 41095"/>
                <a:gd name="connsiteY8" fmla="*/ 177294 h 177135"/>
                <a:gd name="connsiteX9" fmla="*/ 30052 w 41095"/>
                <a:gd name="connsiteY9" fmla="*/ 142753 h 177135"/>
                <a:gd name="connsiteX10" fmla="*/ 41212 w 41095"/>
                <a:gd name="connsiteY10" fmla="*/ 88726 h 1771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41095" h="177135">
                  <a:moveTo>
                    <a:pt x="41212" y="88726"/>
                  </a:moveTo>
                  <a:cubicBezTo>
                    <a:pt x="41212" y="74910"/>
                    <a:pt x="39263" y="53476"/>
                    <a:pt x="29521" y="33460"/>
                  </a:cubicBezTo>
                  <a:cubicBezTo>
                    <a:pt x="18893" y="11672"/>
                    <a:pt x="3659" y="158"/>
                    <a:pt x="1888" y="158"/>
                  </a:cubicBezTo>
                  <a:cubicBezTo>
                    <a:pt x="825" y="158"/>
                    <a:pt x="116" y="867"/>
                    <a:pt x="116" y="1930"/>
                  </a:cubicBezTo>
                  <a:cubicBezTo>
                    <a:pt x="116" y="2461"/>
                    <a:pt x="116" y="2815"/>
                    <a:pt x="3482" y="6004"/>
                  </a:cubicBezTo>
                  <a:cubicBezTo>
                    <a:pt x="20841" y="23540"/>
                    <a:pt x="30938" y="51705"/>
                    <a:pt x="30938" y="88726"/>
                  </a:cubicBezTo>
                  <a:cubicBezTo>
                    <a:pt x="30938" y="119016"/>
                    <a:pt x="24384" y="150192"/>
                    <a:pt x="2419" y="172511"/>
                  </a:cubicBezTo>
                  <a:cubicBezTo>
                    <a:pt x="116" y="174637"/>
                    <a:pt x="116" y="174991"/>
                    <a:pt x="116" y="175523"/>
                  </a:cubicBezTo>
                  <a:cubicBezTo>
                    <a:pt x="116" y="176586"/>
                    <a:pt x="825" y="177294"/>
                    <a:pt x="1888" y="177294"/>
                  </a:cubicBezTo>
                  <a:cubicBezTo>
                    <a:pt x="3659" y="177294"/>
                    <a:pt x="19601" y="165249"/>
                    <a:pt x="30052" y="142753"/>
                  </a:cubicBezTo>
                  <a:cubicBezTo>
                    <a:pt x="39086" y="123268"/>
                    <a:pt x="41212" y="103606"/>
                    <a:pt x="41212" y="88726"/>
                  </a:cubicBezTo>
                  <a:close/>
                </a:path>
              </a:pathLst>
            </a:custGeom>
            <a:solidFill>
              <a:srgbClr val="000000"/>
            </a:solidFill>
            <a:ln w="1773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81" name="任意形状 480">
              <a:extLst>
                <a:ext uri="{FF2B5EF4-FFF2-40B4-BE49-F238E27FC236}">
                  <a16:creationId xmlns:a16="http://schemas.microsoft.com/office/drawing/2014/main" id="{D0C3D462-79CC-2831-B6C5-BCA0CB248338}"/>
                </a:ext>
              </a:extLst>
            </p:cNvPr>
            <p:cNvSpPr/>
            <p:nvPr>
              <p:custDataLst>
                <p:tags r:id="rId177"/>
              </p:custDataLst>
            </p:nvPr>
          </p:nvSpPr>
          <p:spPr>
            <a:xfrm>
              <a:off x="9139341" y="7523868"/>
              <a:ext cx="18776" cy="76345"/>
            </a:xfrm>
            <a:custGeom>
              <a:avLst/>
              <a:gdLst>
                <a:gd name="connsiteX0" fmla="*/ 18900 w 18776"/>
                <a:gd name="connsiteY0" fmla="*/ 9547 h 76345"/>
                <a:gd name="connsiteX1" fmla="*/ 9512 w 18776"/>
                <a:gd name="connsiteY1" fmla="*/ 158 h 76345"/>
                <a:gd name="connsiteX2" fmla="*/ 123 w 18776"/>
                <a:gd name="connsiteY2" fmla="*/ 9547 h 76345"/>
                <a:gd name="connsiteX3" fmla="*/ 9512 w 18776"/>
                <a:gd name="connsiteY3" fmla="*/ 18935 h 76345"/>
                <a:gd name="connsiteX4" fmla="*/ 18900 w 18776"/>
                <a:gd name="connsiteY4" fmla="*/ 9547 h 76345"/>
                <a:gd name="connsiteX5" fmla="*/ 18900 w 18776"/>
                <a:gd name="connsiteY5" fmla="*/ 67116 h 76345"/>
                <a:gd name="connsiteX6" fmla="*/ 9512 w 18776"/>
                <a:gd name="connsiteY6" fmla="*/ 57728 h 76345"/>
                <a:gd name="connsiteX7" fmla="*/ 123 w 18776"/>
                <a:gd name="connsiteY7" fmla="*/ 67116 h 76345"/>
                <a:gd name="connsiteX8" fmla="*/ 9512 w 18776"/>
                <a:gd name="connsiteY8" fmla="*/ 76504 h 76345"/>
                <a:gd name="connsiteX9" fmla="*/ 18900 w 18776"/>
                <a:gd name="connsiteY9" fmla="*/ 67116 h 763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8776" h="76345">
                  <a:moveTo>
                    <a:pt x="18900" y="9547"/>
                  </a:moveTo>
                  <a:cubicBezTo>
                    <a:pt x="18900" y="4410"/>
                    <a:pt x="14649" y="158"/>
                    <a:pt x="9512" y="158"/>
                  </a:cubicBezTo>
                  <a:cubicBezTo>
                    <a:pt x="4375" y="158"/>
                    <a:pt x="123" y="4410"/>
                    <a:pt x="123" y="9547"/>
                  </a:cubicBezTo>
                  <a:cubicBezTo>
                    <a:pt x="123" y="14684"/>
                    <a:pt x="4375" y="18935"/>
                    <a:pt x="9512" y="18935"/>
                  </a:cubicBezTo>
                  <a:cubicBezTo>
                    <a:pt x="14649" y="18935"/>
                    <a:pt x="18900" y="14684"/>
                    <a:pt x="18900" y="9547"/>
                  </a:cubicBezTo>
                  <a:close/>
                  <a:moveTo>
                    <a:pt x="18900" y="67116"/>
                  </a:moveTo>
                  <a:cubicBezTo>
                    <a:pt x="18900" y="61979"/>
                    <a:pt x="14649" y="57728"/>
                    <a:pt x="9512" y="57728"/>
                  </a:cubicBezTo>
                  <a:cubicBezTo>
                    <a:pt x="4375" y="57728"/>
                    <a:pt x="123" y="61979"/>
                    <a:pt x="123" y="67116"/>
                  </a:cubicBezTo>
                  <a:cubicBezTo>
                    <a:pt x="123" y="72253"/>
                    <a:pt x="4375" y="76504"/>
                    <a:pt x="9512" y="76504"/>
                  </a:cubicBezTo>
                  <a:cubicBezTo>
                    <a:pt x="14649" y="76504"/>
                    <a:pt x="18900" y="72253"/>
                    <a:pt x="18900" y="67116"/>
                  </a:cubicBezTo>
                  <a:close/>
                </a:path>
              </a:pathLst>
            </a:custGeom>
            <a:solidFill>
              <a:srgbClr val="000000"/>
            </a:solidFill>
            <a:ln w="1773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82" name="任意形状 481">
              <a:extLst>
                <a:ext uri="{FF2B5EF4-FFF2-40B4-BE49-F238E27FC236}">
                  <a16:creationId xmlns:a16="http://schemas.microsoft.com/office/drawing/2014/main" id="{CD2BA04A-0F37-F6C9-B062-39FFF7A128C2}"/>
                </a:ext>
              </a:extLst>
            </p:cNvPr>
            <p:cNvSpPr/>
            <p:nvPr>
              <p:custDataLst>
                <p:tags r:id="rId178"/>
              </p:custDataLst>
            </p:nvPr>
          </p:nvSpPr>
          <p:spPr>
            <a:xfrm>
              <a:off x="9256999" y="7521920"/>
              <a:ext cx="59517" cy="78294"/>
            </a:xfrm>
            <a:custGeom>
              <a:avLst/>
              <a:gdLst>
                <a:gd name="connsiteX0" fmla="*/ 24752 w 59517"/>
                <a:gd name="connsiteY0" fmla="*/ 19643 h 78294"/>
                <a:gd name="connsiteX1" fmla="*/ 24752 w 59517"/>
                <a:gd name="connsiteY1" fmla="*/ 158 h 78294"/>
                <a:gd name="connsiteX2" fmla="*/ 131 w 59517"/>
                <a:gd name="connsiteY2" fmla="*/ 2107 h 78294"/>
                <a:gd name="connsiteX3" fmla="*/ 131 w 59517"/>
                <a:gd name="connsiteY3" fmla="*/ 7598 h 78294"/>
                <a:gd name="connsiteX4" fmla="*/ 13947 w 59517"/>
                <a:gd name="connsiteY4" fmla="*/ 17518 h 78294"/>
                <a:gd name="connsiteX5" fmla="*/ 13947 w 59517"/>
                <a:gd name="connsiteY5" fmla="*/ 64990 h 78294"/>
                <a:gd name="connsiteX6" fmla="*/ 131 w 59517"/>
                <a:gd name="connsiteY6" fmla="*/ 72961 h 78294"/>
                <a:gd name="connsiteX7" fmla="*/ 131 w 59517"/>
                <a:gd name="connsiteY7" fmla="*/ 78452 h 78294"/>
                <a:gd name="connsiteX8" fmla="*/ 20324 w 59517"/>
                <a:gd name="connsiteY8" fmla="*/ 77921 h 78294"/>
                <a:gd name="connsiteX9" fmla="*/ 42820 w 59517"/>
                <a:gd name="connsiteY9" fmla="*/ 78452 h 78294"/>
                <a:gd name="connsiteX10" fmla="*/ 42820 w 59517"/>
                <a:gd name="connsiteY10" fmla="*/ 72961 h 78294"/>
                <a:gd name="connsiteX11" fmla="*/ 39100 w 59517"/>
                <a:gd name="connsiteY11" fmla="*/ 72961 h 78294"/>
                <a:gd name="connsiteX12" fmla="*/ 25638 w 59517"/>
                <a:gd name="connsiteY12" fmla="*/ 64636 h 78294"/>
                <a:gd name="connsiteX13" fmla="*/ 25638 w 59517"/>
                <a:gd name="connsiteY13" fmla="*/ 37357 h 78294"/>
                <a:gd name="connsiteX14" fmla="*/ 46540 w 59517"/>
                <a:gd name="connsiteY14" fmla="*/ 4055 h 78294"/>
                <a:gd name="connsiteX15" fmla="*/ 48489 w 59517"/>
                <a:gd name="connsiteY15" fmla="*/ 4233 h 78294"/>
                <a:gd name="connsiteX16" fmla="*/ 44415 w 59517"/>
                <a:gd name="connsiteY16" fmla="*/ 11141 h 78294"/>
                <a:gd name="connsiteX17" fmla="*/ 52031 w 59517"/>
                <a:gd name="connsiteY17" fmla="*/ 18758 h 78294"/>
                <a:gd name="connsiteX18" fmla="*/ 59648 w 59517"/>
                <a:gd name="connsiteY18" fmla="*/ 10964 h 78294"/>
                <a:gd name="connsiteX19" fmla="*/ 46540 w 59517"/>
                <a:gd name="connsiteY19" fmla="*/ 158 h 78294"/>
                <a:gd name="connsiteX20" fmla="*/ 24752 w 59517"/>
                <a:gd name="connsiteY20" fmla="*/ 19643 h 78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59517" h="78294">
                  <a:moveTo>
                    <a:pt x="24752" y="19643"/>
                  </a:moveTo>
                  <a:lnTo>
                    <a:pt x="24752" y="158"/>
                  </a:lnTo>
                  <a:lnTo>
                    <a:pt x="131" y="2107"/>
                  </a:lnTo>
                  <a:lnTo>
                    <a:pt x="131" y="7598"/>
                  </a:lnTo>
                  <a:cubicBezTo>
                    <a:pt x="12530" y="7598"/>
                    <a:pt x="13947" y="8838"/>
                    <a:pt x="13947" y="17518"/>
                  </a:cubicBezTo>
                  <a:lnTo>
                    <a:pt x="13947" y="64990"/>
                  </a:lnTo>
                  <a:cubicBezTo>
                    <a:pt x="13947" y="72961"/>
                    <a:pt x="11999" y="72961"/>
                    <a:pt x="131" y="72961"/>
                  </a:cubicBezTo>
                  <a:lnTo>
                    <a:pt x="131" y="78452"/>
                  </a:lnTo>
                  <a:cubicBezTo>
                    <a:pt x="7039" y="78275"/>
                    <a:pt x="15364" y="77921"/>
                    <a:pt x="20324" y="77921"/>
                  </a:cubicBezTo>
                  <a:cubicBezTo>
                    <a:pt x="27409" y="77921"/>
                    <a:pt x="35735" y="77921"/>
                    <a:pt x="42820" y="78452"/>
                  </a:cubicBezTo>
                  <a:lnTo>
                    <a:pt x="42820" y="72961"/>
                  </a:lnTo>
                  <a:lnTo>
                    <a:pt x="39100" y="72961"/>
                  </a:lnTo>
                  <a:cubicBezTo>
                    <a:pt x="25992" y="72961"/>
                    <a:pt x="25638" y="71013"/>
                    <a:pt x="25638" y="64636"/>
                  </a:cubicBezTo>
                  <a:lnTo>
                    <a:pt x="25638" y="37357"/>
                  </a:lnTo>
                  <a:cubicBezTo>
                    <a:pt x="25638" y="19820"/>
                    <a:pt x="33078" y="4055"/>
                    <a:pt x="46540" y="4055"/>
                  </a:cubicBezTo>
                  <a:cubicBezTo>
                    <a:pt x="47780" y="4055"/>
                    <a:pt x="48134" y="4055"/>
                    <a:pt x="48489" y="4233"/>
                  </a:cubicBezTo>
                  <a:cubicBezTo>
                    <a:pt x="47957" y="4410"/>
                    <a:pt x="44415" y="6535"/>
                    <a:pt x="44415" y="11141"/>
                  </a:cubicBezTo>
                  <a:cubicBezTo>
                    <a:pt x="44415" y="16101"/>
                    <a:pt x="48134" y="18758"/>
                    <a:pt x="52031" y="18758"/>
                  </a:cubicBezTo>
                  <a:cubicBezTo>
                    <a:pt x="55220" y="18758"/>
                    <a:pt x="59648" y="16632"/>
                    <a:pt x="59648" y="10964"/>
                  </a:cubicBezTo>
                  <a:cubicBezTo>
                    <a:pt x="59648" y="5295"/>
                    <a:pt x="54157" y="158"/>
                    <a:pt x="46540" y="158"/>
                  </a:cubicBezTo>
                  <a:cubicBezTo>
                    <a:pt x="33609" y="158"/>
                    <a:pt x="27232" y="12027"/>
                    <a:pt x="24752" y="19643"/>
                  </a:cubicBezTo>
                  <a:close/>
                </a:path>
              </a:pathLst>
            </a:custGeom>
            <a:solidFill>
              <a:srgbClr val="000000"/>
            </a:solidFill>
            <a:ln w="1773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83" name="任意形状 482">
              <a:extLst>
                <a:ext uri="{FF2B5EF4-FFF2-40B4-BE49-F238E27FC236}">
                  <a16:creationId xmlns:a16="http://schemas.microsoft.com/office/drawing/2014/main" id="{A0628561-CB0E-179E-8F15-D41463387DCA}"/>
                </a:ext>
              </a:extLst>
            </p:cNvPr>
            <p:cNvSpPr/>
            <p:nvPr>
              <p:custDataLst>
                <p:tags r:id="rId179"/>
              </p:custDataLst>
            </p:nvPr>
          </p:nvSpPr>
          <p:spPr>
            <a:xfrm>
              <a:off x="9328857" y="7520857"/>
              <a:ext cx="79888" cy="81305"/>
            </a:xfrm>
            <a:custGeom>
              <a:avLst/>
              <a:gdLst>
                <a:gd name="connsiteX0" fmla="*/ 51681 w 79888"/>
                <a:gd name="connsiteY0" fmla="*/ 66053 h 81305"/>
                <a:gd name="connsiteX1" fmla="*/ 65498 w 79888"/>
                <a:gd name="connsiteY1" fmla="*/ 80578 h 81305"/>
                <a:gd name="connsiteX2" fmla="*/ 80023 w 79888"/>
                <a:gd name="connsiteY2" fmla="*/ 63750 h 81305"/>
                <a:gd name="connsiteX3" fmla="*/ 80023 w 79888"/>
                <a:gd name="connsiteY3" fmla="*/ 53831 h 81305"/>
                <a:gd name="connsiteX4" fmla="*/ 75594 w 79888"/>
                <a:gd name="connsiteY4" fmla="*/ 53831 h 81305"/>
                <a:gd name="connsiteX5" fmla="*/ 75594 w 79888"/>
                <a:gd name="connsiteY5" fmla="*/ 63750 h 81305"/>
                <a:gd name="connsiteX6" fmla="*/ 69217 w 79888"/>
                <a:gd name="connsiteY6" fmla="*/ 75087 h 81305"/>
                <a:gd name="connsiteX7" fmla="*/ 62663 w 79888"/>
                <a:gd name="connsiteY7" fmla="*/ 66230 h 81305"/>
                <a:gd name="connsiteX8" fmla="*/ 62663 w 79888"/>
                <a:gd name="connsiteY8" fmla="*/ 30803 h 81305"/>
                <a:gd name="connsiteX9" fmla="*/ 56287 w 79888"/>
                <a:gd name="connsiteY9" fmla="*/ 9901 h 81305"/>
                <a:gd name="connsiteX10" fmla="*/ 32019 w 79888"/>
                <a:gd name="connsiteY10" fmla="*/ 158 h 81305"/>
                <a:gd name="connsiteX11" fmla="*/ 5271 w 79888"/>
                <a:gd name="connsiteY11" fmla="*/ 20175 h 81305"/>
                <a:gd name="connsiteX12" fmla="*/ 13420 w 79888"/>
                <a:gd name="connsiteY12" fmla="*/ 28500 h 81305"/>
                <a:gd name="connsiteX13" fmla="*/ 21568 w 79888"/>
                <a:gd name="connsiteY13" fmla="*/ 20352 h 81305"/>
                <a:gd name="connsiteX14" fmla="*/ 12534 w 79888"/>
                <a:gd name="connsiteY14" fmla="*/ 12204 h 81305"/>
                <a:gd name="connsiteX15" fmla="*/ 31665 w 79888"/>
                <a:gd name="connsiteY15" fmla="*/ 4055 h 81305"/>
                <a:gd name="connsiteX16" fmla="*/ 50441 w 79888"/>
                <a:gd name="connsiteY16" fmla="*/ 26729 h 81305"/>
                <a:gd name="connsiteX17" fmla="*/ 50441 w 79888"/>
                <a:gd name="connsiteY17" fmla="*/ 33283 h 81305"/>
                <a:gd name="connsiteX18" fmla="*/ 17848 w 79888"/>
                <a:gd name="connsiteY18" fmla="*/ 39660 h 81305"/>
                <a:gd name="connsiteX19" fmla="*/ 134 w 79888"/>
                <a:gd name="connsiteY19" fmla="*/ 62687 h 81305"/>
                <a:gd name="connsiteX20" fmla="*/ 28476 w 79888"/>
                <a:gd name="connsiteY20" fmla="*/ 81464 h 81305"/>
                <a:gd name="connsiteX21" fmla="*/ 51681 w 79888"/>
                <a:gd name="connsiteY21" fmla="*/ 66053 h 81305"/>
                <a:gd name="connsiteX22" fmla="*/ 50441 w 79888"/>
                <a:gd name="connsiteY22" fmla="*/ 37003 h 81305"/>
                <a:gd name="connsiteX23" fmla="*/ 50441 w 79888"/>
                <a:gd name="connsiteY23" fmla="*/ 54716 h 81305"/>
                <a:gd name="connsiteX24" fmla="*/ 29716 w 79888"/>
                <a:gd name="connsiteY24" fmla="*/ 77567 h 81305"/>
                <a:gd name="connsiteX25" fmla="*/ 13774 w 79888"/>
                <a:gd name="connsiteY25" fmla="*/ 62510 h 81305"/>
                <a:gd name="connsiteX26" fmla="*/ 50441 w 79888"/>
                <a:gd name="connsiteY26" fmla="*/ 37003 h 813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79888" h="81305">
                  <a:moveTo>
                    <a:pt x="51681" y="66053"/>
                  </a:moveTo>
                  <a:cubicBezTo>
                    <a:pt x="52390" y="73138"/>
                    <a:pt x="57172" y="80578"/>
                    <a:pt x="65498" y="80578"/>
                  </a:cubicBezTo>
                  <a:cubicBezTo>
                    <a:pt x="69217" y="80578"/>
                    <a:pt x="80023" y="78098"/>
                    <a:pt x="80023" y="63750"/>
                  </a:cubicBezTo>
                  <a:lnTo>
                    <a:pt x="80023" y="53831"/>
                  </a:lnTo>
                  <a:lnTo>
                    <a:pt x="75594" y="53831"/>
                  </a:lnTo>
                  <a:lnTo>
                    <a:pt x="75594" y="63750"/>
                  </a:lnTo>
                  <a:cubicBezTo>
                    <a:pt x="75594" y="74024"/>
                    <a:pt x="71166" y="75087"/>
                    <a:pt x="69217" y="75087"/>
                  </a:cubicBezTo>
                  <a:cubicBezTo>
                    <a:pt x="63372" y="75087"/>
                    <a:pt x="62663" y="67116"/>
                    <a:pt x="62663" y="66230"/>
                  </a:cubicBezTo>
                  <a:lnTo>
                    <a:pt x="62663" y="30803"/>
                  </a:lnTo>
                  <a:cubicBezTo>
                    <a:pt x="62663" y="23363"/>
                    <a:pt x="62663" y="16455"/>
                    <a:pt x="56287" y="9901"/>
                  </a:cubicBezTo>
                  <a:cubicBezTo>
                    <a:pt x="49378" y="2993"/>
                    <a:pt x="40521" y="158"/>
                    <a:pt x="32019" y="158"/>
                  </a:cubicBezTo>
                  <a:cubicBezTo>
                    <a:pt x="17494" y="158"/>
                    <a:pt x="5271" y="8484"/>
                    <a:pt x="5271" y="20175"/>
                  </a:cubicBezTo>
                  <a:cubicBezTo>
                    <a:pt x="5271" y="25489"/>
                    <a:pt x="8814" y="28500"/>
                    <a:pt x="13420" y="28500"/>
                  </a:cubicBezTo>
                  <a:cubicBezTo>
                    <a:pt x="18379" y="28500"/>
                    <a:pt x="21568" y="24957"/>
                    <a:pt x="21568" y="20352"/>
                  </a:cubicBezTo>
                  <a:cubicBezTo>
                    <a:pt x="21568" y="18226"/>
                    <a:pt x="20682" y="12381"/>
                    <a:pt x="12534" y="12204"/>
                  </a:cubicBezTo>
                  <a:cubicBezTo>
                    <a:pt x="17317" y="6004"/>
                    <a:pt x="25996" y="4055"/>
                    <a:pt x="31665" y="4055"/>
                  </a:cubicBezTo>
                  <a:cubicBezTo>
                    <a:pt x="40344" y="4055"/>
                    <a:pt x="50441" y="10964"/>
                    <a:pt x="50441" y="26729"/>
                  </a:cubicBezTo>
                  <a:lnTo>
                    <a:pt x="50441" y="33283"/>
                  </a:lnTo>
                  <a:cubicBezTo>
                    <a:pt x="41407" y="33814"/>
                    <a:pt x="29008" y="34346"/>
                    <a:pt x="17848" y="39660"/>
                  </a:cubicBezTo>
                  <a:cubicBezTo>
                    <a:pt x="4563" y="45682"/>
                    <a:pt x="134" y="54893"/>
                    <a:pt x="134" y="62687"/>
                  </a:cubicBezTo>
                  <a:cubicBezTo>
                    <a:pt x="134" y="77035"/>
                    <a:pt x="17317" y="81464"/>
                    <a:pt x="28476" y="81464"/>
                  </a:cubicBezTo>
                  <a:cubicBezTo>
                    <a:pt x="40167" y="81464"/>
                    <a:pt x="48315" y="74378"/>
                    <a:pt x="51681" y="66053"/>
                  </a:cubicBezTo>
                  <a:close/>
                  <a:moveTo>
                    <a:pt x="50441" y="37003"/>
                  </a:moveTo>
                  <a:lnTo>
                    <a:pt x="50441" y="54716"/>
                  </a:lnTo>
                  <a:cubicBezTo>
                    <a:pt x="50441" y="71544"/>
                    <a:pt x="37687" y="77567"/>
                    <a:pt x="29716" y="77567"/>
                  </a:cubicBezTo>
                  <a:cubicBezTo>
                    <a:pt x="21036" y="77567"/>
                    <a:pt x="13774" y="71367"/>
                    <a:pt x="13774" y="62510"/>
                  </a:cubicBezTo>
                  <a:cubicBezTo>
                    <a:pt x="13774" y="52768"/>
                    <a:pt x="21214" y="38065"/>
                    <a:pt x="50441" y="37003"/>
                  </a:cubicBezTo>
                  <a:close/>
                </a:path>
              </a:pathLst>
            </a:custGeom>
            <a:solidFill>
              <a:srgbClr val="000000"/>
            </a:solidFill>
            <a:ln w="1773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84" name="任意形状 483">
              <a:extLst>
                <a:ext uri="{FF2B5EF4-FFF2-40B4-BE49-F238E27FC236}">
                  <a16:creationId xmlns:a16="http://schemas.microsoft.com/office/drawing/2014/main" id="{0139E4E8-6B68-5B76-19D4-FCC2D9821360}"/>
                </a:ext>
              </a:extLst>
            </p:cNvPr>
            <p:cNvSpPr/>
            <p:nvPr>
              <p:custDataLst>
                <p:tags r:id="rId180"/>
              </p:custDataLst>
            </p:nvPr>
          </p:nvSpPr>
          <p:spPr>
            <a:xfrm>
              <a:off x="9415654" y="7521920"/>
              <a:ext cx="89099" cy="78294"/>
            </a:xfrm>
            <a:custGeom>
              <a:avLst/>
              <a:gdLst>
                <a:gd name="connsiteX0" fmla="*/ 13956 w 89099"/>
                <a:gd name="connsiteY0" fmla="*/ 17518 h 78294"/>
                <a:gd name="connsiteX1" fmla="*/ 13956 w 89099"/>
                <a:gd name="connsiteY1" fmla="*/ 64990 h 78294"/>
                <a:gd name="connsiteX2" fmla="*/ 139 w 89099"/>
                <a:gd name="connsiteY2" fmla="*/ 72961 h 78294"/>
                <a:gd name="connsiteX3" fmla="*/ 139 w 89099"/>
                <a:gd name="connsiteY3" fmla="*/ 78452 h 78294"/>
                <a:gd name="connsiteX4" fmla="*/ 20156 w 89099"/>
                <a:gd name="connsiteY4" fmla="*/ 77921 h 78294"/>
                <a:gd name="connsiteX5" fmla="*/ 39995 w 89099"/>
                <a:gd name="connsiteY5" fmla="*/ 78452 h 78294"/>
                <a:gd name="connsiteX6" fmla="*/ 39995 w 89099"/>
                <a:gd name="connsiteY6" fmla="*/ 72961 h 78294"/>
                <a:gd name="connsiteX7" fmla="*/ 26178 w 89099"/>
                <a:gd name="connsiteY7" fmla="*/ 64990 h 78294"/>
                <a:gd name="connsiteX8" fmla="*/ 26178 w 89099"/>
                <a:gd name="connsiteY8" fmla="*/ 32397 h 78294"/>
                <a:gd name="connsiteX9" fmla="*/ 50092 w 89099"/>
                <a:gd name="connsiteY9" fmla="*/ 4055 h 78294"/>
                <a:gd name="connsiteX10" fmla="*/ 63200 w 89099"/>
                <a:gd name="connsiteY10" fmla="*/ 23717 h 78294"/>
                <a:gd name="connsiteX11" fmla="*/ 63200 w 89099"/>
                <a:gd name="connsiteY11" fmla="*/ 64990 h 78294"/>
                <a:gd name="connsiteX12" fmla="*/ 49383 w 89099"/>
                <a:gd name="connsiteY12" fmla="*/ 72961 h 78294"/>
                <a:gd name="connsiteX13" fmla="*/ 49383 w 89099"/>
                <a:gd name="connsiteY13" fmla="*/ 78452 h 78294"/>
                <a:gd name="connsiteX14" fmla="*/ 69400 w 89099"/>
                <a:gd name="connsiteY14" fmla="*/ 77921 h 78294"/>
                <a:gd name="connsiteX15" fmla="*/ 89239 w 89099"/>
                <a:gd name="connsiteY15" fmla="*/ 78452 h 78294"/>
                <a:gd name="connsiteX16" fmla="*/ 89239 w 89099"/>
                <a:gd name="connsiteY16" fmla="*/ 72961 h 78294"/>
                <a:gd name="connsiteX17" fmla="*/ 75422 w 89099"/>
                <a:gd name="connsiteY17" fmla="*/ 67647 h 78294"/>
                <a:gd name="connsiteX18" fmla="*/ 75422 w 89099"/>
                <a:gd name="connsiteY18" fmla="*/ 33814 h 78294"/>
                <a:gd name="connsiteX19" fmla="*/ 69931 w 89099"/>
                <a:gd name="connsiteY19" fmla="*/ 6712 h 78294"/>
                <a:gd name="connsiteX20" fmla="*/ 51332 w 89099"/>
                <a:gd name="connsiteY20" fmla="*/ 158 h 78294"/>
                <a:gd name="connsiteX21" fmla="*/ 25116 w 89099"/>
                <a:gd name="connsiteY21" fmla="*/ 18758 h 78294"/>
                <a:gd name="connsiteX22" fmla="*/ 25116 w 89099"/>
                <a:gd name="connsiteY22" fmla="*/ 158 h 78294"/>
                <a:gd name="connsiteX23" fmla="*/ 139 w 89099"/>
                <a:gd name="connsiteY23" fmla="*/ 2107 h 78294"/>
                <a:gd name="connsiteX24" fmla="*/ 139 w 89099"/>
                <a:gd name="connsiteY24" fmla="*/ 7598 h 78294"/>
                <a:gd name="connsiteX25" fmla="*/ 13956 w 89099"/>
                <a:gd name="connsiteY25" fmla="*/ 17518 h 78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89099" h="78294">
                  <a:moveTo>
                    <a:pt x="13956" y="17518"/>
                  </a:moveTo>
                  <a:lnTo>
                    <a:pt x="13956" y="64990"/>
                  </a:lnTo>
                  <a:cubicBezTo>
                    <a:pt x="13956" y="72961"/>
                    <a:pt x="12008" y="72961"/>
                    <a:pt x="139" y="72961"/>
                  </a:cubicBezTo>
                  <a:lnTo>
                    <a:pt x="139" y="78452"/>
                  </a:lnTo>
                  <a:cubicBezTo>
                    <a:pt x="6339" y="78275"/>
                    <a:pt x="15373" y="77921"/>
                    <a:pt x="20156" y="77921"/>
                  </a:cubicBezTo>
                  <a:cubicBezTo>
                    <a:pt x="24761" y="77921"/>
                    <a:pt x="33972" y="78275"/>
                    <a:pt x="39995" y="78452"/>
                  </a:cubicBezTo>
                  <a:lnTo>
                    <a:pt x="39995" y="72961"/>
                  </a:lnTo>
                  <a:cubicBezTo>
                    <a:pt x="28127" y="72961"/>
                    <a:pt x="26178" y="72961"/>
                    <a:pt x="26178" y="64990"/>
                  </a:cubicBezTo>
                  <a:lnTo>
                    <a:pt x="26178" y="32397"/>
                  </a:lnTo>
                  <a:cubicBezTo>
                    <a:pt x="26178" y="13975"/>
                    <a:pt x="38755" y="4055"/>
                    <a:pt x="50092" y="4055"/>
                  </a:cubicBezTo>
                  <a:cubicBezTo>
                    <a:pt x="61251" y="4055"/>
                    <a:pt x="63200" y="13621"/>
                    <a:pt x="63200" y="23717"/>
                  </a:cubicBezTo>
                  <a:lnTo>
                    <a:pt x="63200" y="64990"/>
                  </a:lnTo>
                  <a:cubicBezTo>
                    <a:pt x="63200" y="72961"/>
                    <a:pt x="61251" y="72961"/>
                    <a:pt x="49383" y="72961"/>
                  </a:cubicBezTo>
                  <a:lnTo>
                    <a:pt x="49383" y="78452"/>
                  </a:lnTo>
                  <a:cubicBezTo>
                    <a:pt x="55583" y="78275"/>
                    <a:pt x="64617" y="77921"/>
                    <a:pt x="69400" y="77921"/>
                  </a:cubicBezTo>
                  <a:cubicBezTo>
                    <a:pt x="74005" y="77921"/>
                    <a:pt x="83216" y="78275"/>
                    <a:pt x="89239" y="78452"/>
                  </a:cubicBezTo>
                  <a:lnTo>
                    <a:pt x="89239" y="72961"/>
                  </a:lnTo>
                  <a:cubicBezTo>
                    <a:pt x="80028" y="72961"/>
                    <a:pt x="75599" y="72961"/>
                    <a:pt x="75422" y="67647"/>
                  </a:cubicBezTo>
                  <a:lnTo>
                    <a:pt x="75422" y="33814"/>
                  </a:lnTo>
                  <a:cubicBezTo>
                    <a:pt x="75422" y="18581"/>
                    <a:pt x="75422" y="13089"/>
                    <a:pt x="69931" y="6712"/>
                  </a:cubicBezTo>
                  <a:cubicBezTo>
                    <a:pt x="67451" y="3701"/>
                    <a:pt x="61606" y="158"/>
                    <a:pt x="51332" y="158"/>
                  </a:cubicBezTo>
                  <a:cubicBezTo>
                    <a:pt x="38401" y="158"/>
                    <a:pt x="30075" y="7775"/>
                    <a:pt x="25116" y="18758"/>
                  </a:cubicBezTo>
                  <a:lnTo>
                    <a:pt x="25116" y="158"/>
                  </a:lnTo>
                  <a:lnTo>
                    <a:pt x="139" y="2107"/>
                  </a:lnTo>
                  <a:lnTo>
                    <a:pt x="139" y="7598"/>
                  </a:lnTo>
                  <a:cubicBezTo>
                    <a:pt x="12539" y="7598"/>
                    <a:pt x="13956" y="8838"/>
                    <a:pt x="13956" y="17518"/>
                  </a:cubicBezTo>
                  <a:close/>
                </a:path>
              </a:pathLst>
            </a:custGeom>
            <a:solidFill>
              <a:srgbClr val="000000"/>
            </a:solidFill>
            <a:ln w="1773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85" name="任意形状 484">
              <a:extLst>
                <a:ext uri="{FF2B5EF4-FFF2-40B4-BE49-F238E27FC236}">
                  <a16:creationId xmlns:a16="http://schemas.microsoft.com/office/drawing/2014/main" id="{AA41B944-E38E-7BBE-83F2-42F9DE271CCC}"/>
                </a:ext>
              </a:extLst>
            </p:cNvPr>
            <p:cNvSpPr/>
            <p:nvPr>
              <p:custDataLst>
                <p:tags r:id="rId181"/>
              </p:custDataLst>
            </p:nvPr>
          </p:nvSpPr>
          <p:spPr>
            <a:xfrm>
              <a:off x="9513354" y="7477282"/>
              <a:ext cx="85556" cy="122932"/>
            </a:xfrm>
            <a:custGeom>
              <a:avLst/>
              <a:gdLst>
                <a:gd name="connsiteX0" fmla="*/ 13962 w 85556"/>
                <a:gd name="connsiteY0" fmla="*/ 109628 h 122932"/>
                <a:gd name="connsiteX1" fmla="*/ 145 w 85556"/>
                <a:gd name="connsiteY1" fmla="*/ 117599 h 122932"/>
                <a:gd name="connsiteX2" fmla="*/ 145 w 85556"/>
                <a:gd name="connsiteY2" fmla="*/ 123091 h 122932"/>
                <a:gd name="connsiteX3" fmla="*/ 19453 w 85556"/>
                <a:gd name="connsiteY3" fmla="*/ 122559 h 122932"/>
                <a:gd name="connsiteX4" fmla="*/ 38938 w 85556"/>
                <a:gd name="connsiteY4" fmla="*/ 123091 h 122932"/>
                <a:gd name="connsiteX5" fmla="*/ 38938 w 85556"/>
                <a:gd name="connsiteY5" fmla="*/ 117599 h 122932"/>
                <a:gd name="connsiteX6" fmla="*/ 25121 w 85556"/>
                <a:gd name="connsiteY6" fmla="*/ 109628 h 122932"/>
                <a:gd name="connsiteX7" fmla="*/ 25121 w 85556"/>
                <a:gd name="connsiteY7" fmla="*/ 91383 h 122932"/>
                <a:gd name="connsiteX8" fmla="*/ 36458 w 85556"/>
                <a:gd name="connsiteY8" fmla="*/ 81641 h 122932"/>
                <a:gd name="connsiteX9" fmla="*/ 57537 w 85556"/>
                <a:gd name="connsiteY9" fmla="*/ 113525 h 122932"/>
                <a:gd name="connsiteX10" fmla="*/ 51160 w 85556"/>
                <a:gd name="connsiteY10" fmla="*/ 117599 h 122932"/>
                <a:gd name="connsiteX11" fmla="*/ 51160 w 85556"/>
                <a:gd name="connsiteY11" fmla="*/ 123091 h 122932"/>
                <a:gd name="connsiteX12" fmla="*/ 70291 w 85556"/>
                <a:gd name="connsiteY12" fmla="*/ 122559 h 122932"/>
                <a:gd name="connsiteX13" fmla="*/ 85702 w 85556"/>
                <a:gd name="connsiteY13" fmla="*/ 123091 h 122932"/>
                <a:gd name="connsiteX14" fmla="*/ 85702 w 85556"/>
                <a:gd name="connsiteY14" fmla="*/ 117599 h 122932"/>
                <a:gd name="connsiteX15" fmla="*/ 68519 w 85556"/>
                <a:gd name="connsiteY15" fmla="*/ 108211 h 122932"/>
                <a:gd name="connsiteX16" fmla="*/ 46023 w 85556"/>
                <a:gd name="connsiteY16" fmla="*/ 76504 h 122932"/>
                <a:gd name="connsiteX17" fmla="*/ 44960 w 85556"/>
                <a:gd name="connsiteY17" fmla="*/ 74555 h 122932"/>
                <a:gd name="connsiteX18" fmla="*/ 59308 w 85556"/>
                <a:gd name="connsiteY18" fmla="*/ 61802 h 122932"/>
                <a:gd name="connsiteX19" fmla="*/ 81627 w 85556"/>
                <a:gd name="connsiteY19" fmla="*/ 52236 h 122932"/>
                <a:gd name="connsiteX20" fmla="*/ 81627 w 85556"/>
                <a:gd name="connsiteY20" fmla="*/ 46745 h 122932"/>
                <a:gd name="connsiteX21" fmla="*/ 69228 w 85556"/>
                <a:gd name="connsiteY21" fmla="*/ 47277 h 122932"/>
                <a:gd name="connsiteX22" fmla="*/ 49389 w 85556"/>
                <a:gd name="connsiteY22" fmla="*/ 46745 h 122932"/>
                <a:gd name="connsiteX23" fmla="*/ 49389 w 85556"/>
                <a:gd name="connsiteY23" fmla="*/ 52236 h 122932"/>
                <a:gd name="connsiteX24" fmla="*/ 54526 w 85556"/>
                <a:gd name="connsiteY24" fmla="*/ 56665 h 122932"/>
                <a:gd name="connsiteX25" fmla="*/ 50629 w 85556"/>
                <a:gd name="connsiteY25" fmla="*/ 63573 h 122932"/>
                <a:gd name="connsiteX26" fmla="*/ 25653 w 85556"/>
                <a:gd name="connsiteY26" fmla="*/ 85184 h 122932"/>
                <a:gd name="connsiteX27" fmla="*/ 25653 w 85556"/>
                <a:gd name="connsiteY27" fmla="*/ 158 h 122932"/>
                <a:gd name="connsiteX28" fmla="*/ 145 w 85556"/>
                <a:gd name="connsiteY28" fmla="*/ 2107 h 122932"/>
                <a:gd name="connsiteX29" fmla="*/ 145 w 85556"/>
                <a:gd name="connsiteY29" fmla="*/ 7598 h 122932"/>
                <a:gd name="connsiteX30" fmla="*/ 13962 w 85556"/>
                <a:gd name="connsiteY30" fmla="*/ 17518 h 122932"/>
                <a:gd name="connsiteX31" fmla="*/ 13962 w 85556"/>
                <a:gd name="connsiteY31" fmla="*/ 109628 h 1229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85556" h="122932">
                  <a:moveTo>
                    <a:pt x="13962" y="109628"/>
                  </a:moveTo>
                  <a:cubicBezTo>
                    <a:pt x="13962" y="117599"/>
                    <a:pt x="12013" y="117599"/>
                    <a:pt x="145" y="117599"/>
                  </a:cubicBezTo>
                  <a:lnTo>
                    <a:pt x="145" y="123091"/>
                  </a:lnTo>
                  <a:cubicBezTo>
                    <a:pt x="5990" y="122913"/>
                    <a:pt x="14316" y="122559"/>
                    <a:pt x="19453" y="122559"/>
                  </a:cubicBezTo>
                  <a:cubicBezTo>
                    <a:pt x="24767" y="122559"/>
                    <a:pt x="31852" y="122736"/>
                    <a:pt x="38938" y="123091"/>
                  </a:cubicBezTo>
                  <a:lnTo>
                    <a:pt x="38938" y="117599"/>
                  </a:lnTo>
                  <a:cubicBezTo>
                    <a:pt x="27070" y="117599"/>
                    <a:pt x="25121" y="117599"/>
                    <a:pt x="25121" y="109628"/>
                  </a:cubicBezTo>
                  <a:lnTo>
                    <a:pt x="25121" y="91383"/>
                  </a:lnTo>
                  <a:lnTo>
                    <a:pt x="36458" y="81641"/>
                  </a:lnTo>
                  <a:cubicBezTo>
                    <a:pt x="50097" y="100417"/>
                    <a:pt x="57537" y="110337"/>
                    <a:pt x="57537" y="113525"/>
                  </a:cubicBezTo>
                  <a:cubicBezTo>
                    <a:pt x="57537" y="116891"/>
                    <a:pt x="54526" y="117599"/>
                    <a:pt x="51160" y="117599"/>
                  </a:cubicBezTo>
                  <a:lnTo>
                    <a:pt x="51160" y="123091"/>
                  </a:lnTo>
                  <a:cubicBezTo>
                    <a:pt x="56120" y="122913"/>
                    <a:pt x="66571" y="122559"/>
                    <a:pt x="70291" y="122559"/>
                  </a:cubicBezTo>
                  <a:cubicBezTo>
                    <a:pt x="75428" y="122559"/>
                    <a:pt x="80565" y="122736"/>
                    <a:pt x="85702" y="123091"/>
                  </a:cubicBezTo>
                  <a:lnTo>
                    <a:pt x="85702" y="117599"/>
                  </a:lnTo>
                  <a:cubicBezTo>
                    <a:pt x="79148" y="117599"/>
                    <a:pt x="75251" y="117599"/>
                    <a:pt x="68519" y="108211"/>
                  </a:cubicBezTo>
                  <a:lnTo>
                    <a:pt x="46023" y="76504"/>
                  </a:lnTo>
                  <a:cubicBezTo>
                    <a:pt x="45846" y="76150"/>
                    <a:pt x="44960" y="75087"/>
                    <a:pt x="44960" y="74555"/>
                  </a:cubicBezTo>
                  <a:cubicBezTo>
                    <a:pt x="44960" y="73847"/>
                    <a:pt x="57537" y="63219"/>
                    <a:pt x="59308" y="61802"/>
                  </a:cubicBezTo>
                  <a:cubicBezTo>
                    <a:pt x="70468" y="52768"/>
                    <a:pt x="77908" y="52413"/>
                    <a:pt x="81627" y="52236"/>
                  </a:cubicBezTo>
                  <a:lnTo>
                    <a:pt x="81627" y="46745"/>
                  </a:lnTo>
                  <a:cubicBezTo>
                    <a:pt x="76491" y="47277"/>
                    <a:pt x="74188" y="47277"/>
                    <a:pt x="69228" y="47277"/>
                  </a:cubicBezTo>
                  <a:cubicBezTo>
                    <a:pt x="62851" y="47277"/>
                    <a:pt x="51869" y="46922"/>
                    <a:pt x="49389" y="46745"/>
                  </a:cubicBezTo>
                  <a:lnTo>
                    <a:pt x="49389" y="52236"/>
                  </a:lnTo>
                  <a:cubicBezTo>
                    <a:pt x="52754" y="52413"/>
                    <a:pt x="54526" y="54362"/>
                    <a:pt x="54526" y="56665"/>
                  </a:cubicBezTo>
                  <a:cubicBezTo>
                    <a:pt x="54526" y="60207"/>
                    <a:pt x="52046" y="62333"/>
                    <a:pt x="50629" y="63573"/>
                  </a:cubicBezTo>
                  <a:lnTo>
                    <a:pt x="25653" y="85184"/>
                  </a:lnTo>
                  <a:lnTo>
                    <a:pt x="25653" y="158"/>
                  </a:lnTo>
                  <a:lnTo>
                    <a:pt x="145" y="2107"/>
                  </a:lnTo>
                  <a:lnTo>
                    <a:pt x="145" y="7598"/>
                  </a:lnTo>
                  <a:cubicBezTo>
                    <a:pt x="12545" y="7598"/>
                    <a:pt x="13962" y="8838"/>
                    <a:pt x="13962" y="17518"/>
                  </a:cubicBezTo>
                  <a:lnTo>
                    <a:pt x="13962" y="109628"/>
                  </a:lnTo>
                  <a:close/>
                </a:path>
              </a:pathLst>
            </a:custGeom>
            <a:solidFill>
              <a:srgbClr val="000000"/>
            </a:solidFill>
            <a:ln w="1773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86" name="任意形状 485">
              <a:extLst>
                <a:ext uri="{FF2B5EF4-FFF2-40B4-BE49-F238E27FC236}">
                  <a16:creationId xmlns:a16="http://schemas.microsoft.com/office/drawing/2014/main" id="{481F292D-1ABE-B517-43FB-24E05B1D73BF}"/>
                </a:ext>
              </a:extLst>
            </p:cNvPr>
            <p:cNvSpPr/>
            <p:nvPr>
              <p:custDataLst>
                <p:tags r:id="rId182"/>
              </p:custDataLst>
            </p:nvPr>
          </p:nvSpPr>
          <p:spPr>
            <a:xfrm>
              <a:off x="9665888" y="7520857"/>
              <a:ext cx="78471" cy="81305"/>
            </a:xfrm>
            <a:custGeom>
              <a:avLst/>
              <a:gdLst>
                <a:gd name="connsiteX0" fmla="*/ 78625 w 78471"/>
                <a:gd name="connsiteY0" fmla="*/ 41608 h 81305"/>
                <a:gd name="connsiteX1" fmla="*/ 39478 w 78471"/>
                <a:gd name="connsiteY1" fmla="*/ 158 h 81305"/>
                <a:gd name="connsiteX2" fmla="*/ 154 w 78471"/>
                <a:gd name="connsiteY2" fmla="*/ 41608 h 81305"/>
                <a:gd name="connsiteX3" fmla="*/ 39301 w 78471"/>
                <a:gd name="connsiteY3" fmla="*/ 81464 h 81305"/>
                <a:gd name="connsiteX4" fmla="*/ 78625 w 78471"/>
                <a:gd name="connsiteY4" fmla="*/ 41608 h 81305"/>
                <a:gd name="connsiteX5" fmla="*/ 39478 w 78471"/>
                <a:gd name="connsiteY5" fmla="*/ 77035 h 81305"/>
                <a:gd name="connsiteX6" fmla="*/ 19284 w 78471"/>
                <a:gd name="connsiteY6" fmla="*/ 65167 h 81305"/>
                <a:gd name="connsiteX7" fmla="*/ 14856 w 78471"/>
                <a:gd name="connsiteY7" fmla="*/ 40191 h 81305"/>
                <a:gd name="connsiteX8" fmla="*/ 19107 w 78471"/>
                <a:gd name="connsiteY8" fmla="*/ 15923 h 81305"/>
                <a:gd name="connsiteX9" fmla="*/ 39301 w 78471"/>
                <a:gd name="connsiteY9" fmla="*/ 4055 h 81305"/>
                <a:gd name="connsiteX10" fmla="*/ 59317 w 78471"/>
                <a:gd name="connsiteY10" fmla="*/ 15569 h 81305"/>
                <a:gd name="connsiteX11" fmla="*/ 63922 w 78471"/>
                <a:gd name="connsiteY11" fmla="*/ 40191 h 81305"/>
                <a:gd name="connsiteX12" fmla="*/ 60025 w 78471"/>
                <a:gd name="connsiteY12" fmla="*/ 63927 h 81305"/>
                <a:gd name="connsiteX13" fmla="*/ 39478 w 78471"/>
                <a:gd name="connsiteY13" fmla="*/ 77035 h 813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78471" h="81305">
                  <a:moveTo>
                    <a:pt x="78625" y="41608"/>
                  </a:moveTo>
                  <a:cubicBezTo>
                    <a:pt x="78625" y="18935"/>
                    <a:pt x="60911" y="158"/>
                    <a:pt x="39478" y="158"/>
                  </a:cubicBezTo>
                  <a:cubicBezTo>
                    <a:pt x="17336" y="158"/>
                    <a:pt x="154" y="19466"/>
                    <a:pt x="154" y="41608"/>
                  </a:cubicBezTo>
                  <a:cubicBezTo>
                    <a:pt x="154" y="64459"/>
                    <a:pt x="18576" y="81464"/>
                    <a:pt x="39301" y="81464"/>
                  </a:cubicBezTo>
                  <a:cubicBezTo>
                    <a:pt x="60734" y="81464"/>
                    <a:pt x="78625" y="64104"/>
                    <a:pt x="78625" y="41608"/>
                  </a:cubicBezTo>
                  <a:close/>
                  <a:moveTo>
                    <a:pt x="39478" y="77035"/>
                  </a:moveTo>
                  <a:cubicBezTo>
                    <a:pt x="31861" y="77035"/>
                    <a:pt x="24067" y="73315"/>
                    <a:pt x="19284" y="65167"/>
                  </a:cubicBezTo>
                  <a:cubicBezTo>
                    <a:pt x="14856" y="57373"/>
                    <a:pt x="14856" y="46568"/>
                    <a:pt x="14856" y="40191"/>
                  </a:cubicBezTo>
                  <a:cubicBezTo>
                    <a:pt x="14856" y="33283"/>
                    <a:pt x="14856" y="23717"/>
                    <a:pt x="19107" y="15923"/>
                  </a:cubicBezTo>
                  <a:cubicBezTo>
                    <a:pt x="23890" y="7775"/>
                    <a:pt x="32215" y="4055"/>
                    <a:pt x="39301" y="4055"/>
                  </a:cubicBezTo>
                  <a:cubicBezTo>
                    <a:pt x="47095" y="4055"/>
                    <a:pt x="54711" y="7952"/>
                    <a:pt x="59317" y="15569"/>
                  </a:cubicBezTo>
                  <a:cubicBezTo>
                    <a:pt x="63922" y="23186"/>
                    <a:pt x="63922" y="33460"/>
                    <a:pt x="63922" y="40191"/>
                  </a:cubicBezTo>
                  <a:cubicBezTo>
                    <a:pt x="63922" y="46568"/>
                    <a:pt x="63922" y="56133"/>
                    <a:pt x="60025" y="63927"/>
                  </a:cubicBezTo>
                  <a:cubicBezTo>
                    <a:pt x="56128" y="71898"/>
                    <a:pt x="48335" y="77035"/>
                    <a:pt x="39478" y="77035"/>
                  </a:cubicBezTo>
                  <a:close/>
                </a:path>
              </a:pathLst>
            </a:custGeom>
            <a:solidFill>
              <a:srgbClr val="000000"/>
            </a:solidFill>
            <a:ln w="1773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87" name="任意形状 486">
              <a:extLst>
                <a:ext uri="{FF2B5EF4-FFF2-40B4-BE49-F238E27FC236}">
                  <a16:creationId xmlns:a16="http://schemas.microsoft.com/office/drawing/2014/main" id="{D7F2B286-BA0F-4C80-0A45-0A800F8D0908}"/>
                </a:ext>
              </a:extLst>
            </p:cNvPr>
            <p:cNvSpPr/>
            <p:nvPr>
              <p:custDataLst>
                <p:tags r:id="rId183"/>
              </p:custDataLst>
            </p:nvPr>
          </p:nvSpPr>
          <p:spPr>
            <a:xfrm>
              <a:off x="9755342" y="7475333"/>
              <a:ext cx="57391" cy="124880"/>
            </a:xfrm>
            <a:custGeom>
              <a:avLst/>
              <a:gdLst>
                <a:gd name="connsiteX0" fmla="*/ 25312 w 57391"/>
                <a:gd name="connsiteY0" fmla="*/ 48694 h 124880"/>
                <a:gd name="connsiteX1" fmla="*/ 25312 w 57391"/>
                <a:gd name="connsiteY1" fmla="*/ 28146 h 124880"/>
                <a:gd name="connsiteX2" fmla="*/ 41608 w 57391"/>
                <a:gd name="connsiteY2" fmla="*/ 4055 h 124880"/>
                <a:gd name="connsiteX3" fmla="*/ 47454 w 57391"/>
                <a:gd name="connsiteY3" fmla="*/ 5295 h 124880"/>
                <a:gd name="connsiteX4" fmla="*/ 42140 w 57391"/>
                <a:gd name="connsiteY4" fmla="*/ 12735 h 124880"/>
                <a:gd name="connsiteX5" fmla="*/ 49757 w 57391"/>
                <a:gd name="connsiteY5" fmla="*/ 20352 h 124880"/>
                <a:gd name="connsiteX6" fmla="*/ 57551 w 57391"/>
                <a:gd name="connsiteY6" fmla="*/ 12558 h 124880"/>
                <a:gd name="connsiteX7" fmla="*/ 41608 w 57391"/>
                <a:gd name="connsiteY7" fmla="*/ 158 h 124880"/>
                <a:gd name="connsiteX8" fmla="*/ 14152 w 57391"/>
                <a:gd name="connsiteY8" fmla="*/ 28323 h 124880"/>
                <a:gd name="connsiteX9" fmla="*/ 14152 w 57391"/>
                <a:gd name="connsiteY9" fmla="*/ 48694 h 124880"/>
                <a:gd name="connsiteX10" fmla="*/ 159 w 57391"/>
                <a:gd name="connsiteY10" fmla="*/ 48694 h 124880"/>
                <a:gd name="connsiteX11" fmla="*/ 159 w 57391"/>
                <a:gd name="connsiteY11" fmla="*/ 54185 h 124880"/>
                <a:gd name="connsiteX12" fmla="*/ 14152 w 57391"/>
                <a:gd name="connsiteY12" fmla="*/ 54185 h 124880"/>
                <a:gd name="connsiteX13" fmla="*/ 14152 w 57391"/>
                <a:gd name="connsiteY13" fmla="*/ 111577 h 124880"/>
                <a:gd name="connsiteX14" fmla="*/ 336 w 57391"/>
                <a:gd name="connsiteY14" fmla="*/ 119548 h 124880"/>
                <a:gd name="connsiteX15" fmla="*/ 336 w 57391"/>
                <a:gd name="connsiteY15" fmla="*/ 125039 h 124880"/>
                <a:gd name="connsiteX16" fmla="*/ 20529 w 57391"/>
                <a:gd name="connsiteY16" fmla="*/ 124508 h 124880"/>
                <a:gd name="connsiteX17" fmla="*/ 43025 w 57391"/>
                <a:gd name="connsiteY17" fmla="*/ 125039 h 124880"/>
                <a:gd name="connsiteX18" fmla="*/ 43025 w 57391"/>
                <a:gd name="connsiteY18" fmla="*/ 119548 h 124880"/>
                <a:gd name="connsiteX19" fmla="*/ 39306 w 57391"/>
                <a:gd name="connsiteY19" fmla="*/ 119548 h 124880"/>
                <a:gd name="connsiteX20" fmla="*/ 25843 w 57391"/>
                <a:gd name="connsiteY20" fmla="*/ 111223 h 124880"/>
                <a:gd name="connsiteX21" fmla="*/ 25843 w 57391"/>
                <a:gd name="connsiteY21" fmla="*/ 54185 h 124880"/>
                <a:gd name="connsiteX22" fmla="*/ 46037 w 57391"/>
                <a:gd name="connsiteY22" fmla="*/ 54185 h 124880"/>
                <a:gd name="connsiteX23" fmla="*/ 46037 w 57391"/>
                <a:gd name="connsiteY23" fmla="*/ 48694 h 124880"/>
                <a:gd name="connsiteX24" fmla="*/ 25312 w 57391"/>
                <a:gd name="connsiteY24" fmla="*/ 48694 h 1248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57391" h="124880">
                  <a:moveTo>
                    <a:pt x="25312" y="48694"/>
                  </a:moveTo>
                  <a:lnTo>
                    <a:pt x="25312" y="28146"/>
                  </a:lnTo>
                  <a:cubicBezTo>
                    <a:pt x="25312" y="12558"/>
                    <a:pt x="33814" y="4055"/>
                    <a:pt x="41608" y="4055"/>
                  </a:cubicBezTo>
                  <a:cubicBezTo>
                    <a:pt x="42140" y="4055"/>
                    <a:pt x="44797" y="4055"/>
                    <a:pt x="47454" y="5295"/>
                  </a:cubicBezTo>
                  <a:cubicBezTo>
                    <a:pt x="45328" y="6004"/>
                    <a:pt x="42140" y="8307"/>
                    <a:pt x="42140" y="12735"/>
                  </a:cubicBezTo>
                  <a:cubicBezTo>
                    <a:pt x="42140" y="16809"/>
                    <a:pt x="44974" y="20352"/>
                    <a:pt x="49757" y="20352"/>
                  </a:cubicBezTo>
                  <a:cubicBezTo>
                    <a:pt x="54894" y="20352"/>
                    <a:pt x="57551" y="16809"/>
                    <a:pt x="57551" y="12558"/>
                  </a:cubicBezTo>
                  <a:cubicBezTo>
                    <a:pt x="57551" y="6004"/>
                    <a:pt x="50997" y="158"/>
                    <a:pt x="41608" y="158"/>
                  </a:cubicBezTo>
                  <a:cubicBezTo>
                    <a:pt x="29209" y="158"/>
                    <a:pt x="14152" y="9547"/>
                    <a:pt x="14152" y="28323"/>
                  </a:cubicBezTo>
                  <a:lnTo>
                    <a:pt x="14152" y="48694"/>
                  </a:lnTo>
                  <a:lnTo>
                    <a:pt x="159" y="48694"/>
                  </a:lnTo>
                  <a:lnTo>
                    <a:pt x="159" y="54185"/>
                  </a:lnTo>
                  <a:lnTo>
                    <a:pt x="14152" y="54185"/>
                  </a:lnTo>
                  <a:lnTo>
                    <a:pt x="14152" y="111577"/>
                  </a:lnTo>
                  <a:cubicBezTo>
                    <a:pt x="14152" y="119548"/>
                    <a:pt x="12204" y="119548"/>
                    <a:pt x="336" y="119548"/>
                  </a:cubicBezTo>
                  <a:lnTo>
                    <a:pt x="336" y="125039"/>
                  </a:lnTo>
                  <a:cubicBezTo>
                    <a:pt x="7244" y="124862"/>
                    <a:pt x="15569" y="124508"/>
                    <a:pt x="20529" y="124508"/>
                  </a:cubicBezTo>
                  <a:cubicBezTo>
                    <a:pt x="27615" y="124508"/>
                    <a:pt x="35940" y="124508"/>
                    <a:pt x="43025" y="125039"/>
                  </a:cubicBezTo>
                  <a:lnTo>
                    <a:pt x="43025" y="119548"/>
                  </a:lnTo>
                  <a:lnTo>
                    <a:pt x="39306" y="119548"/>
                  </a:lnTo>
                  <a:cubicBezTo>
                    <a:pt x="26198" y="119548"/>
                    <a:pt x="25843" y="117599"/>
                    <a:pt x="25843" y="111223"/>
                  </a:cubicBezTo>
                  <a:lnTo>
                    <a:pt x="25843" y="54185"/>
                  </a:lnTo>
                  <a:lnTo>
                    <a:pt x="46037" y="54185"/>
                  </a:lnTo>
                  <a:lnTo>
                    <a:pt x="46037" y="48694"/>
                  </a:lnTo>
                  <a:lnTo>
                    <a:pt x="25312" y="48694"/>
                  </a:lnTo>
                  <a:close/>
                </a:path>
              </a:pathLst>
            </a:custGeom>
            <a:solidFill>
              <a:srgbClr val="000000"/>
            </a:solidFill>
            <a:ln w="1773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88" name="任意形状 487">
              <a:extLst>
                <a:ext uri="{FF2B5EF4-FFF2-40B4-BE49-F238E27FC236}">
                  <a16:creationId xmlns:a16="http://schemas.microsoft.com/office/drawing/2014/main" id="{6ECBD352-62AC-99EF-2697-028FFAC6212D}"/>
                </a:ext>
              </a:extLst>
            </p:cNvPr>
            <p:cNvSpPr/>
            <p:nvPr>
              <p:custDataLst>
                <p:tags r:id="rId184"/>
              </p:custDataLst>
            </p:nvPr>
          </p:nvSpPr>
          <p:spPr>
            <a:xfrm>
              <a:off x="9867627" y="7520857"/>
              <a:ext cx="68551" cy="81305"/>
            </a:xfrm>
            <a:custGeom>
              <a:avLst/>
              <a:gdLst>
                <a:gd name="connsiteX0" fmla="*/ 15044 w 68551"/>
                <a:gd name="connsiteY0" fmla="*/ 34877 h 81305"/>
                <a:gd name="connsiteX1" fmla="*/ 37009 w 68551"/>
                <a:gd name="connsiteY1" fmla="*/ 4055 h 81305"/>
                <a:gd name="connsiteX2" fmla="*/ 57025 w 68551"/>
                <a:gd name="connsiteY2" fmla="*/ 34877 h 81305"/>
                <a:gd name="connsiteX3" fmla="*/ 15044 w 68551"/>
                <a:gd name="connsiteY3" fmla="*/ 34877 h 81305"/>
                <a:gd name="connsiteX4" fmla="*/ 14867 w 68551"/>
                <a:gd name="connsiteY4" fmla="*/ 38597 h 81305"/>
                <a:gd name="connsiteX5" fmla="*/ 64288 w 68551"/>
                <a:gd name="connsiteY5" fmla="*/ 38597 h 81305"/>
                <a:gd name="connsiteX6" fmla="*/ 68716 w 68551"/>
                <a:gd name="connsiteY6" fmla="*/ 34877 h 81305"/>
                <a:gd name="connsiteX7" fmla="*/ 37009 w 68551"/>
                <a:gd name="connsiteY7" fmla="*/ 158 h 81305"/>
                <a:gd name="connsiteX8" fmla="*/ 165 w 68551"/>
                <a:gd name="connsiteY8" fmla="*/ 40545 h 81305"/>
                <a:gd name="connsiteX9" fmla="*/ 39135 w 68551"/>
                <a:gd name="connsiteY9" fmla="*/ 81464 h 81305"/>
                <a:gd name="connsiteX10" fmla="*/ 68716 w 68551"/>
                <a:gd name="connsiteY10" fmla="*/ 58436 h 81305"/>
                <a:gd name="connsiteX11" fmla="*/ 66414 w 68551"/>
                <a:gd name="connsiteY11" fmla="*/ 56310 h 81305"/>
                <a:gd name="connsiteX12" fmla="*/ 64111 w 68551"/>
                <a:gd name="connsiteY12" fmla="*/ 58790 h 81305"/>
                <a:gd name="connsiteX13" fmla="*/ 40198 w 68551"/>
                <a:gd name="connsiteY13" fmla="*/ 77035 h 81305"/>
                <a:gd name="connsiteX14" fmla="*/ 20181 w 68551"/>
                <a:gd name="connsiteY14" fmla="*/ 65167 h 81305"/>
                <a:gd name="connsiteX15" fmla="*/ 14867 w 68551"/>
                <a:gd name="connsiteY15" fmla="*/ 38597 h 813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68551" h="81305">
                  <a:moveTo>
                    <a:pt x="15044" y="34877"/>
                  </a:moveTo>
                  <a:cubicBezTo>
                    <a:pt x="16107" y="8484"/>
                    <a:pt x="30987" y="4055"/>
                    <a:pt x="37009" y="4055"/>
                  </a:cubicBezTo>
                  <a:cubicBezTo>
                    <a:pt x="55254" y="4055"/>
                    <a:pt x="57025" y="27969"/>
                    <a:pt x="57025" y="34877"/>
                  </a:cubicBezTo>
                  <a:lnTo>
                    <a:pt x="15044" y="34877"/>
                  </a:lnTo>
                  <a:close/>
                  <a:moveTo>
                    <a:pt x="14867" y="38597"/>
                  </a:moveTo>
                  <a:lnTo>
                    <a:pt x="64288" y="38597"/>
                  </a:lnTo>
                  <a:cubicBezTo>
                    <a:pt x="68185" y="38597"/>
                    <a:pt x="68716" y="38597"/>
                    <a:pt x="68716" y="34877"/>
                  </a:cubicBezTo>
                  <a:cubicBezTo>
                    <a:pt x="68716" y="17341"/>
                    <a:pt x="59151" y="158"/>
                    <a:pt x="37009" y="158"/>
                  </a:cubicBezTo>
                  <a:cubicBezTo>
                    <a:pt x="16461" y="158"/>
                    <a:pt x="165" y="18403"/>
                    <a:pt x="165" y="40545"/>
                  </a:cubicBezTo>
                  <a:cubicBezTo>
                    <a:pt x="165" y="64282"/>
                    <a:pt x="18764" y="81464"/>
                    <a:pt x="39135" y="81464"/>
                  </a:cubicBezTo>
                  <a:cubicBezTo>
                    <a:pt x="60745" y="81464"/>
                    <a:pt x="68716" y="61802"/>
                    <a:pt x="68716" y="58436"/>
                  </a:cubicBezTo>
                  <a:cubicBezTo>
                    <a:pt x="68716" y="56665"/>
                    <a:pt x="67299" y="56310"/>
                    <a:pt x="66414" y="56310"/>
                  </a:cubicBezTo>
                  <a:cubicBezTo>
                    <a:pt x="64819" y="56310"/>
                    <a:pt x="64465" y="57373"/>
                    <a:pt x="64111" y="58790"/>
                  </a:cubicBezTo>
                  <a:cubicBezTo>
                    <a:pt x="57911" y="77035"/>
                    <a:pt x="41969" y="77035"/>
                    <a:pt x="40198" y="77035"/>
                  </a:cubicBezTo>
                  <a:cubicBezTo>
                    <a:pt x="31341" y="77035"/>
                    <a:pt x="24255" y="71721"/>
                    <a:pt x="20181" y="65167"/>
                  </a:cubicBezTo>
                  <a:cubicBezTo>
                    <a:pt x="14867" y="56665"/>
                    <a:pt x="14867" y="44974"/>
                    <a:pt x="14867" y="38597"/>
                  </a:cubicBezTo>
                  <a:close/>
                </a:path>
              </a:pathLst>
            </a:custGeom>
            <a:solidFill>
              <a:srgbClr val="000000"/>
            </a:solidFill>
            <a:ln w="1773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89" name="任意形状 488">
              <a:extLst>
                <a:ext uri="{FF2B5EF4-FFF2-40B4-BE49-F238E27FC236}">
                  <a16:creationId xmlns:a16="http://schemas.microsoft.com/office/drawing/2014/main" id="{3BD90B30-19A6-8E5B-9820-D739AC296824}"/>
                </a:ext>
              </a:extLst>
            </p:cNvPr>
            <p:cNvSpPr/>
            <p:nvPr>
              <p:custDataLst>
                <p:tags r:id="rId185"/>
              </p:custDataLst>
            </p:nvPr>
          </p:nvSpPr>
          <p:spPr>
            <a:xfrm>
              <a:off x="10006285" y="7475333"/>
              <a:ext cx="57391" cy="124880"/>
            </a:xfrm>
            <a:custGeom>
              <a:avLst/>
              <a:gdLst>
                <a:gd name="connsiteX0" fmla="*/ 25326 w 57391"/>
                <a:gd name="connsiteY0" fmla="*/ 48694 h 124880"/>
                <a:gd name="connsiteX1" fmla="*/ 25326 w 57391"/>
                <a:gd name="connsiteY1" fmla="*/ 28146 h 124880"/>
                <a:gd name="connsiteX2" fmla="*/ 41622 w 57391"/>
                <a:gd name="connsiteY2" fmla="*/ 4055 h 124880"/>
                <a:gd name="connsiteX3" fmla="*/ 47468 w 57391"/>
                <a:gd name="connsiteY3" fmla="*/ 5295 h 124880"/>
                <a:gd name="connsiteX4" fmla="*/ 42154 w 57391"/>
                <a:gd name="connsiteY4" fmla="*/ 12735 h 124880"/>
                <a:gd name="connsiteX5" fmla="*/ 49771 w 57391"/>
                <a:gd name="connsiteY5" fmla="*/ 20352 h 124880"/>
                <a:gd name="connsiteX6" fmla="*/ 57565 w 57391"/>
                <a:gd name="connsiteY6" fmla="*/ 12558 h 124880"/>
                <a:gd name="connsiteX7" fmla="*/ 41622 w 57391"/>
                <a:gd name="connsiteY7" fmla="*/ 158 h 124880"/>
                <a:gd name="connsiteX8" fmla="*/ 14166 w 57391"/>
                <a:gd name="connsiteY8" fmla="*/ 28323 h 124880"/>
                <a:gd name="connsiteX9" fmla="*/ 14166 w 57391"/>
                <a:gd name="connsiteY9" fmla="*/ 48694 h 124880"/>
                <a:gd name="connsiteX10" fmla="*/ 173 w 57391"/>
                <a:gd name="connsiteY10" fmla="*/ 48694 h 124880"/>
                <a:gd name="connsiteX11" fmla="*/ 173 w 57391"/>
                <a:gd name="connsiteY11" fmla="*/ 54185 h 124880"/>
                <a:gd name="connsiteX12" fmla="*/ 14166 w 57391"/>
                <a:gd name="connsiteY12" fmla="*/ 54185 h 124880"/>
                <a:gd name="connsiteX13" fmla="*/ 14166 w 57391"/>
                <a:gd name="connsiteY13" fmla="*/ 111577 h 124880"/>
                <a:gd name="connsiteX14" fmla="*/ 350 w 57391"/>
                <a:gd name="connsiteY14" fmla="*/ 119548 h 124880"/>
                <a:gd name="connsiteX15" fmla="*/ 350 w 57391"/>
                <a:gd name="connsiteY15" fmla="*/ 125039 h 124880"/>
                <a:gd name="connsiteX16" fmla="*/ 20543 w 57391"/>
                <a:gd name="connsiteY16" fmla="*/ 124508 h 124880"/>
                <a:gd name="connsiteX17" fmla="*/ 43040 w 57391"/>
                <a:gd name="connsiteY17" fmla="*/ 125039 h 124880"/>
                <a:gd name="connsiteX18" fmla="*/ 43040 w 57391"/>
                <a:gd name="connsiteY18" fmla="*/ 119548 h 124880"/>
                <a:gd name="connsiteX19" fmla="*/ 39320 w 57391"/>
                <a:gd name="connsiteY19" fmla="*/ 119548 h 124880"/>
                <a:gd name="connsiteX20" fmla="*/ 25857 w 57391"/>
                <a:gd name="connsiteY20" fmla="*/ 111223 h 124880"/>
                <a:gd name="connsiteX21" fmla="*/ 25857 w 57391"/>
                <a:gd name="connsiteY21" fmla="*/ 54185 h 124880"/>
                <a:gd name="connsiteX22" fmla="*/ 46051 w 57391"/>
                <a:gd name="connsiteY22" fmla="*/ 54185 h 124880"/>
                <a:gd name="connsiteX23" fmla="*/ 46051 w 57391"/>
                <a:gd name="connsiteY23" fmla="*/ 48694 h 124880"/>
                <a:gd name="connsiteX24" fmla="*/ 25326 w 57391"/>
                <a:gd name="connsiteY24" fmla="*/ 48694 h 1248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57391" h="124880">
                  <a:moveTo>
                    <a:pt x="25326" y="48694"/>
                  </a:moveTo>
                  <a:lnTo>
                    <a:pt x="25326" y="28146"/>
                  </a:lnTo>
                  <a:cubicBezTo>
                    <a:pt x="25326" y="12558"/>
                    <a:pt x="33828" y="4055"/>
                    <a:pt x="41622" y="4055"/>
                  </a:cubicBezTo>
                  <a:cubicBezTo>
                    <a:pt x="42154" y="4055"/>
                    <a:pt x="44811" y="4055"/>
                    <a:pt x="47468" y="5295"/>
                  </a:cubicBezTo>
                  <a:cubicBezTo>
                    <a:pt x="45342" y="6004"/>
                    <a:pt x="42154" y="8307"/>
                    <a:pt x="42154" y="12735"/>
                  </a:cubicBezTo>
                  <a:cubicBezTo>
                    <a:pt x="42154" y="16809"/>
                    <a:pt x="44988" y="20352"/>
                    <a:pt x="49771" y="20352"/>
                  </a:cubicBezTo>
                  <a:cubicBezTo>
                    <a:pt x="54908" y="20352"/>
                    <a:pt x="57565" y="16809"/>
                    <a:pt x="57565" y="12558"/>
                  </a:cubicBezTo>
                  <a:cubicBezTo>
                    <a:pt x="57565" y="6004"/>
                    <a:pt x="51011" y="158"/>
                    <a:pt x="41622" y="158"/>
                  </a:cubicBezTo>
                  <a:cubicBezTo>
                    <a:pt x="29223" y="158"/>
                    <a:pt x="14166" y="9547"/>
                    <a:pt x="14166" y="28323"/>
                  </a:cubicBezTo>
                  <a:lnTo>
                    <a:pt x="14166" y="48694"/>
                  </a:lnTo>
                  <a:lnTo>
                    <a:pt x="173" y="48694"/>
                  </a:lnTo>
                  <a:lnTo>
                    <a:pt x="173" y="54185"/>
                  </a:lnTo>
                  <a:lnTo>
                    <a:pt x="14166" y="54185"/>
                  </a:lnTo>
                  <a:lnTo>
                    <a:pt x="14166" y="111577"/>
                  </a:lnTo>
                  <a:cubicBezTo>
                    <a:pt x="14166" y="119548"/>
                    <a:pt x="12218" y="119548"/>
                    <a:pt x="350" y="119548"/>
                  </a:cubicBezTo>
                  <a:lnTo>
                    <a:pt x="350" y="125039"/>
                  </a:lnTo>
                  <a:cubicBezTo>
                    <a:pt x="7258" y="124862"/>
                    <a:pt x="15583" y="124508"/>
                    <a:pt x="20543" y="124508"/>
                  </a:cubicBezTo>
                  <a:cubicBezTo>
                    <a:pt x="27629" y="124508"/>
                    <a:pt x="35954" y="124508"/>
                    <a:pt x="43040" y="125039"/>
                  </a:cubicBezTo>
                  <a:lnTo>
                    <a:pt x="43040" y="119548"/>
                  </a:lnTo>
                  <a:lnTo>
                    <a:pt x="39320" y="119548"/>
                  </a:lnTo>
                  <a:cubicBezTo>
                    <a:pt x="26212" y="119548"/>
                    <a:pt x="25857" y="117599"/>
                    <a:pt x="25857" y="111223"/>
                  </a:cubicBezTo>
                  <a:lnTo>
                    <a:pt x="25857" y="54185"/>
                  </a:lnTo>
                  <a:lnTo>
                    <a:pt x="46051" y="54185"/>
                  </a:lnTo>
                  <a:lnTo>
                    <a:pt x="46051" y="48694"/>
                  </a:lnTo>
                  <a:lnTo>
                    <a:pt x="25326" y="48694"/>
                  </a:lnTo>
                  <a:close/>
                </a:path>
              </a:pathLst>
            </a:custGeom>
            <a:solidFill>
              <a:srgbClr val="000000"/>
            </a:solidFill>
            <a:ln w="1773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90" name="任意形状 489">
              <a:extLst>
                <a:ext uri="{FF2B5EF4-FFF2-40B4-BE49-F238E27FC236}">
                  <a16:creationId xmlns:a16="http://schemas.microsoft.com/office/drawing/2014/main" id="{D71BC6CD-D234-A70E-0A74-3A9454E5FCC4}"/>
                </a:ext>
              </a:extLst>
            </p:cNvPr>
            <p:cNvSpPr/>
            <p:nvPr>
              <p:custDataLst>
                <p:tags r:id="rId186"/>
              </p:custDataLst>
            </p:nvPr>
          </p:nvSpPr>
          <p:spPr>
            <a:xfrm>
              <a:off x="10059524" y="7520857"/>
              <a:ext cx="78471" cy="81305"/>
            </a:xfrm>
            <a:custGeom>
              <a:avLst/>
              <a:gdLst>
                <a:gd name="connsiteX0" fmla="*/ 78647 w 78471"/>
                <a:gd name="connsiteY0" fmla="*/ 41608 h 81305"/>
                <a:gd name="connsiteX1" fmla="*/ 39500 w 78471"/>
                <a:gd name="connsiteY1" fmla="*/ 158 h 81305"/>
                <a:gd name="connsiteX2" fmla="*/ 176 w 78471"/>
                <a:gd name="connsiteY2" fmla="*/ 41608 h 81305"/>
                <a:gd name="connsiteX3" fmla="*/ 39323 w 78471"/>
                <a:gd name="connsiteY3" fmla="*/ 81464 h 81305"/>
                <a:gd name="connsiteX4" fmla="*/ 78647 w 78471"/>
                <a:gd name="connsiteY4" fmla="*/ 41608 h 81305"/>
                <a:gd name="connsiteX5" fmla="*/ 39500 w 78471"/>
                <a:gd name="connsiteY5" fmla="*/ 77035 h 81305"/>
                <a:gd name="connsiteX6" fmla="*/ 19306 w 78471"/>
                <a:gd name="connsiteY6" fmla="*/ 65167 h 81305"/>
                <a:gd name="connsiteX7" fmla="*/ 14878 w 78471"/>
                <a:gd name="connsiteY7" fmla="*/ 40191 h 81305"/>
                <a:gd name="connsiteX8" fmla="*/ 19129 w 78471"/>
                <a:gd name="connsiteY8" fmla="*/ 15923 h 81305"/>
                <a:gd name="connsiteX9" fmla="*/ 39323 w 78471"/>
                <a:gd name="connsiteY9" fmla="*/ 4055 h 81305"/>
                <a:gd name="connsiteX10" fmla="*/ 59339 w 78471"/>
                <a:gd name="connsiteY10" fmla="*/ 15569 h 81305"/>
                <a:gd name="connsiteX11" fmla="*/ 63945 w 78471"/>
                <a:gd name="connsiteY11" fmla="*/ 40191 h 81305"/>
                <a:gd name="connsiteX12" fmla="*/ 60048 w 78471"/>
                <a:gd name="connsiteY12" fmla="*/ 63927 h 81305"/>
                <a:gd name="connsiteX13" fmla="*/ 39500 w 78471"/>
                <a:gd name="connsiteY13" fmla="*/ 77035 h 813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78471" h="81305">
                  <a:moveTo>
                    <a:pt x="78647" y="41608"/>
                  </a:moveTo>
                  <a:cubicBezTo>
                    <a:pt x="78647" y="18935"/>
                    <a:pt x="60933" y="158"/>
                    <a:pt x="39500" y="158"/>
                  </a:cubicBezTo>
                  <a:cubicBezTo>
                    <a:pt x="17358" y="158"/>
                    <a:pt x="176" y="19466"/>
                    <a:pt x="176" y="41608"/>
                  </a:cubicBezTo>
                  <a:cubicBezTo>
                    <a:pt x="176" y="64459"/>
                    <a:pt x="18598" y="81464"/>
                    <a:pt x="39323" y="81464"/>
                  </a:cubicBezTo>
                  <a:cubicBezTo>
                    <a:pt x="60756" y="81464"/>
                    <a:pt x="78647" y="64104"/>
                    <a:pt x="78647" y="41608"/>
                  </a:cubicBezTo>
                  <a:close/>
                  <a:moveTo>
                    <a:pt x="39500" y="77035"/>
                  </a:moveTo>
                  <a:cubicBezTo>
                    <a:pt x="31883" y="77035"/>
                    <a:pt x="24089" y="73315"/>
                    <a:pt x="19306" y="65167"/>
                  </a:cubicBezTo>
                  <a:cubicBezTo>
                    <a:pt x="14878" y="57373"/>
                    <a:pt x="14878" y="46568"/>
                    <a:pt x="14878" y="40191"/>
                  </a:cubicBezTo>
                  <a:cubicBezTo>
                    <a:pt x="14878" y="33283"/>
                    <a:pt x="14878" y="23717"/>
                    <a:pt x="19129" y="15923"/>
                  </a:cubicBezTo>
                  <a:cubicBezTo>
                    <a:pt x="23912" y="7775"/>
                    <a:pt x="32237" y="4055"/>
                    <a:pt x="39323" y="4055"/>
                  </a:cubicBezTo>
                  <a:cubicBezTo>
                    <a:pt x="47117" y="4055"/>
                    <a:pt x="54734" y="7952"/>
                    <a:pt x="59339" y="15569"/>
                  </a:cubicBezTo>
                  <a:cubicBezTo>
                    <a:pt x="63945" y="23186"/>
                    <a:pt x="63945" y="33460"/>
                    <a:pt x="63945" y="40191"/>
                  </a:cubicBezTo>
                  <a:cubicBezTo>
                    <a:pt x="63945" y="46568"/>
                    <a:pt x="63945" y="56133"/>
                    <a:pt x="60048" y="63927"/>
                  </a:cubicBezTo>
                  <a:cubicBezTo>
                    <a:pt x="56151" y="71898"/>
                    <a:pt x="48357" y="77035"/>
                    <a:pt x="39500" y="77035"/>
                  </a:cubicBezTo>
                  <a:close/>
                </a:path>
              </a:pathLst>
            </a:custGeom>
            <a:solidFill>
              <a:srgbClr val="000000"/>
            </a:solidFill>
            <a:ln w="1773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91" name="任意形状 490">
              <a:extLst>
                <a:ext uri="{FF2B5EF4-FFF2-40B4-BE49-F238E27FC236}">
                  <a16:creationId xmlns:a16="http://schemas.microsoft.com/office/drawing/2014/main" id="{D86AF343-CB1B-AC42-507B-B52231355D87}"/>
                </a:ext>
              </a:extLst>
            </p:cNvPr>
            <p:cNvSpPr/>
            <p:nvPr>
              <p:custDataLst>
                <p:tags r:id="rId187"/>
              </p:custDataLst>
            </p:nvPr>
          </p:nvSpPr>
          <p:spPr>
            <a:xfrm>
              <a:off x="10148092" y="7521920"/>
              <a:ext cx="59517" cy="78294"/>
            </a:xfrm>
            <a:custGeom>
              <a:avLst/>
              <a:gdLst>
                <a:gd name="connsiteX0" fmla="*/ 24803 w 59517"/>
                <a:gd name="connsiteY0" fmla="*/ 19643 h 78294"/>
                <a:gd name="connsiteX1" fmla="*/ 24803 w 59517"/>
                <a:gd name="connsiteY1" fmla="*/ 158 h 78294"/>
                <a:gd name="connsiteX2" fmla="*/ 181 w 59517"/>
                <a:gd name="connsiteY2" fmla="*/ 2107 h 78294"/>
                <a:gd name="connsiteX3" fmla="*/ 181 w 59517"/>
                <a:gd name="connsiteY3" fmla="*/ 7598 h 78294"/>
                <a:gd name="connsiteX4" fmla="*/ 13997 w 59517"/>
                <a:gd name="connsiteY4" fmla="*/ 17518 h 78294"/>
                <a:gd name="connsiteX5" fmla="*/ 13997 w 59517"/>
                <a:gd name="connsiteY5" fmla="*/ 64990 h 78294"/>
                <a:gd name="connsiteX6" fmla="*/ 181 w 59517"/>
                <a:gd name="connsiteY6" fmla="*/ 72961 h 78294"/>
                <a:gd name="connsiteX7" fmla="*/ 181 w 59517"/>
                <a:gd name="connsiteY7" fmla="*/ 78452 h 78294"/>
                <a:gd name="connsiteX8" fmla="*/ 20374 w 59517"/>
                <a:gd name="connsiteY8" fmla="*/ 77921 h 78294"/>
                <a:gd name="connsiteX9" fmla="*/ 42870 w 59517"/>
                <a:gd name="connsiteY9" fmla="*/ 78452 h 78294"/>
                <a:gd name="connsiteX10" fmla="*/ 42870 w 59517"/>
                <a:gd name="connsiteY10" fmla="*/ 72961 h 78294"/>
                <a:gd name="connsiteX11" fmla="*/ 39151 w 59517"/>
                <a:gd name="connsiteY11" fmla="*/ 72961 h 78294"/>
                <a:gd name="connsiteX12" fmla="*/ 25688 w 59517"/>
                <a:gd name="connsiteY12" fmla="*/ 64636 h 78294"/>
                <a:gd name="connsiteX13" fmla="*/ 25688 w 59517"/>
                <a:gd name="connsiteY13" fmla="*/ 37357 h 78294"/>
                <a:gd name="connsiteX14" fmla="*/ 46590 w 59517"/>
                <a:gd name="connsiteY14" fmla="*/ 4055 h 78294"/>
                <a:gd name="connsiteX15" fmla="*/ 48539 w 59517"/>
                <a:gd name="connsiteY15" fmla="*/ 4233 h 78294"/>
                <a:gd name="connsiteX16" fmla="*/ 44465 w 59517"/>
                <a:gd name="connsiteY16" fmla="*/ 11141 h 78294"/>
                <a:gd name="connsiteX17" fmla="*/ 52081 w 59517"/>
                <a:gd name="connsiteY17" fmla="*/ 18758 h 78294"/>
                <a:gd name="connsiteX18" fmla="*/ 59698 w 59517"/>
                <a:gd name="connsiteY18" fmla="*/ 10964 h 78294"/>
                <a:gd name="connsiteX19" fmla="*/ 46590 w 59517"/>
                <a:gd name="connsiteY19" fmla="*/ 158 h 78294"/>
                <a:gd name="connsiteX20" fmla="*/ 24803 w 59517"/>
                <a:gd name="connsiteY20" fmla="*/ 19643 h 78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59517" h="78294">
                  <a:moveTo>
                    <a:pt x="24803" y="19643"/>
                  </a:moveTo>
                  <a:lnTo>
                    <a:pt x="24803" y="158"/>
                  </a:lnTo>
                  <a:lnTo>
                    <a:pt x="181" y="2107"/>
                  </a:lnTo>
                  <a:lnTo>
                    <a:pt x="181" y="7598"/>
                  </a:lnTo>
                  <a:cubicBezTo>
                    <a:pt x="12580" y="7598"/>
                    <a:pt x="13997" y="8838"/>
                    <a:pt x="13997" y="17518"/>
                  </a:cubicBezTo>
                  <a:lnTo>
                    <a:pt x="13997" y="64990"/>
                  </a:lnTo>
                  <a:cubicBezTo>
                    <a:pt x="13997" y="72961"/>
                    <a:pt x="12049" y="72961"/>
                    <a:pt x="181" y="72961"/>
                  </a:cubicBezTo>
                  <a:lnTo>
                    <a:pt x="181" y="78452"/>
                  </a:lnTo>
                  <a:cubicBezTo>
                    <a:pt x="7089" y="78275"/>
                    <a:pt x="15414" y="77921"/>
                    <a:pt x="20374" y="77921"/>
                  </a:cubicBezTo>
                  <a:cubicBezTo>
                    <a:pt x="27460" y="77921"/>
                    <a:pt x="35785" y="77921"/>
                    <a:pt x="42870" y="78452"/>
                  </a:cubicBezTo>
                  <a:lnTo>
                    <a:pt x="42870" y="72961"/>
                  </a:lnTo>
                  <a:lnTo>
                    <a:pt x="39151" y="72961"/>
                  </a:lnTo>
                  <a:cubicBezTo>
                    <a:pt x="26043" y="72961"/>
                    <a:pt x="25688" y="71013"/>
                    <a:pt x="25688" y="64636"/>
                  </a:cubicBezTo>
                  <a:lnTo>
                    <a:pt x="25688" y="37357"/>
                  </a:lnTo>
                  <a:cubicBezTo>
                    <a:pt x="25688" y="19820"/>
                    <a:pt x="33128" y="4055"/>
                    <a:pt x="46590" y="4055"/>
                  </a:cubicBezTo>
                  <a:cubicBezTo>
                    <a:pt x="47830" y="4055"/>
                    <a:pt x="48184" y="4055"/>
                    <a:pt x="48539" y="4233"/>
                  </a:cubicBezTo>
                  <a:cubicBezTo>
                    <a:pt x="48007" y="4410"/>
                    <a:pt x="44465" y="6535"/>
                    <a:pt x="44465" y="11141"/>
                  </a:cubicBezTo>
                  <a:cubicBezTo>
                    <a:pt x="44465" y="16101"/>
                    <a:pt x="48184" y="18758"/>
                    <a:pt x="52081" y="18758"/>
                  </a:cubicBezTo>
                  <a:cubicBezTo>
                    <a:pt x="55270" y="18758"/>
                    <a:pt x="59698" y="16632"/>
                    <a:pt x="59698" y="10964"/>
                  </a:cubicBezTo>
                  <a:cubicBezTo>
                    <a:pt x="59698" y="5295"/>
                    <a:pt x="54207" y="158"/>
                    <a:pt x="46590" y="158"/>
                  </a:cubicBezTo>
                  <a:cubicBezTo>
                    <a:pt x="33659" y="158"/>
                    <a:pt x="27282" y="12027"/>
                    <a:pt x="24803" y="19643"/>
                  </a:cubicBezTo>
                  <a:close/>
                </a:path>
              </a:pathLst>
            </a:custGeom>
            <a:solidFill>
              <a:srgbClr val="000000"/>
            </a:solidFill>
            <a:ln w="1773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92" name="任意形状 491">
              <a:extLst>
                <a:ext uri="{FF2B5EF4-FFF2-40B4-BE49-F238E27FC236}">
                  <a16:creationId xmlns:a16="http://schemas.microsoft.com/office/drawing/2014/main" id="{9A4C74F6-BE11-4286-B188-86D2B208A92E}"/>
                </a:ext>
              </a:extLst>
            </p:cNvPr>
            <p:cNvSpPr/>
            <p:nvPr>
              <p:custDataLst>
                <p:tags r:id="rId188"/>
              </p:custDataLst>
            </p:nvPr>
          </p:nvSpPr>
          <p:spPr>
            <a:xfrm>
              <a:off x="10277579" y="7521920"/>
              <a:ext cx="87327" cy="112658"/>
            </a:xfrm>
            <a:custGeom>
              <a:avLst/>
              <a:gdLst>
                <a:gd name="connsiteX0" fmla="*/ 61477 w 87327"/>
                <a:gd name="connsiteY0" fmla="*/ 67647 h 112658"/>
                <a:gd name="connsiteX1" fmla="*/ 61477 w 87327"/>
                <a:gd name="connsiteY1" fmla="*/ 99354 h 112658"/>
                <a:gd name="connsiteX2" fmla="*/ 47660 w 87327"/>
                <a:gd name="connsiteY2" fmla="*/ 107326 h 112658"/>
                <a:gd name="connsiteX3" fmla="*/ 47660 w 87327"/>
                <a:gd name="connsiteY3" fmla="*/ 112817 h 112658"/>
                <a:gd name="connsiteX4" fmla="*/ 67500 w 87327"/>
                <a:gd name="connsiteY4" fmla="*/ 112285 h 112658"/>
                <a:gd name="connsiteX5" fmla="*/ 87516 w 87327"/>
                <a:gd name="connsiteY5" fmla="*/ 112817 h 112658"/>
                <a:gd name="connsiteX6" fmla="*/ 87516 w 87327"/>
                <a:gd name="connsiteY6" fmla="*/ 107326 h 112658"/>
                <a:gd name="connsiteX7" fmla="*/ 73699 w 87327"/>
                <a:gd name="connsiteY7" fmla="*/ 99354 h 112658"/>
                <a:gd name="connsiteX8" fmla="*/ 73699 w 87327"/>
                <a:gd name="connsiteY8" fmla="*/ 158 h 112658"/>
                <a:gd name="connsiteX9" fmla="*/ 69802 w 87327"/>
                <a:gd name="connsiteY9" fmla="*/ 158 h 112658"/>
                <a:gd name="connsiteX10" fmla="*/ 63071 w 87327"/>
                <a:gd name="connsiteY10" fmla="*/ 16278 h 112658"/>
                <a:gd name="connsiteX11" fmla="*/ 39335 w 87327"/>
                <a:gd name="connsiteY11" fmla="*/ 158 h 112658"/>
                <a:gd name="connsiteX12" fmla="*/ 188 w 87327"/>
                <a:gd name="connsiteY12" fmla="*/ 40368 h 112658"/>
                <a:gd name="connsiteX13" fmla="*/ 37918 w 87327"/>
                <a:gd name="connsiteY13" fmla="*/ 80401 h 112658"/>
                <a:gd name="connsiteX14" fmla="*/ 61477 w 87327"/>
                <a:gd name="connsiteY14" fmla="*/ 67647 h 112658"/>
                <a:gd name="connsiteX15" fmla="*/ 62008 w 87327"/>
                <a:gd name="connsiteY15" fmla="*/ 29386 h 112658"/>
                <a:gd name="connsiteX16" fmla="*/ 62008 w 87327"/>
                <a:gd name="connsiteY16" fmla="*/ 54362 h 112658"/>
                <a:gd name="connsiteX17" fmla="*/ 54923 w 87327"/>
                <a:gd name="connsiteY17" fmla="*/ 69241 h 112658"/>
                <a:gd name="connsiteX18" fmla="*/ 38626 w 87327"/>
                <a:gd name="connsiteY18" fmla="*/ 76504 h 112658"/>
                <a:gd name="connsiteX19" fmla="*/ 14890 w 87327"/>
                <a:gd name="connsiteY19" fmla="*/ 40368 h 112658"/>
                <a:gd name="connsiteX20" fmla="*/ 40398 w 87327"/>
                <a:gd name="connsiteY20" fmla="*/ 4587 h 112658"/>
                <a:gd name="connsiteX21" fmla="*/ 62008 w 87327"/>
                <a:gd name="connsiteY21" fmla="*/ 29386 h 1126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87327" h="112658">
                  <a:moveTo>
                    <a:pt x="61477" y="67647"/>
                  </a:moveTo>
                  <a:lnTo>
                    <a:pt x="61477" y="99354"/>
                  </a:lnTo>
                  <a:cubicBezTo>
                    <a:pt x="61477" y="107326"/>
                    <a:pt x="59528" y="107326"/>
                    <a:pt x="47660" y="107326"/>
                  </a:cubicBezTo>
                  <a:lnTo>
                    <a:pt x="47660" y="112817"/>
                  </a:lnTo>
                  <a:cubicBezTo>
                    <a:pt x="53683" y="112640"/>
                    <a:pt x="62894" y="112285"/>
                    <a:pt x="67500" y="112285"/>
                  </a:cubicBezTo>
                  <a:cubicBezTo>
                    <a:pt x="72282" y="112285"/>
                    <a:pt x="81316" y="112640"/>
                    <a:pt x="87516" y="112817"/>
                  </a:cubicBezTo>
                  <a:lnTo>
                    <a:pt x="87516" y="107326"/>
                  </a:lnTo>
                  <a:cubicBezTo>
                    <a:pt x="75648" y="107326"/>
                    <a:pt x="73699" y="107326"/>
                    <a:pt x="73699" y="99354"/>
                  </a:cubicBezTo>
                  <a:lnTo>
                    <a:pt x="73699" y="158"/>
                  </a:lnTo>
                  <a:lnTo>
                    <a:pt x="69802" y="158"/>
                  </a:lnTo>
                  <a:lnTo>
                    <a:pt x="63071" y="16278"/>
                  </a:lnTo>
                  <a:cubicBezTo>
                    <a:pt x="60768" y="11318"/>
                    <a:pt x="53506" y="158"/>
                    <a:pt x="39335" y="158"/>
                  </a:cubicBezTo>
                  <a:cubicBezTo>
                    <a:pt x="18787" y="158"/>
                    <a:pt x="188" y="17341"/>
                    <a:pt x="188" y="40368"/>
                  </a:cubicBezTo>
                  <a:cubicBezTo>
                    <a:pt x="188" y="62510"/>
                    <a:pt x="17370" y="80401"/>
                    <a:pt x="37918" y="80401"/>
                  </a:cubicBezTo>
                  <a:cubicBezTo>
                    <a:pt x="50317" y="80401"/>
                    <a:pt x="57580" y="72784"/>
                    <a:pt x="61477" y="67647"/>
                  </a:cubicBezTo>
                  <a:close/>
                  <a:moveTo>
                    <a:pt x="62008" y="29386"/>
                  </a:moveTo>
                  <a:lnTo>
                    <a:pt x="62008" y="54362"/>
                  </a:lnTo>
                  <a:cubicBezTo>
                    <a:pt x="62008" y="60030"/>
                    <a:pt x="58820" y="64990"/>
                    <a:pt x="54923" y="69241"/>
                  </a:cubicBezTo>
                  <a:cubicBezTo>
                    <a:pt x="52620" y="71721"/>
                    <a:pt x="46952" y="76504"/>
                    <a:pt x="38626" y="76504"/>
                  </a:cubicBezTo>
                  <a:cubicBezTo>
                    <a:pt x="25695" y="76504"/>
                    <a:pt x="14890" y="60739"/>
                    <a:pt x="14890" y="40368"/>
                  </a:cubicBezTo>
                  <a:cubicBezTo>
                    <a:pt x="14890" y="19289"/>
                    <a:pt x="27290" y="4587"/>
                    <a:pt x="40398" y="4587"/>
                  </a:cubicBezTo>
                  <a:cubicBezTo>
                    <a:pt x="54569" y="4587"/>
                    <a:pt x="62008" y="19998"/>
                    <a:pt x="62008" y="29386"/>
                  </a:cubicBezTo>
                  <a:close/>
                </a:path>
              </a:pathLst>
            </a:custGeom>
            <a:solidFill>
              <a:srgbClr val="000000"/>
            </a:solidFill>
            <a:ln w="1773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</p:grpSp>
      <p:sp>
        <p:nvSpPr>
          <p:cNvPr id="495" name="Rectangle 1">
            <a:extLst>
              <a:ext uri="{FF2B5EF4-FFF2-40B4-BE49-F238E27FC236}">
                <a16:creationId xmlns:a16="http://schemas.microsoft.com/office/drawing/2014/main" id="{157CFE2A-B79A-4247-737C-A1780F238F9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0105" y="2116469"/>
            <a:ext cx="6574573" cy="430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zh-CN" altLang="zh-CN" sz="11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Ambiguity</a:t>
            </a:r>
            <a:r>
              <a:rPr kumimoji="0" lang="zh-CN" altLang="zh-CN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among all test queries, how many receive </a:t>
            </a:r>
            <a:r>
              <a:rPr kumimoji="0" lang="zh-CN" altLang="zh-CN" sz="11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at least one</a:t>
            </a:r>
            <a:r>
              <a:rPr kumimoji="0" lang="zh-CN" altLang="zh-CN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conflicting decision?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zh-CN" sz="11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</a:t>
            </a:r>
            <a:r>
              <a:rPr kumimoji="0" lang="zh-CN" altLang="zh-CN" sz="11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iscrepancy</a:t>
            </a:r>
            <a:r>
              <a:rPr kumimoji="0" lang="zh-CN" altLang="zh-CN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for one competing model, how large can the </a:t>
            </a:r>
            <a:r>
              <a:rPr kumimoji="0" lang="zh-CN" altLang="zh-CN" sz="11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overall disagreement rate</a:t>
            </a:r>
            <a:r>
              <a:rPr kumimoji="0" lang="zh-CN" altLang="zh-CN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be?</a:t>
            </a: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E3F98E31-717C-1586-B123-8BAC27ECA7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61953" y="243216"/>
            <a:ext cx="2743200" cy="365125"/>
          </a:xfrm>
        </p:spPr>
        <p:txBody>
          <a:bodyPr/>
          <a:lstStyle/>
          <a:p>
            <a:fld id="{1D774731-12CD-3345-9473-330CE81C7131}" type="slidenum">
              <a:rPr kumimoji="1" lang="zh-CN" altLang="en-US" smtClean="0"/>
              <a:t>16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86521591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F4267A70-B566-E6AB-525C-38083F5EB5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E815DDCD-8B4F-2688-BBB2-1927F35B16D2}"/>
              </a:ext>
            </a:extLst>
          </p:cNvPr>
          <p:cNvSpPr txBox="1"/>
          <p:nvPr/>
        </p:nvSpPr>
        <p:spPr>
          <a:xfrm>
            <a:off x="182116" y="165229"/>
            <a:ext cx="704551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</a:rPr>
              <a:t>Method:</a:t>
            </a:r>
            <a:r>
              <a:rPr lang="zh-CN" altLang="en-US" sz="2800" b="1" dirty="0">
                <a:solidFill>
                  <a:schemeClr val="bg1"/>
                </a:solidFill>
              </a:rPr>
              <a:t> </a:t>
            </a:r>
            <a:r>
              <a:rPr lang="en-US" altLang="zh-CN" sz="2800" b="1" dirty="0">
                <a:solidFill>
                  <a:schemeClr val="bg1"/>
                </a:solidFill>
              </a:rPr>
              <a:t>Candidate Relation-Level Factors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B995621A-AFB7-0E63-928A-F1356379EAD3}"/>
              </a:ext>
            </a:extLst>
          </p:cNvPr>
          <p:cNvSpPr txBox="1"/>
          <p:nvPr/>
        </p:nvSpPr>
        <p:spPr>
          <a:xfrm>
            <a:off x="440639" y="980966"/>
            <a:ext cx="284288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800" b="1" dirty="0"/>
              <a:t>Mapping type</a:t>
            </a:r>
            <a:endParaRPr lang="zh-CN" altLang="en-US" sz="2800" b="1" dirty="0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94F2B07D-AFE4-CA52-0095-D994DDE01E45}"/>
              </a:ext>
            </a:extLst>
          </p:cNvPr>
          <p:cNvSpPr txBox="1"/>
          <p:nvPr/>
        </p:nvSpPr>
        <p:spPr>
          <a:xfrm>
            <a:off x="427814" y="4250276"/>
            <a:ext cx="364833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sz="2800"/>
            </a:lvl1pPr>
          </a:lstStyle>
          <a:p>
            <a:r>
              <a:rPr lang="en-US" altLang="zh-CN" b="1" dirty="0"/>
              <a:t>Inverse</a:t>
            </a:r>
            <a:endParaRPr lang="zh-CN" altLang="en-US" b="1" dirty="0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EF1576D1-2E03-8468-213B-C432D1C0CA06}"/>
              </a:ext>
            </a:extLst>
          </p:cNvPr>
          <p:cNvSpPr txBox="1"/>
          <p:nvPr/>
        </p:nvSpPr>
        <p:spPr>
          <a:xfrm>
            <a:off x="6211947" y="980966"/>
            <a:ext cx="211012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sz="2800"/>
            </a:lvl1pPr>
          </a:lstStyle>
          <a:p>
            <a:r>
              <a:rPr lang="en-US" altLang="zh-CN" b="1" dirty="0"/>
              <a:t>Symmetry</a:t>
            </a:r>
            <a:endParaRPr lang="zh-CN" altLang="en-US" b="1" dirty="0"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04DB8EE2-625D-48AC-C463-1893E46D9C1E}"/>
              </a:ext>
            </a:extLst>
          </p:cNvPr>
          <p:cNvSpPr txBox="1"/>
          <p:nvPr/>
        </p:nvSpPr>
        <p:spPr>
          <a:xfrm>
            <a:off x="6165275" y="3396874"/>
            <a:ext cx="59375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sz="2800"/>
            </a:lvl1pPr>
          </a:lstStyle>
          <a:p>
            <a:r>
              <a:rPr lang="en-US" altLang="zh-CN" b="1" dirty="0"/>
              <a:t>Relation frequency </a:t>
            </a:r>
            <a:r>
              <a:rPr lang="en-US" altLang="zh-CN" sz="1400" dirty="0"/>
              <a:t>(Support/ sparsity factor)</a:t>
            </a:r>
            <a:endParaRPr lang="zh-CN" altLang="en-US" dirty="0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E7362F35-7131-2B4F-8D59-8C27DC879453}"/>
              </a:ext>
            </a:extLst>
          </p:cNvPr>
          <p:cNvSpPr txBox="1"/>
          <p:nvPr/>
        </p:nvSpPr>
        <p:spPr>
          <a:xfrm>
            <a:off x="440639" y="1463255"/>
            <a:ext cx="543965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/>
              <a:t>How many distinct heads/tails are typically associated with a relation.</a:t>
            </a:r>
            <a:endParaRPr kumimoji="1" lang="zh-CN" altLang="en-US" sz="1200" dirty="0"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00E3EC79-B74D-A7CD-21A2-7612D271EEDB}"/>
              </a:ext>
            </a:extLst>
          </p:cNvPr>
          <p:cNvSpPr txBox="1"/>
          <p:nvPr/>
        </p:nvSpPr>
        <p:spPr>
          <a:xfrm>
            <a:off x="440639" y="1806149"/>
            <a:ext cx="184858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b="1" dirty="0"/>
              <a:t>Typical categories</a:t>
            </a:r>
            <a:endParaRPr kumimoji="1" lang="zh-CN" altLang="en-US" sz="16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文本框 17">
                <a:extLst>
                  <a:ext uri="{FF2B5EF4-FFF2-40B4-BE49-F238E27FC236}">
                    <a16:creationId xmlns:a16="http://schemas.microsoft.com/office/drawing/2014/main" id="{C0225566-DCA9-9C48-D533-CD2A7158FFC1}"/>
                  </a:ext>
                </a:extLst>
              </p:cNvPr>
              <p:cNvSpPr txBox="1"/>
              <p:nvPr/>
            </p:nvSpPr>
            <p:spPr>
              <a:xfrm>
                <a:off x="440639" y="2077722"/>
                <a:ext cx="2294090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CN" sz="1400" i="1" dirty="0" smtClean="0">
                        <a:latin typeface="Cambria Math" panose="02040503050406030204" pitchFamily="18" charset="0"/>
                      </a:rPr>
                      <m:t>1−1</m:t>
                    </m:r>
                  </m:oMath>
                </a14:m>
                <a:r>
                  <a:rPr lang="en-US" altLang="zh-CN" sz="1400" dirty="0"/>
                  <a:t>, </a:t>
                </a:r>
                <a14:m>
                  <m:oMath xmlns:m="http://schemas.openxmlformats.org/officeDocument/2006/math">
                    <m:r>
                      <a:rPr lang="en-US" altLang="zh-CN" sz="1400" i="1" dirty="0" smtClean="0">
                        <a:latin typeface="Cambria Math" panose="02040503050406030204" pitchFamily="18" charset="0"/>
                      </a:rPr>
                      <m:t>1−</m:t>
                    </m:r>
                    <m:r>
                      <a:rPr lang="en-US" altLang="zh-CN" sz="1400" i="1" dirty="0" smtClean="0"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en-US" altLang="zh-CN" sz="1400" dirty="0"/>
                  <a:t>, </a:t>
                </a:r>
                <a14:m>
                  <m:oMath xmlns:m="http://schemas.openxmlformats.org/officeDocument/2006/math">
                    <m:r>
                      <a:rPr lang="en-US" altLang="zh-CN" sz="1400" i="1" dirty="0" smtClean="0">
                        <a:latin typeface="Cambria Math" panose="02040503050406030204" pitchFamily="18" charset="0"/>
                      </a:rPr>
                      <m:t>𝑀</m:t>
                    </m:r>
                    <m:r>
                      <a:rPr lang="en-US" altLang="zh-CN" sz="1400" i="1" dirty="0" smtClean="0">
                        <a:latin typeface="Cambria Math" panose="02040503050406030204" pitchFamily="18" charset="0"/>
                      </a:rPr>
                      <m:t>−1</m:t>
                    </m:r>
                  </m:oMath>
                </a14:m>
                <a:r>
                  <a:rPr lang="en-US" altLang="zh-CN" sz="1400" dirty="0"/>
                  <a:t>, </a:t>
                </a:r>
                <a14:m>
                  <m:oMath xmlns:m="http://schemas.openxmlformats.org/officeDocument/2006/math">
                    <m:r>
                      <a:rPr lang="en-US" altLang="zh-CN" sz="1400" i="1" dirty="0" smtClean="0">
                        <a:latin typeface="Cambria Math" panose="02040503050406030204" pitchFamily="18" charset="0"/>
                      </a:rPr>
                      <m:t>𝑀</m:t>
                    </m:r>
                    <m:r>
                      <a:rPr lang="en-US" altLang="zh-CN" sz="1400" i="1" dirty="0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altLang="zh-CN" sz="1400" i="1" dirty="0" smtClean="0"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endParaRPr kumimoji="1" lang="zh-CN" altLang="en-US" sz="1400" dirty="0"/>
              </a:p>
            </p:txBody>
          </p:sp>
        </mc:Choice>
        <mc:Fallback xmlns="">
          <p:sp>
            <p:nvSpPr>
              <p:cNvPr id="18" name="文本框 17">
                <a:extLst>
                  <a:ext uri="{FF2B5EF4-FFF2-40B4-BE49-F238E27FC236}">
                    <a16:creationId xmlns:a16="http://schemas.microsoft.com/office/drawing/2014/main" id="{C0225566-DCA9-9C48-D533-CD2A7158FFC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0639" y="2077722"/>
                <a:ext cx="2294090" cy="307777"/>
              </a:xfrm>
              <a:prstGeom prst="rect">
                <a:avLst/>
              </a:prstGeom>
              <a:blipFill>
                <a:blip r:embed="rId3"/>
                <a:stretch>
                  <a:fillRect t="-4000" b="-200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文本框 18">
            <a:extLst>
              <a:ext uri="{FF2B5EF4-FFF2-40B4-BE49-F238E27FC236}">
                <a16:creationId xmlns:a16="http://schemas.microsoft.com/office/drawing/2014/main" id="{309D3E8F-69C7-EE9A-7C0E-483D1D171C88}"/>
              </a:ext>
            </a:extLst>
          </p:cNvPr>
          <p:cNvSpPr txBox="1"/>
          <p:nvPr/>
        </p:nvSpPr>
        <p:spPr>
          <a:xfrm>
            <a:off x="440638" y="2418402"/>
            <a:ext cx="97975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b="1" dirty="0"/>
              <a:t>Intuition</a:t>
            </a:r>
            <a:endParaRPr kumimoji="1" lang="zh-CN" altLang="en-US" sz="1600" b="1" dirty="0"/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D3560F4E-7211-AE95-9EA3-00C8140770DD}"/>
              </a:ext>
            </a:extLst>
          </p:cNvPr>
          <p:cNvSpPr txBox="1"/>
          <p:nvPr/>
        </p:nvSpPr>
        <p:spPr>
          <a:xfrm>
            <a:off x="440639" y="2696889"/>
            <a:ext cx="463779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200" dirty="0"/>
              <a:t>A plausible candidate because reverse structural support may constrain prediction behavior.</a:t>
            </a:r>
            <a:endParaRPr lang="zh-CN" altLang="en-US" sz="1200" dirty="0"/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1FCF3ED1-B198-F5F0-049F-78E595565592}"/>
              </a:ext>
            </a:extLst>
          </p:cNvPr>
          <p:cNvSpPr txBox="1"/>
          <p:nvPr/>
        </p:nvSpPr>
        <p:spPr>
          <a:xfrm>
            <a:off x="440638" y="3177322"/>
            <a:ext cx="96693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600" b="1" dirty="0"/>
              <a:t>Example</a:t>
            </a:r>
            <a:endParaRPr kumimoji="1" lang="zh-CN" altLang="en-US" sz="1600" b="1" dirty="0"/>
          </a:p>
        </p:txBody>
      </p:sp>
      <p:sp>
        <p:nvSpPr>
          <p:cNvPr id="24" name="Rectangle 3">
            <a:extLst>
              <a:ext uri="{FF2B5EF4-FFF2-40B4-BE49-F238E27FC236}">
                <a16:creationId xmlns:a16="http://schemas.microsoft.com/office/drawing/2014/main" id="{E03E15CB-468C-C502-12E9-0FC1393490E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0638" y="3467543"/>
            <a:ext cx="3545058" cy="5539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zh-CN" altLang="zh-CN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capital_of</a:t>
            </a:r>
            <a:r>
              <a:rPr kumimoji="0" lang="zh-CN" altLang="zh-CN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: closer to </a:t>
            </a:r>
            <a:r>
              <a:rPr kumimoji="0" lang="zh-CN" altLang="zh-CN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1-1</a:t>
            </a:r>
            <a:r>
              <a:rPr kumimoji="0" lang="zh-CN" altLang="zh-CN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zh-CN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zh-CN" altLang="zh-CN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born_in</a:t>
            </a:r>
            <a:r>
              <a:rPr kumimoji="0" lang="zh-CN" altLang="zh-CN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: closer to </a:t>
            </a:r>
            <a:r>
              <a:rPr kumimoji="0" lang="zh-CN" altLang="zh-CN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M-1</a:t>
            </a:r>
            <a:r>
              <a:rPr kumimoji="0" lang="zh-CN" altLang="zh-CN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zh-CN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zh-CN" altLang="zh-CN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language_spoken_in</a:t>
            </a:r>
            <a:r>
              <a:rPr kumimoji="0" lang="zh-CN" altLang="zh-CN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: can look more </a:t>
            </a:r>
            <a:r>
              <a:rPr kumimoji="0" lang="zh-CN" altLang="zh-CN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M-N</a:t>
            </a:r>
            <a:endParaRPr kumimoji="0" lang="zh-CN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E05E22AC-CF1F-9950-E8FF-327581F6F6C8}"/>
              </a:ext>
            </a:extLst>
          </p:cNvPr>
          <p:cNvSpPr txBox="1"/>
          <p:nvPr/>
        </p:nvSpPr>
        <p:spPr>
          <a:xfrm>
            <a:off x="440638" y="4704196"/>
            <a:ext cx="325281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200" dirty="0"/>
              <a:t>Whether a relation has a clear reverse partner.</a:t>
            </a:r>
            <a:endParaRPr kumimoji="1" lang="zh-CN" altLang="en-US" sz="1200" dirty="0"/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47AF8A38-6502-9AE3-B159-683DB572C1F8}"/>
              </a:ext>
            </a:extLst>
          </p:cNvPr>
          <p:cNvSpPr txBox="1"/>
          <p:nvPr/>
        </p:nvSpPr>
        <p:spPr>
          <a:xfrm>
            <a:off x="427814" y="4996568"/>
            <a:ext cx="97975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b="1" dirty="0"/>
              <a:t>Intuition</a:t>
            </a:r>
            <a:endParaRPr kumimoji="1" lang="zh-CN" altLang="en-US" sz="1600" b="1" dirty="0"/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F273D3C0-3D24-D861-D086-E861D95E357B}"/>
              </a:ext>
            </a:extLst>
          </p:cNvPr>
          <p:cNvSpPr txBox="1"/>
          <p:nvPr/>
        </p:nvSpPr>
        <p:spPr>
          <a:xfrm>
            <a:off x="440638" y="5277888"/>
            <a:ext cx="46377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/>
              <a:t>If a relation is strongly supported by a reverse relation, repeated runs may learn more consistent behavior</a:t>
            </a:r>
            <a:endParaRPr kumimoji="1" lang="zh-CN" altLang="en-US" sz="1200" dirty="0"/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F2B68F28-D7F3-F389-7E12-9F510F5A722F}"/>
              </a:ext>
            </a:extLst>
          </p:cNvPr>
          <p:cNvSpPr txBox="1"/>
          <p:nvPr/>
        </p:nvSpPr>
        <p:spPr>
          <a:xfrm>
            <a:off x="427814" y="5753408"/>
            <a:ext cx="96693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b="1" dirty="0"/>
              <a:t>Example</a:t>
            </a:r>
            <a:endParaRPr kumimoji="1" lang="zh-CN" altLang="en-US" sz="16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9" name="Rectangle 4">
                <a:extLst>
                  <a:ext uri="{FF2B5EF4-FFF2-40B4-BE49-F238E27FC236}">
                    <a16:creationId xmlns:a16="http://schemas.microsoft.com/office/drawing/2014/main" id="{C1DD7825-109E-64B9-579A-45DAB52F73A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0638" y="6076232"/>
                <a:ext cx="2515398" cy="40011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horz" wrap="square" lIns="91440" tIns="45720" rIns="91440" bIns="45720" numCol="1" anchor="ctr" anchorCtr="0" compatLnSpc="1">
                <a:prstTxWarp prst="textNoShape">
                  <a:avLst/>
                </a:prstTxWarp>
                <a:spAutoFit/>
              </a:bodyPr>
              <a:lstStyle/>
              <a:p>
                <a:pPr marL="171450" indent="-17145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</a:pPr>
                <a:r>
                  <a:rPr kumimoji="0" lang="zh-CN" altLang="zh-CN" sz="10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parent_of</a:t>
                </a:r>
                <a:r>
                  <a:rPr kumimoji="0" lang="zh-CN" altLang="en-US" sz="10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1000" i="1" dirty="0" smtClean="0">
                        <a:latin typeface="Cambria Math" panose="02040503050406030204" pitchFamily="18" charset="0"/>
                      </a:rPr>
                      <m:t>⇔</m:t>
                    </m:r>
                    <m:r>
                      <a:rPr kumimoji="0" lang="zh-CN" altLang="zh-CN" sz="1000" b="0" i="1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kumimoji="0" lang="zh-CN" altLang="zh-CN" sz="10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child_of</a:t>
                </a:r>
                <a:r>
                  <a:rPr kumimoji="0" lang="zh-CN" altLang="zh-CN" sz="10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</a:rPr>
                  <a:t> </a:t>
                </a:r>
                <a:endParaRPr kumimoji="0" lang="zh-CN" altLang="zh-CN" sz="18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  <a:p>
                <a:pPr marL="171450" indent="-17145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</a:pPr>
                <a:r>
                  <a:rPr kumimoji="0" lang="zh-CN" altLang="zh-CN" sz="10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capital_of</a:t>
                </a:r>
                <a:r>
                  <a:rPr kumimoji="0" lang="zh-CN" altLang="en-US" sz="10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1000" i="1" dirty="0" smtClean="0">
                        <a:latin typeface="Cambria Math" panose="02040503050406030204" pitchFamily="18" charset="0"/>
                      </a:rPr>
                      <m:t>⇔</m:t>
                    </m:r>
                    <m:r>
                      <a:rPr lang="zh-CN" altLang="en-US" sz="1000" i="1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kumimoji="0" lang="zh-CN" altLang="zh-CN" sz="10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Consolas" panose="020B0609020204030204" pitchFamily="49" charset="0"/>
                    <a:cs typeface="Consolas" panose="020B0609020204030204" pitchFamily="49" charset="0"/>
                  </a:rPr>
                  <a:t>has_capital</a:t>
                </a:r>
                <a:endParaRPr kumimoji="0" lang="zh-CN" altLang="zh-CN" sz="18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Consolas" panose="020B0609020204030204" pitchFamily="49" charset="0"/>
                  <a:cs typeface="Consolas" panose="020B0609020204030204" pitchFamily="49" charset="0"/>
                </a:endParaRPr>
              </a:p>
            </p:txBody>
          </p:sp>
        </mc:Choice>
        <mc:Fallback xmlns="">
          <p:sp>
            <p:nvSpPr>
              <p:cNvPr id="29" name="Rectangle 4">
                <a:extLst>
                  <a:ext uri="{FF2B5EF4-FFF2-40B4-BE49-F238E27FC236}">
                    <a16:creationId xmlns:a16="http://schemas.microsoft.com/office/drawing/2014/main" id="{C1DD7825-109E-64B9-579A-45DAB52F73A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40638" y="6076232"/>
                <a:ext cx="2515398" cy="400110"/>
              </a:xfrm>
              <a:prstGeom prst="rect">
                <a:avLst/>
              </a:prstGeom>
              <a:blipFill>
                <a:blip r:embed="rId4"/>
                <a:stretch>
                  <a:fillRect b="-9375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2" name="直线连接符 31">
            <a:extLst>
              <a:ext uri="{FF2B5EF4-FFF2-40B4-BE49-F238E27FC236}">
                <a16:creationId xmlns:a16="http://schemas.microsoft.com/office/drawing/2014/main" id="{EB4E2FD5-CD55-0CE9-F67E-E71827861E8A}"/>
              </a:ext>
            </a:extLst>
          </p:cNvPr>
          <p:cNvCxnSpPr/>
          <p:nvPr/>
        </p:nvCxnSpPr>
        <p:spPr>
          <a:xfrm>
            <a:off x="5880295" y="1096881"/>
            <a:ext cx="0" cy="5295321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3" name="文本框 32">
                <a:extLst>
                  <a:ext uri="{FF2B5EF4-FFF2-40B4-BE49-F238E27FC236}">
                    <a16:creationId xmlns:a16="http://schemas.microsoft.com/office/drawing/2014/main" id="{9BCB24F4-3145-68A0-A588-2F6C1C10CCCE}"/>
                  </a:ext>
                </a:extLst>
              </p:cNvPr>
              <p:cNvSpPr txBox="1"/>
              <p:nvPr/>
            </p:nvSpPr>
            <p:spPr>
              <a:xfrm>
                <a:off x="6211947" y="1455684"/>
                <a:ext cx="4843377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1200" dirty="0"/>
                  <a:t>Whether </a:t>
                </a:r>
                <a14:m>
                  <m:oMath xmlns:m="http://schemas.openxmlformats.org/officeDocument/2006/math">
                    <m:r>
                      <a:rPr lang="en-US" altLang="zh-CN" sz="120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1200" i="1" dirty="0" err="1">
                        <a:latin typeface="Cambria Math" panose="02040503050406030204" pitchFamily="18" charset="0"/>
                      </a:rPr>
                      <m:t>h</m:t>
                    </m:r>
                    <m:r>
                      <a:rPr lang="en-US" altLang="zh-CN" sz="1200" i="1" dirty="0" err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sz="1200" i="1" dirty="0" err="1"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US" altLang="zh-CN" sz="1200" i="1" dirty="0" err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sz="1200" i="1" dirty="0" err="1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altLang="zh-CN" sz="1200" i="1" dirty="0">
                        <a:latin typeface="Cambria Math" panose="02040503050406030204" pitchFamily="18" charset="0"/>
                      </a:rPr>
                      <m:t>) </m:t>
                    </m:r>
                  </m:oMath>
                </a14:m>
                <a:r>
                  <a:rPr lang="en-US" altLang="zh-CN" sz="1200" dirty="0"/>
                  <a:t>is often supported by </a:t>
                </a:r>
                <a14:m>
                  <m:oMath xmlns:m="http://schemas.openxmlformats.org/officeDocument/2006/math">
                    <m:r>
                      <a:rPr lang="en-US" altLang="zh-CN" sz="120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1200" i="1" dirty="0" err="1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altLang="zh-CN" sz="1200" i="1" dirty="0" err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sz="1200" i="1" dirty="0" err="1"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US" altLang="zh-CN" sz="1200" i="1" dirty="0" err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sz="1200" i="1" dirty="0" err="1">
                        <a:latin typeface="Cambria Math" panose="02040503050406030204" pitchFamily="18" charset="0"/>
                      </a:rPr>
                      <m:t>h</m:t>
                    </m:r>
                    <m:r>
                      <a:rPr lang="en-US" altLang="zh-CN" sz="1200" i="1" dirty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zh-CN" sz="1200" dirty="0"/>
                  <a:t> under the same relation.</a:t>
                </a:r>
                <a:endParaRPr kumimoji="1" lang="zh-CN" altLang="en-US" sz="1200" dirty="0"/>
              </a:p>
            </p:txBody>
          </p:sp>
        </mc:Choice>
        <mc:Fallback xmlns="">
          <p:sp>
            <p:nvSpPr>
              <p:cNvPr id="33" name="文本框 32">
                <a:extLst>
                  <a:ext uri="{FF2B5EF4-FFF2-40B4-BE49-F238E27FC236}">
                    <a16:creationId xmlns:a16="http://schemas.microsoft.com/office/drawing/2014/main" id="{9BCB24F4-3145-68A0-A588-2F6C1C10CCC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11947" y="1455684"/>
                <a:ext cx="4843377" cy="276999"/>
              </a:xfrm>
              <a:prstGeom prst="rect">
                <a:avLst/>
              </a:prstGeom>
              <a:blipFill>
                <a:blip r:embed="rId5"/>
                <a:stretch>
                  <a:fillRect b="-1304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5" name="文本框 34">
            <a:extLst>
              <a:ext uri="{FF2B5EF4-FFF2-40B4-BE49-F238E27FC236}">
                <a16:creationId xmlns:a16="http://schemas.microsoft.com/office/drawing/2014/main" id="{6321485A-FB2B-2225-C14A-1544517D3A67}"/>
              </a:ext>
            </a:extLst>
          </p:cNvPr>
          <p:cNvSpPr txBox="1"/>
          <p:nvPr/>
        </p:nvSpPr>
        <p:spPr>
          <a:xfrm>
            <a:off x="6211948" y="2068251"/>
            <a:ext cx="517728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200" dirty="0"/>
              <a:t>Another plausible candidate because internal bidirectional support may affect uncertainty.</a:t>
            </a:r>
            <a:endParaRPr lang="zh-CN" altLang="en-US" sz="1200" dirty="0"/>
          </a:p>
        </p:txBody>
      </p:sp>
      <p:sp>
        <p:nvSpPr>
          <p:cNvPr id="36" name="文本框 35">
            <a:extLst>
              <a:ext uri="{FF2B5EF4-FFF2-40B4-BE49-F238E27FC236}">
                <a16:creationId xmlns:a16="http://schemas.microsoft.com/office/drawing/2014/main" id="{89211085-8E0F-4663-D43E-C43101F09A8A}"/>
              </a:ext>
            </a:extLst>
          </p:cNvPr>
          <p:cNvSpPr txBox="1"/>
          <p:nvPr/>
        </p:nvSpPr>
        <p:spPr>
          <a:xfrm>
            <a:off x="6211948" y="1778072"/>
            <a:ext cx="97975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b="1" dirty="0"/>
              <a:t>Intuition</a:t>
            </a:r>
            <a:endParaRPr kumimoji="1" lang="zh-CN" altLang="en-US" sz="1600" b="1" dirty="0"/>
          </a:p>
        </p:txBody>
      </p:sp>
      <p:sp>
        <p:nvSpPr>
          <p:cNvPr id="37" name="Rectangle 5">
            <a:extLst>
              <a:ext uri="{FF2B5EF4-FFF2-40B4-BE49-F238E27FC236}">
                <a16:creationId xmlns:a16="http://schemas.microsoft.com/office/drawing/2014/main" id="{231300C1-F5D5-D9ED-4E74-93D0A514862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17524" y="2803992"/>
            <a:ext cx="1420393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171450" indent="-1714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zh-CN" altLang="zh-CN" sz="1000" dirty="0">
                <a:latin typeface="Consolas" panose="020B0609020204030204" pitchFamily="49" charset="0"/>
                <a:cs typeface="Consolas" panose="020B0609020204030204" pitchFamily="49" charset="0"/>
              </a:rPr>
              <a:t>married_to </a:t>
            </a:r>
          </a:p>
          <a:p>
            <a:pPr marL="171450" indent="-1714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zh-CN" altLang="zh-CN" sz="1000" dirty="0">
                <a:latin typeface="Consolas" panose="020B0609020204030204" pitchFamily="49" charset="0"/>
                <a:cs typeface="Consolas" panose="020B0609020204030204" pitchFamily="49" charset="0"/>
              </a:rPr>
              <a:t>adjacent_to</a:t>
            </a:r>
          </a:p>
        </p:txBody>
      </p:sp>
      <p:sp>
        <p:nvSpPr>
          <p:cNvPr id="38" name="文本框 37">
            <a:extLst>
              <a:ext uri="{FF2B5EF4-FFF2-40B4-BE49-F238E27FC236}">
                <a16:creationId xmlns:a16="http://schemas.microsoft.com/office/drawing/2014/main" id="{DA2EEF5E-904F-8CC8-80E1-813941C01CC1}"/>
              </a:ext>
            </a:extLst>
          </p:cNvPr>
          <p:cNvSpPr txBox="1"/>
          <p:nvPr/>
        </p:nvSpPr>
        <p:spPr>
          <a:xfrm>
            <a:off x="6211947" y="2505841"/>
            <a:ext cx="96693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600" b="1" dirty="0"/>
              <a:t>Example</a:t>
            </a:r>
            <a:endParaRPr kumimoji="1" lang="zh-CN" altLang="en-US" sz="1600" b="1" dirty="0"/>
          </a:p>
        </p:txBody>
      </p:sp>
      <p:sp>
        <p:nvSpPr>
          <p:cNvPr id="39" name="文本框 38">
            <a:extLst>
              <a:ext uri="{FF2B5EF4-FFF2-40B4-BE49-F238E27FC236}">
                <a16:creationId xmlns:a16="http://schemas.microsoft.com/office/drawing/2014/main" id="{94F9193E-F6CA-8D3F-2BAC-CD0BC7B42675}"/>
              </a:ext>
            </a:extLst>
          </p:cNvPr>
          <p:cNvSpPr txBox="1"/>
          <p:nvPr/>
        </p:nvSpPr>
        <p:spPr>
          <a:xfrm>
            <a:off x="6165275" y="3866163"/>
            <a:ext cx="349486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200" dirty="0"/>
              <a:t>How often a relation appears in the training graph.</a:t>
            </a:r>
            <a:endParaRPr kumimoji="1" lang="zh-CN" altLang="en-US" sz="1200" dirty="0"/>
          </a:p>
        </p:txBody>
      </p:sp>
      <p:sp>
        <p:nvSpPr>
          <p:cNvPr id="40" name="文本框 39">
            <a:extLst>
              <a:ext uri="{FF2B5EF4-FFF2-40B4-BE49-F238E27FC236}">
                <a16:creationId xmlns:a16="http://schemas.microsoft.com/office/drawing/2014/main" id="{DDE658D0-0CDA-D190-A7A8-F6BE8E8CDB13}"/>
              </a:ext>
            </a:extLst>
          </p:cNvPr>
          <p:cNvSpPr txBox="1"/>
          <p:nvPr/>
        </p:nvSpPr>
        <p:spPr>
          <a:xfrm>
            <a:off x="6165275" y="4093040"/>
            <a:ext cx="325922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200" dirty="0"/>
              <a:t>Included as a support/sparsity control variable.</a:t>
            </a:r>
            <a:endParaRPr kumimoji="1" lang="zh-CN" altLang="en-US" sz="1200" dirty="0"/>
          </a:p>
        </p:txBody>
      </p:sp>
      <p:sp>
        <p:nvSpPr>
          <p:cNvPr id="42" name="文本框 41">
            <a:extLst>
              <a:ext uri="{FF2B5EF4-FFF2-40B4-BE49-F238E27FC236}">
                <a16:creationId xmlns:a16="http://schemas.microsoft.com/office/drawing/2014/main" id="{E6DFD8B9-C296-9D41-5648-CCB5BD340F89}"/>
              </a:ext>
            </a:extLst>
          </p:cNvPr>
          <p:cNvSpPr txBox="1"/>
          <p:nvPr/>
        </p:nvSpPr>
        <p:spPr>
          <a:xfrm>
            <a:off x="6174751" y="4715938"/>
            <a:ext cx="539815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200" dirty="0"/>
              <a:t>Partly motivated by the weak negative relation reported in the original paper.</a:t>
            </a:r>
            <a:endParaRPr lang="zh-CN" altLang="en-US" sz="1200" dirty="0"/>
          </a:p>
        </p:txBody>
      </p:sp>
      <p:sp>
        <p:nvSpPr>
          <p:cNvPr id="43" name="文本框 42">
            <a:extLst>
              <a:ext uri="{FF2B5EF4-FFF2-40B4-BE49-F238E27FC236}">
                <a16:creationId xmlns:a16="http://schemas.microsoft.com/office/drawing/2014/main" id="{FCF75537-C837-1D7A-F15E-F6DC7E286BCE}"/>
              </a:ext>
            </a:extLst>
          </p:cNvPr>
          <p:cNvSpPr txBox="1"/>
          <p:nvPr/>
        </p:nvSpPr>
        <p:spPr>
          <a:xfrm>
            <a:off x="6165275" y="4422604"/>
            <a:ext cx="97975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b="1" dirty="0"/>
              <a:t>Intuition</a:t>
            </a:r>
            <a:endParaRPr kumimoji="1" lang="zh-CN" altLang="en-US" sz="1600" b="1" dirty="0"/>
          </a:p>
        </p:txBody>
      </p:sp>
      <p:pic>
        <p:nvPicPr>
          <p:cNvPr id="44" name="图片 43">
            <a:extLst>
              <a:ext uri="{FF2B5EF4-FFF2-40B4-BE49-F238E27FC236}">
                <a16:creationId xmlns:a16="http://schemas.microsoft.com/office/drawing/2014/main" id="{EAC153AC-BE08-CDCF-595A-5630BADD039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74830" y="5016485"/>
            <a:ext cx="2312621" cy="1812399"/>
          </a:xfrm>
          <a:prstGeom prst="rect">
            <a:avLst/>
          </a:prstGeom>
        </p:spPr>
      </p:pic>
      <p:pic>
        <p:nvPicPr>
          <p:cNvPr id="45" name="图片 44">
            <a:extLst>
              <a:ext uri="{FF2B5EF4-FFF2-40B4-BE49-F238E27FC236}">
                <a16:creationId xmlns:a16="http://schemas.microsoft.com/office/drawing/2014/main" id="{B56C51DF-3667-4B0A-94BB-09655449D4A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15001" y="5016486"/>
            <a:ext cx="2365975" cy="1767268"/>
          </a:xfrm>
          <a:prstGeom prst="rect">
            <a:avLst/>
          </a:prstGeom>
        </p:spPr>
      </p:pic>
      <p:sp>
        <p:nvSpPr>
          <p:cNvPr id="47" name="文本框 46">
            <a:extLst>
              <a:ext uri="{FF2B5EF4-FFF2-40B4-BE49-F238E27FC236}">
                <a16:creationId xmlns:a16="http://schemas.microsoft.com/office/drawing/2014/main" id="{3BA6A13D-4505-5AD4-8D3F-B20502DF0E93}"/>
              </a:ext>
            </a:extLst>
          </p:cNvPr>
          <p:cNvSpPr txBox="1"/>
          <p:nvPr/>
        </p:nvSpPr>
        <p:spPr>
          <a:xfrm>
            <a:off x="10886768" y="5088422"/>
            <a:ext cx="1185495" cy="1477328"/>
          </a:xfrm>
          <a:prstGeom prst="rect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zh-CN" altLang="en-US" sz="1000" dirty="0"/>
              <a:t>Th</a:t>
            </a:r>
            <a:r>
              <a:rPr lang="en-US" altLang="zh-CN" sz="1000" dirty="0"/>
              <a:t>ese</a:t>
            </a:r>
            <a:r>
              <a:rPr lang="zh-CN" altLang="en-US" sz="1000" dirty="0"/>
              <a:t> figure</a:t>
            </a:r>
            <a:r>
              <a:rPr lang="en-US" altLang="zh-CN" sz="1000" dirty="0"/>
              <a:t>s</a:t>
            </a:r>
            <a:r>
              <a:rPr lang="en-US" altLang="zh-CN" sz="1000" baseline="30000" dirty="0"/>
              <a:t>[2]</a:t>
            </a:r>
            <a:r>
              <a:rPr lang="zh-CN" altLang="en-US" sz="1000" baseline="30000" dirty="0"/>
              <a:t> </a:t>
            </a:r>
            <a:r>
              <a:rPr lang="zh-CN" altLang="en-US" sz="1000" dirty="0"/>
              <a:t>demonstrates the weak negative correlation between relation frequency and empirical ambiguity</a:t>
            </a:r>
            <a:r>
              <a:rPr lang="en-US" altLang="zh-CN" sz="1000" dirty="0"/>
              <a:t>/ discrepancy</a:t>
            </a:r>
            <a:r>
              <a:rPr lang="zh-CN" altLang="en-US" sz="1000" dirty="0"/>
              <a:t>.</a:t>
            </a: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2C0775E6-646D-3BDE-8F5C-A0E6D33814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61953" y="243216"/>
            <a:ext cx="2743200" cy="365125"/>
          </a:xfrm>
        </p:spPr>
        <p:txBody>
          <a:bodyPr/>
          <a:lstStyle/>
          <a:p>
            <a:fld id="{1D774731-12CD-3345-9473-330CE81C7131}" type="slidenum">
              <a:rPr kumimoji="1" lang="zh-CN" altLang="en-US" smtClean="0"/>
              <a:t>17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63329976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2EF45E0C-7177-5291-3C86-DB5C5CCEF5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88504DB9-4446-1715-FF5A-0F0D853DED67}"/>
              </a:ext>
            </a:extLst>
          </p:cNvPr>
          <p:cNvSpPr txBox="1"/>
          <p:nvPr/>
        </p:nvSpPr>
        <p:spPr>
          <a:xfrm>
            <a:off x="182116" y="165229"/>
            <a:ext cx="987642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</a:rPr>
              <a:t>Main Result:</a:t>
            </a:r>
            <a:r>
              <a:rPr lang="zh-CN" altLang="en-US" sz="2800" b="1" dirty="0">
                <a:solidFill>
                  <a:schemeClr val="bg1"/>
                </a:solidFill>
              </a:rPr>
              <a:t> </a:t>
            </a:r>
            <a:r>
              <a:rPr lang="en-US" altLang="zh-CN" sz="2800" b="1" dirty="0">
                <a:solidFill>
                  <a:schemeClr val="bg1"/>
                </a:solidFill>
              </a:rPr>
              <a:t>Mapping Property</a:t>
            </a:r>
            <a:r>
              <a:rPr lang="en-US" altLang="zh-CN" sz="2600" b="1" dirty="0">
                <a:solidFill>
                  <a:schemeClr val="bg1"/>
                </a:solidFill>
              </a:rPr>
              <a:t> Strongly Affects Multiplicity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D07ACB06-E74B-1811-77B3-21087FE12559}"/>
              </a:ext>
            </a:extLst>
          </p:cNvPr>
          <p:cNvSpPr txBox="1"/>
          <p:nvPr/>
        </p:nvSpPr>
        <p:spPr>
          <a:xfrm>
            <a:off x="445089" y="968984"/>
            <a:ext cx="2513830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600" b="1" dirty="0" err="1"/>
              <a:t>RotatE</a:t>
            </a:r>
            <a:r>
              <a:rPr lang="en-US" altLang="zh-CN" sz="2600" b="1" dirty="0"/>
              <a:t> tail-side</a:t>
            </a:r>
            <a:endParaRPr kumimoji="1" lang="zh-CN" altLang="en-US" sz="26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90" name="文本框 389">
                <a:extLst>
                  <a:ext uri="{FF2B5EF4-FFF2-40B4-BE49-F238E27FC236}">
                    <a16:creationId xmlns:a16="http://schemas.microsoft.com/office/drawing/2014/main" id="{DF5698F0-3B7F-6A24-358D-EA6123FA9230}"/>
                  </a:ext>
                </a:extLst>
              </p:cNvPr>
              <p:cNvSpPr txBox="1"/>
              <p:nvPr/>
            </p:nvSpPr>
            <p:spPr>
              <a:xfrm>
                <a:off x="445089" y="4764912"/>
                <a:ext cx="9262242" cy="166199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285750" indent="-28575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zh-CN" altLang="en-US" i="1" dirty="0" smtClean="0">
                        <a:latin typeface="Cambria Math" panose="02040503050406030204" pitchFamily="18" charset="0"/>
                      </a:rPr>
                      <m:t>1</m:t>
                    </m:r>
                    <m:r>
                      <a:rPr lang="zh-CN" altLang="en-US" i="1" dirty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zh-CN" altLang="en-US" i="1" dirty="0">
                        <a:latin typeface="Cambria Math" panose="02040503050406030204" pitchFamily="18" charset="0"/>
                      </a:rPr>
                      <m:t>𝑁</m:t>
                    </m:r>
                    <m:r>
                      <a:rPr lang="zh-CN" altLang="en-US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zh-CN" altLang="en-US" dirty="0"/>
                  <a:t>shows the lowest tail-side </a:t>
                </a:r>
                <a14:m>
                  <m:oMath xmlns:m="http://schemas.openxmlformats.org/officeDocument/2006/math">
                    <m:r>
                      <a:rPr lang="zh-CN" altLang="en-US" i="1" dirty="0" smtClean="0">
                        <a:latin typeface="Cambria Math" panose="02040503050406030204" pitchFamily="18" charset="0"/>
                      </a:rPr>
                      <m:t>𝐻𝑖𝑡𝑠</m:t>
                    </m:r>
                    <m:r>
                      <a:rPr lang="zh-CN" altLang="en-US" i="1" dirty="0" smtClean="0">
                        <a:latin typeface="Cambria Math" panose="02040503050406030204" pitchFamily="18" charset="0"/>
                      </a:rPr>
                      <m:t>@10</m:t>
                    </m:r>
                  </m:oMath>
                </a14:m>
                <a:r>
                  <a:rPr lang="zh-CN" altLang="en-US" dirty="0"/>
                  <a:t> and the highest multiplicity</a:t>
                </a:r>
                <a:endParaRPr lang="en-US" altLang="zh-CN" dirty="0"/>
              </a:p>
              <a:p>
                <a:pPr marL="285750" indent="-28575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zh-CN" altLang="en-US" i="1" dirty="0" smtClean="0">
                        <a:latin typeface="Cambria Math" panose="02040503050406030204" pitchFamily="18" charset="0"/>
                      </a:rPr>
                      <m:t>𝑀</m:t>
                    </m:r>
                    <m:r>
                      <a:rPr lang="zh-CN" altLang="en-US" i="1" dirty="0">
                        <a:latin typeface="Cambria Math" panose="02040503050406030204" pitchFamily="18" charset="0"/>
                      </a:rPr>
                      <m:t>−1 </m:t>
                    </m:r>
                  </m:oMath>
                </a14:m>
                <a:r>
                  <a:rPr lang="zh-CN" altLang="en-US" dirty="0"/>
                  <a:t>shows the highest tail-side </a:t>
                </a:r>
                <a14:m>
                  <m:oMath xmlns:m="http://schemas.openxmlformats.org/officeDocument/2006/math">
                    <m:r>
                      <a:rPr lang="zh-CN" altLang="en-US" i="1" dirty="0" smtClean="0">
                        <a:latin typeface="Cambria Math" panose="02040503050406030204" pitchFamily="18" charset="0"/>
                      </a:rPr>
                      <m:t>𝐻𝑖𝑡𝑠</m:t>
                    </m:r>
                    <m:r>
                      <a:rPr lang="zh-CN" altLang="en-US" i="1" dirty="0" smtClean="0">
                        <a:latin typeface="Cambria Math" panose="02040503050406030204" pitchFamily="18" charset="0"/>
                      </a:rPr>
                      <m:t>@10</m:t>
                    </m:r>
                  </m:oMath>
                </a14:m>
                <a:r>
                  <a:rPr lang="zh-CN" altLang="en-US" dirty="0"/>
                  <a:t> and the lowest multiplicity. </a:t>
                </a:r>
              </a:p>
              <a:p>
                <a:pPr marL="285750" indent="-28575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lang="en-US" altLang="zh-CN" dirty="0"/>
                  <a:t>Tail-side predictive multiplicity is not uniformly distributed across mapping types</a:t>
                </a:r>
              </a:p>
              <a:p>
                <a:pPr marL="285750" indent="-28575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lang="zh-CN" altLang="en-US" dirty="0"/>
                  <a:t>Higher multiplicity is associated with lower prediction accuracy</a:t>
                </a:r>
              </a:p>
            </p:txBody>
          </p:sp>
        </mc:Choice>
        <mc:Fallback xmlns="">
          <p:sp>
            <p:nvSpPr>
              <p:cNvPr id="390" name="文本框 389">
                <a:extLst>
                  <a:ext uri="{FF2B5EF4-FFF2-40B4-BE49-F238E27FC236}">
                    <a16:creationId xmlns:a16="http://schemas.microsoft.com/office/drawing/2014/main" id="{B5D5F096-FBA5-F38E-C660-75FD60F546F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5089" y="4764912"/>
                <a:ext cx="9262242" cy="1661993"/>
              </a:xfrm>
              <a:prstGeom prst="rect">
                <a:avLst/>
              </a:prstGeom>
              <a:blipFill>
                <a:blip r:embed="rId3"/>
                <a:stretch>
                  <a:fillRect l="-411" t="-2290" b="-610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91" name="文本框 390">
            <a:extLst>
              <a:ext uri="{FF2B5EF4-FFF2-40B4-BE49-F238E27FC236}">
                <a16:creationId xmlns:a16="http://schemas.microsoft.com/office/drawing/2014/main" id="{911DCDDF-B076-3FB9-D11F-72C70934F5C9}"/>
              </a:ext>
            </a:extLst>
          </p:cNvPr>
          <p:cNvSpPr txBox="1"/>
          <p:nvPr/>
        </p:nvSpPr>
        <p:spPr>
          <a:xfrm>
            <a:off x="445089" y="4170596"/>
            <a:ext cx="6815113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1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Only relations with </a:t>
            </a:r>
            <a:r>
              <a:rPr kumimoji="1" lang="en-US" altLang="zh-CN" sz="11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test_support</a:t>
            </a:r>
            <a:r>
              <a:rPr kumimoji="1" lang="en-US" altLang="zh-CN" sz="11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&gt;= 10 are shown.</a:t>
            </a:r>
          </a:p>
          <a:p>
            <a:r>
              <a:rPr kumimoji="1" lang="en-US" altLang="zh-CN" sz="11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The red dashed line shows the corresponding result from the original paper.</a:t>
            </a:r>
            <a:endParaRPr kumimoji="1" lang="zh-CN" altLang="en-US" sz="11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92" name="文本框 391">
                <a:extLst>
                  <a:ext uri="{FF2B5EF4-FFF2-40B4-BE49-F238E27FC236}">
                    <a16:creationId xmlns:a16="http://schemas.microsoft.com/office/drawing/2014/main" id="{10EEE670-BEF7-E3E5-236D-D92D91D04395}"/>
                  </a:ext>
                </a:extLst>
              </p:cNvPr>
              <p:cNvSpPr txBox="1"/>
              <p:nvPr/>
            </p:nvSpPr>
            <p:spPr>
              <a:xfrm>
                <a:off x="3129646" y="1026754"/>
                <a:ext cx="208104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dirty="0">
                    <a:latin typeface="Cambria Math" panose="02040503050406030204" pitchFamily="18" charset="0"/>
                  </a:rPr>
                  <a:t>Query: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h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 , 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 , ?</m:t>
                        </m:r>
                      </m:e>
                    </m:d>
                  </m:oMath>
                </a14:m>
                <a:endParaRPr kumimoji="1" lang="zh-CN" altLang="en-US" dirty="0"/>
              </a:p>
            </p:txBody>
          </p:sp>
        </mc:Choice>
        <mc:Fallback xmlns="">
          <p:sp>
            <p:nvSpPr>
              <p:cNvPr id="392" name="文本框 391">
                <a:extLst>
                  <a:ext uri="{FF2B5EF4-FFF2-40B4-BE49-F238E27FC236}">
                    <a16:creationId xmlns:a16="http://schemas.microsoft.com/office/drawing/2014/main" id="{10EEE670-BEF7-E3E5-236D-D92D91D0439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29646" y="1026754"/>
                <a:ext cx="2081049" cy="369332"/>
              </a:xfrm>
              <a:prstGeom prst="rect">
                <a:avLst/>
              </a:prstGeom>
              <a:blipFill>
                <a:blip r:embed="rId4"/>
                <a:stretch>
                  <a:fillRect l="-2424" t="-6667" b="-266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94" name="图形 393">
            <a:extLst>
              <a:ext uri="{FF2B5EF4-FFF2-40B4-BE49-F238E27FC236}">
                <a16:creationId xmlns:a16="http://schemas.microsoft.com/office/drawing/2014/main" id="{B2BC5F7C-8845-9239-769C-A0B54979767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 l="2069" t="10318" r="1620" b="15338"/>
          <a:stretch>
            <a:fillRect/>
          </a:stretch>
        </p:blipFill>
        <p:spPr>
          <a:xfrm>
            <a:off x="445089" y="1512117"/>
            <a:ext cx="8815330" cy="2495050"/>
          </a:xfrm>
          <a:prstGeom prst="rect">
            <a:avLst/>
          </a:prstGeom>
        </p:spPr>
      </p:pic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5D9A57B0-0858-A377-EFB2-7DC0F1628B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61953" y="243216"/>
            <a:ext cx="2743200" cy="365125"/>
          </a:xfrm>
        </p:spPr>
        <p:txBody>
          <a:bodyPr/>
          <a:lstStyle/>
          <a:p>
            <a:fld id="{1D774731-12CD-3345-9473-330CE81C7131}" type="slidenum">
              <a:rPr kumimoji="1" lang="zh-CN" altLang="en-US" smtClean="0"/>
              <a:t>18</a:t>
            </a:fld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92657974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93D49009-DF69-35A5-B4ED-42A5FA738E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>
            <a:extLst>
              <a:ext uri="{FF2B5EF4-FFF2-40B4-BE49-F238E27FC236}">
                <a16:creationId xmlns:a16="http://schemas.microsoft.com/office/drawing/2014/main" id="{C9AC40BD-A079-74F3-6EF3-47FBD369D008}"/>
              </a:ext>
            </a:extLst>
          </p:cNvPr>
          <p:cNvSpPr txBox="1"/>
          <p:nvPr/>
        </p:nvSpPr>
        <p:spPr>
          <a:xfrm>
            <a:off x="308107" y="4605717"/>
            <a:ext cx="739337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000" dirty="0" err="1">
                <a:latin typeface="Consolas" panose="020B0609020204030204" pitchFamily="49" charset="0"/>
                <a:cs typeface="Consolas" panose="020B0609020204030204" pitchFamily="49" charset="0"/>
              </a:rPr>
              <a:t>mutual_inverse_strength</a:t>
            </a:r>
            <a:r>
              <a:rPr kumimoji="1" lang="en-US" altLang="zh-CN" sz="10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kumimoji="1" lang="en-US" altLang="zh-CN" sz="900" dirty="0"/>
              <a:t>: Strength. Measuring how strongly a relation and its best reverse partner support each other in both directions</a:t>
            </a:r>
            <a:r>
              <a:rPr kumimoji="1" lang="en-US" altLang="zh-CN" sz="1000" dirty="0"/>
              <a:t>.</a:t>
            </a:r>
          </a:p>
          <a:p>
            <a:r>
              <a:rPr kumimoji="1" lang="en-US" altLang="zh-CN" sz="1000" dirty="0" err="1">
                <a:latin typeface="Consolas" panose="020B0609020204030204" pitchFamily="49" charset="0"/>
                <a:cs typeface="Consolas" panose="020B0609020204030204" pitchFamily="49" charset="0"/>
              </a:rPr>
              <a:t>inverse_clarity</a:t>
            </a:r>
            <a:r>
              <a:rPr kumimoji="1" lang="en-US" altLang="zh-CN" sz="1000" dirty="0"/>
              <a:t>: </a:t>
            </a:r>
            <a:r>
              <a:rPr kumimoji="1" lang="en-US" altLang="zh-CN" sz="900" dirty="0"/>
              <a:t>Uniqueness/ confidence. Measuring whether the best inverse-like partner is clearly better than the other candidates.</a:t>
            </a:r>
            <a:endParaRPr kumimoji="1" lang="zh-CN" altLang="en-US" sz="1000" dirty="0"/>
          </a:p>
        </p:txBody>
      </p:sp>
      <p:sp>
        <p:nvSpPr>
          <p:cNvPr id="87" name="文本框 86">
            <a:extLst>
              <a:ext uri="{FF2B5EF4-FFF2-40B4-BE49-F238E27FC236}">
                <a16:creationId xmlns:a16="http://schemas.microsoft.com/office/drawing/2014/main" id="{EC2C7673-EFC0-41DB-266F-C14C5C4F583C}"/>
              </a:ext>
            </a:extLst>
          </p:cNvPr>
          <p:cNvSpPr txBox="1"/>
          <p:nvPr/>
        </p:nvSpPr>
        <p:spPr>
          <a:xfrm>
            <a:off x="182116" y="197313"/>
            <a:ext cx="10993715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600" b="1" dirty="0">
                <a:solidFill>
                  <a:schemeClr val="bg1"/>
                </a:solidFill>
              </a:rPr>
              <a:t>Main Result 2: High-Confidence Inverse-Like Relations Are More Stable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90" name="表格 89">
                <a:extLst>
                  <a:ext uri="{FF2B5EF4-FFF2-40B4-BE49-F238E27FC236}">
                    <a16:creationId xmlns:a16="http://schemas.microsoft.com/office/drawing/2014/main" id="{64E59982-42E3-8936-9AB9-18C953EAAED1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324149" y="5742092"/>
              <a:ext cx="8127999" cy="6108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743753">
                      <a:extLst>
                        <a:ext uri="{9D8B030D-6E8A-4147-A177-3AD203B41FA5}">
                          <a16:colId xmlns:a16="http://schemas.microsoft.com/office/drawing/2014/main" val="3801431339"/>
                        </a:ext>
                      </a:extLst>
                    </a:gridCol>
                    <a:gridCol w="320040">
                      <a:extLst>
                        <a:ext uri="{9D8B030D-6E8A-4147-A177-3AD203B41FA5}">
                          <a16:colId xmlns:a16="http://schemas.microsoft.com/office/drawing/2014/main" val="278683573"/>
                        </a:ext>
                      </a:extLst>
                    </a:gridCol>
                    <a:gridCol w="3064206">
                      <a:extLst>
                        <a:ext uri="{9D8B030D-6E8A-4147-A177-3AD203B41FA5}">
                          <a16:colId xmlns:a16="http://schemas.microsoft.com/office/drawing/2014/main" val="4283686172"/>
                        </a:ext>
                      </a:extLst>
                    </a:gridCol>
                  </a:tblGrid>
                  <a:tr h="255663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 typeface="Arial" panose="020B0604020202020204" pitchFamily="34" charset="0"/>
                            <a:buNone/>
                            <a:tabLst/>
                            <a:defRPr/>
                          </a:pPr>
                          <a:r>
                            <a:rPr kumimoji="1" lang="en-US" altLang="zh-CN" sz="1000" b="0" dirty="0">
                              <a:solidFill>
                                <a:schemeClr val="tx1"/>
                              </a:solidFill>
                              <a:latin typeface="Consolas" panose="020B0609020204030204" pitchFamily="49" charset="0"/>
                              <a:cs typeface="Consolas" panose="020B0609020204030204" pitchFamily="49" charset="0"/>
                            </a:rPr>
                            <a:t>/education/</a:t>
                          </a:r>
                          <a:r>
                            <a:rPr kumimoji="1" lang="en-US" altLang="zh-CN" sz="1000" b="0" dirty="0" err="1">
                              <a:solidFill>
                                <a:schemeClr val="tx1"/>
                              </a:solidFill>
                              <a:latin typeface="Consolas" panose="020B0609020204030204" pitchFamily="49" charset="0"/>
                              <a:cs typeface="Consolas" panose="020B0609020204030204" pitchFamily="49" charset="0"/>
                            </a:rPr>
                            <a:t>educational_institution_campus</a:t>
                          </a:r>
                          <a:r>
                            <a:rPr kumimoji="1" lang="en-US" altLang="zh-CN" sz="1000" b="0" dirty="0">
                              <a:solidFill>
                                <a:schemeClr val="tx1"/>
                              </a:solidFill>
                              <a:latin typeface="Consolas" panose="020B0609020204030204" pitchFamily="49" charset="0"/>
                              <a:cs typeface="Consolas" panose="020B0609020204030204" pitchFamily="49" charset="0"/>
                            </a:rPr>
                            <a:t>/</a:t>
                          </a:r>
                          <a:r>
                            <a:rPr kumimoji="1" lang="en-US" altLang="zh-CN" sz="1000" b="0" dirty="0" err="1">
                              <a:solidFill>
                                <a:schemeClr val="tx1"/>
                              </a:solidFill>
                              <a:latin typeface="Consolas" panose="020B0609020204030204" pitchFamily="49" charset="0"/>
                              <a:cs typeface="Consolas" panose="020B0609020204030204" pitchFamily="49" charset="0"/>
                            </a:rPr>
                            <a:t>educational_institution</a:t>
                          </a:r>
                          <a:endParaRPr kumimoji="1" lang="en-US" altLang="zh-CN" sz="1000" b="0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  <a:cs typeface="Consolas" panose="020B0609020204030204" pitchFamily="49" charset="0"/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 typeface="Arial" panose="020B0604020202020204" pitchFamily="34" charset="0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1" lang="en-US" altLang="zh-CN" sz="11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Consolas" panose="020B0609020204030204" pitchFamily="49" charset="0"/>
                                  </a:rPr>
                                  <m:t>→</m:t>
                                </m:r>
                              </m:oMath>
                            </m:oMathPara>
                          </a14:m>
                          <a:endParaRPr kumimoji="1" lang="en-US" altLang="zh-CN" sz="1100" b="0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  <a:cs typeface="Consolas" panose="020B0609020204030204" pitchFamily="49" charset="0"/>
                          </a:endParaRP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sz="1400" b="0" dirty="0">
                              <a:solidFill>
                                <a:schemeClr val="tx1"/>
                              </a:solidFill>
                            </a:rPr>
                            <a:t>institution of the campus </a:t>
                          </a:r>
                          <a:endParaRPr lang="zh-CN" altLang="en-US" sz="14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64459340"/>
                      </a:ext>
                    </a:extLst>
                  </a:tr>
                  <a:tr h="306000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 typeface="Arial" panose="020B0604020202020204" pitchFamily="34" charset="0"/>
                            <a:buNone/>
                            <a:tabLst/>
                            <a:defRPr/>
                          </a:pPr>
                          <a:r>
                            <a:rPr kumimoji="1" lang="en-US" altLang="zh-CN" sz="1000" b="0" dirty="0">
                              <a:solidFill>
                                <a:schemeClr val="tx1"/>
                              </a:solidFill>
                              <a:latin typeface="Consolas" panose="020B0609020204030204" pitchFamily="49" charset="0"/>
                              <a:cs typeface="Consolas" panose="020B0609020204030204" pitchFamily="49" charset="0"/>
                            </a:rPr>
                            <a:t>/education/</a:t>
                          </a:r>
                          <a:r>
                            <a:rPr kumimoji="1" lang="en-US" altLang="zh-CN" sz="1000" b="0" dirty="0" err="1">
                              <a:solidFill>
                                <a:schemeClr val="tx1"/>
                              </a:solidFill>
                              <a:latin typeface="Consolas" panose="020B0609020204030204" pitchFamily="49" charset="0"/>
                              <a:cs typeface="Consolas" panose="020B0609020204030204" pitchFamily="49" charset="0"/>
                            </a:rPr>
                            <a:t>educational_institution</a:t>
                          </a:r>
                          <a:r>
                            <a:rPr kumimoji="1" lang="en-US" altLang="zh-CN" sz="1000" b="0" dirty="0">
                              <a:solidFill>
                                <a:schemeClr val="tx1"/>
                              </a:solidFill>
                              <a:latin typeface="Consolas" panose="020B0609020204030204" pitchFamily="49" charset="0"/>
                              <a:cs typeface="Consolas" panose="020B0609020204030204" pitchFamily="49" charset="0"/>
                            </a:rPr>
                            <a:t>/campuses</a:t>
                          </a:r>
                        </a:p>
                      </a:txBody>
                      <a:tcPr anchor="ctr">
                        <a:lnL w="12700" cmpd="sng">
                          <a:noFill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81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 typeface="Arial" panose="020B0604020202020204" pitchFamily="34" charset="0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1" lang="en-US" altLang="zh-CN" sz="11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Consolas" panose="020B0609020204030204" pitchFamily="49" charset="0"/>
                                  </a:rPr>
                                  <m:t>→</m:t>
                                </m:r>
                              </m:oMath>
                            </m:oMathPara>
                          </a14:m>
                          <a:endParaRPr kumimoji="1" lang="en-US" altLang="zh-CN" sz="1100" b="0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  <a:cs typeface="Consolas" panose="020B0609020204030204" pitchFamily="49" charset="0"/>
                          </a:endParaRP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81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sz="1400" b="0" dirty="0">
                              <a:solidFill>
                                <a:schemeClr val="tx1"/>
                              </a:solidFill>
                            </a:rPr>
                            <a:t>campuses of the institution</a:t>
                          </a:r>
                          <a:endParaRPr lang="zh-CN" altLang="en-US" sz="14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mpd="sng">
                          <a:noFill/>
                        </a:lnR>
                        <a:lnT w="381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49843768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90" name="表格 89">
                <a:extLst>
                  <a:ext uri="{FF2B5EF4-FFF2-40B4-BE49-F238E27FC236}">
                    <a16:creationId xmlns:a16="http://schemas.microsoft.com/office/drawing/2014/main" id="{64E59982-42E3-8936-9AB9-18C953EAAED1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324149" y="5742092"/>
              <a:ext cx="8127999" cy="6108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743753">
                      <a:extLst>
                        <a:ext uri="{9D8B030D-6E8A-4147-A177-3AD203B41FA5}">
                          <a16:colId xmlns:a16="http://schemas.microsoft.com/office/drawing/2014/main" val="3801431339"/>
                        </a:ext>
                      </a:extLst>
                    </a:gridCol>
                    <a:gridCol w="320040">
                      <a:extLst>
                        <a:ext uri="{9D8B030D-6E8A-4147-A177-3AD203B41FA5}">
                          <a16:colId xmlns:a16="http://schemas.microsoft.com/office/drawing/2014/main" val="278683573"/>
                        </a:ext>
                      </a:extLst>
                    </a:gridCol>
                    <a:gridCol w="3064206">
                      <a:extLst>
                        <a:ext uri="{9D8B030D-6E8A-4147-A177-3AD203B41FA5}">
                          <a16:colId xmlns:a16="http://schemas.microsoft.com/office/drawing/2014/main" val="4283686172"/>
                        </a:ext>
                      </a:extLst>
                    </a:gridCol>
                  </a:tblGrid>
                  <a:tr h="304800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 typeface="Arial" panose="020B0604020202020204" pitchFamily="34" charset="0"/>
                            <a:buNone/>
                            <a:tabLst/>
                            <a:defRPr/>
                          </a:pPr>
                          <a:r>
                            <a:rPr kumimoji="1" lang="en-US" altLang="zh-CN" sz="1000" b="0" dirty="0">
                              <a:solidFill>
                                <a:schemeClr val="tx1"/>
                              </a:solidFill>
                              <a:latin typeface="Consolas" panose="020B0609020204030204" pitchFamily="49" charset="0"/>
                              <a:cs typeface="Consolas" panose="020B0609020204030204" pitchFamily="49" charset="0"/>
                            </a:rPr>
                            <a:t>/education/</a:t>
                          </a:r>
                          <a:r>
                            <a:rPr kumimoji="1" lang="en-US" altLang="zh-CN" sz="1000" b="0" dirty="0" err="1">
                              <a:solidFill>
                                <a:schemeClr val="tx1"/>
                              </a:solidFill>
                              <a:latin typeface="Consolas" panose="020B0609020204030204" pitchFamily="49" charset="0"/>
                              <a:cs typeface="Consolas" panose="020B0609020204030204" pitchFamily="49" charset="0"/>
                            </a:rPr>
                            <a:t>educational_institution_campus</a:t>
                          </a:r>
                          <a:r>
                            <a:rPr kumimoji="1" lang="en-US" altLang="zh-CN" sz="1000" b="0" dirty="0">
                              <a:solidFill>
                                <a:schemeClr val="tx1"/>
                              </a:solidFill>
                              <a:latin typeface="Consolas" panose="020B0609020204030204" pitchFamily="49" charset="0"/>
                              <a:cs typeface="Consolas" panose="020B0609020204030204" pitchFamily="49" charset="0"/>
                            </a:rPr>
                            <a:t>/</a:t>
                          </a:r>
                          <a:r>
                            <a:rPr kumimoji="1" lang="en-US" altLang="zh-CN" sz="1000" b="0" dirty="0" err="1">
                              <a:solidFill>
                                <a:schemeClr val="tx1"/>
                              </a:solidFill>
                              <a:latin typeface="Consolas" panose="020B0609020204030204" pitchFamily="49" charset="0"/>
                              <a:cs typeface="Consolas" panose="020B0609020204030204" pitchFamily="49" charset="0"/>
                            </a:rPr>
                            <a:t>educational_institution</a:t>
                          </a:r>
                          <a:endParaRPr kumimoji="1" lang="en-US" altLang="zh-CN" sz="1000" b="0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  <a:cs typeface="Consolas" panose="020B0609020204030204" pitchFamily="49" charset="0"/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1496000" t="-4167" r="-968000" b="-125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sz="1400" b="0" dirty="0">
                              <a:solidFill>
                                <a:schemeClr val="tx1"/>
                              </a:solidFill>
                            </a:rPr>
                            <a:t>institution of the campus </a:t>
                          </a:r>
                          <a:endParaRPr lang="zh-CN" altLang="en-US" sz="14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64459340"/>
                      </a:ext>
                    </a:extLst>
                  </a:tr>
                  <a:tr h="306000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 typeface="Arial" panose="020B0604020202020204" pitchFamily="34" charset="0"/>
                            <a:buNone/>
                            <a:tabLst/>
                            <a:defRPr/>
                          </a:pPr>
                          <a:r>
                            <a:rPr kumimoji="1" lang="en-US" altLang="zh-CN" sz="1000" b="0" dirty="0">
                              <a:solidFill>
                                <a:schemeClr val="tx1"/>
                              </a:solidFill>
                              <a:latin typeface="Consolas" panose="020B0609020204030204" pitchFamily="49" charset="0"/>
                              <a:cs typeface="Consolas" panose="020B0609020204030204" pitchFamily="49" charset="0"/>
                            </a:rPr>
                            <a:t>/education/</a:t>
                          </a:r>
                          <a:r>
                            <a:rPr kumimoji="1" lang="en-US" altLang="zh-CN" sz="1000" b="0" dirty="0" err="1">
                              <a:solidFill>
                                <a:schemeClr val="tx1"/>
                              </a:solidFill>
                              <a:latin typeface="Consolas" panose="020B0609020204030204" pitchFamily="49" charset="0"/>
                              <a:cs typeface="Consolas" panose="020B0609020204030204" pitchFamily="49" charset="0"/>
                            </a:rPr>
                            <a:t>educational_institution</a:t>
                          </a:r>
                          <a:r>
                            <a:rPr kumimoji="1" lang="en-US" altLang="zh-CN" sz="1000" b="0" dirty="0">
                              <a:solidFill>
                                <a:schemeClr val="tx1"/>
                              </a:solidFill>
                              <a:latin typeface="Consolas" panose="020B0609020204030204" pitchFamily="49" charset="0"/>
                              <a:cs typeface="Consolas" panose="020B0609020204030204" pitchFamily="49" charset="0"/>
                            </a:rPr>
                            <a:t>/campuses</a:t>
                          </a:r>
                        </a:p>
                      </a:txBody>
                      <a:tcPr anchor="ctr">
                        <a:lnL w="12700" cmpd="sng">
                          <a:noFill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81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81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1496000" t="-100000" r="-968000" b="-2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sz="1400" b="0" dirty="0">
                              <a:solidFill>
                                <a:schemeClr val="tx1"/>
                              </a:solidFill>
                            </a:rPr>
                            <a:t>campuses of the institution</a:t>
                          </a:r>
                          <a:endParaRPr lang="zh-CN" altLang="en-US" sz="14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mpd="sng">
                          <a:noFill/>
                        </a:lnR>
                        <a:lnT w="381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498437685"/>
                      </a:ext>
                    </a:extLst>
                  </a:tr>
                </a:tbl>
              </a:graphicData>
            </a:graphic>
          </p:graphicFrame>
        </mc:Fallback>
      </mc:AlternateContent>
      <p:graphicFrame>
        <p:nvGraphicFramePr>
          <p:cNvPr id="91" name="表格 90">
            <a:extLst>
              <a:ext uri="{FF2B5EF4-FFF2-40B4-BE49-F238E27FC236}">
                <a16:creationId xmlns:a16="http://schemas.microsoft.com/office/drawing/2014/main" id="{88D46E0F-4AED-3458-2EDD-60C56D832F86}"/>
              </a:ext>
            </a:extLst>
          </p:cNvPr>
          <p:cNvGraphicFramePr>
            <a:graphicFrameLocks noGrp="1"/>
          </p:cNvGraphicFramePr>
          <p:nvPr/>
        </p:nvGraphicFramePr>
        <p:xfrm>
          <a:off x="8772990" y="5413892"/>
          <a:ext cx="2408358" cy="12672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415114">
                  <a:extLst>
                    <a:ext uri="{9D8B030D-6E8A-4147-A177-3AD203B41FA5}">
                      <a16:colId xmlns:a16="http://schemas.microsoft.com/office/drawing/2014/main" val="3237084203"/>
                    </a:ext>
                  </a:extLst>
                </a:gridCol>
                <a:gridCol w="288758">
                  <a:extLst>
                    <a:ext uri="{9D8B030D-6E8A-4147-A177-3AD203B41FA5}">
                      <a16:colId xmlns:a16="http://schemas.microsoft.com/office/drawing/2014/main" val="1139390822"/>
                    </a:ext>
                  </a:extLst>
                </a:gridCol>
                <a:gridCol w="704486">
                  <a:extLst>
                    <a:ext uri="{9D8B030D-6E8A-4147-A177-3AD203B41FA5}">
                      <a16:colId xmlns:a16="http://schemas.microsoft.com/office/drawing/2014/main" val="3441926543"/>
                    </a:ext>
                  </a:extLst>
                </a:gridCol>
              </a:tblGrid>
              <a:tr h="288000">
                <a:tc>
                  <a:txBody>
                    <a:bodyPr/>
                    <a:lstStyle/>
                    <a:p>
                      <a:pPr algn="l"/>
                      <a:r>
                        <a:rPr kumimoji="1" lang="en-US" altLang="zh-CN" sz="900" dirty="0" err="1"/>
                        <a:t>mutual_inverse_strength</a:t>
                      </a:r>
                      <a:endParaRPr lang="zh-CN" altLang="en-US" sz="90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900" dirty="0"/>
                        <a:t>=</a:t>
                      </a:r>
                      <a:endParaRPr lang="zh-CN" altLang="en-US" sz="90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900" dirty="0"/>
                        <a:t>0.8026</a:t>
                      </a:r>
                      <a:endParaRPr lang="zh-CN" altLang="en-US" sz="900" dirty="0"/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15165019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algn="l"/>
                      <a:r>
                        <a:rPr kumimoji="1" lang="en-US" altLang="zh-CN" sz="900" dirty="0" err="1"/>
                        <a:t>inverse_clarity</a:t>
                      </a:r>
                      <a:r>
                        <a:rPr kumimoji="1" lang="en-US" altLang="zh-CN" sz="900" dirty="0"/>
                        <a:t> </a:t>
                      </a:r>
                      <a:endParaRPr lang="zh-CN" altLang="en-US" sz="900" dirty="0"/>
                    </a:p>
                  </a:txBody>
                  <a:tcPr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900" dirty="0"/>
                        <a:t>=</a:t>
                      </a:r>
                      <a:endParaRPr lang="zh-CN" altLang="en-US" sz="900" dirty="0"/>
                    </a:p>
                  </a:txBody>
                  <a:tcPr anchor="ctr"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900" dirty="0"/>
                        <a:t>0.7700</a:t>
                      </a:r>
                      <a:endParaRPr lang="zh-CN" altLang="en-US" sz="900" dirty="0"/>
                    </a:p>
                  </a:txBody>
                  <a:tcPr anchor="ctr"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31153618"/>
                  </a:ext>
                </a:extLst>
              </a:tr>
              <a:tr h="230400">
                <a:tc>
                  <a:txBody>
                    <a:bodyPr/>
                    <a:lstStyle/>
                    <a:p>
                      <a:pPr algn="l"/>
                      <a:r>
                        <a:rPr lang="en-US" altLang="zh-CN" sz="900" dirty="0"/>
                        <a:t>hits@10</a:t>
                      </a:r>
                      <a:endParaRPr lang="zh-CN" altLang="en-US" sz="900" dirty="0"/>
                    </a:p>
                  </a:txBody>
                  <a:tcPr anchor="ctr"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900" dirty="0"/>
                        <a:t>=</a:t>
                      </a:r>
                      <a:endParaRPr lang="zh-CN" altLang="en-US" sz="900" dirty="0"/>
                    </a:p>
                  </a:txBody>
                  <a:tcPr anchor="ctr"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900" dirty="0"/>
                        <a:t>1.0000</a:t>
                      </a:r>
                      <a:endParaRPr lang="zh-CN" altLang="en-US" sz="900" dirty="0"/>
                    </a:p>
                  </a:txBody>
                  <a:tcPr anchor="ctr"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61177742"/>
                  </a:ext>
                </a:extLst>
              </a:tr>
              <a:tr h="230400">
                <a:tc>
                  <a:txBody>
                    <a:bodyPr/>
                    <a:lstStyle/>
                    <a:p>
                      <a:pPr algn="l"/>
                      <a:r>
                        <a:rPr lang="en-US" altLang="zh-CN" sz="900" dirty="0"/>
                        <a:t>alpha</a:t>
                      </a:r>
                      <a:endParaRPr lang="zh-CN" altLang="en-US" sz="90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900" dirty="0"/>
                        <a:t>=</a:t>
                      </a:r>
                      <a:endParaRPr lang="zh-CN" altLang="en-US" sz="90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900" dirty="0"/>
                        <a:t>0.0000</a:t>
                      </a:r>
                      <a:endParaRPr lang="zh-CN" altLang="en-US" sz="900" dirty="0"/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78946846"/>
                  </a:ext>
                </a:extLst>
              </a:tr>
              <a:tr h="230400">
                <a:tc>
                  <a:txBody>
                    <a:bodyPr/>
                    <a:lstStyle/>
                    <a:p>
                      <a:pPr algn="l"/>
                      <a:r>
                        <a:rPr lang="en-US" altLang="zh-CN" sz="900" dirty="0"/>
                        <a:t>delta</a:t>
                      </a:r>
                      <a:endParaRPr lang="zh-CN" altLang="en-US" sz="90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900" dirty="0"/>
                        <a:t>=</a:t>
                      </a:r>
                      <a:endParaRPr lang="zh-CN" altLang="en-US" sz="90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900" dirty="0"/>
                        <a:t>0.0000</a:t>
                      </a:r>
                      <a:endParaRPr lang="zh-CN" altLang="en-US" sz="900" dirty="0"/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63576842"/>
                  </a:ext>
                </a:extLst>
              </a:tr>
            </a:tbl>
          </a:graphicData>
        </a:graphic>
      </p:graphicFrame>
      <p:sp>
        <p:nvSpPr>
          <p:cNvPr id="92" name="文本框 91">
            <a:extLst>
              <a:ext uri="{FF2B5EF4-FFF2-40B4-BE49-F238E27FC236}">
                <a16:creationId xmlns:a16="http://schemas.microsoft.com/office/drawing/2014/main" id="{E1C9746C-D60C-E62B-9423-36EE79205B3A}"/>
              </a:ext>
            </a:extLst>
          </p:cNvPr>
          <p:cNvSpPr txBox="1"/>
          <p:nvPr/>
        </p:nvSpPr>
        <p:spPr>
          <a:xfrm>
            <a:off x="324149" y="5180882"/>
            <a:ext cx="116570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2000" b="1" dirty="0"/>
              <a:t>Example</a:t>
            </a:r>
            <a:endParaRPr kumimoji="1" lang="zh-CN" altLang="en-US" sz="2000" b="1" dirty="0"/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4042F536-F880-F1BF-3880-A694E87F38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61953" y="243216"/>
            <a:ext cx="2743200" cy="365125"/>
          </a:xfrm>
        </p:spPr>
        <p:txBody>
          <a:bodyPr/>
          <a:lstStyle/>
          <a:p>
            <a:fld id="{1D774731-12CD-3345-9473-330CE81C7131}" type="slidenum">
              <a:rPr kumimoji="1" lang="zh-CN" altLang="en-US" smtClean="0"/>
              <a:t>19</a:t>
            </a:fld>
            <a:endParaRPr kumimoji="1"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83900AF4-208D-B6E5-3DEC-7745FFE95501}"/>
                  </a:ext>
                </a:extLst>
              </p:cNvPr>
              <p:cNvSpPr txBox="1"/>
              <p:nvPr/>
            </p:nvSpPr>
            <p:spPr>
              <a:xfrm>
                <a:off x="7603184" y="2431421"/>
                <a:ext cx="4595931" cy="203132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285750" indent="-285750">
                  <a:spcAft>
                    <a:spcPts val="1200"/>
                  </a:spcAft>
                  <a:buFont typeface="Arial" panose="020B0604020202020204" pitchFamily="34" charset="0"/>
                  <a:buChar char="•"/>
                </a:pPr>
                <a:r>
                  <a:rPr lang="zh-CN" altLang="en-US" sz="1200" dirty="0"/>
                  <a:t>Inverse</a:t>
                </a:r>
                <a:r>
                  <a:rPr lang="en-US" altLang="zh-CN" sz="1200" dirty="0"/>
                  <a:t> </a:t>
                </a:r>
                <a:r>
                  <a:rPr lang="zh-CN" altLang="en-US" sz="1200" dirty="0"/>
                  <a:t>does not give a global monotonic law, but extreme high-confidence inverse relations form </a:t>
                </a:r>
                <a:r>
                  <a:rPr lang="en-US" altLang="zh-CN" sz="1200" dirty="0"/>
                  <a:t>a </a:t>
                </a:r>
                <a:r>
                  <a:rPr lang="zh-CN" altLang="en-US" sz="1200" dirty="0"/>
                  <a:t>stable subgroup.</a:t>
                </a:r>
                <a:endParaRPr lang="en-US" altLang="zh-CN" sz="1200" dirty="0"/>
              </a:p>
              <a:p>
                <a:pPr marL="285750" indent="-285750">
                  <a:spcAft>
                    <a:spcPts val="1200"/>
                  </a:spcAft>
                  <a:buFont typeface="Arial" panose="020B0604020202020204" pitchFamily="34" charset="0"/>
                  <a:buChar char="•"/>
                </a:pPr>
                <a:r>
                  <a:rPr lang="en-US" altLang="zh-CN" sz="1200" dirty="0"/>
                  <a:t>Compared with the global baseline, high-confidence inverse-like subgroups show higher </a:t>
                </a:r>
                <a14:m>
                  <m:oMath xmlns:m="http://schemas.openxmlformats.org/officeDocument/2006/math">
                    <m:r>
                      <a:rPr lang="en-US" altLang="zh-CN" sz="1200" i="1" dirty="0" smtClean="0">
                        <a:latin typeface="Cambria Math" panose="02040503050406030204" pitchFamily="18" charset="0"/>
                      </a:rPr>
                      <m:t>𝐻𝑖𝑡𝑠</m:t>
                    </m:r>
                    <m:r>
                      <a:rPr lang="en-US" altLang="zh-CN" sz="1200" i="1" dirty="0" smtClean="0">
                        <a:latin typeface="Cambria Math" panose="02040503050406030204" pitchFamily="18" charset="0"/>
                      </a:rPr>
                      <m:t>@10 </m:t>
                    </m:r>
                  </m:oMath>
                </a14:m>
                <a:r>
                  <a:rPr lang="en-US" altLang="zh-CN" sz="1200" dirty="0"/>
                  <a:t>and lower </a:t>
                </a:r>
                <a14:m>
                  <m:oMath xmlns:m="http://schemas.openxmlformats.org/officeDocument/2006/math">
                    <m:r>
                      <a:rPr lang="el-GR" altLang="zh-CN" sz="1200" i="1" dirty="0" smtClean="0">
                        <a:latin typeface="Cambria Math" panose="02040503050406030204" pitchFamily="18" charset="0"/>
                      </a:rPr>
                      <m:t>𝛼</m:t>
                    </m:r>
                    <m:r>
                      <a:rPr lang="el-GR" altLang="zh-CN" sz="1200" i="1" dirty="0" smtClean="0">
                        <a:latin typeface="Cambria Math" panose="02040503050406030204" pitchFamily="18" charset="0"/>
                      </a:rPr>
                      <m:t> / </m:t>
                    </m:r>
                    <m:r>
                      <a:rPr lang="el-GR" altLang="zh-CN" sz="1200" i="1" dirty="0" smtClean="0">
                        <a:latin typeface="Cambria Math" panose="02040503050406030204" pitchFamily="18" charset="0"/>
                      </a:rPr>
                      <m:t>𝛿</m:t>
                    </m:r>
                  </m:oMath>
                </a14:m>
                <a:r>
                  <a:rPr lang="el-GR" altLang="zh-CN" sz="1200" dirty="0"/>
                  <a:t>.</a:t>
                </a:r>
                <a:r>
                  <a:rPr lang="zh-CN" altLang="en-US" sz="1200" dirty="0"/>
                  <a:t> </a:t>
                </a:r>
                <a:endParaRPr lang="en-US" altLang="zh-CN" sz="1200" dirty="0"/>
              </a:p>
              <a:p>
                <a:pPr marL="285750" indent="-285750">
                  <a:spcAft>
                    <a:spcPts val="1200"/>
                  </a:spcAft>
                  <a:buFont typeface="Arial" panose="020B0604020202020204" pitchFamily="34" charset="0"/>
                  <a:buChar char="•"/>
                </a:pPr>
                <a:r>
                  <a:rPr lang="en-US" altLang="zh-CN" sz="1200" dirty="0"/>
                  <a:t>The cleanest subgroup is defined by </a:t>
                </a:r>
                <a:r>
                  <a:rPr lang="en-US" altLang="zh-CN" sz="1200" dirty="0" err="1"/>
                  <a:t>inverse_clarity</a:t>
                </a:r>
                <a:r>
                  <a:rPr lang="en-US" altLang="zh-CN" sz="1200" dirty="0"/>
                  <a:t> &gt; 0.5, where both </a:t>
                </a:r>
                <a:r>
                  <a:rPr lang="en-US" altLang="zh-CN" sz="1200" dirty="0" err="1"/>
                  <a:t>RotatE</a:t>
                </a:r>
                <a:r>
                  <a:rPr lang="en-US" altLang="zh-CN" sz="1200" dirty="0"/>
                  <a:t> and TransE show </a:t>
                </a:r>
                <a14:m>
                  <m:oMath xmlns:m="http://schemas.openxmlformats.org/officeDocument/2006/math">
                    <m:r>
                      <a:rPr lang="el-GR" altLang="zh-CN" sz="1200" i="1" dirty="0" smtClean="0">
                        <a:latin typeface="Cambria Math" panose="02040503050406030204" pitchFamily="18" charset="0"/>
                      </a:rPr>
                      <m:t>𝛼</m:t>
                    </m:r>
                    <m:r>
                      <a:rPr lang="en-US" altLang="zh-CN" sz="1200" b="0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l-GR" altLang="zh-CN" sz="1200" i="1" dirty="0" smtClean="0">
                        <a:latin typeface="Cambria Math" panose="02040503050406030204" pitchFamily="18" charset="0"/>
                      </a:rPr>
                      <m:t>0 </m:t>
                    </m:r>
                  </m:oMath>
                </a14:m>
                <a:r>
                  <a:rPr lang="en-US" altLang="zh-CN" sz="1200" dirty="0"/>
                  <a:t>and </a:t>
                </a:r>
                <a14:m>
                  <m:oMath xmlns:m="http://schemas.openxmlformats.org/officeDocument/2006/math">
                    <m:r>
                      <a:rPr lang="el-GR" altLang="zh-CN" sz="1200" i="1" dirty="0" smtClean="0">
                        <a:latin typeface="Cambria Math" panose="02040503050406030204" pitchFamily="18" charset="0"/>
                      </a:rPr>
                      <m:t>𝛿</m:t>
                    </m:r>
                    <m:r>
                      <a:rPr lang="el-GR" altLang="zh-CN" sz="1200" i="1" dirty="0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l-GR" altLang="zh-CN" sz="1200" dirty="0"/>
                  <a:t>.</a:t>
                </a:r>
                <a:endParaRPr lang="en-US" altLang="zh-CN" sz="1200" dirty="0"/>
              </a:p>
              <a:p>
                <a:pPr marL="285750" indent="-285750">
                  <a:spcAft>
                    <a:spcPts val="1200"/>
                  </a:spcAft>
                  <a:buFont typeface="Arial" panose="020B0604020202020204" pitchFamily="34" charset="0"/>
                  <a:buChar char="•"/>
                </a:pPr>
                <a:r>
                  <a:rPr lang="en-US" altLang="zh-CN" sz="1200" dirty="0"/>
                  <a:t>This suggests that inverse-like structure helps only when the reverse partner is strong and clearly identifiable. </a:t>
                </a:r>
                <a:endParaRPr lang="zh-CN" altLang="en-US" sz="1200" dirty="0"/>
              </a:p>
            </p:txBody>
          </p:sp>
        </mc:Choice>
        <mc:Fallback xmlns="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83900AF4-208D-B6E5-3DEC-7745FFE9550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03184" y="2431421"/>
                <a:ext cx="4595931" cy="2031325"/>
              </a:xfrm>
              <a:prstGeom prst="rect">
                <a:avLst/>
              </a:prstGeom>
              <a:blipFill>
                <a:blip r:embed="rId4"/>
                <a:stretch>
                  <a:fillRect b="-124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" name="图形 9">
            <a:extLst>
              <a:ext uri="{FF2B5EF4-FFF2-40B4-BE49-F238E27FC236}">
                <a16:creationId xmlns:a16="http://schemas.microsoft.com/office/drawing/2014/main" id="{D0DB5294-C2EB-9C8D-0420-AB11FA9076F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24149" y="2155214"/>
            <a:ext cx="7134618" cy="24665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923396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EFA5C8E9-AE7A-A577-F7AC-40B1971EB2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BC656B1C-F780-9C90-2524-3A11F7FE0642}"/>
              </a:ext>
            </a:extLst>
          </p:cNvPr>
          <p:cNvSpPr txBox="1"/>
          <p:nvPr/>
        </p:nvSpPr>
        <p:spPr>
          <a:xfrm>
            <a:off x="635431" y="5067281"/>
            <a:ext cx="10558866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zh-CN" altLang="en-US" dirty="0"/>
              <a:t>In both RotatE and TransE, the global symmetry-multiplicity association remains weak</a:t>
            </a:r>
            <a:r>
              <a:rPr lang="en-US" altLang="zh-CN" dirty="0"/>
              <a:t>.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zh-CN" altLang="en-US" dirty="0"/>
              <a:t>High-symmetry relations do not form a clean low-multiplicity subgroup. </a:t>
            </a:r>
            <a:endParaRPr lang="en-US" altLang="zh-CN" dirty="0"/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CN" dirty="0"/>
              <a:t>S</a:t>
            </a:r>
            <a:r>
              <a:rPr lang="zh-CN" altLang="en-US" dirty="0"/>
              <a:t>ymmetry is not supported as a strong standalone explanatory factor in the current thesis setting. 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B74BDC98-0BF2-D7C0-A44C-E614B693BEB1}"/>
              </a:ext>
            </a:extLst>
          </p:cNvPr>
          <p:cNvSpPr txBox="1"/>
          <p:nvPr/>
        </p:nvSpPr>
        <p:spPr>
          <a:xfrm>
            <a:off x="182116" y="165229"/>
            <a:ext cx="1083341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</a:rPr>
              <a:t>Main Result 3: Symmetry Alone Does Not Define a Stable Regime</a:t>
            </a:r>
            <a:endParaRPr lang="en-US" altLang="zh-CN" sz="2600" b="1" dirty="0">
              <a:solidFill>
                <a:schemeClr val="bg1"/>
              </a:solidFill>
            </a:endParaRPr>
          </a:p>
        </p:txBody>
      </p:sp>
      <p:pic>
        <p:nvPicPr>
          <p:cNvPr id="14" name="图形 13">
            <a:extLst>
              <a:ext uri="{FF2B5EF4-FFF2-40B4-BE49-F238E27FC236}">
                <a16:creationId xmlns:a16="http://schemas.microsoft.com/office/drawing/2014/main" id="{EA1273C0-2AC8-4D03-C405-6EEDA44FF6A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l="1616" t="10227" r="8853"/>
          <a:stretch>
            <a:fillRect/>
          </a:stretch>
        </p:blipFill>
        <p:spPr>
          <a:xfrm>
            <a:off x="635431" y="2238040"/>
            <a:ext cx="6143321" cy="2592782"/>
          </a:xfrm>
          <a:prstGeom prst="rect">
            <a:avLst/>
          </a:prstGeom>
        </p:spPr>
      </p:pic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C38907E2-3987-D784-C13F-EDB5BD1455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61953" y="243216"/>
            <a:ext cx="2743200" cy="365125"/>
          </a:xfrm>
        </p:spPr>
        <p:txBody>
          <a:bodyPr/>
          <a:lstStyle/>
          <a:p>
            <a:fld id="{1D774731-12CD-3345-9473-330CE81C7131}" type="slidenum">
              <a:rPr kumimoji="1" lang="zh-CN" altLang="en-US" smtClean="0"/>
              <a:t>20</a:t>
            </a:fld>
            <a:endParaRPr kumimoji="1" lang="zh-CN" altLang="en-US" dirty="0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56FD1AC-34EE-DFF8-0FA8-FEE9E5469EB7}"/>
              </a:ext>
            </a:extLst>
          </p:cNvPr>
          <p:cNvSpPr txBox="1"/>
          <p:nvPr/>
        </p:nvSpPr>
        <p:spPr>
          <a:xfrm>
            <a:off x="350520" y="1144688"/>
            <a:ext cx="462381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1" dirty="0"/>
              <a:t>Global check:</a:t>
            </a:r>
            <a:r>
              <a:rPr lang="en-US" altLang="zh-CN" dirty="0"/>
              <a:t> weak Spearman correlations</a:t>
            </a:r>
            <a:endParaRPr lang="zh-CN" altLang="en-US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F8BE0358-E601-E81C-946C-A0637535624C}"/>
              </a:ext>
            </a:extLst>
          </p:cNvPr>
          <p:cNvSpPr txBox="1"/>
          <p:nvPr/>
        </p:nvSpPr>
        <p:spPr>
          <a:xfrm>
            <a:off x="350520" y="1632249"/>
            <a:ext cx="611428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1" dirty="0"/>
              <a:t>Bucket check:</a:t>
            </a:r>
            <a:r>
              <a:rPr lang="en-US" altLang="zh-CN" dirty="0"/>
              <a:t> high-symmetry group is not more stable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350151969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8.966367"/>
  <p:tag name="ORIGINALWIDTH" val=" 129.3373"/>
  <p:tag name="OUTPUTTYPE" val="SVG"/>
  <p:tag name="IGUANATEXVERSION" val="162"/>
  <p:tag name="LATEXADDIN" val="\documentclass{article}&#10;\usepackage{amsmath}&#10;\pagestyle{empty}&#10;\begin{document}&#10;&#10;\[&#10;E_r = \{(h,t) \mid (h,r,t)\in\mathcal{G}_{\text{train}}\}&#10;\]&#10;&#10;&#10;\end{document}"/>
  <p:tag name="IGUANATEXSIZE" val="14"/>
  <p:tag name="IGUANATEXCURSOR" val="144"/>
  <p:tag name="TRANSPARENCY" val="True"/>
  <p:tag name="CHOOSECOLOR" val="False"/>
  <p:tag name="COLORHEX" val="000000"/>
  <p:tag name="LATEXENGINEID" val="0"/>
  <p:tag name="TEMPFOLDER" val="/Users/eamon/Library/Containers/com.microsoft.Powerpoint/Data/tmp/TemporaryItems/"/>
  <p:tag name="LATEXFORMHEIGHT" val=" 426.65"/>
  <p:tag name="LATEXFORMWIDTH" val=" 513.35"/>
  <p:tag name="LATEXFORMWRAP" val="True"/>
  <p:tag name="BITMAPVECTOR" val="1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25.4275"/>
  <p:tag name="ORIGINALWIDTH" val=" 283.5026"/>
  <p:tag name="OUTPUTTYPE" val="SVG"/>
  <p:tag name="IGUANATEXVERSION" val="162"/>
  <p:tag name="LATEXADDIN" val="\documentclass{article}&#10;\usepackage{amsmath}&#10;\pagestyle{empty}&#10;\begin{document}&#10;&#10;\[&#10;\operatorname{avgTail}(r)&#10;=&#10;\frac{1}{\left|\{\,h \mid \exists t,\ (h,r,t)\in\mathcal{G}_{\text{train}}\}\right|}&#10;\sum_{h}&#10;\left|\{\,t \mid (h,r,t)\in\mathcal{G}_{\text{train}}\}\right|&#10;\]&#10;&#10;&#10;\end{document}"/>
  <p:tag name="IGUANATEXSIZE" val="14"/>
  <p:tag name="IGUANATEXCURSOR" val="271"/>
  <p:tag name="TRANSPARENCY" val="True"/>
  <p:tag name="CHOOSECOLOR" val="False"/>
  <p:tag name="COLORHEX" val="000000"/>
  <p:tag name="LATEXENGINEID" val="0"/>
  <p:tag name="TEMPFOLDER" val="/Users/eamon/Library/Containers/com.microsoft.Powerpoint/Data/tmp/TemporaryItems/"/>
  <p:tag name="LATEXFORMHEIGHT" val=" 426.65"/>
  <p:tag name="LATEXFORMWIDTH" val=" 513.35"/>
  <p:tag name="LATEXFORMWRAP" val="True"/>
  <p:tag name="BITMAPVECTOR" val="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23.90568"/>
  <p:tag name="ORIGINALWIDTH" val=" 292.1746"/>
  <p:tag name="OUTPUTTYPE" val="SVG"/>
  <p:tag name="IGUANATEXVERSION" val="162"/>
  <p:tag name="LATEXADDIN" val="\documentclass{article}&#10;\usepackage{amsmath}&#10;\pagestyle{empty}&#10;\begin{document}&#10;&#10;&#10;\[&#10;\operatorname{avgHead}(r)&#10;=&#10;\frac{1}{\left|\{\,t \mid \exists h,\ (h,r,t)\in\mathcal{G}_{\text{train}}\}\right|}&#10;\sum_{t}&#10;\left|\{\,h \mid (h,r,t)\in\mathcal{G}_{\text{train}}\}\right|&#10;\]&#10;&#10;\end{document}"/>
  <p:tag name="IGUANATEXSIZE" val="14"/>
  <p:tag name="IGUANATEXCURSOR" val="272"/>
  <p:tag name="TRANSPARENCY" val="True"/>
  <p:tag name="CHOOSECOLOR" val="False"/>
  <p:tag name="COLORHEX" val="000000"/>
  <p:tag name="LATEXENGINEID" val="0"/>
  <p:tag name="TEMPFOLDER" val="/Users/eamon/Library/Containers/com.microsoft.Powerpoint/Data/tmp/TemporaryItems/"/>
  <p:tag name="LATEXFORMHEIGHT" val=" 426.65"/>
  <p:tag name="LATEXFORMWIDTH" val=" 513.35"/>
  <p:tag name="LATEXFORMWRAP" val="True"/>
  <p:tag name="BITMAPVECTOR" val="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8.966367"/>
  <p:tag name="ORIGINALWIDTH" val=" 129.3373"/>
  <p:tag name="OUTPUTTYPE" val="SVG"/>
  <p:tag name="IGUANATEXVERSION" val="162"/>
  <p:tag name="LATEXADDIN" val="\documentclass{article}&#10;\usepackage{amsmath}&#10;\pagestyle{empty}&#10;\begin{document}&#10;&#10;\[&#10;E_r = \{(h,t) \mid (h,r,t)\in\mathcal{G}_{\text{train}}\}&#10;\]&#10;&#10;&#10;\end{document}"/>
  <p:tag name="IGUANATEXSIZE" val="14"/>
  <p:tag name="IGUANATEXCURSOR" val="144"/>
  <p:tag name="TRANSPARENCY" val="True"/>
  <p:tag name="CHOOSECOLOR" val="False"/>
  <p:tag name="COLORHEX" val="000000"/>
  <p:tag name="LATEXENGINEID" val="0"/>
  <p:tag name="TEMPFOLDER" val="/Users/eamon/Library/Containers/com.microsoft.Powerpoint/Data/tmp/TemporaryItems/"/>
  <p:tag name="LATEXFORMHEIGHT" val=" 426.65"/>
  <p:tag name="LATEXFORMWIDTH" val=" 513.35"/>
  <p:tag name="LATEXFORMWRAP" val="True"/>
  <p:tag name="BITMAPVECTOR" val="1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9.004162"/>
  <p:tag name="ORIGINALWIDTH" val=" 142.6786"/>
  <p:tag name="OUTPUTTYPE" val="SVG"/>
  <p:tag name="IGUANATEXVERSION" val="162"/>
  <p:tag name="LATEXADDIN" val="\documentclass{article}&#10;\usepackage{amsmath}&#10;\pagestyle{empty}&#10;\begin{document}&#10;&#10;\[&#10;E_r^{\mathrm{sym}}&#10;=&#10;\{(h,t)\in E_r \mid (t,h)\in E_r\}&#10;\]&#10;&#10;&#10;\end{document}"/>
  <p:tag name="IGUANATEXSIZE" val="14"/>
  <p:tag name="IGUANATEXCURSOR" val="142"/>
  <p:tag name="TRANSPARENCY" val="True"/>
  <p:tag name="CHOOSECOLOR" val="False"/>
  <p:tag name="COLORHEX" val="000000"/>
  <p:tag name="LATEXENGINEID" val="0"/>
  <p:tag name="TEMPFOLDER" val="/Users/eamon/Library/Containers/com.microsoft.Powerpoint/Data/tmp/TemporaryItems/"/>
  <p:tag name="LATEXFORMHEIGHT" val=" 426.65"/>
  <p:tag name="LATEXFORMWIDTH" val=" 513.35"/>
  <p:tag name="LATEXFORMWRAP" val="True"/>
  <p:tag name="BITMAPVECTOR" val="1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22.55562"/>
  <p:tag name="ORIGINALWIDTH" val=" 73.38476"/>
  <p:tag name="OUTPUTTYPE" val="SVG"/>
  <p:tag name="IGUANATEXVERSION" val="162"/>
  <p:tag name="LATEXADDIN" val="\documentclass{article}&#10;\usepackage{amsmath}&#10;\pagestyle{empty}&#10;\begin{document}&#10;&#10;&#10;\[&#10;\operatorname{Sym}(r)&#10;=&#10;\frac{|E_r^{\mathrm{sym}}|}{|E_r|}&#10;\]&#10;&#10;\end{document}"/>
  <p:tag name="IGUANATEXSIZE" val="14"/>
  <p:tag name="IGUANATEXCURSOR" val="146"/>
  <p:tag name="TRANSPARENCY" val="True"/>
  <p:tag name="CHOOSECOLOR" val="False"/>
  <p:tag name="COLORHEX" val="000000"/>
  <p:tag name="LATEXENGINEID" val="0"/>
  <p:tag name="TEMPFOLDER" val="/Users/eamon/Library/Containers/com.microsoft.Powerpoint/Data/tmp/TemporaryItems/"/>
  <p:tag name="LATEXFORMHEIGHT" val=" 426.65"/>
  <p:tag name="LATEXFORMWIDTH" val=" 513.35"/>
  <p:tag name="LATEXFORMWRAP" val="True"/>
  <p:tag name="BITMAPVECTOR" val="1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11.486"/>
  <p:tag name="ORIGINALWIDTH" val=" 196.5867"/>
  <p:tag name="OUTPUTTYPE" val="SVG"/>
  <p:tag name="IGUANATEXVERSION" val="162"/>
  <p:tag name="LATEXADDIN" val="\documentclass{article}&#10;\usepackage{amsmath}&#10;\pagestyle{empty}&#10;\begin{document}&#10;&#10;&#10;\[&#10;E_r^{\mathrm{sym},\neg\mathrm{loop}}&#10;=&#10;\{(h,t)\in E_r \mid h\neq t,\ (t,h)\in E_r\}&#10;\]&#10;&#10;\end{document}"/>
  <p:tag name="IGUANATEXSIZE" val="14"/>
  <p:tag name="IGUANATEXCURSOR" val="171"/>
  <p:tag name="TRANSPARENCY" val="True"/>
  <p:tag name="CHOOSECOLOR" val="False"/>
  <p:tag name="COLORHEX" val="000000"/>
  <p:tag name="LATEXENGINEID" val="0"/>
  <p:tag name="TEMPFOLDER" val="/Users/eamon/Library/Containers/com.microsoft.Powerpoint/Data/tmp/TemporaryItems/"/>
  <p:tag name="LATEXFORMHEIGHT" val=" 426.65"/>
  <p:tag name="LATEXFORMWIDTH" val=" 513.35"/>
  <p:tag name="LATEXFORMWRAP" val="True"/>
  <p:tag name="BITMAPVECTOR" val="1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11.486"/>
  <p:tag name="ORIGINALWIDTH" val=" 127.1283"/>
  <p:tag name="OUTPUTTYPE" val="SVG"/>
  <p:tag name="IGUANATEXVERSION" val="162"/>
  <p:tag name="LATEXADDIN" val="\documentclass{article}&#10;\usepackage{amsmath}&#10;\pagestyle{empty}&#10;\begin{document}&#10;&#10;\[&#10;E_r^{\neg\mathrm{loop}}&#10;=&#10;\{(h,t)\in E_r \mid h\neq t\}&#10;\]&#10;&#10;&#10;\end{document}"/>
  <p:tag name="IGUANATEXSIZE" val="14"/>
  <p:tag name="IGUANATEXCURSOR" val="142"/>
  <p:tag name="TRANSPARENCY" val="True"/>
  <p:tag name="CHOOSECOLOR" val="False"/>
  <p:tag name="COLORHEX" val="000000"/>
  <p:tag name="LATEXENGINEID" val="0"/>
  <p:tag name="TEMPFOLDER" val="/Users/eamon/Library/Containers/com.microsoft.Powerpoint/Data/tmp/TemporaryItems/"/>
  <p:tag name="LATEXFORMHEIGHT" val=" 426.65"/>
  <p:tag name="LATEXFORMWIDTH" val=" 513.35"/>
  <p:tag name="LATEXFORMWRAP" val="True"/>
  <p:tag name="BITMAPVECTOR" val="1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26.22019"/>
  <p:tag name="ORIGINALWIDTH" val=" 116.6117"/>
  <p:tag name="OUTPUTTYPE" val="SVG"/>
  <p:tag name="IGUANATEXVERSION" val="162"/>
  <p:tag name="LATEXADDIN" val="\documentclass{article}&#10;\usepackage{amsmath}&#10;\pagestyle{empty}&#10;\begin{document}&#10;&#10;&#10;\[&#10;\operatorname{Sym}^{\neg\mathrm{loop}}(r)&#10;=&#10;\frac{|E_r^{\mathrm{sym},\neg\mathrm{loop}}|}{|E_r^{\neg\mathrm{loop}}|}&#10;\]&#10;&#10;\end{document}"/>
  <p:tag name="IGUANATEXSIZE" val="14"/>
  <p:tag name="IGUANATEXCURSOR" val="204"/>
  <p:tag name="TRANSPARENCY" val="True"/>
  <p:tag name="CHOOSECOLOR" val="False"/>
  <p:tag name="COLORHEX" val="000000"/>
  <p:tag name="LATEXENGINEID" val="0"/>
  <p:tag name="TEMPFOLDER" val="/Users/eamon/Library/Containers/com.microsoft.Powerpoint/Data/tmp/TemporaryItems/"/>
  <p:tag name="LATEXFORMHEIGHT" val=" 426.65"/>
  <p:tag name="LATEXFORMWIDTH" val=" 513.35"/>
  <p:tag name="LATEXFORMWRAP" val="True"/>
  <p:tag name="BITMAPVECTOR" val="1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7.242801"/>
  <p:tag name="ORIGINALWIDTH" val=" 4.413442"/>
  <p:tag name="LATEXADDIN" val="\documentclass{article}&#10;\usepackage{amsmath}&#10;\pagestyle{empty}&#10;\begin{document}&#10;&#10;&#10;\[&#10;\operatorname{Sym}^{\neg\mathrm{loop}}(r)&#10;=&#10;\frac{|E_r^{\mathrm{sym},\neg\mathrm{loop}}|}{|E_r^{\neg\mathrm{loop}}|}&#10;\]&#10;&#10;\end{document}"/>
  <p:tag name="IGUANATEXSIZE" val="14"/>
  <p:tag name="IGUANATEXCURSOR" val="204"/>
  <p:tag name="TRANSPARENCY" val="True"/>
  <p:tag name="CHOOSECOLOR" val="False"/>
  <p:tag name="COLORHEX" val="000000"/>
  <p:tag name="LATEXENGINEID" val="0"/>
  <p:tag name="TEMPFOLDER" val="/Users/eamon/Library/Containers/com.microsoft.Powerpoint/Data/tmp/TemporaryItems/"/>
  <p:tag name="LATEXFORMHEIGHT" val=" 426.65"/>
  <p:tag name="LATEXFORMWIDTH" val=" 513.35"/>
  <p:tag name="LATEXFORMWRAP" val="True"/>
  <p:tag name="BITMAPVECTOR" val="1"/>
  <p:tag name="EMFCHILD" val="True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6.33622"/>
  <p:tag name="ORIGINALWIDTH" val=" 4.87171"/>
  <p:tag name="EMFCHILD" val="True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4.403487"/>
  <p:tag name="ORIGINALWIDTH" val=" 7.780821"/>
  <p:tag name="EMFCHILD" val="True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1.924747"/>
  <p:tag name="ORIGINALWIDTH" val=" 4.288864"/>
  <p:tag name="EMFCHILD" val="True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4.83982"/>
  <p:tag name="ORIGINALWIDTH" val=" 1.569066"/>
  <p:tag name="EMFCHILD" val="True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3.180034"/>
  <p:tag name="ORIGINALWIDTH" val=" 3.417154"/>
  <p:tag name="EMFCHILD" val="True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3.180034"/>
  <p:tag name="ORIGINALWIDTH" val=" 3.417154"/>
  <p:tag name="EMFCHILD" val="True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4.428347"/>
  <p:tag name="ORIGINALWIDTH" val=" 3.73099"/>
  <p:tag name="EMFCHILD" val="True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9.962599"/>
  <p:tag name="ORIGINALWIDTH" val=" 2.311305"/>
  <p:tag name="EMFCHILD" val="True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4.513049"/>
  <p:tag name="ORIGINALWIDTH" val=" 4.054781"/>
  <p:tag name="EMFCHILD" val="True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9.962599"/>
  <p:tag name="ORIGINALWIDTH" val=" 2.311305"/>
  <p:tag name="EMFCHILD" val="True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2.331215"/>
  <p:tag name="ORIGINALWIDTH" val=" 6.625141"/>
  <p:tag name="EMFCHILD" val="True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9.962599"/>
  <p:tag name="ORIGINALWIDTH" val=" .3984815"/>
  <p:tag name="EMFCHILD" val="True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6.774578"/>
  <p:tag name="ORIGINALWIDTH" val=" 7.230652"/>
  <p:tag name="EMFCHILD" val="True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3.180034"/>
  <p:tag name="ORIGINALWIDTH" val=" 2.524522"/>
  <p:tag name="EMFCHILD" val="True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4.428347"/>
  <p:tag name="ORIGINALWIDTH" val=" 3.751912"/>
  <p:tag name="EMFCHILD" val="True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3.075422"/>
  <p:tag name="ORIGINALWIDTH" val=" 5.878909"/>
  <p:tag name="EMFCHILD" val="True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2.147919"/>
  <p:tag name="ORIGINALWIDTH" val=" .885658"/>
  <p:tag name="EMFCHILD" val="True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1.924747"/>
  <p:tag name="ORIGINALWIDTH" val=" 4.288864"/>
  <p:tag name="EMFCHILD" val="True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4.83982"/>
  <p:tag name="ORIGINALWIDTH" val=" 1.569066"/>
  <p:tag name="EMFCHILD" val="True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3.180034"/>
  <p:tag name="ORIGINALWIDTH" val=" 3.417154"/>
  <p:tag name="EMFCHILD" val="True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3.180034"/>
  <p:tag name="ORIGINALWIDTH" val=" 3.417154"/>
  <p:tag name="EMFCHILD" val="True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4.428347"/>
  <p:tag name="ORIGINALWIDTH" val=" 3.73099"/>
  <p:tag name="EMFCHILD" val="True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3.145163"/>
  <p:tag name="ORIGINALWIDTH" val=" 3.242801"/>
  <p:tag name="EMFCHILD" val="True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9.962599"/>
  <p:tag name="ORIGINALWIDTH" val=" .3984815"/>
  <p:tag name="EMFCHILD" val="True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.3984815"/>
  <p:tag name="ORIGINALWIDTH" val=" 50.39584"/>
  <p:tag name="EMFCHILD" val="True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9.962599"/>
  <p:tag name="ORIGINALWIDTH" val=" .3984815"/>
  <p:tag name="EMFCHILD" val="True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6.774578"/>
  <p:tag name="ORIGINALWIDTH" val=" 7.230652"/>
  <p:tag name="EMFCHILD" val="True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1.924747"/>
  <p:tag name="ORIGINALWIDTH" val=" 4.288864"/>
  <p:tag name="EMFCHILD" val="True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4.83982"/>
  <p:tag name="ORIGINALWIDTH" val=" 1.569066"/>
  <p:tag name="EMFCHILD" val="True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3.180034"/>
  <p:tag name="ORIGINALWIDTH" val=" 3.417154"/>
  <p:tag name="EMFCHILD" val="True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3.180034"/>
  <p:tag name="ORIGINALWIDTH" val=" 3.417154"/>
  <p:tag name="EMFCHILD" val="True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4.428347"/>
  <p:tag name="ORIGINALWIDTH" val=" 3.73099"/>
  <p:tag name="EMFCHILD" val="True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3.145163"/>
  <p:tag name="ORIGINALWIDTH" val=" 3.242801"/>
  <p:tag name="EMFCHILD" val="True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9.962599"/>
  <p:tag name="ORIGINALWIDTH" val=" .3984815"/>
  <p:tag name="EMFCHILD" val="True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6.774578"/>
  <p:tag name="ORIGINALWIDTH" val=" 7.230652"/>
  <p:tag name="LATEXADDIN" val="\documentclass{article}&#10;\usepackage{amsmath}&#10;\pagestyle{empty}&#10;\begin{document}&#10;&#10;\[&#10;E_r^{\neg\mathrm{loop}}&#10;=&#10;\{(h,t)\in E_r \mid h\neq t\}&#10;\]&#10;&#10;&#10;\end{document}"/>
  <p:tag name="IGUANATEXSIZE" val="14"/>
  <p:tag name="IGUANATEXCURSOR" val="142"/>
  <p:tag name="TRANSPARENCY" val="True"/>
  <p:tag name="CHOOSECOLOR" val="False"/>
  <p:tag name="COLORHEX" val="000000"/>
  <p:tag name="LATEXENGINEID" val="0"/>
  <p:tag name="TEMPFOLDER" val="/Users/eamon/Library/Containers/com.microsoft.Powerpoint/Data/tmp/TemporaryItems/"/>
  <p:tag name="LATEXFORMHEIGHT" val=" 426.65"/>
  <p:tag name="LATEXFORMWIDTH" val=" 513.35"/>
  <p:tag name="LATEXFORMWRAP" val="True"/>
  <p:tag name="BITMAPVECTOR" val="1"/>
  <p:tag name="EMFCHILD" val="True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1.924747"/>
  <p:tag name="ORIGINALWIDTH" val=" 4.288864"/>
  <p:tag name="EMFCHILD" val="True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4.83982"/>
  <p:tag name="ORIGINALWIDTH" val=" 1.569066"/>
  <p:tag name="EMFCHILD" val="True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3.180034"/>
  <p:tag name="ORIGINALWIDTH" val=" 3.417154"/>
  <p:tag name="EMFCHILD" val="True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3.180034"/>
  <p:tag name="ORIGINALWIDTH" val=" 3.417154"/>
  <p:tag name="EMFCHILD" val="True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4.428347"/>
  <p:tag name="ORIGINALWIDTH" val=" 3.73099"/>
  <p:tag name="EMFCHILD" val="True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3.145163"/>
  <p:tag name="ORIGINALWIDTH" val=" 3.242801"/>
  <p:tag name="EMFCHILD" val="True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2.331215"/>
  <p:tag name="ORIGINALWIDTH" val=" 6.625141"/>
  <p:tag name="EMFCHILD" val="True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9.962599"/>
  <p:tag name="ORIGINALWIDTH" val=" 3.536727"/>
  <p:tag name="EMFCHILD" val="True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9.962599"/>
  <p:tag name="ORIGINALWIDTH" val=" 2.311305"/>
  <p:tag name="EMFCHILD" val="True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7.023622"/>
  <p:tag name="ORIGINALWIDTH" val=" 4.89162"/>
  <p:tag name="EMFCHILD" val="True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2.978796"/>
  <p:tag name="ORIGINALWIDTH" val=" 1.165579"/>
  <p:tag name="EMFCHILD" val="True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6.346176"/>
  <p:tag name="ORIGINALWIDTH" val=" 3.058493"/>
  <p:tag name="EMFCHILD" val="True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9.962599"/>
  <p:tag name="ORIGINALWIDTH" val=" 2.311305"/>
  <p:tag name="EMFCHILD" val="True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5.77829"/>
  <p:tag name="ORIGINALWIDTH" val=" 4.981271"/>
  <p:tag name="EMFCHILD" val="True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6.774578"/>
  <p:tag name="ORIGINALWIDTH" val=" 7.230652"/>
  <p:tag name="EMFCHILD" val="True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3.145163"/>
  <p:tag name="ORIGINALWIDTH" val=" 3.242801"/>
  <p:tag name="EMFCHILD" val="True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9.962599"/>
  <p:tag name="ORIGINALWIDTH" val=" .3984815"/>
  <p:tag name="EMFCHILD" val="True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7.023622"/>
  <p:tag name="ORIGINALWIDTH" val=" 4.89162"/>
  <p:tag name="EMFCHILD" val="True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9.285151"/>
  <p:tag name="ORIGINALWIDTH" val=" 4.971316"/>
  <p:tag name="EMFCHILD" val="True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2.331215"/>
  <p:tag name="ORIGINALWIDTH" val=" 6.625141"/>
  <p:tag name="EMFCHILD" val="True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6.346176"/>
  <p:tag name="ORIGINALWIDTH" val=" 3.058493"/>
  <p:tag name="EMFCHILD" val="True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9.962599"/>
  <p:tag name="ORIGINALWIDTH" val=" 3.536727"/>
  <p:tag name="EMFCHILD" val="True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6.774578"/>
  <p:tag name="ORIGINALWIDTH" val=" 7.230652"/>
  <p:tag name="LATEXADDIN" val="\documentclass{article}&#10;\usepackage{amsmath}&#10;\pagestyle{empty}&#10;\begin{document}&#10;&#10;&#10;\[&#10;E_r^{\mathrm{sym},\neg\mathrm{loop}}&#10;=&#10;\{(h,t)\in E_r \mid h\neq t,\ (t,h)\in E_r\}&#10;\]&#10;&#10;\end{document}"/>
  <p:tag name="IGUANATEXSIZE" val="14"/>
  <p:tag name="IGUANATEXCURSOR" val="171"/>
  <p:tag name="TRANSPARENCY" val="True"/>
  <p:tag name="CHOOSECOLOR" val="False"/>
  <p:tag name="COLORHEX" val="000000"/>
  <p:tag name="LATEXENGINEID" val="0"/>
  <p:tag name="TEMPFOLDER" val="/Users/eamon/Library/Containers/com.microsoft.Powerpoint/Data/tmp/TemporaryItems/"/>
  <p:tag name="LATEXFORMHEIGHT" val=" 426.65"/>
  <p:tag name="LATEXFORMWIDTH" val=" 513.35"/>
  <p:tag name="LATEXFORMWRAP" val="True"/>
  <p:tag name="BITMAPVECTOR" val="1"/>
  <p:tag name="EMFCHILD" val="True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3.180034"/>
  <p:tag name="ORIGINALWIDTH" val=" 2.524522"/>
  <p:tag name="EMFCHILD" val="True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4.428347"/>
  <p:tag name="ORIGINALWIDTH" val=" 3.751912"/>
  <p:tag name="EMFCHILD" val="True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3.075422"/>
  <p:tag name="ORIGINALWIDTH" val=" 5.878909"/>
  <p:tag name="EMFCHILD" val="True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2.147919"/>
  <p:tag name="ORIGINALWIDTH" val=" .885658"/>
  <p:tag name="EMFCHILD" val="True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1.924747"/>
  <p:tag name="ORIGINALWIDTH" val=" 4.288864"/>
  <p:tag name="EMFCHILD" val="True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4.83982"/>
  <p:tag name="ORIGINALWIDTH" val=" 1.569066"/>
  <p:tag name="EMFCHILD" val="True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3.180034"/>
  <p:tag name="ORIGINALWIDTH" val=" 3.417154"/>
  <p:tag name="EMFCHILD" val="True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3.180034"/>
  <p:tag name="ORIGINALWIDTH" val=" 3.417154"/>
  <p:tag name="EMFCHILD" val="True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4.428347"/>
  <p:tag name="ORIGINALWIDTH" val=" 3.73099"/>
  <p:tag name="EMFCHILD" val="True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3.145163"/>
  <p:tag name="ORIGINALWIDTH" val=" 3.242801"/>
  <p:tag name="EMFCHILD" val="True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2.331215"/>
  <p:tag name="ORIGINALWIDTH" val=" 6.625141"/>
  <p:tag name="EMFCHILD" val="True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9.962599"/>
  <p:tag name="ORIGINALWIDTH" val=" 3.536727"/>
  <p:tag name="EMFCHILD" val="True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9.962599"/>
  <p:tag name="ORIGINALWIDTH" val=" 2.311305"/>
  <p:tag name="EMFCHILD" val="True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7.023622"/>
  <p:tag name="ORIGINALWIDTH" val=" 4.89162"/>
  <p:tag name="EMFCHILD" val="True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2.978796"/>
  <p:tag name="ORIGINALWIDTH" val=" 1.165579"/>
  <p:tag name="EMFCHILD" val="True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6.346176"/>
  <p:tag name="ORIGINALWIDTH" val=" 3.058493"/>
  <p:tag name="EMFCHILD" val="True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9.962599"/>
  <p:tag name="ORIGINALWIDTH" val=" 2.311305"/>
  <p:tag name="EMFCHILD" val="True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5.77829"/>
  <p:tag name="ORIGINALWIDTH" val=" 4.981271"/>
  <p:tag name="EMFCHILD" val="True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6.774578"/>
  <p:tag name="ORIGINALWIDTH" val=" 7.230652"/>
  <p:tag name="EMFCHILD" val="True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3.145163"/>
  <p:tag name="ORIGINALWIDTH" val=" 3.242801"/>
  <p:tag name="EMFCHILD" val="True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9.962599"/>
  <p:tag name="ORIGINALWIDTH" val=" .3984815"/>
  <p:tag name="EMFCHILD" val="True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7.023622"/>
  <p:tag name="ORIGINALWIDTH" val=" 4.89162"/>
  <p:tag name="EMFCHILD" val="True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9.285151"/>
  <p:tag name="ORIGINALWIDTH" val=" 4.971316"/>
  <p:tag name="EMFCHILD" val="True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2.331215"/>
  <p:tag name="ORIGINALWIDTH" val=" 6.625141"/>
  <p:tag name="EMFCHILD" val="True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6.346176"/>
  <p:tag name="ORIGINALWIDTH" val=" 3.058493"/>
  <p:tag name="EMFCHILD" val="True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2.978796"/>
  <p:tag name="ORIGINALWIDTH" val=" 1.165579"/>
  <p:tag name="EMFCHILD" val="True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9.962599"/>
  <p:tag name="ORIGINALWIDTH" val=" 2.311305"/>
  <p:tag name="EMFCHILD" val="True"/>
</p:tagLst>
</file>

<file path=ppt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6.346176"/>
  <p:tag name="ORIGINALWIDTH" val=" 3.058493"/>
  <p:tag name="EMFCHILD" val="True"/>
</p:tagLst>
</file>

<file path=ppt/tags/tag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2.978796"/>
  <p:tag name="ORIGINALWIDTH" val=" 1.165579"/>
  <p:tag name="EMFCHILD" val="True"/>
</p:tagLst>
</file>

<file path=ppt/tags/tag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7.023622"/>
  <p:tag name="ORIGINALWIDTH" val=" 4.89162"/>
  <p:tag name="EMFCHILD" val="True"/>
</p:tagLst>
</file>

<file path=ppt/tags/tag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9.962599"/>
  <p:tag name="ORIGINALWIDTH" val=" 2.311305"/>
  <p:tag name="EMFCHILD" val="True"/>
</p:tagLst>
</file>

<file path=ppt/tags/tag1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5.77829"/>
  <p:tag name="ORIGINALWIDTH" val=" 4.981271"/>
  <p:tag name="EMFCHILD" val="True"/>
</p:tagLst>
</file>

<file path=ppt/tags/tag1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6.774578"/>
  <p:tag name="ORIGINALWIDTH" val=" 7.230652"/>
  <p:tag name="EMFCHILD" val="True"/>
</p:tagLst>
</file>

<file path=ppt/tags/tag1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3.145163"/>
  <p:tag name="ORIGINALWIDTH" val=" 3.242801"/>
  <p:tag name="EMFCHILD" val="True"/>
</p:tagLst>
</file>

<file path=ppt/tags/tag1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9.962599"/>
  <p:tag name="ORIGINALWIDTH" val=" 3.536727"/>
  <p:tag name="EMFCHILD" val="True"/>
</p:tagLst>
</file>

<file path=ppt/tags/tag1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6.941001"/>
  <p:tag name="ORIGINALWIDTH" val=" 4.413442"/>
  <p:tag name="LATEXADDIN" val="\documentclass{article}&#10;\usepackage{amsmath}&#10;\pagestyle{empty}&#10;\begin{document}&#10;&#10;&#10;\[&#10;\operatorname{Sym}(r)&#10;=&#10;\frac{|E_r^{\mathrm{sym}}|}{|E_r|}&#10;\]&#10;&#10;\end{document}"/>
  <p:tag name="IGUANATEXSIZE" val="14"/>
  <p:tag name="IGUANATEXCURSOR" val="146"/>
  <p:tag name="TRANSPARENCY" val="True"/>
  <p:tag name="CHOOSECOLOR" val="False"/>
  <p:tag name="COLORHEX" val="000000"/>
  <p:tag name="LATEXENGINEID" val="0"/>
  <p:tag name="TEMPFOLDER" val="/Users/eamon/Library/Containers/com.microsoft.Powerpoint/Data/tmp/TemporaryItems/"/>
  <p:tag name="LATEXFORMHEIGHT" val=" 426.65"/>
  <p:tag name="LATEXFORMWIDTH" val=" 513.35"/>
  <p:tag name="LATEXFORMWRAP" val="True"/>
  <p:tag name="BITMAPVECTOR" val="1"/>
  <p:tag name="EMFCHILD" val="True"/>
</p:tagLst>
</file>

<file path=ppt/tags/tag1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6.072216"/>
  <p:tag name="ORIGINALWIDTH" val=" 4.87171"/>
  <p:tag name="EMFCHILD" val="True"/>
</p:tagLst>
</file>

<file path=ppt/tags/tag1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4.219966"/>
  <p:tag name="ORIGINALWIDTH" val=" 7.780821"/>
  <p:tag name="EMFCHILD" val="True"/>
</p:tagLst>
</file>

<file path=ppt/tags/tag1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9.547525"/>
  <p:tag name="ORIGINALWIDTH" val=" 2.311305"/>
  <p:tag name="EMFCHILD" val="True"/>
</p:tagLst>
</file>

<file path=ppt/tags/tag1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4.325028"/>
  <p:tag name="ORIGINALWIDTH" val=" 4.054781"/>
  <p:tag name="EMFCHILD" val="True"/>
</p:tagLst>
</file>

<file path=ppt/tags/tag1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9.547525"/>
  <p:tag name="ORIGINALWIDTH" val=" 2.311305"/>
  <p:tag name="EMFCHILD" val="True"/>
</p:tagLst>
</file>

<file path=ppt/tags/tag1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2.234083"/>
  <p:tag name="ORIGINALWIDTH" val=" 6.625141"/>
  <p:tag name="EMFCHILD" val="True"/>
</p:tagLst>
</file>

<file path=ppt/tags/tag1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9.547525"/>
  <p:tag name="ORIGINALWIDTH" val=" .3984815"/>
  <p:tag name="EMFCHILD" val="True"/>
</p:tagLst>
</file>

<file path=ppt/tags/tag1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6.492295"/>
  <p:tag name="ORIGINALWIDTH" val=" 7.230652"/>
  <p:tag name="EMFCHILD" val="True"/>
</p:tagLst>
</file>

<file path=ppt/tags/tag1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3.047525"/>
  <p:tag name="ORIGINALWIDTH" val=" 2.524522"/>
  <p:tag name="EMFCHILD" val="True"/>
</p:tagLst>
</file>

<file path=ppt/tags/tag1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4.243869"/>
  <p:tag name="ORIGINALWIDTH" val=" 3.751912"/>
  <p:tag name="EMFCHILD" val="True"/>
</p:tagLst>
</file>

<file path=ppt/tags/tag1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2.9473"/>
  <p:tag name="ORIGINALWIDTH" val=" 5.878909"/>
  <p:tag name="EMFCHILD" val="True"/>
</p:tagLst>
</file>

<file path=ppt/tags/tag1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3.014117"/>
  <p:tag name="ORIGINALWIDTH" val=" 3.242801"/>
  <p:tag name="EMFCHILD" val="True"/>
</p:tagLst>
</file>

<file path=ppt/tags/tag1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9.547525"/>
  <p:tag name="ORIGINALWIDTH" val=" .3984815"/>
  <p:tag name="EMFCHILD" val="True"/>
</p:tagLst>
</file>

<file path=ppt/tags/tag1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.3818335"/>
  <p:tag name="ORIGINALWIDTH" val=" 27.84837"/>
  <p:tag name="EMFCHILD" val="True"/>
</p:tagLst>
</file>

<file path=ppt/tags/tag1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9.547525"/>
  <p:tag name="ORIGINALWIDTH" val=" .3984815"/>
  <p:tag name="EMFCHILD" val="True"/>
</p:tagLst>
</file>

<file path=ppt/tags/tag1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6.492295"/>
  <p:tag name="ORIGINALWIDTH" val=" 7.230652"/>
  <p:tag name="EMFCHILD" val="True"/>
</p:tagLst>
</file>

<file path=ppt/tags/tag1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3.014117"/>
  <p:tag name="ORIGINALWIDTH" val=" 3.242801"/>
  <p:tag name="EMFCHILD" val="True"/>
</p:tagLst>
</file>

<file path=ppt/tags/tag1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9.547525"/>
  <p:tag name="ORIGINALWIDTH" val=" .3984815"/>
  <p:tag name="EMFCHILD" val="True"/>
</p:tagLst>
</file>

<file path=ppt/tags/tag1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6.097132"/>
  <p:tag name="ORIGINALWIDTH" val=" 7.180765"/>
  <p:tag name="LATEXADDIN" val="\documentclass{article}&#10;\usepackage{amsmath}&#10;\pagestyle{empty}&#10;\begin{document}&#10;&#10;\[&#10;E_r^{\mathrm{sym}}&#10;=&#10;\{(h,t)\in E_r \mid (t,h)\in E_r\}&#10;\]&#10;&#10;&#10;\end{document}"/>
  <p:tag name="IGUANATEXSIZE" val="14"/>
  <p:tag name="IGUANATEXCURSOR" val="142"/>
  <p:tag name="TRANSPARENCY" val="True"/>
  <p:tag name="CHOOSECOLOR" val="False"/>
  <p:tag name="COLORHEX" val="000000"/>
  <p:tag name="LATEXENGINEID" val="0"/>
  <p:tag name="TEMPFOLDER" val="/Users/eamon/Library/Containers/com.microsoft.Powerpoint/Data/tmp/TemporaryItems/"/>
  <p:tag name="LATEXFORMHEIGHT" val=" 426.65"/>
  <p:tag name="LATEXFORMWIDTH" val=" 513.35"/>
  <p:tag name="LATEXFORMWRAP" val="True"/>
  <p:tag name="BITMAPVECTOR" val="1"/>
  <p:tag name="EMFCHILD" val="True"/>
</p:tagLst>
</file>

<file path=ppt/tags/tag1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2.862036"/>
  <p:tag name="ORIGINALWIDTH" val=" 2.507087"/>
  <p:tag name="EMFCHILD" val="True"/>
</p:tagLst>
</file>

<file path=ppt/tags/tag1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3.985546"/>
  <p:tag name="ORIGINALWIDTH" val=" 3.726041"/>
  <p:tag name="EMFCHILD" val="True"/>
</p:tagLst>
</file>

<file path=ppt/tags/tag1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2.767885"/>
  <p:tag name="ORIGINALWIDTH" val=" 5.838357"/>
  <p:tag name="EMFCHILD" val="True"/>
</p:tagLst>
</file>

<file path=ppt/tags/tag1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2.830652"/>
  <p:tag name="ORIGINALWIDTH" val=" 3.220472"/>
  <p:tag name="EMFCHILD" val="True"/>
</p:tagLst>
</file>

<file path=ppt/tags/tag1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2.098088"/>
  <p:tag name="ORIGINALWIDTH" val=" 6.579415"/>
  <p:tag name="EMFCHILD" val="True"/>
</p:tagLst>
</file>

<file path=ppt/tags/tag1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8.966367"/>
  <p:tag name="ORIGINALWIDTH" val=" 3.512317"/>
  <p:tag name="EMFCHILD" val="True"/>
</p:tagLst>
</file>

<file path=ppt/tags/tag1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8.966367"/>
  <p:tag name="ORIGINALWIDTH" val=" 2.295388"/>
  <p:tag name="EMFCHILD" val="True"/>
</p:tagLst>
</file>

<file path=ppt/tags/tag1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6.32126"/>
  <p:tag name="ORIGINALWIDTH" val=" 4.857874"/>
  <p:tag name="EMFCHILD" val="True"/>
</p:tagLst>
</file>

<file path=ppt/tags/tag1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2.680934"/>
  <p:tag name="ORIGINALWIDTH" val=" 1.157537"/>
  <p:tag name="EMFCHILD" val="True"/>
</p:tagLst>
</file>

<file path=ppt/tags/tag1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5.71153"/>
  <p:tag name="ORIGINALWIDTH" val=" 3.037402"/>
  <p:tag name="EMFCHILD" val="True"/>
</p:tagLst>
</file>

<file path=ppt/tags/tag1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8.966367"/>
  <p:tag name="ORIGINALWIDTH" val=" 2.295388"/>
  <p:tag name="EMFCHILD" val="True"/>
</p:tagLst>
</file>

<file path=ppt/tags/tag1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5.20045"/>
  <p:tag name="ORIGINALWIDTH" val=" 4.946963"/>
  <p:tag name="EMFCHILD" val="True"/>
</p:tagLst>
</file>

<file path=ppt/tags/tag1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6.097132"/>
  <p:tag name="ORIGINALWIDTH" val=" 7.180765"/>
  <p:tag name="EMFCHILD" val="True"/>
</p:tagLst>
</file>

<file path=ppt/tags/tag1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2.830652"/>
  <p:tag name="ORIGINALWIDTH" val=" 3.220472"/>
  <p:tag name="EMFCHILD" val="True"/>
</p:tagLst>
</file>

<file path=ppt/tags/tag1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8.966367"/>
  <p:tag name="ORIGINALWIDTH" val=" .3957255"/>
  <p:tag name="EMFCHILD" val="True"/>
</p:tagLst>
</file>

<file path=ppt/tags/tag1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8.966367"/>
  <p:tag name="ORIGINALWIDTH" val=" 2.295388"/>
  <p:tag name="EMFCHILD" val="True"/>
</p:tagLst>
</file>

<file path=ppt/tags/tag1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5.71153"/>
  <p:tag name="ORIGINALWIDTH" val=" 3.037402"/>
  <p:tag name="EMFCHILD" val="True"/>
</p:tagLst>
</file>

<file path=ppt/tags/tag1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2.680934"/>
  <p:tag name="ORIGINALWIDTH" val=" 1.157537"/>
  <p:tag name="EMFCHILD" val="True"/>
</p:tagLst>
</file>

<file path=ppt/tags/tag1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6.32126"/>
  <p:tag name="ORIGINALWIDTH" val=" 4.857874"/>
  <p:tag name="EMFCHILD" val="True"/>
</p:tagLst>
</file>

<file path=ppt/tags/tag1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8.966367"/>
  <p:tag name="ORIGINALWIDTH" val=" 2.295388"/>
  <p:tag name="EMFCHILD" val="True"/>
</p:tagLst>
</file>

<file path=ppt/tags/tag1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5.20045"/>
  <p:tag name="ORIGINALWIDTH" val=" 4.946963"/>
  <p:tag name="EMFCHILD" val="True"/>
</p:tagLst>
</file>

<file path=ppt/tags/tag1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6.097132"/>
  <p:tag name="ORIGINALWIDTH" val=" 7.180765"/>
  <p:tag name="EMFCHILD" val="True"/>
</p:tagLst>
</file>

<file path=ppt/tags/tag1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2.830652"/>
  <p:tag name="ORIGINALWIDTH" val=" 3.220472"/>
  <p:tag name="EMFCHILD" val="True"/>
</p:tagLst>
</file>

<file path=ppt/tags/tag1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8.966367"/>
  <p:tag name="ORIGINALWIDTH" val=" 3.512317"/>
  <p:tag name="EMFCHILD" val="True"/>
</p:tagLst>
</file>

<file path=ppt/tags/tag1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6.097132"/>
  <p:tag name="ORIGINALWIDTH" val=" 7.230652"/>
  <p:tag name="LATEXADDIN" val="\documentclass{article}&#10;\usepackage{amsmath}&#10;\pagestyle{empty}&#10;\begin{document}&#10;&#10;\[&#10;E_r = \{(h,t) \mid (h,r,t)\in\mathcal{G}_{\text{train}}\}&#10;\]&#10;&#10;&#10;\end{document}"/>
  <p:tag name="IGUANATEXSIZE" val="14"/>
  <p:tag name="IGUANATEXCURSOR" val="144"/>
  <p:tag name="TRANSPARENCY" val="True"/>
  <p:tag name="CHOOSECOLOR" val="False"/>
  <p:tag name="COLORHEX" val="000000"/>
  <p:tag name="LATEXENGINEID" val="0"/>
  <p:tag name="TEMPFOLDER" val="/Users/eamon/Library/Containers/com.microsoft.Powerpoint/Data/tmp/TemporaryItems/"/>
  <p:tag name="LATEXFORMHEIGHT" val=" 426.65"/>
  <p:tag name="LATEXFORMWIDTH" val=" 513.35"/>
  <p:tag name="LATEXFORMWRAP" val="True"/>
  <p:tag name="BITMAPVECTOR" val="1"/>
  <p:tag name="EMFCHILD" val="True"/>
</p:tagLst>
</file>

<file path=ppt/tags/tag1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2.830652"/>
  <p:tag name="ORIGINALWIDTH" val=" 3.242801"/>
  <p:tag name="EMFCHILD" val="True"/>
</p:tagLst>
</file>

<file path=ppt/tags/tag1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2.098088"/>
  <p:tag name="ORIGINALWIDTH" val=" 6.625141"/>
  <p:tag name="EMFCHILD" val="True"/>
</p:tagLst>
</file>

<file path=ppt/tags/tag1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8.966367"/>
  <p:tag name="ORIGINALWIDTH" val=" 3.536727"/>
  <p:tag name="EMFCHILD" val="True"/>
</p:tagLst>
</file>

<file path=ppt/tags/tag1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8.966367"/>
  <p:tag name="ORIGINALWIDTH" val=" 2.311305"/>
  <p:tag name="EMFCHILD" val="True"/>
</p:tagLst>
</file>

<file path=ppt/tags/tag1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6.32126"/>
  <p:tag name="ORIGINALWIDTH" val=" 4.89162"/>
  <p:tag name="EMFCHILD" val="True"/>
</p:tagLst>
</file>

<file path=ppt/tags/tag1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2.680934"/>
  <p:tag name="ORIGINALWIDTH" val=" 1.165579"/>
  <p:tag name="EMFCHILD" val="True"/>
</p:tagLst>
</file>

<file path=ppt/tags/tag1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5.71153"/>
  <p:tag name="ORIGINALWIDTH" val=" 3.058493"/>
  <p:tag name="EMFCHILD" val="True"/>
</p:tagLst>
</file>

<file path=ppt/tags/tag1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8.966367"/>
  <p:tag name="ORIGINALWIDTH" val=" 2.311305"/>
  <p:tag name="EMFCHILD" val="True"/>
</p:tagLst>
</file>

<file path=ppt/tags/tag1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8.966367"/>
  <p:tag name="ORIGINALWIDTH" val=" .3984815"/>
  <p:tag name="EMFCHILD" val="True"/>
</p:tagLst>
</file>

<file path=ppt/tags/tag1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8.966367"/>
  <p:tag name="ORIGINALWIDTH" val=" 2.311305"/>
  <p:tag name="EMFCHILD" val="True"/>
</p:tagLst>
</file>

<file path=ppt/tags/tag1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6.32126"/>
  <p:tag name="ORIGINALWIDTH" val=" 4.89162"/>
  <p:tag name="EMFCHILD" val="True"/>
</p:tagLst>
</file>

<file path=ppt/tags/tag1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2.680934"/>
  <p:tag name="ORIGINALWIDTH" val=" 1.165579"/>
  <p:tag name="EMFCHILD" val="True"/>
</p:tagLst>
</file>

<file path=ppt/tags/tag1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4.061755"/>
  <p:tag name="ORIGINALWIDTH" val=" 4.054781"/>
  <p:tag name="EMFCHILD" val="True"/>
</p:tagLst>
</file>

<file path=ppt/tags/tag1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2.680934"/>
  <p:tag name="ORIGINALWIDTH" val=" 1.165579"/>
  <p:tag name="EMFCHILD" val="True"/>
</p:tagLst>
</file>

<file path=ppt/tags/tag1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5.71153"/>
  <p:tag name="ORIGINALWIDTH" val=" 3.058493"/>
  <p:tag name="EMFCHILD" val="True"/>
</p:tagLst>
</file>

<file path=ppt/tags/tag1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8.966367"/>
  <p:tag name="ORIGINALWIDTH" val=" 2.311305"/>
  <p:tag name="EMFCHILD" val="True"/>
</p:tagLst>
</file>

<file path=ppt/tags/tag1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5.20045"/>
  <p:tag name="ORIGINALWIDTH" val=" 4.981271"/>
  <p:tag name="EMFCHILD" val="True"/>
</p:tagLst>
</file>

<file path=ppt/tags/tag1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7.388245"/>
  <p:tag name="ORIGINALWIDTH" val=" 5.549156"/>
  <p:tag name="EMFCHILD" val="True"/>
</p:tagLst>
</file>

<file path=ppt/tags/tag1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3.922779"/>
  <p:tag name="ORIGINALWIDTH" val=" 2.412936"/>
  <p:tag name="EMFCHILD" val="True"/>
</p:tagLst>
</file>

<file path=ppt/tags/tag1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2.767885"/>
  <p:tag name="ORIGINALWIDTH" val=" 2.496625"/>
  <p:tag name="EMFCHILD" val="True"/>
</p:tagLst>
</file>

<file path=ppt/tags/tag1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2.862036"/>
  <p:tag name="ORIGINALWIDTH" val=" 3.479921"/>
  <p:tag name="EMFCHILD" val="True"/>
</p:tagLst>
</file>

<file path=ppt/tags/tag1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4.230315"/>
  <p:tag name="ORIGINALWIDTH" val=" 1.520247"/>
  <p:tag name="EMFCHILD" val="True"/>
</p:tagLst>
</file>

<file path=ppt/tags/tag1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2.767885"/>
  <p:tag name="ORIGINALWIDTH" val=" 3.737964"/>
  <p:tag name="EMFCHILD" val="True"/>
</p:tagLst>
</file>

<file path=ppt/tags/tag1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8.966367"/>
  <p:tag name="ORIGINALWIDTH" val=" 3.536727"/>
  <p:tag name="EMFCHILD" val="True"/>
</p:tagLst>
</file>

<file path=ppt/tags/tag1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4.389933"/>
  <p:tag name="ORIGINALWIDTH" val=" 4.493138"/>
  <p:tag name="LATEXADDIN" val="\documentclass{article}&#10;\usepackage{amsmath}&#10;\pagestyle{empty}&#10;\begin{document}&#10;&#10;&#10;\[&#10;\operatorname{avgHead}(r)&#10;=&#10;\frac{1}{\left|\{\,t \mid \exists h,\ (h,r,t)\in\mathcal{G}_{\text{train}}\}\right|}&#10;\sum_{t}&#10;\left|\{\,h \mid (h,r,t)\in\mathcal{G}_{\text{train}}\}\right|&#10;\]&#10;&#10;\end{document}"/>
  <p:tag name="IGUANATEXSIZE" val="14"/>
  <p:tag name="IGUANATEXCURSOR" val="272"/>
  <p:tag name="TRANSPARENCY" val="True"/>
  <p:tag name="CHOOSECOLOR" val="False"/>
  <p:tag name="COLORHEX" val="000000"/>
  <p:tag name="LATEXENGINEID" val="0"/>
  <p:tag name="TEMPFOLDER" val="/Users/eamon/Library/Containers/com.microsoft.Powerpoint/Data/tmp/TemporaryItems/"/>
  <p:tag name="LATEXFORMHEIGHT" val=" 426.65"/>
  <p:tag name="LATEXFORMWIDTH" val=" 513.35"/>
  <p:tag name="LATEXFORMWRAP" val="True"/>
  <p:tag name="BITMAPVECTOR" val="1"/>
  <p:tag name="EMFCHILD" val="True"/>
</p:tagLst>
</file>

<file path=ppt/tags/tag1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4.227334"/>
  <p:tag name="ORIGINALWIDTH" val=" 4.87171"/>
  <p:tag name="EMFCHILD" val="True"/>
</p:tagLst>
</file>

<file path=ppt/tags/tag1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6.302756"/>
  <p:tag name="ORIGINALWIDTH" val=" 4.552925"/>
  <p:tag name="EMFCHILD" val="True"/>
</p:tagLst>
</file>

<file path=ppt/tags/tag1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6.532284"/>
  <p:tag name="ORIGINALWIDTH" val=" 6.804443"/>
  <p:tag name="EMFCHILD" val="True"/>
</p:tagLst>
</file>

<file path=ppt/tags/tag1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4.389933"/>
  <p:tag name="ORIGINALWIDTH" val=" 3.855512"/>
  <p:tag name="EMFCHILD" val="True"/>
</p:tagLst>
</file>

<file path=ppt/tags/tag1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4.389933"/>
  <p:tag name="ORIGINALWIDTH" val=" 4.493138"/>
  <p:tag name="EMFCHILD" val="True"/>
</p:tagLst>
</file>

<file path=ppt/tags/tag1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6.742689"/>
  <p:tag name="ORIGINALWIDTH" val=" 4.91153"/>
  <p:tag name="EMFCHILD" val="True"/>
</p:tagLst>
</file>

<file path=ppt/tags/tag1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9.564117"/>
  <p:tag name="ORIGINALWIDTH" val=" 2.311305"/>
  <p:tag name="EMFCHILD" val="True"/>
</p:tagLst>
</file>

<file path=ppt/tags/tag1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4.332509"/>
  <p:tag name="ORIGINALWIDTH" val=" 4.054781"/>
  <p:tag name="EMFCHILD" val="True"/>
</p:tagLst>
</file>

<file path=ppt/tags/tag1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9.564117"/>
  <p:tag name="ORIGINALWIDTH" val=" 2.311305"/>
  <p:tag name="EMFCHILD" val="True"/>
</p:tagLst>
</file>

<file path=ppt/tags/tag1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2.237964"/>
  <p:tag name="ORIGINALWIDTH" val=" 6.625141"/>
  <p:tag name="EMFCHILD" val="True"/>
</p:tagLst>
</file>

<file path=ppt/tags/tag1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6.369685"/>
  <p:tag name="ORIGINALWIDTH" val=" 3.287627"/>
  <p:tag name="EMFCHILD" val="True"/>
</p:tagLst>
</file>

<file path=ppt/tags/tag1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.3825084"/>
  <p:tag name="ORIGINALWIDTH" val=" 113.6957"/>
  <p:tag name="EMFCHILD" val="True"/>
</p:tagLst>
</file>

<file path=ppt/tags/tag1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9.564117"/>
  <p:tag name="ORIGINALWIDTH" val=" .3984815"/>
  <p:tag name="EMFCHILD" val="True"/>
</p:tagLst>
</file>

<file path=ppt/tags/tag1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9.564117"/>
  <p:tag name="ORIGINALWIDTH" val=" 3.536727"/>
  <p:tag name="EMFCHILD" val="True"/>
</p:tagLst>
</file>

<file path=ppt/tags/tag1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6.092351"/>
  <p:tag name="ORIGINALWIDTH" val=" 3.058493"/>
  <p:tag name="EMFCHILD" val="True"/>
</p:tagLst>
</file>

<file path=ppt/tags/tag1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9.564117"/>
  <p:tag name="ORIGINALWIDTH" val=" .3984815"/>
  <p:tag name="EMFCHILD" val="True"/>
</p:tagLst>
</file>

<file path=ppt/tags/tag1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6.637458"/>
  <p:tag name="ORIGINALWIDTH" val=" 4.433352"/>
  <p:tag name="EMFCHILD" val="True"/>
</p:tagLst>
</file>

<file path=ppt/tags/tag1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6.742689"/>
  <p:tag name="ORIGINALWIDTH" val=" 4.89162"/>
  <p:tag name="EMFCHILD" val="True"/>
</p:tagLst>
</file>

<file path=ppt/tags/tag1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2.859674"/>
  <p:tag name="ORIGINALWIDTH" val=" 1.165579"/>
  <p:tag name="EMFCHILD" val="True"/>
</p:tagLst>
</file>

<file path=ppt/tags/tag1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9.564117"/>
  <p:tag name="ORIGINALWIDTH" val=" 2.311305"/>
  <p:tag name="EMFCHILD" val="True"/>
</p:tagLst>
</file>

<file path=ppt/tags/tag1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6.742689"/>
  <p:tag name="ORIGINALWIDTH" val=" 4.89162"/>
  <p:tag name="EMFCHILD" val="True"/>
</p:tagLst>
</file>

<file path=ppt/tags/tag1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2.859674"/>
  <p:tag name="ORIGINALWIDTH" val=" 1.165579"/>
  <p:tag name="EMFCHILD" val="True"/>
</p:tagLst>
</file>

<file path=ppt/tags/tag1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4.332509"/>
  <p:tag name="ORIGINALWIDTH" val=" 4.054781"/>
  <p:tag name="EMFCHILD" val="True"/>
</p:tagLst>
</file>

<file path=ppt/tags/tag1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2.859674"/>
  <p:tag name="ORIGINALWIDTH" val=" 1.165579"/>
  <p:tag name="EMFCHILD" val="True"/>
</p:tagLst>
</file>

<file path=ppt/tags/tag1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6.092351"/>
  <p:tag name="ORIGINALWIDTH" val=" 3.058493"/>
  <p:tag name="EMFCHILD" val="True"/>
</p:tagLst>
</file>

<file path=ppt/tags/tag1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9.564117"/>
  <p:tag name="ORIGINALWIDTH" val=" 2.311305"/>
  <p:tag name="EMFCHILD" val="True"/>
</p:tagLst>
</file>

<file path=ppt/tags/tag2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5.547188"/>
  <p:tag name="ORIGINALWIDTH" val=" 4.981271"/>
  <p:tag name="EMFCHILD" val="True"/>
</p:tagLst>
</file>

<file path=ppt/tags/tag2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7.880821"/>
  <p:tag name="ORIGINALWIDTH" val=" 5.549156"/>
  <p:tag name="EMFCHILD" val="True"/>
</p:tagLst>
</file>

<file path=ppt/tags/tag2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4.184308"/>
  <p:tag name="ORIGINALWIDTH" val=" 2.412936"/>
  <p:tag name="EMFCHILD" val="True"/>
</p:tagLst>
</file>

<file path=ppt/tags/tag2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2.952418"/>
  <p:tag name="ORIGINALWIDTH" val=" 2.496625"/>
  <p:tag name="EMFCHILD" val="True"/>
</p:tagLst>
</file>

<file path=ppt/tags/tag2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3.052869"/>
  <p:tag name="ORIGINALWIDTH" val=" 3.479921"/>
  <p:tag name="EMFCHILD" val="True"/>
</p:tagLst>
</file>

<file path=ppt/tags/tag2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4.512317"/>
  <p:tag name="ORIGINALWIDTH" val=" 1.520247"/>
  <p:tag name="EMFCHILD" val="True"/>
</p:tagLst>
</file>

<file path=ppt/tags/tag2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2.952418"/>
  <p:tag name="ORIGINALWIDTH" val=" 3.737964"/>
  <p:tag name="EMFCHILD" val="True"/>
</p:tagLst>
</file>

<file path=ppt/tags/tag2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9.564117"/>
  <p:tag name="ORIGINALWIDTH" val=" 3.536727"/>
  <p:tag name="EMFCHILD" val="True"/>
</p:tagLst>
</file>

<file path=ppt/tags/tag2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9.564117"/>
  <p:tag name="ORIGINALWIDTH" val=" .3984815"/>
  <p:tag name="EMFCHILD" val="True"/>
</p:tagLst>
</file>

<file path=ppt/tags/tag2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13.38976"/>
  <p:tag name="ORIGINALWIDTH" val=" 13.26024"/>
  <p:tag name="EMFCHILD" val="True"/>
</p:tagLst>
</file>

<file path=ppt/tags/tag2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4.251237"/>
  <p:tag name="ORIGINALWIDTH" val=" 2.357143"/>
  <p:tag name="EMFCHILD" val="True"/>
</p:tagLst>
</file>

<file path=ppt/tags/tag2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9.564117"/>
  <p:tag name="ORIGINALWIDTH" val=" .3984815"/>
  <p:tag name="EMFCHILD" val="True"/>
</p:tagLst>
</file>

<file path=ppt/tags/tag2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9.564117"/>
  <p:tag name="ORIGINALWIDTH" val=" 3.536727"/>
  <p:tag name="EMFCHILD" val="True"/>
</p:tagLst>
</file>

<file path=ppt/tags/tag2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6.742689"/>
  <p:tag name="ORIGINALWIDTH" val=" 4.89162"/>
  <p:tag name="EMFCHILD" val="True"/>
</p:tagLst>
</file>

<file path=ppt/tags/tag2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9.564117"/>
  <p:tag name="ORIGINALWIDTH" val=" .3984815"/>
  <p:tag name="EMFCHILD" val="True"/>
</p:tagLst>
</file>

<file path=ppt/tags/tag2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9.564117"/>
  <p:tag name="ORIGINALWIDTH" val=" 2.311305"/>
  <p:tag name="EMFCHILD" val="True"/>
</p:tagLst>
</file>

<file path=ppt/tags/tag2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6.742689"/>
  <p:tag name="ORIGINALWIDTH" val=" 4.89162"/>
  <p:tag name="EMFCHILD" val="True"/>
</p:tagLst>
</file>

<file path=ppt/tags/tag2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2.859674"/>
  <p:tag name="ORIGINALWIDTH" val=" 1.165579"/>
  <p:tag name="EMFCHILD" val="True"/>
</p:tagLst>
</file>

<file path=ppt/tags/tag2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4.332509"/>
  <p:tag name="ORIGINALWIDTH" val=" 4.054781"/>
  <p:tag name="EMFCHILD" val="True"/>
</p:tagLst>
</file>

<file path=ppt/tags/tag2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2.859674"/>
  <p:tag name="ORIGINALWIDTH" val=" 1.165579"/>
  <p:tag name="EMFCHILD" val="True"/>
</p:tagLst>
</file>

<file path=ppt/tags/tag2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6.092351"/>
  <p:tag name="ORIGINALWIDTH" val=" 3.058493"/>
  <p:tag name="EMFCHILD" val="True"/>
</p:tagLst>
</file>

<file path=ppt/tags/tag2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9.564117"/>
  <p:tag name="ORIGINALWIDTH" val=" 2.311305"/>
  <p:tag name="EMFCHILD" val="True"/>
</p:tagLst>
</file>

<file path=ppt/tags/tag2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5.547188"/>
  <p:tag name="ORIGINALWIDTH" val=" 4.981271"/>
  <p:tag name="EMFCHILD" val="True"/>
</p:tagLst>
</file>

<file path=ppt/tags/tag2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7.880821"/>
  <p:tag name="ORIGINALWIDTH" val=" 5.549156"/>
  <p:tag name="EMFCHILD" val="True"/>
</p:tagLst>
</file>

<file path=ppt/tags/tag2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4.184308"/>
  <p:tag name="ORIGINALWIDTH" val=" 2.412936"/>
  <p:tag name="EMFCHILD" val="True"/>
</p:tagLst>
</file>

<file path=ppt/tags/tag2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2.952418"/>
  <p:tag name="ORIGINALWIDTH" val=" 2.496625"/>
  <p:tag name="EMFCHILD" val="True"/>
</p:tagLst>
</file>

<file path=ppt/tags/tag2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3.052869"/>
  <p:tag name="ORIGINALWIDTH" val=" 3.479921"/>
  <p:tag name="EMFCHILD" val="True"/>
</p:tagLst>
</file>

<file path=ppt/tags/tag2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4.512317"/>
  <p:tag name="ORIGINALWIDTH" val=" 1.520247"/>
  <p:tag name="EMFCHILD" val="True"/>
</p:tagLst>
</file>

<file path=ppt/tags/tag2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2.952418"/>
  <p:tag name="ORIGINALWIDTH" val=" 3.737964"/>
  <p:tag name="EMFCHILD" val="True"/>
</p:tagLst>
</file>

<file path=ppt/tags/tag2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9.564117"/>
  <p:tag name="ORIGINALWIDTH" val=" 3.536727"/>
  <p:tag name="EMFCHILD" val="True"/>
</p:tagLst>
</file>

<file path=ppt/tags/tag2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9.564117"/>
  <p:tag name="ORIGINALWIDTH" val=" .3984815"/>
  <p:tag name="EMFCHILD" val="True"/>
</p:tagLst>
</file>

<file path=ppt/tags/tag2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4.572834"/>
  <p:tag name="ORIGINALWIDTH" val=" 4.47739"/>
  <p:tag name="LATEXADDIN" val="\documentclass{article}&#10;\usepackage{amsmath}&#10;\pagestyle{empty}&#10;\begin{document}&#10;&#10;\[&#10;\operatorname{avgTail}(r)&#10;=&#10;\frac{1}{\left|\{\,h \mid \exists t,\ (h,r,t)\in\mathcal{G}_{\text{train}}\}\right|}&#10;\sum_{h}&#10;\left|\{\,t \mid (h,r,t)\in\mathcal{G}_{\text{train}}\}\right|&#10;\]&#10;&#10;&#10;\end{document}"/>
  <p:tag name="IGUANATEXSIZE" val="14"/>
  <p:tag name="IGUANATEXCURSOR" val="271"/>
  <p:tag name="TRANSPARENCY" val="True"/>
  <p:tag name="CHOOSECOLOR" val="False"/>
  <p:tag name="COLORHEX" val="000000"/>
  <p:tag name="LATEXENGINEID" val="0"/>
  <p:tag name="TEMPFOLDER" val="/Users/eamon/Library/Containers/com.microsoft.Powerpoint/Data/tmp/TemporaryItems/"/>
  <p:tag name="LATEXFORMHEIGHT" val=" 426.65"/>
  <p:tag name="LATEXFORMWIDTH" val=" 513.35"/>
  <p:tag name="LATEXFORMWRAP" val="True"/>
  <p:tag name="BITMAPVECTOR" val="1"/>
  <p:tag name="EMFCHILD" val="True"/>
</p:tagLst>
</file>

<file path=ppt/tags/tag2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4.403487"/>
  <p:tag name="ORIGINALWIDTH" val=" 4.854668"/>
  <p:tag name="EMFCHILD" val="True"/>
</p:tagLst>
</file>

<file path=ppt/tags/tag2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6.565354"/>
  <p:tag name="ORIGINALWIDTH" val=" 4.536952"/>
  <p:tag name="EMFCHILD" val="True"/>
</p:tagLst>
</file>

<file path=ppt/tags/tag2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6.744658"/>
  <p:tag name="ORIGINALWIDTH" val=" 6.443138"/>
  <p:tag name="EMFCHILD" val="True"/>
</p:tagLst>
</file>

<file path=ppt/tags/tag2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4.572834"/>
  <p:tag name="ORIGINALWIDTH" val=" 4.47739"/>
  <p:tag name="EMFCHILD" val="True"/>
</p:tagLst>
</file>

<file path=ppt/tags/tag2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6.664961"/>
  <p:tag name="ORIGINALWIDTH" val=" 2.124522"/>
  <p:tag name="EMFCHILD" val="True"/>
</p:tagLst>
</file>

<file path=ppt/tags/tag2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6.914061"/>
  <p:tag name="ORIGINALWIDTH" val=" 2.203937"/>
  <p:tag name="EMFCHILD" val="True"/>
</p:tagLst>
</file>

<file path=ppt/tags/tag2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9.962599"/>
  <p:tag name="ORIGINALWIDTH" val=" 2.303206"/>
  <p:tag name="EMFCHILD" val="True"/>
</p:tagLst>
</file>

<file path=ppt/tags/tag2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4.513049"/>
  <p:tag name="ORIGINALWIDTH" val=" 4.040607"/>
  <p:tag name="EMFCHILD" val="True"/>
</p:tagLst>
</file>

<file path=ppt/tags/tag2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9.962599"/>
  <p:tag name="ORIGINALWIDTH" val=" 2.303206"/>
  <p:tag name="EMFCHILD" val="True"/>
</p:tagLst>
</file>

<file path=ppt/tags/tag2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2.331215"/>
  <p:tag name="ORIGINALWIDTH" val=" 6.601969"/>
  <p:tag name="EMFCHILD" val="True"/>
</p:tagLst>
</file>

<file path=ppt/tags/tag2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6.635096"/>
  <p:tag name="ORIGINALWIDTH" val=" 3.276153"/>
  <p:tag name="EMFCHILD" val="True"/>
</p:tagLst>
</file>

<file path=ppt/tags/tag2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.3984815"/>
  <p:tag name="ORIGINALWIDTH" val=" 113.2981"/>
  <p:tag name="EMFCHILD" val="True"/>
</p:tagLst>
</file>

<file path=ppt/tags/tag2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9.962599"/>
  <p:tag name="ORIGINALWIDTH" val=" .3970754"/>
  <p:tag name="EMFCHILD" val="True"/>
</p:tagLst>
</file>

<file path=ppt/tags/tag2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9.962599"/>
  <p:tag name="ORIGINALWIDTH" val=" 3.524353"/>
  <p:tag name="EMFCHILD" val="True"/>
</p:tagLst>
</file>

<file path=ppt/tags/tag2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7.023622"/>
  <p:tag name="ORIGINALWIDTH" val=" 4.874522"/>
  <p:tag name="EMFCHILD" val="True"/>
</p:tagLst>
</file>

<file path=ppt/tags/tag2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9.962599"/>
  <p:tag name="ORIGINALWIDTH" val=" .3970754"/>
  <p:tag name="EMFCHILD" val="True"/>
</p:tagLst>
</file>

<file path=ppt/tags/tag2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6.914061"/>
  <p:tag name="ORIGINALWIDTH" val=" 4.417829"/>
  <p:tag name="EMFCHILD" val="True"/>
</p:tagLst>
</file>

<file path=ppt/tags/tag2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6.346176"/>
  <p:tag name="ORIGINALWIDTH" val=" 3.047807"/>
  <p:tag name="EMFCHILD" val="True"/>
</p:tagLst>
</file>

<file path=ppt/tags/tag2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2.978796"/>
  <p:tag name="ORIGINALWIDTH" val=" 1.16153"/>
  <p:tag name="EMFCHILD" val="True"/>
</p:tagLst>
</file>

<file path=ppt/tags/tag2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9.962599"/>
  <p:tag name="ORIGINALWIDTH" val=" 2.303206"/>
  <p:tag name="EMFCHILD" val="True"/>
</p:tagLst>
</file>

<file path=ppt/tags/tag2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7.023622"/>
  <p:tag name="ORIGINALWIDTH" val=" 4.874522"/>
  <p:tag name="EMFCHILD" val="True"/>
</p:tagLst>
</file>

<file path=ppt/tags/tag2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2.978796"/>
  <p:tag name="ORIGINALWIDTH" val=" 1.16153"/>
  <p:tag name="EMFCHILD" val="True"/>
</p:tagLst>
</file>

<file path=ppt/tags/tag2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4.513049"/>
  <p:tag name="ORIGINALWIDTH" val=" 4.040607"/>
  <p:tag name="EMFCHILD" val="True"/>
</p:tagLst>
</file>

<file path=ppt/tags/tag2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2.978796"/>
  <p:tag name="ORIGINALWIDTH" val=" 1.16153"/>
  <p:tag name="EMFCHILD" val="True"/>
</p:tagLst>
</file>

<file path=ppt/tags/tag2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6.346176"/>
  <p:tag name="ORIGINALWIDTH" val=" 3.047807"/>
  <p:tag name="EMFCHILD" val="True"/>
</p:tagLst>
</file>

<file path=ppt/tags/tag2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9.962599"/>
  <p:tag name="ORIGINALWIDTH" val=" 2.303206"/>
  <p:tag name="EMFCHILD" val="True"/>
</p:tagLst>
</file>

<file path=ppt/tags/tag2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5.77829"/>
  <p:tag name="ORIGINALWIDTH" val=" 4.963892"/>
  <p:tag name="EMFCHILD" val="True"/>
</p:tagLst>
</file>

<file path=ppt/tags/tag2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8.209168"/>
  <p:tag name="ORIGINALWIDTH" val=" 5.529753"/>
  <p:tag name="EMFCHILD" val="True"/>
</p:tagLst>
</file>

<file path=ppt/tags/tag2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4.358605"/>
  <p:tag name="ORIGINALWIDTH" val=" 2.4045"/>
  <p:tag name="EMFCHILD" val="True"/>
</p:tagLst>
</file>

<file path=ppt/tags/tag2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3.075422"/>
  <p:tag name="ORIGINALWIDTH" val=" 2.487852"/>
  <p:tag name="EMFCHILD" val="True"/>
</p:tagLst>
</file>

<file path=ppt/tags/tag2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3.180034"/>
  <p:tag name="ORIGINALWIDTH" val=" 3.467773"/>
  <p:tag name="EMFCHILD" val="True"/>
</p:tagLst>
</file>

<file path=ppt/tags/tag2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4.700337"/>
  <p:tag name="ORIGINALWIDTH" val=" 1.514961"/>
  <p:tag name="EMFCHILD" val="True"/>
</p:tagLst>
</file>

<file path=ppt/tags/tag2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3.075422"/>
  <p:tag name="ORIGINALWIDTH" val=" 3.724859"/>
  <p:tag name="EMFCHILD" val="True"/>
</p:tagLst>
</file>

<file path=ppt/tags/tag2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9.962599"/>
  <p:tag name="ORIGINALWIDTH" val=" 3.524353"/>
  <p:tag name="EMFCHILD" val="True"/>
</p:tagLst>
</file>

<file path=ppt/tags/tag2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9.962599"/>
  <p:tag name="ORIGINALWIDTH" val=" .3970754"/>
  <p:tag name="EMFCHILD" val="True"/>
</p:tagLst>
</file>

<file path=ppt/tags/tag2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13.94769"/>
  <p:tag name="ORIGINALWIDTH" val=" 13.21389"/>
  <p:tag name="EMFCHILD" val="True"/>
</p:tagLst>
</file>

<file path=ppt/tags/tag2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4.909562"/>
  <p:tag name="ORIGINALWIDTH" val=" 3.787402"/>
  <p:tag name="EMFCHILD" val="True"/>
</p:tagLst>
</file>

<file path=ppt/tags/tag2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9.962599"/>
  <p:tag name="ORIGINALWIDTH" val=" .3970754"/>
  <p:tag name="EMFCHILD" val="True"/>
</p:tagLst>
</file>

<file path=ppt/tags/tag2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9.962599"/>
  <p:tag name="ORIGINALWIDTH" val=" 3.524353"/>
  <p:tag name="EMFCHILD" val="True"/>
</p:tagLst>
</file>

<file path=ppt/tags/tag2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6.346176"/>
  <p:tag name="ORIGINALWIDTH" val=" 3.047807"/>
  <p:tag name="EMFCHILD" val="True"/>
</p:tagLst>
</file>

<file path=ppt/tags/tag2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9.962599"/>
  <p:tag name="ORIGINALWIDTH" val=" .3970754"/>
  <p:tag name="EMFCHILD" val="True"/>
</p:tagLst>
</file>

<file path=ppt/tags/tag2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9.962599"/>
  <p:tag name="ORIGINALWIDTH" val=" 2.303206"/>
  <p:tag name="EMFCHILD" val="True"/>
</p:tagLst>
</file>

<file path=ppt/tags/tag2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7.023622"/>
  <p:tag name="ORIGINALWIDTH" val=" 4.874522"/>
  <p:tag name="EMFCHILD" val="True"/>
</p:tagLst>
</file>

<file path=ppt/tags/tag2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2.978796"/>
  <p:tag name="ORIGINALWIDTH" val=" 1.16153"/>
  <p:tag name="EMFCHILD" val="True"/>
</p:tagLst>
</file>

<file path=ppt/tags/tag2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4.513049"/>
  <p:tag name="ORIGINALWIDTH" val=" 4.040607"/>
  <p:tag name="EMFCHILD" val="True"/>
</p:tagLst>
</file>

<file path=ppt/tags/tag2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2.978796"/>
  <p:tag name="ORIGINALWIDTH" val=" 1.16153"/>
  <p:tag name="EMFCHILD" val="True"/>
</p:tagLst>
</file>

<file path=ppt/tags/tag2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6.346176"/>
  <p:tag name="ORIGINALWIDTH" val=" 3.047807"/>
  <p:tag name="EMFCHILD" val="True"/>
</p:tagLst>
</file>

<file path=ppt/tags/tag2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9.962599"/>
  <p:tag name="ORIGINALWIDTH" val=" 2.303206"/>
  <p:tag name="EMFCHILD" val="True"/>
</p:tagLst>
</file>

<file path=ppt/tags/tag2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5.77829"/>
  <p:tag name="ORIGINALWIDTH" val=" 4.963892"/>
  <p:tag name="EMFCHILD" val="True"/>
</p:tagLst>
</file>

<file path=ppt/tags/tag2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8.209168"/>
  <p:tag name="ORIGINALWIDTH" val=" 5.529753"/>
  <p:tag name="EMFCHILD" val="True"/>
</p:tagLst>
</file>

<file path=ppt/tags/tag2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4.358605"/>
  <p:tag name="ORIGINALWIDTH" val=" 2.4045"/>
  <p:tag name="EMFCHILD" val="True"/>
</p:tagLst>
</file>

<file path=ppt/tags/tag2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3.075422"/>
  <p:tag name="ORIGINALWIDTH" val=" 2.487852"/>
  <p:tag name="EMFCHILD" val="True"/>
</p:tagLst>
</file>

<file path=ppt/tags/tag2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3.180034"/>
  <p:tag name="ORIGINALWIDTH" val=" 3.467773"/>
  <p:tag name="EMFCHILD" val="True"/>
</p:tagLst>
</file>

<file path=ppt/tags/tag2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4.700337"/>
  <p:tag name="ORIGINALWIDTH" val=" 1.514961"/>
  <p:tag name="EMFCHILD" val="True"/>
</p:tagLst>
</file>

<file path=ppt/tags/tag2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3.075422"/>
  <p:tag name="ORIGINALWIDTH" val=" 3.724859"/>
  <p:tag name="EMFCHILD" val="True"/>
</p:tagLst>
</file>

<file path=ppt/tags/tag2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9.962599"/>
  <p:tag name="ORIGINALWIDTH" val=" 3.524353"/>
  <p:tag name="EMFCHILD" val="True"/>
</p:tagLst>
</file>

<file path=ppt/tags/tag2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9.962599"/>
  <p:tag name="ORIGINALWIDTH" val=" .3970754"/>
  <p:tag name="EMFCHILD" val="True"/>
</p:tagLst>
</file>

<file path=ppt/tags/tag2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6.097132"/>
  <p:tag name="ORIGINALWIDTH" val=" 7.230652"/>
  <p:tag name="LATEXADDIN" val="\documentclass{article}&#10;\usepackage{amsmath}&#10;\pagestyle{empty}&#10;\begin{document}&#10;&#10;\[&#10;E_r = \{(h,t) \mid (h,r,t)\in\mathcal{G}_{\text{train}}\}&#10;\]&#10;&#10;&#10;\end{document}"/>
  <p:tag name="IGUANATEXSIZE" val="14"/>
  <p:tag name="IGUANATEXCURSOR" val="144"/>
  <p:tag name="TRANSPARENCY" val="True"/>
  <p:tag name="CHOOSECOLOR" val="False"/>
  <p:tag name="COLORHEX" val="000000"/>
  <p:tag name="LATEXENGINEID" val="0"/>
  <p:tag name="TEMPFOLDER" val="/Users/eamon/Library/Containers/com.microsoft.Powerpoint/Data/tmp/TemporaryItems/"/>
  <p:tag name="LATEXFORMHEIGHT" val=" 426.65"/>
  <p:tag name="LATEXFORMWIDTH" val=" 513.35"/>
  <p:tag name="LATEXFORMWRAP" val="True"/>
  <p:tag name="BITMAPVECTOR" val="1"/>
  <p:tag name="EMFCHILD" val="True"/>
</p:tagLst>
</file>

<file path=ppt/tags/tag2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2.830652"/>
  <p:tag name="ORIGINALWIDTH" val=" 3.242801"/>
  <p:tag name="EMFCHILD" val="True"/>
</p:tagLst>
</file>

<file path=ppt/tags/tag2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2.098088"/>
  <p:tag name="ORIGINALWIDTH" val=" 6.625141"/>
  <p:tag name="EMFCHILD" val="True"/>
</p:tagLst>
</file>

<file path=ppt/tags/tag2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8.966367"/>
  <p:tag name="ORIGINALWIDTH" val=" 3.536727"/>
  <p:tag name="EMFCHILD" val="True"/>
</p:tagLst>
</file>

<file path=ppt/tags/tag2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8.966367"/>
  <p:tag name="ORIGINALWIDTH" val=" 2.311305"/>
  <p:tag name="EMFCHILD" val="True"/>
</p:tagLst>
</file>

<file path=ppt/tags/tag2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6.32126"/>
  <p:tag name="ORIGINALWIDTH" val=" 4.89162"/>
  <p:tag name="EMFCHILD" val="True"/>
</p:tagLst>
</file>

<file path=ppt/tags/tag2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2.680934"/>
  <p:tag name="ORIGINALWIDTH" val=" 1.165579"/>
  <p:tag name="EMFCHILD" val="True"/>
</p:tagLst>
</file>

<file path=ppt/tags/tag2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5.71153"/>
  <p:tag name="ORIGINALWIDTH" val=" 3.058493"/>
  <p:tag name="EMFCHILD" val="True"/>
</p:tagLst>
</file>

<file path=ppt/tags/tag2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8.966367"/>
  <p:tag name="ORIGINALWIDTH" val=" 2.311305"/>
  <p:tag name="EMFCHILD" val="True"/>
</p:tagLst>
</file>

<file path=ppt/tags/tag2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8.966367"/>
  <p:tag name="ORIGINALWIDTH" val=" .3984815"/>
  <p:tag name="EMFCHILD" val="True"/>
</p:tagLst>
</file>

<file path=ppt/tags/tag2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8.966367"/>
  <p:tag name="ORIGINALWIDTH" val=" 2.311305"/>
  <p:tag name="EMFCHILD" val="True"/>
</p:tagLst>
</file>

<file path=ppt/tags/tag3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6.32126"/>
  <p:tag name="ORIGINALWIDTH" val=" 4.89162"/>
  <p:tag name="EMFCHILD" val="True"/>
</p:tagLst>
</file>

<file path=ppt/tags/tag3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2.680934"/>
  <p:tag name="ORIGINALWIDTH" val=" 1.165579"/>
  <p:tag name="EMFCHILD" val="True"/>
</p:tagLst>
</file>

<file path=ppt/tags/tag3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4.061755"/>
  <p:tag name="ORIGINALWIDTH" val=" 4.054781"/>
  <p:tag name="EMFCHILD" val="True"/>
</p:tagLst>
</file>

<file path=ppt/tags/tag3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2.680934"/>
  <p:tag name="ORIGINALWIDTH" val=" 1.165579"/>
  <p:tag name="EMFCHILD" val="True"/>
</p:tagLst>
</file>

<file path=ppt/tags/tag3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5.71153"/>
  <p:tag name="ORIGINALWIDTH" val=" 3.058493"/>
  <p:tag name="EMFCHILD" val="True"/>
</p:tagLst>
</file>

<file path=ppt/tags/tag3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8.966367"/>
  <p:tag name="ORIGINALWIDTH" val=" 2.311305"/>
  <p:tag name="EMFCHILD" val="True"/>
</p:tagLst>
</file>

<file path=ppt/tags/tag3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5.20045"/>
  <p:tag name="ORIGINALWIDTH" val=" 4.981271"/>
  <p:tag name="EMFCHILD" val="True"/>
</p:tagLst>
</file>

<file path=ppt/tags/tag3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7.388245"/>
  <p:tag name="ORIGINALWIDTH" val=" 5.549156"/>
  <p:tag name="EMFCHILD" val="True"/>
</p:tagLst>
</file>

<file path=ppt/tags/tag3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3.922779"/>
  <p:tag name="ORIGINALWIDTH" val=" 2.412936"/>
  <p:tag name="EMFCHILD" val="True"/>
</p:tagLst>
</file>

<file path=ppt/tags/tag3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2.767885"/>
  <p:tag name="ORIGINALWIDTH" val=" 2.496625"/>
  <p:tag name="EMFCHILD" val="True"/>
</p:tagLst>
</file>

<file path=ppt/tags/tag3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2.862036"/>
  <p:tag name="ORIGINALWIDTH" val=" 3.479921"/>
  <p:tag name="EMFCHILD" val="True"/>
</p:tagLst>
</file>

<file path=ppt/tags/tag3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4.230315"/>
  <p:tag name="ORIGINALWIDTH" val=" 1.520247"/>
  <p:tag name="EMFCHILD" val="True"/>
</p:tagLst>
</file>

<file path=ppt/tags/tag3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2.767885"/>
  <p:tag name="ORIGINALWIDTH" val=" 3.737964"/>
  <p:tag name="EMFCHILD" val="True"/>
</p:tagLst>
</file>

<file path=ppt/tags/tag3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8.966367"/>
  <p:tag name="ORIGINALWIDTH" val=" 3.536727"/>
  <p:tag name="EMFCHILD" val="True"/>
</p:tagLst>
</file>

<file path=ppt/tags/tag3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8.966367"/>
  <p:tag name="ORIGINALWIDTH" val=" 129.3373"/>
  <p:tag name="OUTPUTTYPE" val="SVG"/>
  <p:tag name="IGUANATEXVERSION" val="162"/>
  <p:tag name="LATEXADDIN" val="\documentclass{article}&#10;\usepackage{amsmath}&#10;\pagestyle{empty}&#10;\begin{document}&#10;&#10;\[&#10;E_r = \{(h,t) \mid (h,r,t)\in\mathcal{G}_{\text{train}}\}&#10;\]&#10;&#10;\end{document}"/>
  <p:tag name="IGUANATEXSIZE" val="14"/>
  <p:tag name="IGUANATEXCURSOR" val="144"/>
  <p:tag name="TRANSPARENCY" val="True"/>
  <p:tag name="CHOOSECOLOR" val="False"/>
  <p:tag name="COLORHEX" val="000000"/>
  <p:tag name="LATEXENGINEID" val="0"/>
  <p:tag name="TEMPFOLDER" val="/Users/eamon/Library/Containers/com.microsoft.Powerpoint/Data/tmp/TemporaryItems/"/>
  <p:tag name="LATEXFORMHEIGHT" val=" 426.65"/>
  <p:tag name="LATEXFORMWIDTH" val=" 513.35"/>
  <p:tag name="LATEXFORMWRAP" val="True"/>
  <p:tag name="BITMAPVECTOR" val="1"/>
</p:tagLst>
</file>

<file path=ppt/tags/tag3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9.004162"/>
  <p:tag name="ORIGINALWIDTH" val=" 136.9465"/>
  <p:tag name="OUTPUTTYPE" val="SVG"/>
  <p:tag name="IGUANATEXVERSION" val="162"/>
  <p:tag name="LATEXADDIN" val="\documentclass{article}&#10;\usepackage{amsmath}&#10;\pagestyle{empty}&#10;\begin{document}&#10;&#10;&#10;\[&#10;E_r^{\mathrm{rev}} = \{(t,h) \mid (h,r,t)\in\mathcal{G}_{\text{train}}\}&#10;\]&#10;&#10;\end{document}"/>
  <p:tag name="IGUANATEXSIZE" val="14"/>
  <p:tag name="IGUANATEXCURSOR" val="160"/>
  <p:tag name="TRANSPARENCY" val="True"/>
  <p:tag name="CHOOSECOLOR" val="False"/>
  <p:tag name="COLORHEX" val="000000"/>
  <p:tag name="LATEXENGINEID" val="0"/>
  <p:tag name="TEMPFOLDER" val="/Users/eamon/Library/Containers/com.microsoft.Powerpoint/Data/tmp/TemporaryItems/"/>
  <p:tag name="LATEXFORMHEIGHT" val=" 426.65"/>
  <p:tag name="LATEXFORMWIDTH" val=" 513.35"/>
  <p:tag name="LATEXFORMWRAP" val="True"/>
  <p:tag name="BITMAPVECTOR" val="1"/>
</p:tagLst>
</file>

<file path=ppt/tags/tag3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24.14106"/>
  <p:tag name="ORIGINALWIDTH" val=" 110.2316"/>
  <p:tag name="OUTPUTTYPE" val="SVG"/>
  <p:tag name="IGUANATEXVERSION" val="162"/>
  <p:tag name="LATEXADDIN" val="\documentclass{article}&#10;\usepackage{amsmath}&#10;\pagestyle{empty}&#10;\begin{document}&#10;&#10;&#10;\[&#10;s(r_1 \to r_2)&#10;=&#10;\frac{|E_{r_1}\cap E_{r_2}^{\mathrm{rev}}|}{|E_{r_1}|}&#10;\]&#10;&#10;\end{document}"/>
  <p:tag name="IGUANATEXSIZE" val="14"/>
  <p:tag name="IGUANATEXCURSOR" val="159"/>
  <p:tag name="TRANSPARENCY" val="True"/>
  <p:tag name="CHOOSECOLOR" val="False"/>
  <p:tag name="COLORHEX" val="000000"/>
  <p:tag name="LATEXENGINEID" val="0"/>
  <p:tag name="TEMPFOLDER" val="/Users/eamon/Library/Containers/com.microsoft.Powerpoint/Data/tmp/TemporaryItems/"/>
  <p:tag name="LATEXFORMHEIGHT" val=" 426.65"/>
  <p:tag name="LATEXFORMWIDTH" val=" 513.35"/>
  <p:tag name="LATEXFORMWRAP" val="True"/>
  <p:tag name="BITMAPVECTOR" val="1"/>
</p:tagLst>
</file>

<file path=ppt/tags/tag3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8.966367"/>
  <p:tag name="ORIGINALWIDTH" val=" 166.3264"/>
  <p:tag name="OUTPUTTYPE" val="SVG"/>
  <p:tag name="IGUANATEXVERSION" val="162"/>
  <p:tag name="LATEXADDIN" val="\documentclass{article}&#10;\usepackage{amsmath}&#10;\pagestyle{empty}&#10;\begin{document}&#10;&#10;&#10;\[&#10;s_{12}=s(r_1\to r_2), \qquad s_{21}=s(r_2\to r_1)&#10;\]&#10;&#10;\end{document}"/>
  <p:tag name="IGUANATEXSIZE" val="14"/>
  <p:tag name="IGUANATEXCURSOR" val="137"/>
  <p:tag name="TRANSPARENCY" val="True"/>
  <p:tag name="CHOOSECOLOR" val="False"/>
  <p:tag name="COLORHEX" val="000000"/>
  <p:tag name="LATEXENGINEID" val="0"/>
  <p:tag name="TEMPFOLDER" val="/Users/eamon/Library/Containers/com.microsoft.Powerpoint/Data/tmp/TemporaryItems/"/>
  <p:tag name="LATEXFORMHEIGHT" val=" 426.65"/>
  <p:tag name="LATEXFORMWIDTH" val=" 513.35"/>
  <p:tag name="LATEXFORMWRAP" val="True"/>
  <p:tag name="BITMAPVECTOR" val="1"/>
</p:tagLst>
</file>

<file path=ppt/tags/tag3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35.84586"/>
  <p:tag name="ORIGINALWIDTH" val=" 170.316"/>
  <p:tag name="OUTPUTTYPE" val="SVG"/>
  <p:tag name="IGUANATEXVERSION" val="162"/>
  <p:tag name="LATEXADDIN" val="\documentclass{article}&#10;\usepackage{amsmath}&#10;\pagestyle{empty}&#10;\begin{document}&#10;&#10;\[&#10;s_{\mathrm{mut}}(r_1,r_2)&#10;=&#10;\begin{cases}&#10;\frac{2s_{12}s_{21}}{s_{12}+s_{21}}, &amp; s_{12}+s_{21}&gt;0 \\[6pt]&#10;0, &amp; \text{otherwise}&#10;\end{cases}&#10;\]&#10;&#10;&#10;\end{document}"/>
  <p:tag name="IGUANATEXSIZE" val="12"/>
  <p:tag name="IGUANATEXCURSOR" val="225"/>
  <p:tag name="TRANSPARENCY" val="True"/>
  <p:tag name="CHOOSECOLOR" val="False"/>
  <p:tag name="COLORHEX" val="000000"/>
  <p:tag name="LATEXENGINEID" val="0"/>
  <p:tag name="TEMPFOLDER" val="/Users/eamon/Library/Containers/com.microsoft.Powerpoint/Data/tmp/TemporaryItems/"/>
  <p:tag name="LATEXFORMHEIGHT" val=" 426.65"/>
  <p:tag name="LATEXFORMWIDTH" val=" 513.35"/>
  <p:tag name="LATEXFORMWRAP" val="True"/>
  <p:tag name="BITMAPVECTOR" val="1"/>
</p:tagLst>
</file>

<file path=ppt/tags/tag3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15.00062"/>
  <p:tag name="ORIGINALWIDTH" val=" 178.5766"/>
  <p:tag name="OUTPUTTYPE" val="SVG"/>
  <p:tag name="IGUANATEXVERSION" val="162"/>
  <p:tag name="LATEXADDIN" val="\documentclass{article}&#10;\usepackage{amsmath}&#10;\pagestyle{empty}&#10;\begin{document}&#10;&#10;\[&#10;\operatorname{MutInvStrength}(r)&#10;=&#10;\max_{r'\in\mathcal{R},\, r'\neq r}&#10;s_{\mathrm{mut}}(r,r')&#10;\]&#10;&#10;&#10;\end{document}"/>
  <p:tag name="IGUANATEXSIZE" val="14"/>
  <p:tag name="IGUANATEXCURSOR" val="180"/>
  <p:tag name="TRANSPARENCY" val="True"/>
  <p:tag name="CHOOSECOLOR" val="False"/>
  <p:tag name="COLORHEX" val="000000"/>
  <p:tag name="LATEXENGINEID" val="0"/>
  <p:tag name="TEMPFOLDER" val="/Users/eamon/Library/Containers/com.microsoft.Powerpoint/Data/tmp/TemporaryItems/"/>
  <p:tag name="LATEXFORMHEIGHT" val=" 426.65"/>
  <p:tag name="LATEXFORMWIDTH" val=" 513.35"/>
  <p:tag name="LATEXFORMWRAP" val="True"/>
  <p:tag name="BITMAPVECTOR" val="1"/>
</p:tagLst>
</file>

<file path=ppt/tags/tag3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17.92278"/>
  <p:tag name="ORIGINALWIDTH" val=" 336.5456"/>
  <p:tag name="OUTPUTTYPE" val="SVG"/>
  <p:tag name="IGUANATEXVERSION" val="162"/>
  <p:tag name="LATEXADDIN" val="\documentclass{article}&#10;\usepackage{amsmath}&#10;\pagestyle{empty}&#10;\begin{document}&#10;&#10;\[&#10;\operatorname{InvClarity}(r)&#10;=&#10;\max\Bigl(&#10;0,\,&#10;\operatorname{MutInvStrength}(r)&#10;-&#10;\operatorname{SecondBestMutInvStrength}(r)&#10;\Bigr)&#10;\]&#10;&#10;&#10;\end{document}"/>
  <p:tag name="IGUANATEXSIZE" val="13"/>
  <p:tag name="IGUANATEXCURSOR" val="218"/>
  <p:tag name="TRANSPARENCY" val="True"/>
  <p:tag name="CHOOSECOLOR" val="False"/>
  <p:tag name="COLORHEX" val="000000"/>
  <p:tag name="LATEXENGINEID" val="0"/>
  <p:tag name="TEMPFOLDER" val="/Users/eamon/Library/Containers/com.microsoft.Powerpoint/Data/tmp/TemporaryItems/"/>
  <p:tag name="LATEXFORMHEIGHT" val=" 426.65"/>
  <p:tag name="LATEXFORMWIDTH" val=" 513.35"/>
  <p:tag name="LATEXFORMWRAP" val="True"/>
  <p:tag name="BITMAPVECTOR" val="1"/>
</p:tagLst>
</file>

<file path=ppt/tags/tag3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6.804482"/>
  <p:tag name="ORIGINALWIDTH" val=" 3.029619"/>
  <p:tag name="LATEXADDIN" val="\documentclass{article}&#10;\usepackage{amsmath}&#10;\pagestyle{empty}&#10;\begin{document}&#10;&#10;\[&#10;\operatorname{InvClarity}(r)&#10;=&#10;\max\Bigl(&#10;0,\,&#10;\operatorname{MutInvStrength}(r)&#10;-&#10;\operatorname{SecondBestMutInvStrength}(r)&#10;\Bigr)&#10;\]&#10;&#10;&#10;\end{document}"/>
  <p:tag name="IGUANATEXSIZE" val="13"/>
  <p:tag name="IGUANATEXCURSOR" val="218"/>
  <p:tag name="TRANSPARENCY" val="True"/>
  <p:tag name="CHOOSECOLOR" val="False"/>
  <p:tag name="COLORHEX" val="000000"/>
  <p:tag name="LATEXENGINEID" val="0"/>
  <p:tag name="TEMPFOLDER" val="/Users/eamon/Library/Containers/com.microsoft.Powerpoint/Data/tmp/TemporaryItems/"/>
  <p:tag name="LATEXFORMHEIGHT" val=" 426.65"/>
  <p:tag name="LATEXFORMWIDTH" val=" 513.35"/>
  <p:tag name="LATEXFORMWRAP" val="True"/>
  <p:tag name="BITMAPVECTOR" val="1"/>
  <p:tag name="EMFCHILD" val="True"/>
</p:tagLst>
</file>

<file path=ppt/tags/tag3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4.403453"/>
  <p:tag name="ORIGINALWIDTH" val=" 4.996427"/>
  <p:tag name="EMFCHILD" val="True"/>
</p:tagLst>
</file>

<file path=ppt/tags/tag3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4.403453"/>
  <p:tag name="ORIGINALWIDTH" val=" 4.857359"/>
  <p:tag name="EMFCHILD" val="True"/>
</p:tagLst>
</file>

<file path=ppt/tags/tag3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7.242823"/>
  <p:tag name="ORIGINALWIDTH" val=" 6.049365"/>
  <p:tag name="EMFCHILD" val="True"/>
</p:tagLst>
</file>

<file path=ppt/tags/tag3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6.914052"/>
  <p:tag name="ORIGINALWIDTH" val=" 2.205148"/>
  <p:tag name="EMFCHILD" val="True"/>
</p:tagLst>
</file>

<file path=ppt/tags/tag3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4.572805"/>
  <p:tag name="ORIGINALWIDTH" val=" 4.479891"/>
  <p:tag name="EMFCHILD" val="True"/>
</p:tagLst>
</file>

<file path=ppt/tags/tag3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4.403453"/>
  <p:tag name="ORIGINALWIDTH" val=" 3.337553"/>
  <p:tag name="EMFCHILD" val="True"/>
</p:tagLst>
</file>

<file path=ppt/tags/tag3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6.664991"/>
  <p:tag name="ORIGINALWIDTH" val=" 2.125681"/>
  <p:tag name="EMFCHILD" val="True"/>
</p:tagLst>
</file>

<file path=ppt/tags/tag3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6.236584"/>
  <p:tag name="ORIGINALWIDTH" val=" 3.109086"/>
  <p:tag name="EMFCHILD" val="True"/>
</p:tagLst>
</file>

<file path=ppt/tags/tag3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6.33622"/>
  <p:tag name="ORIGINALWIDTH" val=" 4.857359"/>
  <p:tag name="EMFCHILD" val="True"/>
</p:tagLst>
</file>

<file path=ppt/tags/tag3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9.962628"/>
  <p:tag name="ORIGINALWIDTH" val=" 2.304482"/>
  <p:tag name="EMFCHILD" val="True"/>
</p:tagLst>
</file>

<file path=ppt/tags/tag3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4.513022"/>
  <p:tag name="ORIGINALWIDTH" val=" 4.042822"/>
  <p:tag name="EMFCHILD" val="True"/>
</p:tagLst>
</file>

<file path=ppt/tags/tag3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9.962628"/>
  <p:tag name="ORIGINALWIDTH" val=" 2.304482"/>
  <p:tag name="EMFCHILD" val="True"/>
</p:tagLst>
</file>

<file path=ppt/tags/tag3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2.331254"/>
  <p:tag name="ORIGINALWIDTH" val=" 6.605633"/>
  <p:tag name="EMFCHILD" val="True"/>
</p:tagLst>
</file>

<file path=ppt/tags/tag3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4.403453"/>
  <p:tag name="ORIGINALWIDTH" val=" 7.757905"/>
  <p:tag name="EMFCHILD" val="True"/>
</p:tagLst>
</file>

<file path=ppt/tags/tag3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4.572805"/>
  <p:tag name="ORIGINALWIDTH" val=" 4.479891"/>
  <p:tag name="EMFCHILD" val="True"/>
</p:tagLst>
</file>

<file path=ppt/tags/tag3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4.293883"/>
  <p:tag name="ORIGINALWIDTH" val=" 5.00636"/>
  <p:tag name="EMFCHILD" val="True"/>
</p:tagLst>
</file>

<file path=ppt/tags/tag3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17.92278"/>
  <p:tag name="ORIGINALWIDTH" val=" 3.774621"/>
  <p:tag name="EMFCHILD" val="True"/>
</p:tagLst>
</file>

<file path=ppt/tags/tag3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6.85427"/>
  <p:tag name="ORIGINALWIDTH" val=" 4.18189"/>
  <p:tag name="EMFCHILD" val="True"/>
</p:tagLst>
</file>

<file path=ppt/tags/tag3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2.978801"/>
  <p:tag name="ORIGINALWIDTH" val=" 1.162144"/>
  <p:tag name="EMFCHILD" val="True"/>
</p:tagLst>
</file>

<file path=ppt/tags/tag3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6.804482"/>
  <p:tag name="ORIGINALWIDTH" val=" 8.363841"/>
  <p:tag name="EMFCHILD" val="True"/>
</p:tagLst>
</file>

<file path=ppt/tags/tag3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4.513022"/>
  <p:tag name="ORIGINALWIDTH" val=" 4.996427"/>
  <p:tag name="EMFCHILD" val="True"/>
</p:tagLst>
</file>

<file path=ppt/tags/tag3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6.236584"/>
  <p:tag name="ORIGINALWIDTH" val=" 3.109086"/>
  <p:tag name="EMFCHILD" val="True"/>
</p:tagLst>
</file>

<file path=ppt/tags/tag3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6.804482"/>
  <p:tag name="ORIGINALWIDTH" val=" 3.029619"/>
  <p:tag name="EMFCHILD" val="True"/>
</p:tagLst>
</file>

<file path=ppt/tags/tag3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4.403453"/>
  <p:tag name="ORIGINALWIDTH" val=" 4.996427"/>
  <p:tag name="EMFCHILD" val="True"/>
</p:tagLst>
</file>

<file path=ppt/tags/tag3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4.403453"/>
  <p:tag name="ORIGINALWIDTH" val=" 4.857359"/>
  <p:tag name="EMFCHILD" val="True"/>
</p:tagLst>
</file>

<file path=ppt/tags/tag3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7.242823"/>
  <p:tag name="ORIGINALWIDTH" val=" 4.400424"/>
  <p:tag name="EMFCHILD" val="True"/>
</p:tagLst>
</file>

<file path=ppt/tags/tag3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6.236584"/>
  <p:tag name="ORIGINALWIDTH" val=" 3.109086"/>
  <p:tag name="EMFCHILD" val="True"/>
</p:tagLst>
</file>

<file path=ppt/tags/tag3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4.403453"/>
  <p:tag name="ORIGINALWIDTH" val=" 3.337553"/>
  <p:tag name="EMFCHILD" val="True"/>
</p:tagLst>
</file>

<file path=ppt/tags/tag3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4.572805"/>
  <p:tag name="ORIGINALWIDTH" val=" 3.844155"/>
  <p:tag name="EMFCHILD" val="True"/>
</p:tagLst>
</file>

<file path=ppt/tags/tag3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4.403453"/>
  <p:tag name="ORIGINALWIDTH" val=" 4.996427"/>
  <p:tag name="EMFCHILD" val="True"/>
</p:tagLst>
</file>

<file path=ppt/tags/tag3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6.565355"/>
  <p:tag name="ORIGINALWIDTH" val=" 4.539491"/>
  <p:tag name="EMFCHILD" val="True"/>
</p:tagLst>
</file>

<file path=ppt/tags/tag3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6.236584"/>
  <p:tag name="ORIGINALWIDTH" val=" 3.109086"/>
  <p:tag name="EMFCHILD" val="True"/>
</p:tagLst>
</file>

<file path=ppt/tags/tag3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6.914052"/>
  <p:tag name="ORIGINALWIDTH" val=" 4.996427"/>
  <p:tag name="EMFCHILD" val="True"/>
</p:tagLst>
</file>

<file path=ppt/tags/tag3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9.962628"/>
  <p:tag name="ORIGINALWIDTH" val=" 2.304482"/>
  <p:tag name="EMFCHILD" val="True"/>
</p:tagLst>
</file>

<file path=ppt/tags/tag3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4.513022"/>
  <p:tag name="ORIGINALWIDTH" val=" 4.042822"/>
  <p:tag name="EMFCHILD" val="True"/>
</p:tagLst>
</file>

<file path=ppt/tags/tag3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9.962628"/>
  <p:tag name="ORIGINALWIDTH" val=" 2.304482"/>
  <p:tag name="EMFCHILD" val="True"/>
</p:tagLst>
</file>

<file path=ppt/tags/tag3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.3984858"/>
  <p:tag name="ORIGINALWIDTH" val=" 6.069231"/>
  <p:tag name="EMFCHILD" val="True"/>
</p:tagLst>
</file>

<file path=ppt/tags/tag3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7.242823"/>
  <p:tag name="ORIGINALWIDTH" val=" 4.400424"/>
  <p:tag name="EMFCHILD" val="True"/>
</p:tagLst>
</file>

<file path=ppt/tags/tag3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4.572805"/>
  <p:tag name="ORIGINALWIDTH" val=" 3.844155"/>
  <p:tag name="EMFCHILD" val="True"/>
</p:tagLst>
</file>

<file path=ppt/tags/tag3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4.572805"/>
  <p:tag name="ORIGINALWIDTH" val=" 3.784555"/>
  <p:tag name="EMFCHILD" val="True"/>
</p:tagLst>
</file>

<file path=ppt/tags/tag3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4.572805"/>
  <p:tag name="ORIGINALWIDTH" val=" 4.400424"/>
  <p:tag name="EMFCHILD" val="True"/>
</p:tagLst>
</file>

<file path=ppt/tags/tag3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4.403453"/>
  <p:tag name="ORIGINALWIDTH" val=" 4.996427"/>
  <p:tag name="EMFCHILD" val="True"/>
</p:tagLst>
</file>

<file path=ppt/tags/tag3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7.023623"/>
  <p:tag name="ORIGINALWIDTH" val=" 4.897093"/>
  <p:tag name="EMFCHILD" val="True"/>
</p:tagLst>
</file>

<file path=ppt/tags/tag3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6.804482"/>
  <p:tag name="ORIGINALWIDTH" val=" 6.108964"/>
  <p:tag name="EMFCHILD" val="True"/>
</p:tagLst>
</file>

<file path=ppt/tags/tag3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4.572805"/>
  <p:tag name="ORIGINALWIDTH" val=" 3.844155"/>
  <p:tag name="EMFCHILD" val="True"/>
</p:tagLst>
</file>

<file path=ppt/tags/tag3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4.572805"/>
  <p:tag name="ORIGINALWIDTH" val=" 3.248153"/>
  <p:tag name="EMFCHILD" val="True"/>
</p:tagLst>
</file>

<file path=ppt/tags/tag3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6.236584"/>
  <p:tag name="ORIGINALWIDTH" val=" 3.109086"/>
  <p:tag name="EMFCHILD" val="True"/>
</p:tagLst>
</file>

<file path=ppt/tags/tag3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6.804482"/>
  <p:tag name="ORIGINALWIDTH" val=" 8.363841"/>
  <p:tag name="EMFCHILD" val="True"/>
</p:tagLst>
</file>

<file path=ppt/tags/tag3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4.513022"/>
  <p:tag name="ORIGINALWIDTH" val=" 4.996427"/>
  <p:tag name="EMFCHILD" val="True"/>
</p:tagLst>
</file>

<file path=ppt/tags/tag3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6.236584"/>
  <p:tag name="ORIGINALWIDTH" val=" 3.109086"/>
  <p:tag name="EMFCHILD" val="True"/>
</p:tagLst>
</file>

<file path=ppt/tags/tag3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6.804482"/>
  <p:tag name="ORIGINALWIDTH" val=" 3.029619"/>
  <p:tag name="EMFCHILD" val="True"/>
</p:tagLst>
</file>

<file path=ppt/tags/tag3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4.403453"/>
  <p:tag name="ORIGINALWIDTH" val=" 4.996427"/>
  <p:tag name="EMFCHILD" val="True"/>
</p:tagLst>
</file>

<file path=ppt/tags/tag3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4.403453"/>
  <p:tag name="ORIGINALWIDTH" val=" 4.857359"/>
  <p:tag name="EMFCHILD" val="True"/>
</p:tagLst>
</file>

<file path=ppt/tags/tag3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7.242823"/>
  <p:tag name="ORIGINALWIDTH" val=" 4.400424"/>
  <p:tag name="EMFCHILD" val="True"/>
</p:tagLst>
</file>

<file path=ppt/tags/tag3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6.236584"/>
  <p:tag name="ORIGINALWIDTH" val=" 3.109086"/>
  <p:tag name="EMFCHILD" val="True"/>
</p:tagLst>
</file>

<file path=ppt/tags/tag3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4.403453"/>
  <p:tag name="ORIGINALWIDTH" val=" 3.337553"/>
  <p:tag name="EMFCHILD" val="True"/>
</p:tagLst>
</file>

<file path=ppt/tags/tag3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4.572805"/>
  <p:tag name="ORIGINALWIDTH" val=" 3.844155"/>
  <p:tag name="EMFCHILD" val="True"/>
</p:tagLst>
</file>

<file path=ppt/tags/tag3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4.403453"/>
  <p:tag name="ORIGINALWIDTH" val=" 4.996427"/>
  <p:tag name="EMFCHILD" val="True"/>
</p:tagLst>
</file>

<file path=ppt/tags/tag3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6.565355"/>
  <p:tag name="ORIGINALWIDTH" val=" 4.539491"/>
  <p:tag name="EMFCHILD" val="True"/>
</p:tagLst>
</file>

<file path=ppt/tags/tag3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6.236584"/>
  <p:tag name="ORIGINALWIDTH" val=" 3.109086"/>
  <p:tag name="EMFCHILD" val="True"/>
</p:tagLst>
</file>

<file path=ppt/tags/tag3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6.914052"/>
  <p:tag name="ORIGINALWIDTH" val=" 4.996427"/>
  <p:tag name="EMFCHILD" val="True"/>
</p:tagLst>
</file>

<file path=ppt/tags/tag3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9.962628"/>
  <p:tag name="ORIGINALWIDTH" val=" 2.304482"/>
  <p:tag name="EMFCHILD" val="True"/>
</p:tagLst>
</file>

<file path=ppt/tags/tag3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4.513022"/>
  <p:tag name="ORIGINALWIDTH" val=" 4.042822"/>
  <p:tag name="EMFCHILD" val="True"/>
</p:tagLst>
</file>

<file path=ppt/tags/tag3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9.962628"/>
  <p:tag name="ORIGINALWIDTH" val=" 2.304482"/>
  <p:tag name="EMFCHILD" val="True"/>
</p:tagLst>
</file>

<file path=ppt/tags/tag3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17.92278"/>
  <p:tag name="ORIGINALWIDTH" val=" 3.774621"/>
  <p:tag name="EMFCHILD" val="True"/>
</p:tagLst>
</file>

<file path=ppt/tags/tag3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6.37919"/>
  <p:tag name="ORIGINALWIDTH" val=" 8.388526"/>
  <p:tag name="LATEXADDIN" val="\documentclass{article}&#10;\usepackage{amsmath}&#10;\pagestyle{empty}&#10;\begin{document}&#10;&#10;\[&#10;\operatorname{MutInvStrength}(r)&#10;=&#10;\max_{r'\in\mathcal{R},\, r'\neq r}&#10;s_{\mathrm{mut}}(r,r')&#10;\]&#10;&#10;&#10;\end{document}"/>
  <p:tag name="IGUANATEXSIZE" val="14"/>
  <p:tag name="IGUANATEXCURSOR" val="180"/>
  <p:tag name="TRANSPARENCY" val="True"/>
  <p:tag name="CHOOSECOLOR" val="False"/>
  <p:tag name="COLORHEX" val="000000"/>
  <p:tag name="LATEXENGINEID" val="0"/>
  <p:tag name="TEMPFOLDER" val="/Users/eamon/Library/Containers/com.microsoft.Powerpoint/Data/tmp/TemporaryItems/"/>
  <p:tag name="LATEXFORMHEIGHT" val=" 426.65"/>
  <p:tag name="LATEXFORMWIDTH" val=" 513.35"/>
  <p:tag name="LATEXFORMWRAP" val="True"/>
  <p:tag name="BITMAPVECTOR" val="1"/>
  <p:tag name="EMFCHILD" val="True"/>
</p:tagLst>
</file>

<file path=ppt/tags/tag3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4.23099"/>
  <p:tag name="ORIGINALWIDTH" val=" 5.011192"/>
  <p:tag name="EMFCHILD" val="True"/>
</p:tagLst>
</file>

<file path=ppt/tags/tag3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5.846794"/>
  <p:tag name="ORIGINALWIDTH" val=" 3.118279"/>
  <p:tag name="EMFCHILD" val="True"/>
</p:tagLst>
</file>

<file path=ppt/tags/tag3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6.37919"/>
  <p:tag name="ORIGINALWIDTH" val=" 3.038583"/>
  <p:tag name="EMFCHILD" val="True"/>
</p:tagLst>
</file>

<file path=ppt/tags/tag3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4.128234"/>
  <p:tag name="ORIGINALWIDTH" val=" 5.011192"/>
  <p:tag name="EMFCHILD" val="True"/>
</p:tagLst>
</file>

<file path=ppt/tags/tag3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4.128234"/>
  <p:tag name="ORIGINALWIDTH" val=" 4.87171"/>
  <p:tag name="EMFCHILD" val="True"/>
</p:tagLst>
</file>

<file path=ppt/tags/tag3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6.790158"/>
  <p:tag name="ORIGINALWIDTH" val=" 4.413442"/>
  <p:tag name="EMFCHILD" val="True"/>
</p:tagLst>
</file>

<file path=ppt/tags/tag3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5.846794"/>
  <p:tag name="ORIGINALWIDTH" val=" 3.118279"/>
  <p:tag name="EMFCHILD" val="True"/>
</p:tagLst>
</file>

<file path=ppt/tags/tag3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4.128234"/>
  <p:tag name="ORIGINALWIDTH" val=" 3.347413"/>
  <p:tag name="EMFCHILD" val="True"/>
</p:tagLst>
</file>

<file path=ppt/tags/tag3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4.287008"/>
  <p:tag name="ORIGINALWIDTH" val=" 3.855512"/>
  <p:tag name="EMFCHILD" val="True"/>
</p:tagLst>
</file>

<file path=ppt/tags/tag3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4.128234"/>
  <p:tag name="ORIGINALWIDTH" val=" 5.011192"/>
  <p:tag name="EMFCHILD" val="True"/>
</p:tagLst>
</file>

<file path=ppt/tags/tag3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6.155006"/>
  <p:tag name="ORIGINALWIDTH" val=" 4.552925"/>
  <p:tag name="EMFCHILD" val="True"/>
</p:tagLst>
</file>

<file path=ppt/tags/tag3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5.846794"/>
  <p:tag name="ORIGINALWIDTH" val=" 3.118279"/>
  <p:tag name="EMFCHILD" val="True"/>
</p:tagLst>
</file>

<file path=ppt/tags/tag4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6.48189"/>
  <p:tag name="ORIGINALWIDTH" val=" 5.011192"/>
  <p:tag name="EMFCHILD" val="True"/>
</p:tagLst>
</file>

<file path=ppt/tags/tag4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9.339932"/>
  <p:tag name="ORIGINALWIDTH" val=" 2.311305"/>
  <p:tag name="EMFCHILD" val="True"/>
</p:tagLst>
</file>

<file path=ppt/tags/tag4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4.23099"/>
  <p:tag name="ORIGINALWIDTH" val=" 4.054781"/>
  <p:tag name="EMFCHILD" val="True"/>
</p:tagLst>
</file>

<file path=ppt/tags/tag4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9.339932"/>
  <p:tag name="ORIGINALWIDTH" val=" 2.311305"/>
  <p:tag name="EMFCHILD" val="True"/>
</p:tagLst>
</file>

<file path=ppt/tags/tag4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2.185545"/>
  <p:tag name="ORIGINALWIDTH" val=" 6.625141"/>
  <p:tag name="EMFCHILD" val="True"/>
</p:tagLst>
</file>

<file path=ppt/tags/tag4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4.128234"/>
  <p:tag name="ORIGINALWIDTH" val=" 7.780821"/>
  <p:tag name="EMFCHILD" val="True"/>
</p:tagLst>
</file>

<file path=ppt/tags/tag4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4.287008"/>
  <p:tag name="ORIGINALWIDTH" val=" 4.493138"/>
  <p:tag name="EMFCHILD" val="True"/>
</p:tagLst>
</file>

<file path=ppt/tags/tag4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4.025478"/>
  <p:tag name="ORIGINALWIDTH" val=" 5.021147"/>
  <p:tag name="EMFCHILD" val="True"/>
</p:tagLst>
</file>

<file path=ppt/tags/tag4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2.948594"/>
  <p:tag name="ORIGINALWIDTH" val=" 3.242801"/>
  <p:tag name="EMFCHILD" val="True"/>
</p:tagLst>
</file>

<file path=ppt/tags/tag4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2.433015"/>
  <p:tag name="ORIGINALWIDTH" val=" 1.379809"/>
  <p:tag name="EMFCHILD" val="True"/>
</p:tagLst>
</file>

<file path=ppt/tags/tag4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4.269291"/>
  <p:tag name="ORIGINALWIDTH" val=" 3.856524"/>
  <p:tag name="EMFCHILD" val="True"/>
</p:tagLst>
</file>

<file path=ppt/tags/tag4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4.596176"/>
  <p:tag name="ORIGINALWIDTH" val=" 6.388021"/>
  <p:tag name="EMFCHILD" val="True"/>
</p:tagLst>
</file>

<file path=ppt/tags/tag4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2.013667"/>
  <p:tag name="ORIGINALWIDTH" val=" .885658"/>
  <p:tag name="EMFCHILD" val="True"/>
</p:tagLst>
</file>

<file path=ppt/tags/tag4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2.948594"/>
  <p:tag name="ORIGINALWIDTH" val=" 3.242801"/>
  <p:tag name="EMFCHILD" val="True"/>
</p:tagLst>
</file>

<file path=ppt/tags/tag4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2.433015"/>
  <p:tag name="ORIGINALWIDTH" val=" 1.379809"/>
  <p:tag name="EMFCHILD" val="True"/>
</p:tagLst>
</file>

<file path=ppt/tags/tag4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6.060686"/>
  <p:tag name="ORIGINALWIDTH" val=" 3.84955"/>
  <p:tag name="EMFCHILD" val="True"/>
</p:tagLst>
</file>

<file path=ppt/tags/tag4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1.758718"/>
  <p:tag name="ORIGINALWIDTH" val=" 5.132733"/>
  <p:tag name="EMFCHILD" val="True"/>
</p:tagLst>
</file>

<file path=ppt/tags/tag4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2.948594"/>
  <p:tag name="ORIGINALWIDTH" val=" 3.242801"/>
  <p:tag name="EMFCHILD" val="True"/>
</p:tagLst>
</file>

<file path=ppt/tags/tag4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4.23099"/>
  <p:tag name="ORIGINALWIDTH" val=" 3.666198"/>
  <p:tag name="EMFCHILD" val="True"/>
</p:tagLst>
</file>

<file path=ppt/tags/tag4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2.88324"/>
  <p:tag name="ORIGINALWIDTH" val=" 5.878909"/>
  <p:tag name="EMFCHILD" val="True"/>
</p:tagLst>
</file>

<file path=ppt/tags/tag4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2.948594"/>
  <p:tag name="ORIGINALWIDTH" val=" 3.737964"/>
  <p:tag name="EMFCHILD" val="True"/>
</p:tagLst>
</file>

<file path=ppt/tags/tag4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4.086221"/>
  <p:tag name="ORIGINALWIDTH" val=" 2.412936"/>
  <p:tag name="EMFCHILD" val="True"/>
</p:tagLst>
</file>

<file path=ppt/tags/tag4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9.339932"/>
  <p:tag name="ORIGINALWIDTH" val=" 2.311305"/>
  <p:tag name="EMFCHILD" val="True"/>
</p:tagLst>
</file>

<file path=ppt/tags/tag4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4.23099"/>
  <p:tag name="ORIGINALWIDTH" val=" 4.054781"/>
  <p:tag name="EMFCHILD" val="True"/>
</p:tagLst>
</file>

<file path=ppt/tags/tag4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2.792632"/>
  <p:tag name="ORIGINALWIDTH" val=" 1.165579"/>
  <p:tag name="EMFCHILD" val="True"/>
</p:tagLst>
</file>

<file path=ppt/tags/tag4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4.23099"/>
  <p:tag name="ORIGINALWIDTH" val=" 4.054781"/>
  <p:tag name="EMFCHILD" val="True"/>
</p:tagLst>
</file>

<file path=ppt/tags/tag4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3.386671"/>
  <p:tag name="ORIGINALWIDTH" val=" 1.750394"/>
  <p:tag name="EMFCHILD" val="True"/>
</p:tagLst>
</file>

<file path=ppt/tags/tag4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9.339932"/>
  <p:tag name="ORIGINALWIDTH" val=" 2.311305"/>
  <p:tag name="EMFCHILD" val="True"/>
</p:tagLst>
</file>

<file path=ppt/tags/tag4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4.513058"/>
  <p:tag name="ORIGINALWIDTH" val=" 3.666207"/>
  <p:tag name="LATEXADDIN" val="\documentclass{article}&#10;\usepackage{amsmath}&#10;\pagestyle{empty}&#10;\begin{document}&#10;&#10;\[&#10;s_{\mathrm{mut}}(r_1,r_2)&#10;=&#10;\begin{cases}&#10;\frac{2s_{12}s_{21}}{s_{12}+s_{21}}, &amp; s_{12}+s_{21}&gt;0 \\[6pt]&#10;0, &amp; \text{otherwise}&#10;\end{cases}&#10;\]&#10;&#10;&#10;\end{document}"/>
  <p:tag name="IGUANATEXSIZE" val="12"/>
  <p:tag name="IGUANATEXCURSOR" val="225"/>
  <p:tag name="TRANSPARENCY" val="True"/>
  <p:tag name="CHOOSECOLOR" val="False"/>
  <p:tag name="COLORHEX" val="000000"/>
  <p:tag name="LATEXENGINEID" val="0"/>
  <p:tag name="TEMPFOLDER" val="/Users/eamon/Library/Containers/com.microsoft.Powerpoint/Data/tmp/TemporaryItems/"/>
  <p:tag name="LATEXFORMHEIGHT" val=" 426.65"/>
  <p:tag name="LATEXFORMWIDTH" val=" 513.35"/>
  <p:tag name="LATEXFORMWRAP" val="True"/>
  <p:tag name="BITMAPVECTOR" val="1"/>
  <p:tag name="EMFCHILD" val="True"/>
</p:tagLst>
</file>

<file path=ppt/tags/tag4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3.075459"/>
  <p:tag name="ORIGINALWIDTH" val=" 5.878937"/>
  <p:tag name="EMFCHILD" val="True"/>
</p:tagLst>
</file>

<file path=ppt/tags/tag4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3.145144"/>
  <p:tag name="ORIGINALWIDTH" val=" 3.737926"/>
  <p:tag name="EMFCHILD" val="True"/>
</p:tagLst>
</file>

<file path=ppt/tags/tag4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4.358595"/>
  <p:tag name="ORIGINALWIDTH" val=" 2.412926"/>
  <p:tag name="EMFCHILD" val="True"/>
</p:tagLst>
</file>

<file path=ppt/tags/tag4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9.962598"/>
  <p:tag name="ORIGINALWIDTH" val=" 2.311286"/>
  <p:tag name="EMFCHILD" val="True"/>
</p:tagLst>
</file>

<file path=ppt/tags/tag4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4.513058"/>
  <p:tag name="ORIGINALWIDTH" val=" 4.05479"/>
  <p:tag name="EMFCHILD" val="True"/>
</p:tagLst>
</file>

<file path=ppt/tags/tag4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4.630578"/>
  <p:tag name="ORIGINALWIDTH" val=" 2.538451"/>
  <p:tag name="EMFCHILD" val="True"/>
</p:tagLst>
</file>

<file path=ppt/tags/tag4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2.978806"/>
  <p:tag name="ORIGINALWIDTH" val=" 1.165617"/>
  <p:tag name="EMFCHILD" val="True"/>
</p:tagLst>
</file>

<file path=ppt/tags/tag4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4.513058"/>
  <p:tag name="ORIGINALWIDTH" val=" 4.05479"/>
  <p:tag name="EMFCHILD" val="True"/>
</p:tagLst>
</file>

<file path=ppt/tags/tag4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4.630578"/>
  <p:tag name="ORIGINALWIDTH" val=" 3.082415"/>
  <p:tag name="EMFCHILD" val="True"/>
</p:tagLst>
</file>

<file path=ppt/tags/tag4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9.962598"/>
  <p:tag name="ORIGINALWIDTH" val=" 2.311286"/>
  <p:tag name="EMFCHILD" val="True"/>
</p:tagLst>
</file>

<file path=ppt/tags/tag4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2.331234"/>
  <p:tag name="ORIGINALWIDTH" val=" 6.625131"/>
  <p:tag name="EMFCHILD" val="True"/>
</p:tagLst>
</file>

<file path=ppt/tags/tag4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9.056036"/>
  <p:tag name="ORIGINALWIDTH" val=" 3.327493"/>
  <p:tag name="EMFCHILD" val="True"/>
</p:tagLst>
</file>

<file path=ppt/tags/tag4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18.13195"/>
  <p:tag name="ORIGINALWIDTH" val=" 3.327493"/>
  <p:tag name="EMFCHILD" val="True"/>
</p:tagLst>
</file>

<file path=ppt/tags/tag4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9.056036"/>
  <p:tag name="ORIGINALWIDTH" val=" 3.327493"/>
  <p:tag name="EMFCHILD" val="True"/>
</p:tagLst>
</file>

<file path=ppt/tags/tag4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4.630578"/>
  <p:tag name="ORIGINALWIDTH" val=" 3.082415"/>
  <p:tag name="EMFCHILD" val="True"/>
</p:tagLst>
</file>

<file path=ppt/tags/tag4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3.145144"/>
  <p:tag name="ORIGINALWIDTH" val=" 2.782546"/>
  <p:tag name="EMFCHILD" val="True"/>
</p:tagLst>
</file>

<file path=ppt/tags/tag4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3.317519"/>
  <p:tag name="ORIGINALWIDTH" val=" 2.04731"/>
  <p:tag name="EMFCHILD" val="True"/>
</p:tagLst>
</file>

<file path=ppt/tags/tag4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3.317519"/>
  <p:tag name="ORIGINALWIDTH" val=" 2.480643"/>
  <p:tag name="EMFCHILD" val="True"/>
</p:tagLst>
</file>

<file path=ppt/tags/tag4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3.145144"/>
  <p:tag name="ORIGINALWIDTH" val=" 2.782546"/>
  <p:tag name="EMFCHILD" val="True"/>
</p:tagLst>
</file>

<file path=ppt/tags/tag4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3.317519"/>
  <p:tag name="ORIGINALWIDTH" val=" 2.480643"/>
  <p:tag name="EMFCHILD" val="True"/>
</p:tagLst>
</file>

<file path=ppt/tags/tag4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3.317519"/>
  <p:tag name="ORIGINALWIDTH" val=" 2.04731"/>
  <p:tag name="EMFCHILD" val="True"/>
</p:tagLst>
</file>

<file path=ppt/tags/tag4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.3984252"/>
  <p:tag name="ORIGINALWIDTH" val=" 28.19311"/>
  <p:tag name="EMFCHILD" val="True"/>
</p:tagLst>
</file>

<file path=ppt/tags/tag4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3.145144"/>
  <p:tag name="ORIGINALWIDTH" val=" 2.782546"/>
  <p:tag name="EMFCHILD" val="True"/>
</p:tagLst>
</file>

<file path=ppt/tags/tag4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3.317519"/>
  <p:tag name="ORIGINALWIDTH" val=" 2.04731"/>
  <p:tag name="EMFCHILD" val="True"/>
</p:tagLst>
</file>

<file path=ppt/tags/tag4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3.317519"/>
  <p:tag name="ORIGINALWIDTH" val=" 2.480643"/>
  <p:tag name="EMFCHILD" val="True"/>
</p:tagLst>
</file>

<file path=ppt/tags/tag4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5.139698"/>
  <p:tag name="ORIGINALWIDTH" val=" 5.132742"/>
  <p:tag name="EMFCHILD" val="True"/>
</p:tagLst>
</file>

<file path=ppt/tags/tag4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3.145144"/>
  <p:tag name="ORIGINALWIDTH" val=" 2.782546"/>
  <p:tag name="EMFCHILD" val="True"/>
</p:tagLst>
</file>

<file path=ppt/tags/tag4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3.317519"/>
  <p:tag name="ORIGINALWIDTH" val=" 2.480643"/>
  <p:tag name="EMFCHILD" val="True"/>
</p:tagLst>
</file>

<file path=ppt/tags/tag4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3.317519"/>
  <p:tag name="ORIGINALWIDTH" val=" 2.04731"/>
  <p:tag name="EMFCHILD" val="True"/>
</p:tagLst>
</file>

<file path=ppt/tags/tag4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2.978806"/>
  <p:tag name="ORIGINALWIDTH" val=" 1.165617"/>
  <p:tag name="EMFCHILD" val="True"/>
</p:tagLst>
</file>

<file path=ppt/tags/tag4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4.513058"/>
  <p:tag name="ORIGINALWIDTH" val=" 3.666207"/>
  <p:tag name="EMFCHILD" val="True"/>
</p:tagLst>
</file>

<file path=ppt/tags/tag4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4.630578"/>
  <p:tag name="ORIGINALWIDTH" val=" 2.538451"/>
  <p:tag name="EMFCHILD" val="True"/>
</p:tagLst>
</file>

<file path=ppt/tags/tag4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4.630578"/>
  <p:tag name="ORIGINALWIDTH" val=" 3.082415"/>
  <p:tag name="EMFCHILD" val="True"/>
</p:tagLst>
</file>

<file path=ppt/tags/tag4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6.635105"/>
  <p:tag name="ORIGINALWIDTH" val=" 6.625131"/>
  <p:tag name="EMFCHILD" val="True"/>
</p:tagLst>
</file>

<file path=ppt/tags/tag4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4.513058"/>
  <p:tag name="ORIGINALWIDTH" val=" 3.666207"/>
  <p:tag name="EMFCHILD" val="True"/>
</p:tagLst>
</file>

<file path=ppt/tags/tag4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4.630578"/>
  <p:tag name="ORIGINALWIDTH" val=" 3.082415"/>
  <p:tag name="EMFCHILD" val="True"/>
</p:tagLst>
</file>

<file path=ppt/tags/tag4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4.630578"/>
  <p:tag name="ORIGINALWIDTH" val=" 2.538451"/>
  <p:tag name="EMFCHILD" val="True"/>
</p:tagLst>
</file>

<file path=ppt/tags/tag4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5.778281"/>
  <p:tag name="ORIGINALWIDTH" val=" 6.087139"/>
  <p:tag name="EMFCHILD" val="True"/>
</p:tagLst>
</file>

<file path=ppt/tags/tag4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6.854264"/>
  <p:tag name="ORIGINALWIDTH" val=" 4.194226"/>
  <p:tag name="EMFCHILD" val="True"/>
</p:tagLst>
</file>

<file path=ppt/tags/tag4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6.854264"/>
  <p:tag name="ORIGINALWIDTH" val=" 4.194226"/>
  <p:tag name="EMFCHILD" val="True"/>
</p:tagLst>
</file>

<file path=ppt/tags/tag4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2.978806"/>
  <p:tag name="ORIGINALWIDTH" val=" 1.165617"/>
  <p:tag name="EMFCHILD" val="True"/>
</p:tagLst>
</file>

<file path=ppt/tags/tag4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4.572834"/>
  <p:tag name="ORIGINALWIDTH" val=" 4.413385"/>
  <p:tag name="EMFCHILD" val="True"/>
</p:tagLst>
</file>

<file path=ppt/tags/tag4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6.236548"/>
  <p:tag name="ORIGINALWIDTH" val=" 3.118241"/>
  <p:tag name="EMFCHILD" val="True"/>
</p:tagLst>
</file>

<file path=ppt/tags/tag4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6.914042"/>
  <p:tag name="ORIGINALWIDTH" val=" 5.011155"/>
  <p:tag name="EMFCHILD" val="True"/>
</p:tagLst>
</file>

<file path=ppt/tags/tag4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4.572834"/>
  <p:tag name="ORIGINALWIDTH" val=" 3.855512"/>
  <p:tag name="EMFCHILD" val="True"/>
</p:tagLst>
</file>

<file path=ppt/tags/tag4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4.403477"/>
  <p:tag name="ORIGINALWIDTH" val=" 3.347441"/>
  <p:tag name="EMFCHILD" val="True"/>
</p:tagLst>
</file>

<file path=ppt/tags/tag4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4.403477"/>
  <p:tag name="ORIGINALWIDTH" val=" 6.824344"/>
  <p:tag name="EMFCHILD" val="True"/>
</p:tagLst>
</file>

<file path=ppt/tags/tag4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6.66496"/>
  <p:tag name="ORIGINALWIDTH" val=" 2.131955"/>
  <p:tag name="EMFCHILD" val="True"/>
</p:tagLst>
</file>

<file path=ppt/tags/tag4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4.572834"/>
  <p:tag name="ORIGINALWIDTH" val=" 3.257743"/>
  <p:tag name="EMFCHILD" val="True"/>
</p:tagLst>
</file>

<file path=ppt/tags/tag4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4.572834"/>
  <p:tag name="ORIGINALWIDTH" val=" 3.855512"/>
  <p:tag name="EMFCHILD" val="True"/>
</p:tagLst>
</file>

<file path=ppt/tags/tag4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4.061755"/>
  <p:tag name="ORIGINALWIDTH" val=" 3.644544"/>
  <p:tag name="LATEXADDIN" val="\documentclass{article}&#10;\usepackage{amsmath}&#10;\pagestyle{empty}&#10;\begin{document}&#10;&#10;&#10;\[&#10;s_{12}=s(r_1\to r_2), \qquad s_{21}=s(r_2\to r_1)&#10;\]&#10;&#10;\end{document}"/>
  <p:tag name="IGUANATEXSIZE" val="14"/>
  <p:tag name="IGUANATEXCURSOR" val="137"/>
  <p:tag name="TRANSPARENCY" val="True"/>
  <p:tag name="CHOOSECOLOR" val="False"/>
  <p:tag name="COLORHEX" val="000000"/>
  <p:tag name="LATEXENGINEID" val="0"/>
  <p:tag name="TEMPFOLDER" val="/Users/eamon/Library/Containers/com.microsoft.Powerpoint/Data/tmp/TemporaryItems/"/>
  <p:tag name="LATEXFORMHEIGHT" val=" 426.65"/>
  <p:tag name="LATEXFORMWIDTH" val=" 513.35"/>
  <p:tag name="LATEXFORMWRAP" val="True"/>
  <p:tag name="BITMAPVECTOR" val="1"/>
  <p:tag name="EMFCHILD" val="True"/>
</p:tagLst>
</file>

<file path=ppt/tags/tag4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4.167548"/>
  <p:tag name="ORIGINALWIDTH" val=" 2.523453"/>
  <p:tag name="EMFCHILD" val="True"/>
</p:tagLst>
</file>

<file path=ppt/tags/tag4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4.167548"/>
  <p:tag name="ORIGINALWIDTH" val=" 3.064173"/>
  <p:tag name="EMFCHILD" val="True"/>
</p:tagLst>
</file>

<file path=ppt/tags/tag4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2.098088"/>
  <p:tag name="ORIGINALWIDTH" val=" 6.585939"/>
  <p:tag name="EMFCHILD" val="True"/>
</p:tagLst>
</file>

<file path=ppt/tags/tag4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4.061755"/>
  <p:tag name="ORIGINALWIDTH" val=" 3.644544"/>
  <p:tag name="EMFCHILD" val="True"/>
</p:tagLst>
</file>

<file path=ppt/tags/tag4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8.966367"/>
  <p:tag name="ORIGINALWIDTH" val=" 2.297638"/>
  <p:tag name="EMFCHILD" val="True"/>
</p:tagLst>
</file>

<file path=ppt/tags/tag4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4.061755"/>
  <p:tag name="ORIGINALWIDTH" val=" 4.030765"/>
  <p:tag name="EMFCHILD" val="True"/>
</p:tagLst>
</file>

<file path=ppt/tags/tag4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4.167548"/>
  <p:tag name="ORIGINALWIDTH" val=" 2.523453"/>
  <p:tag name="EMFCHILD" val="True"/>
</p:tagLst>
</file>

<file path=ppt/tags/tag4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4.680428"/>
  <p:tag name="ORIGINALWIDTH" val=" 8.794432"/>
  <p:tag name="EMFCHILD" val="True"/>
</p:tagLst>
</file>

<file path=ppt/tags/tag4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4.061755"/>
  <p:tag name="ORIGINALWIDTH" val=" 4.030765"/>
  <p:tag name="EMFCHILD" val="True"/>
</p:tagLst>
</file>

<file path=ppt/tags/tag4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4.167548"/>
  <p:tag name="ORIGINALWIDTH" val=" 3.064173"/>
  <p:tag name="EMFCHILD" val="True"/>
</p:tagLst>
</file>

<file path=ppt/tags/tag4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8.966367"/>
  <p:tag name="ORIGINALWIDTH" val=" 2.297638"/>
  <p:tag name="EMFCHILD" val="True"/>
</p:tagLst>
</file>

<file path=ppt/tags/tag4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2.680934"/>
  <p:tag name="ORIGINALWIDTH" val=" 1.158718"/>
  <p:tag name="EMFCHILD" val="True"/>
</p:tagLst>
</file>

<file path=ppt/tags/tag4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4.061755"/>
  <p:tag name="ORIGINALWIDTH" val=" 3.644544"/>
  <p:tag name="EMFCHILD" val="True"/>
</p:tagLst>
</file>

<file path=ppt/tags/tag4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4.167548"/>
  <p:tag name="ORIGINALWIDTH" val=" 3.064173"/>
  <p:tag name="EMFCHILD" val="True"/>
</p:tagLst>
</file>

<file path=ppt/tags/tag4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4.167548"/>
  <p:tag name="ORIGINALWIDTH" val=" 2.523453"/>
  <p:tag name="EMFCHILD" val="True"/>
</p:tagLst>
</file>

<file path=ppt/tags/tag4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2.098088"/>
  <p:tag name="ORIGINALWIDTH" val=" 6.585939"/>
  <p:tag name="EMFCHILD" val="True"/>
</p:tagLst>
</file>

<file path=ppt/tags/tag4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4.061755"/>
  <p:tag name="ORIGINALWIDTH" val=" 3.644544"/>
  <p:tag name="EMFCHILD" val="True"/>
</p:tagLst>
</file>

<file path=ppt/tags/tag4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8.966367"/>
  <p:tag name="ORIGINALWIDTH" val=" 2.297638"/>
  <p:tag name="EMFCHILD" val="True"/>
</p:tagLst>
</file>

<file path=ppt/tags/tag4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4.061755"/>
  <p:tag name="ORIGINALWIDTH" val=" 4.030765"/>
  <p:tag name="EMFCHILD" val="True"/>
</p:tagLst>
</file>

<file path=ppt/tags/tag4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4.167548"/>
  <p:tag name="ORIGINALWIDTH" val=" 3.064173"/>
  <p:tag name="EMFCHILD" val="True"/>
</p:tagLst>
</file>

<file path=ppt/tags/tag5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4.680428"/>
  <p:tag name="ORIGINALWIDTH" val=" 8.794432"/>
  <p:tag name="EMFCHILD" val="True"/>
</p:tagLst>
</file>

<file path=ppt/tags/tag5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4.061755"/>
  <p:tag name="ORIGINALWIDTH" val=" 4.030765"/>
  <p:tag name="EMFCHILD" val="True"/>
</p:tagLst>
</file>

<file path=ppt/tags/tag5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4.167548"/>
  <p:tag name="ORIGINALWIDTH" val=" 2.523453"/>
  <p:tag name="EMFCHILD" val="True"/>
</p:tagLst>
</file>

<file path=ppt/tags/tag5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8.966367"/>
  <p:tag name="ORIGINALWIDTH" val=" 2.297638"/>
  <p:tag name="EMFCHILD" val="True"/>
</p:tagLst>
</file>

<file path=ppt/tags/tag5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4.513049"/>
  <p:tag name="ORIGINALWIDTH" val=" 3.633465"/>
  <p:tag name="LATEXADDIN" val="\documentclass{article}&#10;\usepackage{amsmath}&#10;\pagestyle{empty}&#10;\begin{document}&#10;&#10;&#10;\[&#10;s(r_1 \to r_2)&#10;=&#10;\frac{|E_{r_1}\cap E_{r_2}^{\mathrm{rev}}|}{|E_{r_1}|}&#10;\]&#10;&#10;\end{document}"/>
  <p:tag name="IGUANATEXSIZE" val="14"/>
  <p:tag name="IGUANATEXCURSOR" val="159"/>
  <p:tag name="TRANSPARENCY" val="True"/>
  <p:tag name="CHOOSECOLOR" val="False"/>
  <p:tag name="COLORHEX" val="000000"/>
  <p:tag name="LATEXENGINEID" val="0"/>
  <p:tag name="TEMPFOLDER" val="/Users/eamon/Library/Containers/com.microsoft.Powerpoint/Data/tmp/TemporaryItems/"/>
  <p:tag name="LATEXFORMHEIGHT" val=" 426.65"/>
  <p:tag name="LATEXFORMWIDTH" val=" 513.35"/>
  <p:tag name="LATEXFORMWRAP" val="True"/>
  <p:tag name="BITMAPVECTOR" val="1"/>
  <p:tag name="EMFCHILD" val="True"/>
</p:tagLst>
</file>

<file path=ppt/tags/tag5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9.962599"/>
  <p:tag name="ORIGINALWIDTH" val=" 2.290664"/>
  <p:tag name="EMFCHILD" val="True"/>
</p:tagLst>
</file>

<file path=ppt/tags/tag5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4.513049"/>
  <p:tag name="ORIGINALWIDTH" val=" 4.01856"/>
  <p:tag name="EMFCHILD" val="True"/>
</p:tagLst>
</file>

<file path=ppt/tags/tag5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4.630596"/>
  <p:tag name="ORIGINALWIDTH" val=" 2.515804"/>
  <p:tag name="EMFCHILD" val="True"/>
</p:tagLst>
</file>

<file path=ppt/tags/tag5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5.20045"/>
  <p:tag name="ORIGINALWIDTH" val=" 8.767829"/>
  <p:tag name="EMFCHILD" val="True"/>
</p:tagLst>
</file>

<file path=ppt/tags/tag5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4.513049"/>
  <p:tag name="ORIGINALWIDTH" val=" 4.01856"/>
  <p:tag name="EMFCHILD" val="True"/>
</p:tagLst>
</file>

<file path=ppt/tags/tag5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4.630596"/>
  <p:tag name="ORIGINALWIDTH" val=" 3.054893"/>
  <p:tag name="EMFCHILD" val="True"/>
</p:tagLst>
</file>

<file path=ppt/tags/tag5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9.962599"/>
  <p:tag name="ORIGINALWIDTH" val=" 2.290664"/>
  <p:tag name="EMFCHILD" val="True"/>
</p:tagLst>
</file>

<file path=ppt/tags/tag5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2.331215"/>
  <p:tag name="ORIGINALWIDTH" val=" 6.565973"/>
  <p:tag name="EMFCHILD" val="True"/>
</p:tagLst>
</file>

<file path=ppt/tags/tag5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9.962599"/>
  <p:tag name="ORIGINALWIDTH" val=" .3949381"/>
  <p:tag name="EMFCHILD" val="True"/>
</p:tagLst>
</file>

<file path=ppt/tags/tag5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6.774578"/>
  <p:tag name="ORIGINALWIDTH" val=" 7.166085"/>
  <p:tag name="EMFCHILD" val="True"/>
</p:tagLst>
</file>

<file path=ppt/tags/tag5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3.145163"/>
  <p:tag name="ORIGINALWIDTH" val=" 3.213836"/>
  <p:tag name="EMFCHILD" val="True"/>
</p:tagLst>
</file>

<file path=ppt/tags/tag5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3.317548"/>
  <p:tag name="ORIGINALWIDTH" val=" 2.029021"/>
  <p:tag name="EMFCHILD" val="True"/>
</p:tagLst>
</file>

<file path=ppt/tags/tag5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6.176828"/>
  <p:tag name="ORIGINALWIDTH" val=" 5.489764"/>
  <p:tag name="EMFCHILD" val="True"/>
</p:tagLst>
</file>

<file path=ppt/tags/tag5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6.774578"/>
  <p:tag name="ORIGINALWIDTH" val=" 7.166085"/>
  <p:tag name="EMFCHILD" val="True"/>
</p:tagLst>
</file>

<file path=ppt/tags/tag5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3.075422"/>
  <p:tag name="ORIGINALWIDTH" val=" 2.474297"/>
  <p:tag name="EMFCHILD" val="True"/>
</p:tagLst>
</file>

<file path=ppt/tags/tag5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3.180034"/>
  <p:tag name="ORIGINALWIDTH" val=" 2.965017"/>
  <p:tag name="EMFCHILD" val="True"/>
</p:tagLst>
</file>

<file path=ppt/tags/tag5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3.075422"/>
  <p:tag name="ORIGINALWIDTH" val=" 3.711474"/>
  <p:tag name="EMFCHILD" val="True"/>
</p:tagLst>
</file>

<file path=ppt/tags/tag5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3.145163"/>
  <p:tag name="ORIGINALWIDTH" val=" 3.213836"/>
  <p:tag name="EMFCHILD" val="True"/>
</p:tagLst>
</file>

<file path=ppt/tags/tag5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3.317548"/>
  <p:tag name="ORIGINALWIDTH" val=" 2.458549"/>
  <p:tag name="EMFCHILD" val="True"/>
</p:tagLst>
</file>

<file path=ppt/tags/tag5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9.962599"/>
  <p:tag name="ORIGINALWIDTH" val=" .3949381"/>
  <p:tag name="EMFCHILD" val="True"/>
</p:tagLst>
</file>

<file path=ppt/tags/tag5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.3984815"/>
  <p:tag name="ORIGINALWIDTH" val=" 50.96035"/>
  <p:tag name="EMFCHILD" val="True"/>
</p:tagLst>
</file>

<file path=ppt/tags/tag5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9.962599"/>
  <p:tag name="ORIGINALWIDTH" val=" .3949381"/>
  <p:tag name="EMFCHILD" val="True"/>
</p:tagLst>
</file>

<file path=ppt/tags/tag5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6.774578"/>
  <p:tag name="ORIGINALWIDTH" val=" 7.166085"/>
  <p:tag name="EMFCHILD" val="True"/>
</p:tagLst>
</file>

<file path=ppt/tags/tag5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3.145163"/>
  <p:tag name="ORIGINALWIDTH" val=" 3.213836"/>
  <p:tag name="EMFCHILD" val="True"/>
</p:tagLst>
</file>

<file path=ppt/tags/tag5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3.317548"/>
  <p:tag name="ORIGINALWIDTH" val=" 2.029021"/>
  <p:tag name="EMFCHILD" val="True"/>
</p:tagLst>
</file>

<file path=ppt/tags/tag5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9.962599"/>
  <p:tag name="ORIGINALWIDTH" val=" .3949381"/>
  <p:tag name="EMFCHILD" val="True"/>
</p:tagLst>
</file>

<file path=ppt/tags/tag5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6.097132"/>
  <p:tag name="ORIGINALWIDTH" val=" 7.230652"/>
  <p:tag name="LATEXADDIN" val="\documentclass{article}&#10;\usepackage{amsmath}&#10;\pagestyle{empty}&#10;\begin{document}&#10;&#10;&#10;\[&#10;E_r^{\mathrm{rev}} = \{(t,h) \mid (h,r,t)\in\mathcal{G}_{\text{train}}\}&#10;\]&#10;&#10;\end{document}"/>
  <p:tag name="IGUANATEXSIZE" val="14"/>
  <p:tag name="IGUANATEXCURSOR" val="160"/>
  <p:tag name="TRANSPARENCY" val="True"/>
  <p:tag name="CHOOSECOLOR" val="False"/>
  <p:tag name="COLORHEX" val="000000"/>
  <p:tag name="LATEXENGINEID" val="0"/>
  <p:tag name="TEMPFOLDER" val="/Users/eamon/Library/Containers/com.microsoft.Powerpoint/Data/tmp/TemporaryItems/"/>
  <p:tag name="LATEXFORMHEIGHT" val=" 426.65"/>
  <p:tag name="LATEXFORMWIDTH" val=" 513.35"/>
  <p:tag name="LATEXFORMWRAP" val="True"/>
  <p:tag name="BITMAPVECTOR" val="1"/>
  <p:tag name="EMFCHILD" val="True"/>
</p:tagLst>
</file>

<file path=ppt/tags/tag5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2.767885"/>
  <p:tag name="ORIGINALWIDTH" val=" 2.496625"/>
  <p:tag name="EMFCHILD" val="True"/>
</p:tagLst>
</file>

<file path=ppt/tags/tag5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2.862036"/>
  <p:tag name="ORIGINALWIDTH" val=" 2.991732"/>
  <p:tag name="EMFCHILD" val="True"/>
</p:tagLst>
</file>

<file path=ppt/tags/tag5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2.767885"/>
  <p:tag name="ORIGINALWIDTH" val=" 3.744938"/>
  <p:tag name="EMFCHILD" val="True"/>
</p:tagLst>
</file>

<file path=ppt/tags/tag5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2.830652"/>
  <p:tag name="ORIGINALWIDTH" val=" 3.242801"/>
  <p:tag name="EMFCHILD" val="True"/>
</p:tagLst>
</file>

<file path=ppt/tags/tag5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2.098088"/>
  <p:tag name="ORIGINALWIDTH" val=" 6.625141"/>
  <p:tag name="EMFCHILD" val="True"/>
</p:tagLst>
</file>

<file path=ppt/tags/tag5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8.966367"/>
  <p:tag name="ORIGINALWIDTH" val=" 3.536727"/>
  <p:tag name="EMFCHILD" val="True"/>
</p:tagLst>
</file>

<file path=ppt/tags/tag5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8.966367"/>
  <p:tag name="ORIGINALWIDTH" val=" 2.311305"/>
  <p:tag name="EMFCHILD" val="True"/>
</p:tagLst>
</file>

<file path=ppt/tags/tag5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5.71153"/>
  <p:tag name="ORIGINALWIDTH" val=" 3.058493"/>
  <p:tag name="EMFCHILD" val="True"/>
</p:tagLst>
</file>

<file path=ppt/tags/tag5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2.680934"/>
  <p:tag name="ORIGINALWIDTH" val=" 1.165579"/>
  <p:tag name="EMFCHILD" val="True"/>
</p:tagLst>
</file>

<file path=ppt/tags/tag5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6.32126"/>
  <p:tag name="ORIGINALWIDTH" val=" 4.89162"/>
  <p:tag name="EMFCHILD" val="True"/>
</p:tagLst>
</file>

<file path=ppt/tags/tag5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8.966367"/>
  <p:tag name="ORIGINALWIDTH" val=" 2.311305"/>
  <p:tag name="EMFCHILD" val="True"/>
</p:tagLst>
</file>

<file path=ppt/tags/tag5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8.966367"/>
  <p:tag name="ORIGINALWIDTH" val=" .3984815"/>
  <p:tag name="EMFCHILD" val="True"/>
</p:tagLst>
</file>

<file path=ppt/tags/tag5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8.966367"/>
  <p:tag name="ORIGINALWIDTH" val=" 2.311305"/>
  <p:tag name="EMFCHILD" val="True"/>
</p:tagLst>
</file>

<file path=ppt/tags/tag5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6.32126"/>
  <p:tag name="ORIGINALWIDTH" val=" 4.89162"/>
  <p:tag name="EMFCHILD" val="True"/>
</p:tagLst>
</file>

<file path=ppt/tags/tag5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2.680934"/>
  <p:tag name="ORIGINALWIDTH" val=" 1.165579"/>
  <p:tag name="EMFCHILD" val="True"/>
</p:tagLst>
</file>

<file path=ppt/tags/tag5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4.061755"/>
  <p:tag name="ORIGINALWIDTH" val=" 4.054781"/>
  <p:tag name="EMFCHILD" val="True"/>
</p:tagLst>
</file>

<file path=ppt/tags/tag5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2.680934"/>
  <p:tag name="ORIGINALWIDTH" val=" 1.165579"/>
  <p:tag name="EMFCHILD" val="True"/>
</p:tagLst>
</file>

<file path=ppt/tags/tag5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5.71153"/>
  <p:tag name="ORIGINALWIDTH" val=" 3.058493"/>
  <p:tag name="EMFCHILD" val="True"/>
</p:tagLst>
</file>

<file path=ppt/tags/tag5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8.966367"/>
  <p:tag name="ORIGINALWIDTH" val=" 2.311305"/>
  <p:tag name="EMFCHILD" val="True"/>
</p:tagLst>
</file>

<file path=ppt/tags/tag5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5.20045"/>
  <p:tag name="ORIGINALWIDTH" val=" 4.981271"/>
  <p:tag name="EMFCHILD" val="True"/>
</p:tagLst>
</file>

<file path=ppt/tags/tag5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7.388245"/>
  <p:tag name="ORIGINALWIDTH" val=" 5.549156"/>
  <p:tag name="EMFCHILD" val="True"/>
</p:tagLst>
</file>

<file path=ppt/tags/tag5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3.922779"/>
  <p:tag name="ORIGINALWIDTH" val=" 2.412936"/>
  <p:tag name="EMFCHILD" val="True"/>
</p:tagLst>
</file>

<file path=ppt/tags/tag5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2.767885"/>
  <p:tag name="ORIGINALWIDTH" val=" 2.496625"/>
  <p:tag name="EMFCHILD" val="True"/>
</p:tagLst>
</file>

<file path=ppt/tags/tag5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2.862036"/>
  <p:tag name="ORIGINALWIDTH" val=" 3.479921"/>
  <p:tag name="EMFCHILD" val="True"/>
</p:tagLst>
</file>

<file path=ppt/tags/tag5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4.230315"/>
  <p:tag name="ORIGINALWIDTH" val=" 1.520247"/>
  <p:tag name="EMFCHILD" val="True"/>
</p:tagLst>
</file>

<file path=ppt/tags/tag5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2.767885"/>
  <p:tag name="ORIGINALWIDTH" val=" 3.737964"/>
  <p:tag name="EMFCHILD" val="True"/>
</p:tagLst>
</file>

<file path=ppt/tags/tag5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8.966367"/>
  <p:tag name="ORIGINALWIDTH" val=" 3.536727"/>
  <p:tag name="EMFCHILD" val="True"/>
</p:tagLst>
</file>

<file path=ppt/tags/tag5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6.097132"/>
  <p:tag name="ORIGINALWIDTH" val=" 7.230652"/>
  <p:tag name="LATEXADDIN" val="\documentclass{article}&#10;\usepackage{amsmath}&#10;\pagestyle{empty}&#10;\begin{document}&#10;&#10;\[&#10;E_r = \{(h,t) \mid (h,r,t)\in\mathcal{G}_{\text{train}}\}&#10;\]&#10;&#10;\end{document}"/>
  <p:tag name="IGUANATEXSIZE" val="14"/>
  <p:tag name="IGUANATEXCURSOR" val="144"/>
  <p:tag name="TRANSPARENCY" val="True"/>
  <p:tag name="CHOOSECOLOR" val="False"/>
  <p:tag name="COLORHEX" val="000000"/>
  <p:tag name="LATEXENGINEID" val="0"/>
  <p:tag name="TEMPFOLDER" val="/Users/eamon/Library/Containers/com.microsoft.Powerpoint/Data/tmp/TemporaryItems/"/>
  <p:tag name="LATEXFORMHEIGHT" val=" 426.65"/>
  <p:tag name="LATEXFORMWIDTH" val=" 513.35"/>
  <p:tag name="LATEXFORMWRAP" val="True"/>
  <p:tag name="BITMAPVECTOR" val="1"/>
  <p:tag name="EMFCHILD" val="True"/>
</p:tagLst>
</file>

<file path=ppt/tags/tag5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2.830652"/>
  <p:tag name="ORIGINALWIDTH" val=" 3.242801"/>
  <p:tag name="EMFCHILD" val="True"/>
</p:tagLst>
</file>

<file path=ppt/tags/tag5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2.098088"/>
  <p:tag name="ORIGINALWIDTH" val=" 6.625141"/>
  <p:tag name="EMFCHILD" val="True"/>
</p:tagLst>
</file>

<file path=ppt/tags/tag5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8.966367"/>
  <p:tag name="ORIGINALWIDTH" val=" 3.536727"/>
  <p:tag name="EMFCHILD" val="True"/>
</p:tagLst>
</file>

<file path=ppt/tags/tag5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8.966367"/>
  <p:tag name="ORIGINALWIDTH" val=" 2.311305"/>
  <p:tag name="EMFCHILD" val="True"/>
</p:tagLst>
</file>

<file path=ppt/tags/tag5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6.32126"/>
  <p:tag name="ORIGINALWIDTH" val=" 4.89162"/>
  <p:tag name="EMFCHILD" val="True"/>
</p:tagLst>
</file>

<file path=ppt/tags/tag5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2.680934"/>
  <p:tag name="ORIGINALWIDTH" val=" 1.165579"/>
  <p:tag name="EMFCHILD" val="True"/>
</p:tagLst>
</file>

<file path=ppt/tags/tag5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5.71153"/>
  <p:tag name="ORIGINALWIDTH" val=" 3.058493"/>
  <p:tag name="EMFCHILD" val="True"/>
</p:tagLst>
</file>

<file path=ppt/tags/tag5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8.966367"/>
  <p:tag name="ORIGINALWIDTH" val=" 2.311305"/>
  <p:tag name="EMFCHILD" val="True"/>
</p:tagLst>
</file>

<file path=ppt/tags/tag5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8.966367"/>
  <p:tag name="ORIGINALWIDTH" val=" .3984815"/>
  <p:tag name="EMFCHILD" val="True"/>
</p:tagLst>
</file>

<file path=ppt/tags/tag5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8.966367"/>
  <p:tag name="ORIGINALWIDTH" val=" 2.311305"/>
  <p:tag name="EMFCHILD" val="True"/>
</p:tagLst>
</file>

<file path=ppt/tags/tag5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6.32126"/>
  <p:tag name="ORIGINALWIDTH" val=" 4.89162"/>
  <p:tag name="EMFCHILD" val="True"/>
</p:tagLst>
</file>

<file path=ppt/tags/tag5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2.680934"/>
  <p:tag name="ORIGINALWIDTH" val=" 1.165579"/>
  <p:tag name="EMFCHILD" val="True"/>
</p:tagLst>
</file>

<file path=ppt/tags/tag5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4.061755"/>
  <p:tag name="ORIGINALWIDTH" val=" 4.054781"/>
  <p:tag name="EMFCHILD" val="True"/>
</p:tagLst>
</file>

<file path=ppt/tags/tag5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2.680934"/>
  <p:tag name="ORIGINALWIDTH" val=" 1.165579"/>
  <p:tag name="EMFCHILD" val="True"/>
</p:tagLst>
</file>

<file path=ppt/tags/tag5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5.71153"/>
  <p:tag name="ORIGINALWIDTH" val=" 3.058493"/>
  <p:tag name="EMFCHILD" val="True"/>
</p:tagLst>
</file>

<file path=ppt/tags/tag5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8.966367"/>
  <p:tag name="ORIGINALWIDTH" val=" 2.311305"/>
  <p:tag name="EMFCHILD" val="True"/>
</p:tagLst>
</file>

<file path=ppt/tags/tag5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5.20045"/>
  <p:tag name="ORIGINALWIDTH" val=" 4.981271"/>
  <p:tag name="EMFCHILD" val="True"/>
</p:tagLst>
</file>

<file path=ppt/tags/tag5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7.388245"/>
  <p:tag name="ORIGINALWIDTH" val=" 5.549156"/>
  <p:tag name="EMFCHILD" val="True"/>
</p:tagLst>
</file>

<file path=ppt/tags/tag5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3.922779"/>
  <p:tag name="ORIGINALWIDTH" val=" 2.412936"/>
  <p:tag name="EMFCHILD" val="True"/>
</p:tagLst>
</file>

<file path=ppt/tags/tag5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2.767885"/>
  <p:tag name="ORIGINALWIDTH" val=" 2.496625"/>
  <p:tag name="EMFCHILD" val="True"/>
</p:tagLst>
</file>

<file path=ppt/tags/tag5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2.862036"/>
  <p:tag name="ORIGINALWIDTH" val=" 3.479921"/>
  <p:tag name="EMFCHILD" val="True"/>
</p:tagLst>
</file>

<file path=ppt/tags/tag5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4.230315"/>
  <p:tag name="ORIGINALWIDTH" val=" 1.520247"/>
  <p:tag name="EMFCHILD" val="True"/>
</p:tagLst>
</file>

<file path=ppt/tags/tag5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2.767885"/>
  <p:tag name="ORIGINALWIDTH" val=" 3.737964"/>
  <p:tag name="EMFCHILD" val="True"/>
</p:tagLst>
</file>

<file path=ppt/tags/tag5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8.966367"/>
  <p:tag name="ORIGINALWIDTH" val=" 3.536727"/>
  <p:tag name="EMFCHILD" val="True"/>
</p:tagLst>
</file>

<file path=ppt/tags/tag5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17.92278"/>
  <p:tag name="ORIGINALWIDTH" val=" 160.9836"/>
  <p:tag name="OUTPUTTYPE" val="SVG"/>
  <p:tag name="IGUANATEXVERSION" val="162"/>
  <p:tag name="LATEXADDIN" val="\documentclass{article}&#10;\usepackage{amsmath}&#10;\pagestyle{empty}&#10;\begin{document}&#10;&#10;\[&#10;T_K(M_\theta,\operatorname{tr}(q,e)) = \mathbf{1}\!\left[ R_{\succeq_{M_\theta,q}}(e) \le K \right]&#10;\]&#10;&#10;&#10;\end{document}"/>
  <p:tag name="IGUANATEXSIZE" val="14"/>
  <p:tag name="IGUANATEXCURSOR" val="183"/>
  <p:tag name="TRANSPARENCY" val="True"/>
  <p:tag name="CHOOSECOLOR" val="False"/>
  <p:tag name="COLORHEX" val="000000"/>
  <p:tag name="LATEXENGINEID" val="0"/>
  <p:tag name="TEMPFOLDER" val="/Users/eamon/Library/Containers/com.microsoft.Powerpoint/Data/tmp/TemporaryItems/"/>
  <p:tag name="LATEXFORMHEIGHT" val=" 426.65"/>
  <p:tag name="LATEXFORMWIDTH" val=" 513.35"/>
  <p:tag name="LATEXFORMWRAP" val="True"/>
  <p:tag name="BITMAPVECTOR" val="1"/>
</p:tagLst>
</file>

<file path=ppt/tags/tag5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9.004162"/>
  <p:tag name="ORIGINALWIDTH" val=" 199.1918"/>
  <p:tag name="OUTPUTTYPE" val="SVG"/>
  <p:tag name="IGUANATEXVERSION" val="162"/>
  <p:tag name="LATEXADDIN" val="\documentclass{article}&#10;\usepackage{amsmath}&#10;\pagestyle{empty}&#10;\begin{document}&#10;&#10;\[&#10;\Delta(M_\theta,\tau) = \mathbf{1}\!\left[ T_K(M_\theta,\operatorname{tr}(\tau)) \neq T_K(M_\theta^*,\operatorname{tr}(\tau)) \right]&#10;\]&#10;&#10;\end{document}"/>
  <p:tag name="IGUANATEXSIZE" val="14"/>
  <p:tag name="IGUANATEXCURSOR" val="220"/>
  <p:tag name="TRANSPARENCY" val="True"/>
  <p:tag name="CHOOSECOLOR" val="False"/>
  <p:tag name="COLORHEX" val="000000"/>
  <p:tag name="LATEXENGINEID" val="0"/>
  <p:tag name="TEMPFOLDER" val="/Users/eamon/Library/Containers/com.microsoft.Powerpoint/Data/tmp/TemporaryItems/"/>
  <p:tag name="LATEXFORMHEIGHT" val=" 426.65"/>
  <p:tag name="LATEXFORMWIDTH" val=" 513.35"/>
  <p:tag name="LATEXFORMWRAP" val="True"/>
  <p:tag name="BITMAPVECTOR" val="1"/>
</p:tagLst>
</file>

<file path=ppt/tags/tag5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24.8176"/>
  <p:tag name="ORIGINALWIDTH" val=" 165.9665"/>
  <p:tag name="OUTPUTTYPE" val="SVG"/>
  <p:tag name="IGUANATEXVERSION" val="162"/>
  <p:tag name="LATEXADDIN" val="\documentclass{article}&#10;\usepackage{amsmath}&#10;\pagestyle{empty}&#10;\begin{document}&#10;&#10;&#10;\[&#10;\alpha_\varepsilon(M_\theta^*) = \frac{1}{|T|} \sum_{\tau \in T} \max_{M_\theta \in S_\varepsilon(M_\theta^*)} \Delta(M_\theta,\tau)&#10;\]&#10;&#10;\end{document}"/>
  <p:tag name="IGUANATEXSIZE" val="14"/>
  <p:tag name="IGUANATEXCURSOR" val="217"/>
  <p:tag name="TRANSPARENCY" val="True"/>
  <p:tag name="CHOOSECOLOR" val="False"/>
  <p:tag name="COLORHEX" val="000000"/>
  <p:tag name="LATEXENGINEID" val="0"/>
  <p:tag name="TEMPFOLDER" val="/Users/eamon/Library/Containers/com.microsoft.Powerpoint/Data/tmp/TemporaryItems/"/>
  <p:tag name="LATEXFORMHEIGHT" val=" 426.65"/>
  <p:tag name="LATEXFORMWIDTH" val=" 513.35"/>
  <p:tag name="LATEXFORMWRAP" val="True"/>
  <p:tag name="BITMAPVECTOR" val="1"/>
</p:tagLst>
</file>

<file path=ppt/tags/tag5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24.8176"/>
  <p:tag name="ORIGINALWIDTH" val=" 164.0113"/>
  <p:tag name="OUTPUTTYPE" val="SVG"/>
  <p:tag name="IGUANATEXVERSION" val="162"/>
  <p:tag name="LATEXADDIN" val="\documentclass{article}&#10;\usepackage{amsmath}&#10;\pagestyle{empty}&#10;\begin{document}&#10;&#10;\[&#10;\delta_\varepsilon(M_\theta^*) = \max_{M_\theta \in S_\varepsilon(M_\theta^*)} \frac{1}{|T|} \sum_{\tau \in T} \Delta(M_\theta,\tau)&#10;\]&#10;&#10;&#10;\end{document}"/>
  <p:tag name="IGUANATEXSIZE" val="14"/>
  <p:tag name="IGUANATEXCURSOR" val="216"/>
  <p:tag name="TRANSPARENCY" val="True"/>
  <p:tag name="CHOOSECOLOR" val="False"/>
  <p:tag name="COLORHEX" val="000000"/>
  <p:tag name="LATEXENGINEID" val="0"/>
  <p:tag name="TEMPFOLDER" val="/Users/eamon/Library/Containers/com.microsoft.Powerpoint/Data/tmp/TemporaryItems/"/>
  <p:tag name="LATEXFORMHEIGHT" val=" 426.65"/>
  <p:tag name="LATEXFORMWIDTH" val=" 513.35"/>
  <p:tag name="LATEXFORMWRAP" val="True"/>
  <p:tag name="BITMAPVECTOR" val="1"/>
</p:tagLst>
</file>

<file path=ppt/tags/tag5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104.399"/>
  <p:tag name="ORIGINALWIDTH" val=" 166.0325"/>
  <p:tag name="OUTPUTTYPE" val="SVG"/>
  <p:tag name="IGUANATEXVERSION" val="162"/>
  <p:tag name="LATEXADDIN" val="\documentclass{article}&#10;\usepackage{amsmath}&#10;\pagestyle{empty}&#10;\begin{document}&#10;&#10;&#10;$q$ : query&#10;&#10;$e$ : correct answer entity&#10;&#10;$\tau=(q,e)$ : one test query-answer pair&#10;&#10;$\operatorname{tr}(q,e)$ : corresponding triple&#10;&#10;$M_\theta^*$ : baseline model&#10;&#10;$M_\theta$ : competing model&#10;&#10;$T$ : test set&#10;&#10;$S_\varepsilon(M_\theta^*)$ : similarly performing models&#10;&#10;$R_{\succeq_{M_\theta,q}}(e)$ : rank of e for q&#10;&#10;\end{document}"/>
  <p:tag name="IGUANATEXSIZE" val="14"/>
  <p:tag name="IGUANATEXCURSOR" val="351"/>
  <p:tag name="TRANSPARENCY" val="True"/>
  <p:tag name="CHOOSECOLOR" val="False"/>
  <p:tag name="COLORHEX" val="000000"/>
  <p:tag name="LATEXENGINEID" val="0"/>
  <p:tag name="TEMPFOLDER" val="/Users/eamon/Library/Containers/com.microsoft.Powerpoint/Data/tmp/TemporaryItems/"/>
  <p:tag name="LATEXFORMHEIGHT" val=" 426.65"/>
  <p:tag name="LATEXFORMWIDTH" val=" 513.35"/>
  <p:tag name="LATEXFORMWRAP" val="True"/>
  <p:tag name="BITMAPVECTOR" val="1"/>
</p:tagLst>
</file>

<file path=ppt/tags/tag5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6.33622"/>
  <p:tag name="ORIGINALWIDTH" val=" 4.104556"/>
  <p:tag name="LATEXADDIN" val="\documentclass{article}&#10;\usepackage{amsmath}&#10;\pagestyle{empty}&#10;\begin{document}&#10;&#10;&#10;$q$ : query&#10;&#10;$e$ : correct answer entity&#10;&#10;$\tau=(q,e)$ : one test query-answer pair&#10;&#10;$\operatorname{tr}(q,e)$ : corresponding triple&#10;&#10;$M_\theta^*$ : baseline model&#10;&#10;$M_\theta$ : competing model&#10;&#10;$T$ : test set&#10;&#10;$S_\varepsilon(M_\theta^*)$ : similarly performing models&#10;&#10;$R_{\succeq_{M_\theta,q}}(e)$ : rank of e for q&#10;&#10;\end{document}"/>
  <p:tag name="IGUANATEXSIZE" val="14"/>
  <p:tag name="IGUANATEXCURSOR" val="351"/>
  <p:tag name="TRANSPARENCY" val="True"/>
  <p:tag name="CHOOSECOLOR" val="False"/>
  <p:tag name="COLORHEX" val="000000"/>
  <p:tag name="LATEXENGINEID" val="0"/>
  <p:tag name="TEMPFOLDER" val="/Users/eamon/Library/Containers/com.microsoft.Powerpoint/Data/tmp/TemporaryItems/"/>
  <p:tag name="LATEXFORMHEIGHT" val=" 426.65"/>
  <p:tag name="LATEXFORMWIDTH" val=" 513.35"/>
  <p:tag name="LATEXFORMWRAP" val="True"/>
  <p:tag name="BITMAPVECTOR" val="1"/>
  <p:tag name="EMFCHILD" val="True"/>
</p:tagLst>
</file>

<file path=ppt/tags/tag5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4.293869"/>
  <p:tag name="ORIGINALWIDTH" val=" 1.056018"/>
  <p:tag name="EMFCHILD" val="True"/>
</p:tagLst>
</file>

<file path=ppt/tags/tag5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6.33622"/>
  <p:tag name="ORIGINALWIDTH" val=" 4.91153"/>
  <p:tag name="EMFCHILD" val="True"/>
</p:tagLst>
</file>

<file path=ppt/tags/tag5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4.513049"/>
  <p:tag name="ORIGINALWIDTH" val=" 5.011192"/>
  <p:tag name="EMFCHILD" val="True"/>
</p:tagLst>
</file>

<file path=ppt/tags/tag5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4.572834"/>
  <p:tag name="ORIGINALWIDTH" val=" 3.855512"/>
  <p:tag name="EMFCHILD" val="True"/>
</p:tagLst>
</file>

<file path=ppt/tags/tag5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4.403487"/>
  <p:tag name="ORIGINALWIDTH" val=" 3.347413"/>
  <p:tag name="EMFCHILD" val="True"/>
</p:tagLst>
</file>

<file path=ppt/tags/tag5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6.33622"/>
  <p:tag name="ORIGINALWIDTH" val=" 4.87171"/>
  <p:tag name="EMFCHILD" val="True"/>
</p:tagLst>
</file>

<file path=ppt/tags/tag5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4.513049"/>
  <p:tag name="ORIGINALWIDTH" val=" 3.825647"/>
  <p:tag name="EMFCHILD" val="True"/>
</p:tagLst>
</file>

<file path=ppt/tags/tag5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4.293869"/>
  <p:tag name="ORIGINALWIDTH" val=" 1.056018"/>
  <p:tag name="EMFCHILD" val="True"/>
</p:tagLst>
</file>

<file path=ppt/tags/tag5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4.572834"/>
  <p:tag name="ORIGINALWIDTH" val=" 3.795726"/>
  <p:tag name="EMFCHILD" val="True"/>
</p:tagLst>
</file>

<file path=ppt/tags/tag5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4.572834"/>
  <p:tag name="ORIGINALWIDTH" val=" 4.413442"/>
  <p:tag name="EMFCHILD" val="True"/>
</p:tagLst>
</file>

<file path=ppt/tags/tag6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4.403487"/>
  <p:tag name="ORIGINALWIDTH" val=" 3.347413"/>
  <p:tag name="EMFCHILD" val="True"/>
</p:tagLst>
</file>

<file path=ppt/tags/tag6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4.403487"/>
  <p:tag name="ORIGINALWIDTH" val=" 3.347413"/>
  <p:tag name="EMFCHILD" val="True"/>
</p:tagLst>
</file>

<file path=ppt/tags/tag6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4.572834"/>
  <p:tag name="ORIGINALWIDTH" val=" 3.855512"/>
  <p:tag name="EMFCHILD" val="True"/>
</p:tagLst>
</file>

<file path=ppt/tags/tag6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4.572834"/>
  <p:tag name="ORIGINALWIDTH" val=" 3.795726"/>
  <p:tag name="EMFCHILD" val="True"/>
</p:tagLst>
</file>

<file path=ppt/tags/tag6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6.236558"/>
  <p:tag name="ORIGINALWIDTH" val=" 3.118279"/>
  <p:tag name="EMFCHILD" val="True"/>
</p:tagLst>
</file>

<file path=ppt/tags/tag6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4.572834"/>
  <p:tag name="ORIGINALWIDTH" val=" 4.493138"/>
  <p:tag name="EMFCHILD" val="True"/>
</p:tagLst>
</file>

<file path=ppt/tags/tag6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4.403487"/>
  <p:tag name="ORIGINALWIDTH" val=" 5.011192"/>
  <p:tag name="EMFCHILD" val="True"/>
</p:tagLst>
</file>

<file path=ppt/tags/tag6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4.572834"/>
  <p:tag name="ORIGINALWIDTH" val=" 3.257762"/>
  <p:tag name="EMFCHILD" val="True"/>
</p:tagLst>
</file>

<file path=ppt/tags/tag6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4.403487"/>
  <p:tag name="ORIGINALWIDTH" val=" 6.824353"/>
  <p:tag name="EMFCHILD" val="True"/>
</p:tagLst>
</file>

<file path=ppt/tags/tag6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4.572834"/>
  <p:tag name="ORIGINALWIDTH" val=" 3.855512"/>
  <p:tag name="EMFCHILD" val="True"/>
</p:tagLst>
</file>

<file path=ppt/tags/tag6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4.403487"/>
  <p:tag name="ORIGINALWIDTH" val=" 3.347413"/>
  <p:tag name="EMFCHILD" val="True"/>
</p:tagLst>
</file>

<file path=ppt/tags/tag6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4.572834"/>
  <p:tag name="ORIGINALWIDTH" val=" 3.855512"/>
  <p:tag name="EMFCHILD" val="True"/>
</p:tagLst>
</file>

<file path=ppt/tags/tag6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4.403487"/>
  <p:tag name="ORIGINALWIDTH" val=" 5.011192"/>
  <p:tag name="EMFCHILD" val="True"/>
</p:tagLst>
</file>

<file path=ppt/tags/tag6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6.236558"/>
  <p:tag name="ORIGINALWIDTH" val=" 3.118279"/>
  <p:tag name="EMFCHILD" val="True"/>
</p:tagLst>
</file>

<file path=ppt/tags/tag6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6.664961"/>
  <p:tag name="ORIGINALWIDTH" val=" 2.132002"/>
  <p:tag name="EMFCHILD" val="True"/>
</p:tagLst>
</file>

<file path=ppt/tags/tag6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6.236558"/>
  <p:tag name="ORIGINALWIDTH" val=" 3.118279"/>
  <p:tag name="EMFCHILD" val="True"/>
</p:tagLst>
</file>

<file path=ppt/tags/tag6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6.33622"/>
  <p:tag name="ORIGINALWIDTH" val=" 4.87171"/>
  <p:tag name="EMFCHILD" val="True"/>
</p:tagLst>
</file>

<file path=ppt/tags/tag6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4.413442"/>
  <p:tag name="ORIGINALWIDTH" val=" 4.821878"/>
  <p:tag name="EMFCHILD" val="True"/>
</p:tagLst>
</file>

<file path=ppt/tags/tag6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2.331215"/>
  <p:tag name="ORIGINALWIDTH" val=" 6.625141"/>
  <p:tag name="EMFCHILD" val="True"/>
</p:tagLst>
</file>

<file path=ppt/tags/tag6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9.962599"/>
  <p:tag name="ORIGINALWIDTH" val=" 2.311305"/>
  <p:tag name="EMFCHILD" val="True"/>
</p:tagLst>
</file>

<file path=ppt/tags/tag6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6.33622"/>
  <p:tag name="ORIGINALWIDTH" val=" 4.104556"/>
  <p:tag name="EMFCHILD" val="True"/>
</p:tagLst>
</file>

<file path=ppt/tags/tag6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2.978796"/>
  <p:tag name="ORIGINALWIDTH" val=" 1.165579"/>
  <p:tag name="EMFCHILD" val="True"/>
</p:tagLst>
</file>

<file path=ppt/tags/tag6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4.513049"/>
  <p:tag name="ORIGINALWIDTH" val=" 3.825647"/>
  <p:tag name="EMFCHILD" val="True"/>
</p:tagLst>
</file>

<file path=ppt/tags/tag6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9.962599"/>
  <p:tag name="ORIGINALWIDTH" val=" 2.311305"/>
  <p:tag name="EMFCHILD" val="True"/>
</p:tagLst>
</file>

<file path=ppt/tags/tag6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4.293869"/>
  <p:tag name="ORIGINALWIDTH" val=" 1.056018"/>
  <p:tag name="EMFCHILD" val="True"/>
</p:tagLst>
</file>

<file path=ppt/tags/tag6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4.572834"/>
  <p:tag name="ORIGINALWIDTH" val=" 4.413442"/>
  <p:tag name="EMFCHILD" val="True"/>
</p:tagLst>
</file>

<file path=ppt/tags/tag6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4.403487"/>
  <p:tag name="ORIGINALWIDTH" val=" 5.011192"/>
  <p:tag name="EMFCHILD" val="True"/>
</p:tagLst>
</file>

<file path=ppt/tags/tag6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4.572834"/>
  <p:tag name="ORIGINALWIDTH" val=" 3.855512"/>
  <p:tag name="EMFCHILD" val="True"/>
</p:tagLst>
</file>

<file path=ppt/tags/tag6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6.236558"/>
  <p:tag name="ORIGINALWIDTH" val=" 3.118279"/>
  <p:tag name="EMFCHILD" val="True"/>
</p:tagLst>
</file>

<file path=ppt/tags/tag6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4.572834"/>
  <p:tag name="ORIGINALWIDTH" val=" 3.855512"/>
  <p:tag name="EMFCHILD" val="True"/>
</p:tagLst>
</file>

<file path=ppt/tags/tag6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4.572834"/>
  <p:tag name="ORIGINALWIDTH" val=" 3.257762"/>
  <p:tag name="EMFCHILD" val="True"/>
</p:tagLst>
</file>

<file path=ppt/tags/tag6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6.236558"/>
  <p:tag name="ORIGINALWIDTH" val=" 3.118279"/>
  <p:tag name="EMFCHILD" val="True"/>
</p:tagLst>
</file>

<file path=ppt/tags/tag6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6.33622"/>
  <p:tag name="ORIGINALWIDTH" val=" 4.91153"/>
  <p:tag name="EMFCHILD" val="True"/>
</p:tagLst>
</file>

<file path=ppt/tags/tag6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4.513049"/>
  <p:tag name="ORIGINALWIDTH" val=" 5.011192"/>
  <p:tag name="EMFCHILD" val="True"/>
</p:tagLst>
</file>

<file path=ppt/tags/tag6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4.572834"/>
  <p:tag name="ORIGINALWIDTH" val=" 3.855512"/>
  <p:tag name="EMFCHILD" val="True"/>
</p:tagLst>
</file>

<file path=ppt/tags/tag6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4.403487"/>
  <p:tag name="ORIGINALWIDTH" val=" 3.347413"/>
  <p:tag name="EMFCHILD" val="True"/>
</p:tagLst>
</file>

<file path=ppt/tags/tag6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6.33622"/>
  <p:tag name="ORIGINALWIDTH" val=" 4.87171"/>
  <p:tag name="EMFCHILD" val="True"/>
</p:tagLst>
</file>

<file path=ppt/tags/tag6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.577784"/>
  <p:tag name="ORIGINALWIDTH" val=" 2.640045"/>
  <p:tag name="EMFCHILD" val="True"/>
</p:tagLst>
</file>

<file path=ppt/tags/tag6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4.572834"/>
  <p:tag name="ORIGINALWIDTH" val=" 4.493138"/>
  <p:tag name="EMFCHILD" val="True"/>
</p:tagLst>
</file>

<file path=ppt/tags/tag6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4.403487"/>
  <p:tag name="ORIGINALWIDTH" val=" 5.011192"/>
  <p:tag name="EMFCHILD" val="True"/>
</p:tagLst>
</file>

<file path=ppt/tags/tag6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4.572834"/>
  <p:tag name="ORIGINALWIDTH" val=" 3.257762"/>
  <p:tag name="EMFCHILD" val="True"/>
</p:tagLst>
</file>

<file path=ppt/tags/tag6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4.403487"/>
  <p:tag name="ORIGINALWIDTH" val=" 6.824353"/>
  <p:tag name="EMFCHILD" val="True"/>
</p:tagLst>
</file>

<file path=ppt/tags/tag6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4.572834"/>
  <p:tag name="ORIGINALWIDTH" val=" 3.855512"/>
  <p:tag name="EMFCHILD" val="True"/>
</p:tagLst>
</file>

<file path=ppt/tags/tag6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4.403487"/>
  <p:tag name="ORIGINALWIDTH" val=" 3.347413"/>
  <p:tag name="EMFCHILD" val="True"/>
</p:tagLst>
</file>

<file path=ppt/tags/tag6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6.33622"/>
  <p:tag name="ORIGINALWIDTH" val=" 4.91153"/>
  <p:tag name="EMFCHILD" val="True"/>
</p:tagLst>
</file>

<file path=ppt/tags/tag6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4.572834"/>
  <p:tag name="ORIGINALWIDTH" val=" 4.493138"/>
  <p:tag name="EMFCHILD" val="True"/>
</p:tagLst>
</file>

<file path=ppt/tags/tag6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6.664961"/>
  <p:tag name="ORIGINALWIDTH" val=" 2.132002"/>
  <p:tag name="EMFCHILD" val="True"/>
</p:tagLst>
</file>

<file path=ppt/tags/tag6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4.403487"/>
  <p:tag name="ORIGINALWIDTH" val=" 3.347413"/>
  <p:tag name="EMFCHILD" val="True"/>
</p:tagLst>
</file>

<file path=ppt/tags/tag6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6.236558"/>
  <p:tag name="ORIGINALWIDTH" val=" 3.118279"/>
  <p:tag name="EMFCHILD" val="True"/>
</p:tagLst>
</file>

<file path=ppt/tags/tag6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4.403487"/>
  <p:tag name="ORIGINALWIDTH" val=" 3.347413"/>
  <p:tag name="EMFCHILD" val="True"/>
</p:tagLst>
</file>

<file path=ppt/tags/tag6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9.962599"/>
  <p:tag name="ORIGINALWIDTH" val=" 2.311305"/>
  <p:tag name="EMFCHILD" val="True"/>
</p:tagLst>
</file>

<file path=ppt/tags/tag6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6.33622"/>
  <p:tag name="ORIGINALWIDTH" val=" 4.104556"/>
  <p:tag name="EMFCHILD" val="True"/>
</p:tagLst>
</file>

<file path=ppt/tags/tag6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2.978796"/>
  <p:tag name="ORIGINALWIDTH" val=" 1.165579"/>
  <p:tag name="EMFCHILD" val="True"/>
</p:tagLst>
</file>

<file path=ppt/tags/tag6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4.513049"/>
  <p:tag name="ORIGINALWIDTH" val=" 3.825647"/>
  <p:tag name="EMFCHILD" val="True"/>
</p:tagLst>
</file>

<file path=ppt/tags/tag6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9.962599"/>
  <p:tag name="ORIGINALWIDTH" val=" 2.311305"/>
  <p:tag name="EMFCHILD" val="True"/>
</p:tagLst>
</file>

<file path=ppt/tags/tag6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4.293869"/>
  <p:tag name="ORIGINALWIDTH" val=" 1.056018"/>
  <p:tag name="EMFCHILD" val="True"/>
</p:tagLst>
</file>

<file path=ppt/tags/tag6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4.572834"/>
  <p:tag name="ORIGINALWIDTH" val=" 3.795726"/>
  <p:tag name="EMFCHILD" val="True"/>
</p:tagLst>
</file>

<file path=ppt/tags/tag6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4.572834"/>
  <p:tag name="ORIGINALWIDTH" val=" 4.413442"/>
  <p:tag name="EMFCHILD" val="True"/>
</p:tagLst>
</file>

<file path=ppt/tags/tag6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4.403487"/>
  <p:tag name="ORIGINALWIDTH" val=" 3.347413"/>
  <p:tag name="EMFCHILD" val="True"/>
</p:tagLst>
</file>

<file path=ppt/tags/tag6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4.403487"/>
  <p:tag name="ORIGINALWIDTH" val=" 3.347413"/>
  <p:tag name="EMFCHILD" val="True"/>
</p:tagLst>
</file>

<file path=ppt/tags/tag6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4.572834"/>
  <p:tag name="ORIGINALWIDTH" val=" 3.855512"/>
  <p:tag name="EMFCHILD" val="True"/>
</p:tagLst>
</file>

<file path=ppt/tags/tag6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4.572834"/>
  <p:tag name="ORIGINALWIDTH" val=" 3.257762"/>
  <p:tag name="EMFCHILD" val="True"/>
</p:tagLst>
</file>

<file path=ppt/tags/tag6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6.33622"/>
  <p:tag name="ORIGINALWIDTH" val=" 4.91153"/>
  <p:tag name="EMFCHILD" val="True"/>
</p:tagLst>
</file>

<file path=ppt/tags/tag6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4.572834"/>
  <p:tag name="ORIGINALWIDTH" val=" 4.413442"/>
  <p:tag name="EMFCHILD" val="True"/>
</p:tagLst>
</file>

<file path=ppt/tags/tag6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4.403487"/>
  <p:tag name="ORIGINALWIDTH" val=" 5.011192"/>
  <p:tag name="EMFCHILD" val="True"/>
</p:tagLst>
</file>

<file path=ppt/tags/tag6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7.023622"/>
  <p:tag name="ORIGINALWIDTH" val=" 4.91153"/>
  <p:tag name="EMFCHILD" val="True"/>
</p:tagLst>
</file>

<file path=ppt/tags/tag6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6.664961"/>
  <p:tag name="ORIGINALWIDTH" val=" 2.132002"/>
  <p:tag name="EMFCHILD" val="True"/>
</p:tagLst>
</file>

<file path=ppt/tags/tag6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4.403487"/>
  <p:tag name="ORIGINALWIDTH" val=" 5.011192"/>
  <p:tag name="EMFCHILD" val="True"/>
</p:tagLst>
</file>

<file path=ppt/tags/tag6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6.565354"/>
  <p:tag name="ORIGINALWIDTH" val=" 4.552925"/>
  <p:tag name="EMFCHILD" val="True"/>
</p:tagLst>
</file>

<file path=ppt/tags/tag6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6.236558"/>
  <p:tag name="ORIGINALWIDTH" val=" 3.118279"/>
  <p:tag name="EMFCHILD" val="True"/>
</p:tagLst>
</file>

<file path=ppt/tags/tag6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4.403487"/>
  <p:tag name="ORIGINALWIDTH" val=" 3.347413"/>
  <p:tag name="EMFCHILD" val="True"/>
</p:tagLst>
</file>

<file path=ppt/tags/tag6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6.664961"/>
  <p:tag name="ORIGINALWIDTH" val=" 2.132002"/>
  <p:tag name="EMFCHILD" val="True"/>
</p:tagLst>
</file>

<file path=ppt/tags/tag6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6.33622"/>
  <p:tag name="ORIGINALWIDTH" val=" 4.91153"/>
  <p:tag name="EMFCHILD" val="True"/>
</p:tagLst>
</file>

<file path=ppt/tags/tag6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6.914061"/>
  <p:tag name="ORIGINALWIDTH" val=" 2.211699"/>
  <p:tag name="EMFCHILD" val="True"/>
</p:tagLst>
</file>

<file path=ppt/tags/tag6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4.572834"/>
  <p:tag name="ORIGINALWIDTH" val=" 3.855512"/>
  <p:tag name="EMFCHILD" val="True"/>
</p:tagLst>
</file>

<file path=ppt/tags/tag6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6.804443"/>
  <p:tag name="ORIGINALWIDTH" val=" 9.982565"/>
  <p:tag name="EMFCHILD" val="True"/>
</p:tagLst>
</file>

<file path=ppt/tags/tag6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3.005681"/>
  <p:tag name="ORIGINALWIDTH" val=" 2.831327"/>
  <p:tag name="EMFCHILD" val="True"/>
</p:tagLst>
</file>

<file path=ppt/tags/tag6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4.979302"/>
  <p:tag name="ORIGINALWIDTH" val=" 3.124241"/>
  <p:tag name="EMFCHILD" val="True"/>
</p:tagLst>
</file>

<file path=ppt/tags/tag6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4.293869"/>
  <p:tag name="ORIGINALWIDTH" val=" 1.056018"/>
  <p:tag name="EMFCHILD" val="True"/>
</p:tagLst>
</file>

<file path=ppt/tags/tag6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7.023622"/>
  <p:tag name="ORIGINALWIDTH" val=" 4.91153"/>
  <p:tag name="EMFCHILD" val="True"/>
</p:tagLst>
</file>

<file path=ppt/tags/tag6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4.572834"/>
  <p:tag name="ORIGINALWIDTH" val=" 4.493138"/>
  <p:tag name="EMFCHILD" val="True"/>
</p:tagLst>
</file>

<file path=ppt/tags/tag6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4.572834"/>
  <p:tag name="ORIGINALWIDTH" val=" 3.257762"/>
  <p:tag name="EMFCHILD" val="True"/>
</p:tagLst>
</file>

<file path=ppt/tags/tag6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4.572834"/>
  <p:tag name="ORIGINALWIDTH" val=" 3.855512"/>
  <p:tag name="EMFCHILD" val="True"/>
</p:tagLst>
</file>

<file path=ppt/tags/tag6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6.914061"/>
  <p:tag name="ORIGINALWIDTH" val=" 2.211699"/>
  <p:tag name="EMFCHILD" val="True"/>
</p:tagLst>
</file>

<file path=ppt/tags/tag6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6.664961"/>
  <p:tag name="ORIGINALWIDTH" val=" 2.132002"/>
  <p:tag name="EMFCHILD" val="True"/>
</p:tagLst>
</file>

<file path=ppt/tags/tag6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4.403487"/>
  <p:tag name="ORIGINALWIDTH" val=" 5.011192"/>
  <p:tag name="EMFCHILD" val="True"/>
</p:tagLst>
</file>

<file path=ppt/tags/tag6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4.572834"/>
  <p:tag name="ORIGINALWIDTH" val=" 3.855512"/>
  <p:tag name="EMFCHILD" val="True"/>
</p:tagLst>
</file>

<file path=ppt/tags/tag6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4.403487"/>
  <p:tag name="ORIGINALWIDTH" val=" 7.780821"/>
  <p:tag name="EMFCHILD" val="True"/>
</p:tagLst>
</file>

<file path=ppt/tags/tag6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4.572834"/>
  <p:tag name="ORIGINALWIDTH" val=" 4.413442"/>
  <p:tag name="EMFCHILD" val="True"/>
</p:tagLst>
</file>

<file path=ppt/tags/tag6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7.023622"/>
  <p:tag name="ORIGINALWIDTH" val=" 4.91153"/>
  <p:tag name="EMFCHILD" val="True"/>
</p:tagLst>
</file>

<file path=ppt/tags/tag6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4.572834"/>
  <p:tag name="ORIGINALWIDTH" val=" 3.855512"/>
  <p:tag name="EMFCHILD" val="True"/>
</p:tagLst>
</file>

<file path=ppt/tags/tag6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6.914061"/>
  <p:tag name="ORIGINALWIDTH" val=" 2.211699"/>
  <p:tag name="EMFCHILD" val="True"/>
</p:tagLst>
</file>

<file path=ppt/tags/tag6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6.804443"/>
  <p:tag name="ORIGINALWIDTH" val=" 9.982565"/>
  <p:tag name="EMFCHILD" val="True"/>
</p:tagLst>
</file>

<file path=ppt/tags/tag6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4.979302"/>
  <p:tag name="ORIGINALWIDTH" val=" 3.124241"/>
  <p:tag name="EMFCHILD" val="True"/>
</p:tagLst>
</file>

<file path=ppt/tags/tag6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4.293869"/>
  <p:tag name="ORIGINALWIDTH" val=" 1.056018"/>
  <p:tag name="EMFCHILD" val="True"/>
</p:tagLst>
</file>

<file path=ppt/tags/tag6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4.572834"/>
  <p:tag name="ORIGINALWIDTH" val=" 3.795726"/>
  <p:tag name="EMFCHILD" val="True"/>
</p:tagLst>
</file>

<file path=ppt/tags/tag6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4.572834"/>
  <p:tag name="ORIGINALWIDTH" val=" 4.413442"/>
  <p:tag name="EMFCHILD" val="True"/>
</p:tagLst>
</file>

<file path=ppt/tags/tag6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4.403487"/>
  <p:tag name="ORIGINALWIDTH" val=" 7.780821"/>
  <p:tag name="EMFCHILD" val="True"/>
</p:tagLst>
</file>

<file path=ppt/tags/tag6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6.33622"/>
  <p:tag name="ORIGINALWIDTH" val=" 4.91153"/>
  <p:tag name="EMFCHILD" val="True"/>
</p:tagLst>
</file>

<file path=ppt/tags/tag6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4.572834"/>
  <p:tag name="ORIGINALWIDTH" val=" 3.855512"/>
  <p:tag name="EMFCHILD" val="True"/>
</p:tagLst>
</file>

<file path=ppt/tags/tag7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6.236558"/>
  <p:tag name="ORIGINALWIDTH" val=" 3.118279"/>
  <p:tag name="EMFCHILD" val="True"/>
</p:tagLst>
</file>

<file path=ppt/tags/tag7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6.664961"/>
  <p:tag name="ORIGINALWIDTH" val=" 2.132002"/>
  <p:tag name="EMFCHILD" val="True"/>
</p:tagLst>
</file>

<file path=ppt/tags/tag7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4.403487"/>
  <p:tag name="ORIGINALWIDTH" val=" 5.011192"/>
  <p:tag name="EMFCHILD" val="True"/>
</p:tagLst>
</file>

<file path=ppt/tags/tag7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6.565354"/>
  <p:tag name="ORIGINALWIDTH" val=" 4.552925"/>
  <p:tag name="EMFCHILD" val="True"/>
</p:tagLst>
</file>

<file path=ppt/tags/tag7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4.403487"/>
  <p:tag name="ORIGINALWIDTH" val=" 7.780821"/>
  <p:tag name="EMFCHILD" val="True"/>
</p:tagLst>
</file>

<file path=ppt/tags/tag7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4.572834"/>
  <p:tag name="ORIGINALWIDTH" val=" 4.413442"/>
  <p:tag name="EMFCHILD" val="True"/>
</p:tagLst>
</file>

<file path=ppt/tags/tag7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7.023622"/>
  <p:tag name="ORIGINALWIDTH" val=" 4.91153"/>
  <p:tag name="EMFCHILD" val="True"/>
</p:tagLst>
</file>

<file path=ppt/tags/tag7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4.572834"/>
  <p:tag name="ORIGINALWIDTH" val=" 3.855512"/>
  <p:tag name="EMFCHILD" val="True"/>
</p:tagLst>
</file>

<file path=ppt/tags/tag7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6.914061"/>
  <p:tag name="ORIGINALWIDTH" val=" 2.211699"/>
  <p:tag name="EMFCHILD" val="True"/>
</p:tagLst>
</file>

<file path=ppt/tags/tag7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6.744658"/>
  <p:tag name="ORIGINALWIDTH" val=" 6.774578"/>
  <p:tag name="EMFCHILD" val="True"/>
</p:tagLst>
</file>

<file path=ppt/tags/tag7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4.293869"/>
  <p:tag name="ORIGINALWIDTH" val=" 1.056018"/>
  <p:tag name="EMFCHILD" val="True"/>
</p:tagLst>
</file>

<file path=ppt/tags/tag7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6.236558"/>
  <p:tag name="ORIGINALWIDTH" val=" 3.118279"/>
  <p:tag name="EMFCHILD" val="True"/>
</p:tagLst>
</file>

<file path=ppt/tags/tag7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4.572834"/>
  <p:tag name="ORIGINALWIDTH" val=" 3.855512"/>
  <p:tag name="EMFCHILD" val="True"/>
</p:tagLst>
</file>

<file path=ppt/tags/tag7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4.572834"/>
  <p:tag name="ORIGINALWIDTH" val=" 3.257762"/>
  <p:tag name="EMFCHILD" val="True"/>
</p:tagLst>
</file>

<file path=ppt/tags/tag7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6.236558"/>
  <p:tag name="ORIGINALWIDTH" val=" 3.118279"/>
  <p:tag name="EMFCHILD" val="True"/>
</p:tagLst>
</file>

<file path=ppt/tags/tag7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4.572834"/>
  <p:tag name="ORIGINALWIDTH" val=" 3.257762"/>
  <p:tag name="EMFCHILD" val="True"/>
</p:tagLst>
</file>

<file path=ppt/tags/tag7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4.572834"/>
  <p:tag name="ORIGINALWIDTH" val=" 3.855512"/>
  <p:tag name="EMFCHILD" val="True"/>
</p:tagLst>
</file>

<file path=ppt/tags/tag7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6.236558"/>
  <p:tag name="ORIGINALWIDTH" val=" 3.118279"/>
  <p:tag name="EMFCHILD" val="True"/>
</p:tagLst>
</file>

<file path=ppt/tags/tag7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7.242801"/>
  <p:tag name="ORIGINALWIDTH" val=" 5.907818"/>
  <p:tag name="EMFCHILD" val="True"/>
</p:tagLst>
</file>

<file path=ppt/tags/tag7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3.284646"/>
  <p:tag name="ORIGINALWIDTH" val=" 3.040551"/>
  <p:tag name="EMFCHILD" val="True"/>
</p:tagLst>
</file>

<file path=ppt/tags/tag7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9.962599"/>
  <p:tag name="ORIGINALWIDTH" val=" 2.311305"/>
  <p:tag name="EMFCHILD" val="True"/>
</p:tagLst>
</file>

<file path=ppt/tags/tag7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6.804443"/>
  <p:tag name="ORIGINALWIDTH" val=" 9.982565"/>
  <p:tag name="EMFCHILD" val="True"/>
</p:tagLst>
</file>

<file path=ppt/tags/tag7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3.005681"/>
  <p:tag name="ORIGINALWIDTH" val=" 2.831327"/>
  <p:tag name="EMFCHILD" val="True"/>
</p:tagLst>
</file>

<file path=ppt/tags/tag7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4.979302"/>
  <p:tag name="ORIGINALWIDTH" val=" 3.124241"/>
  <p:tag name="EMFCHILD" val="True"/>
</p:tagLst>
</file>

<file path=ppt/tags/tag7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9.962599"/>
  <p:tag name="ORIGINALWIDTH" val=" 2.311305"/>
  <p:tag name="EMFCHILD" val="True"/>
</p:tagLst>
</file>

<file path=ppt/tags/tag7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4.293869"/>
  <p:tag name="ORIGINALWIDTH" val=" 1.056018"/>
  <p:tag name="EMFCHILD" val="True"/>
</p:tagLst>
</file>

<file path=ppt/tags/tag7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4.572834"/>
  <p:tag name="ORIGINALWIDTH" val=" 3.257762"/>
  <p:tag name="EMFCHILD" val="True"/>
</p:tagLst>
</file>

<file path=ppt/tags/tag7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6.664961"/>
  <p:tag name="ORIGINALWIDTH" val=" 2.132002"/>
  <p:tag name="EMFCHILD" val="True"/>
</p:tagLst>
</file>

<file path=ppt/tags/tag7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4.403487"/>
  <p:tag name="ORIGINALWIDTH" val=" 7.780821"/>
  <p:tag name="EMFCHILD" val="True"/>
</p:tagLst>
</file>

<file path=ppt/tags/tag7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6.664961"/>
  <p:tag name="ORIGINALWIDTH" val=" 2.132002"/>
  <p:tag name="EMFCHILD" val="True"/>
</p:tagLst>
</file>

<file path=ppt/tags/tag7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6.914061"/>
  <p:tag name="ORIGINALWIDTH" val=" 2.211699"/>
  <p:tag name="EMFCHILD" val="True"/>
</p:tagLst>
</file>

<file path=ppt/tags/tag7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4.572834"/>
  <p:tag name="ORIGINALWIDTH" val=" 4.493138"/>
  <p:tag name="EMFCHILD" val="True"/>
</p:tagLst>
</file>

<file path=ppt/tags/tag7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4.403487"/>
  <p:tag name="ORIGINALWIDTH" val=" 3.347413"/>
  <p:tag name="EMFCHILD" val="True"/>
</p:tagLst>
</file>

<file path=ppt/tags/tag7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6.914061"/>
  <p:tag name="ORIGINALWIDTH" val=" 2.211699"/>
  <p:tag name="EMFCHILD" val="True"/>
</p:tagLst>
</file>

<file path=ppt/tags/tag7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6.33622"/>
  <p:tag name="ORIGINALWIDTH" val=" 4.87171"/>
  <p:tag name="EMFCHILD" val="True"/>
</p:tagLst>
</file>

<file path=ppt/tags/tag7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6.33622"/>
  <p:tag name="ORIGINALWIDTH" val=" 4.91153"/>
  <p:tag name="EMFCHILD" val="True"/>
</p:tagLst>
</file>

<file path=ppt/tags/tag7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4.572834"/>
  <p:tag name="ORIGINALWIDTH" val=" 3.855512"/>
  <p:tag name="EMFCHILD" val="True"/>
</p:tagLst>
</file>

<file path=ppt/tags/tag7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4.403487"/>
  <p:tag name="ORIGINALWIDTH" val=" 3.347413"/>
  <p:tag name="EMFCHILD" val="True"/>
</p:tagLst>
</file>

<file path=ppt/tags/tag7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7.023622"/>
  <p:tag name="ORIGINALWIDTH" val=" 3.22784"/>
  <p:tag name="EMFCHILD" val="True"/>
</p:tagLst>
</file>

<file path=ppt/tags/tag7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4.572834"/>
  <p:tag name="ORIGINALWIDTH" val=" 4.413442"/>
  <p:tag name="EMFCHILD" val="True"/>
</p:tagLst>
</file>

<file path=ppt/tags/tag7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4.403487"/>
  <p:tag name="ORIGINALWIDTH" val=" 3.347413"/>
  <p:tag name="EMFCHILD" val="True"/>
</p:tagLst>
</file>

<file path=ppt/tags/tag7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4.403487"/>
  <p:tag name="ORIGINALWIDTH" val=" 7.780821"/>
  <p:tag name="EMFCHILD" val="True"/>
</p:tagLst>
</file>

<file path=ppt/tags/tag7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6.664961"/>
  <p:tag name="ORIGINALWIDTH" val=" 2.132002"/>
  <p:tag name="EMFCHILD" val="True"/>
</p:tagLst>
</file>

<file path=ppt/tags/tag7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4.403487"/>
  <p:tag name="ORIGINALWIDTH" val=" 5.011192"/>
  <p:tag name="EMFCHILD" val="True"/>
</p:tagLst>
</file>

<file path=ppt/tags/tag7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6.565354"/>
  <p:tag name="ORIGINALWIDTH" val=" 4.552925"/>
  <p:tag name="EMFCHILD" val="True"/>
</p:tagLst>
</file>

<file path=ppt/tags/tag7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4.403487"/>
  <p:tag name="ORIGINALWIDTH" val=" 7.780821"/>
  <p:tag name="EMFCHILD" val="True"/>
</p:tagLst>
</file>

<file path=ppt/tags/tag7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4.572834"/>
  <p:tag name="ORIGINALWIDTH" val=" 4.413442"/>
  <p:tag name="EMFCHILD" val="True"/>
</p:tagLst>
</file>

<file path=ppt/tags/tag7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7.023622"/>
  <p:tag name="ORIGINALWIDTH" val=" 4.91153"/>
  <p:tag name="EMFCHILD" val="True"/>
</p:tagLst>
</file>

<file path=ppt/tags/tag7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4.572834"/>
  <p:tag name="ORIGINALWIDTH" val=" 3.855512"/>
  <p:tag name="EMFCHILD" val="True"/>
</p:tagLst>
</file>

<file path=ppt/tags/tag7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6.914061"/>
  <p:tag name="ORIGINALWIDTH" val=" 2.211699"/>
  <p:tag name="EMFCHILD" val="True"/>
</p:tagLst>
</file>

<file path=ppt/tags/tag7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4.572834"/>
  <p:tag name="ORIGINALWIDTH" val=" 3.257762"/>
  <p:tag name="EMFCHILD" val="True"/>
</p:tagLst>
</file>

<file path=ppt/tags/tag7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7.023622"/>
  <p:tag name="ORIGINALWIDTH" val=" 7.113274"/>
  <p:tag name="EMFCHILD" val="True"/>
</p:tagLst>
</file>

<file path=ppt/tags/tag7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6.081159"/>
  <p:tag name="ORIGINALWIDTH" val=" 4.714286"/>
  <p:tag name="EMFCHILD" val="True"/>
</p:tagLst>
</file>

<file path=ppt/tags/tag7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3.402194"/>
  <p:tag name="ORIGINALWIDTH" val=" 5.818167"/>
  <p:tag name="EMFCHILD" val="True"/>
</p:tagLst>
</file>

<file path=ppt/tags/tag7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3.566592"/>
  <p:tag name="ORIGINALWIDTH" val=" 2.470697"/>
  <p:tag name="EMFCHILD" val="True"/>
</p:tagLst>
</file>

<file path=ppt/tags/tag7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1.574072"/>
  <p:tag name="ORIGINALWIDTH" val=" .6774465"/>
  <p:tag name="EMFCHILD" val="True"/>
</p:tagLst>
</file>

<file path=ppt/tags/tag7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3.16811"/>
  <p:tag name="ORIGINALWIDTH" val=" 2.475703"/>
  <p:tag name="EMFCHILD" val="True"/>
</p:tagLst>
</file>

<file path=ppt/tags/tag7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9.962599"/>
  <p:tag name="ORIGINALWIDTH" val=" 2.311305"/>
  <p:tag name="EMFCHILD" val="True"/>
</p:tagLst>
</file>

<file path=ppt/tags/tag7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4.513049"/>
  <p:tag name="ORIGINALWIDTH" val=" 3.825647"/>
  <p:tag name="EMFCHILD" val="True"/>
</p:tagLst>
</file>

<file path=ppt/tags/tag7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9.962599"/>
  <p:tag name="ORIGINALWIDTH" val=" 2.311305"/>
  <p:tag name="EMFCHILD" val="True"/>
</p:tagLst>
</file>

<file path=ppt/tags/tag7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4.293869"/>
  <p:tag name="ORIGINALWIDTH" val=" 1.056018"/>
  <p:tag name="EMFCHILD" val="True"/>
</p:tagLst>
</file>

<file path=ppt/tags/tag7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4.403487"/>
  <p:tag name="ORIGINALWIDTH" val=" 3.347413"/>
  <p:tag name="EMFCHILD" val="True"/>
</p:tagLst>
</file>

<file path=ppt/tags/tag7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4.572834"/>
  <p:tag name="ORIGINALWIDTH" val=" 4.493138"/>
  <p:tag name="EMFCHILD" val="True"/>
</p:tagLst>
</file>

<file path=ppt/tags/tag7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4.403487"/>
  <p:tag name="ORIGINALWIDTH" val=" 5.011192"/>
  <p:tag name="EMFCHILD" val="True"/>
</p:tagLst>
</file>

<file path=ppt/tags/tag7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6.914061"/>
  <p:tag name="ORIGINALWIDTH" val=" 4.811924"/>
  <p:tag name="EMFCHILD" val="True"/>
</p:tagLst>
</file>

<file path=ppt/tags/tag7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4.572834"/>
  <p:tag name="ORIGINALWIDTH" val=" 4.413442"/>
  <p:tag name="EMFCHILD" val="True"/>
</p:tagLst>
</file>

<file path=ppt/tags/tag7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7.023622"/>
  <p:tag name="ORIGINALWIDTH" val=" 3.22784"/>
  <p:tag name="EMFCHILD" val="True"/>
</p:tagLst>
</file>

<file path=ppt/tags/tag7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4.572834"/>
  <p:tag name="ORIGINALWIDTH" val=" 3.855512"/>
  <p:tag name="EMFCHILD" val="True"/>
</p:tagLst>
</file>

<file path=ppt/tags/tag7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7.023622"/>
  <p:tag name="ORIGINALWIDTH" val=" 3.22784"/>
  <p:tag name="EMFCHILD" val="True"/>
</p:tagLst>
</file>

<file path=ppt/tags/tag7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4.572834"/>
  <p:tag name="ORIGINALWIDTH" val=" 4.413442"/>
  <p:tag name="EMFCHILD" val="True"/>
</p:tagLst>
</file>

<file path=ppt/tags/tag7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4.403487"/>
  <p:tag name="ORIGINALWIDTH" val=" 3.347413"/>
  <p:tag name="EMFCHILD" val="True"/>
</p:tagLst>
</file>

<file path=ppt/tags/tag7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6.33622"/>
  <p:tag name="ORIGINALWIDTH" val=" 4.91153"/>
  <p:tag name="EMFCHILD" val="True"/>
</p:tagLst>
</file>

<file path=ppt/tags/tag7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6.925929"/>
  <p:tag name="ORIGINALWIDTH" val=" 4.084646"/>
  <p:tag name="LATEXADDIN" val="\documentclass{article}&#10;\usepackage{amsmath}&#10;\pagestyle{empty}&#10;\begin{document}&#10;&#10;\[&#10;\delta_\varepsilon(M_\theta^*) = \max_{M_\theta \in S_\varepsilon(M_\theta^*)} \frac{1}{|T|} \sum_{\tau \in T} \Delta(M_\theta,\tau)&#10;\]&#10;&#10;&#10;\end{document}"/>
  <p:tag name="IGUANATEXSIZE" val="14"/>
  <p:tag name="IGUANATEXCURSOR" val="216"/>
  <p:tag name="TRANSPARENCY" val="True"/>
  <p:tag name="CHOOSECOLOR" val="False"/>
  <p:tag name="COLORHEX" val="000000"/>
  <p:tag name="LATEXENGINEID" val="0"/>
  <p:tag name="TEMPFOLDER" val="/Users/eamon/Library/Containers/com.microsoft.Powerpoint/Data/tmp/TemporaryItems/"/>
  <p:tag name="LATEXFORMHEIGHT" val=" 426.65"/>
  <p:tag name="LATEXFORMWIDTH" val=" 513.35"/>
  <p:tag name="LATEXFORMWRAP" val="True"/>
  <p:tag name="BITMAPVECTOR" val="1"/>
  <p:tag name="EMFCHILD" val="True"/>
</p:tagLst>
</file>

<file path=ppt/tags/tag7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3.158324"/>
  <p:tag name="ORIGINALWIDTH" val=" 3.040551"/>
  <p:tag name="EMFCHILD" val="True"/>
</p:tagLst>
</file>

<file path=ppt/tags/tag7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9.579415"/>
  <p:tag name="ORIGINALWIDTH" val=" 2.311305"/>
  <p:tag name="EMFCHILD" val="True"/>
</p:tagLst>
</file>

<file path=ppt/tags/tag7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6.542745"/>
  <p:tag name="ORIGINALWIDTH" val=" 9.982565"/>
  <p:tag name="EMFCHILD" val="True"/>
</p:tagLst>
</file>

<file path=ppt/tags/tag7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2.890101"/>
  <p:tag name="ORIGINALWIDTH" val=" 2.831327"/>
  <p:tag name="EMFCHILD" val="True"/>
</p:tagLst>
</file>

<file path=ppt/tags/tag7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4.787795"/>
  <p:tag name="ORIGINALWIDTH" val=" 3.124241"/>
  <p:tag name="EMFCHILD" val="True"/>
</p:tagLst>
</file>

<file path=ppt/tags/tag7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9.579415"/>
  <p:tag name="ORIGINALWIDTH" val=" 2.311305"/>
  <p:tag name="EMFCHILD" val="True"/>
</p:tagLst>
</file>

<file path=ppt/tags/tag7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2.241564"/>
  <p:tag name="ORIGINALWIDTH" val=" 6.625141"/>
  <p:tag name="EMFCHILD" val="True"/>
</p:tagLst>
</file>

<file path=ppt/tags/tag7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4.234084"/>
  <p:tag name="ORIGINALWIDTH" val=" 7.780821"/>
  <p:tag name="EMFCHILD" val="True"/>
</p:tagLst>
</file>

<file path=ppt/tags/tag7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4.396963"/>
  <p:tag name="ORIGINALWIDTH" val=" 4.493138"/>
  <p:tag name="EMFCHILD" val="True"/>
</p:tagLst>
</file>

<file path=ppt/tags/tag7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4.12874"/>
  <p:tag name="ORIGINALWIDTH" val=" 5.021147"/>
  <p:tag name="EMFCHILD" val="True"/>
</p:tagLst>
</file>

<file path=ppt/tags/tag7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4.579921"/>
  <p:tag name="ORIGINALWIDTH" val=" 7.434083"/>
  <p:tag name="EMFCHILD" val="True"/>
</p:tagLst>
</file>

<file path=ppt/tags/tag7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3.429415"/>
  <p:tag name="ORIGINALWIDTH" val=" 2.470697"/>
  <p:tag name="EMFCHILD" val="True"/>
</p:tagLst>
</file>

<file path=ppt/tags/tag7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4.37874"/>
  <p:tag name="ORIGINALWIDTH" val=" 3.856524"/>
  <p:tag name="EMFCHILD" val="True"/>
</p:tagLst>
</file>

<file path=ppt/tags/tag7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4.848144"/>
  <p:tag name="ORIGINALWIDTH" val=" 4.428347"/>
  <p:tag name="EMFCHILD" val="True"/>
</p:tagLst>
</file>

<file path=ppt/tags/tag7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2.275084"/>
  <p:tag name="ORIGINALWIDTH" val=" 2.405962"/>
  <p:tag name="EMFCHILD" val="True"/>
</p:tagLst>
</file>

<file path=ppt/tags/tag7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6.698875"/>
  <p:tag name="ORIGINALWIDTH" val=" 1.813161"/>
  <p:tag name="EMFCHILD" val="True"/>
</p:tagLst>
</file>

<file path=ppt/tags/tag7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4.579921"/>
  <p:tag name="ORIGINALWIDTH" val=" 7.434083"/>
  <p:tag name="EMFCHILD" val="True"/>
</p:tagLst>
</file>

<file path=ppt/tags/tag7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2.064342"/>
  <p:tag name="ORIGINALWIDTH" val=" 2.28144"/>
  <p:tag name="EMFCHILD" val="True"/>
</p:tagLst>
</file>

<file path=ppt/tags/tag7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3.429415"/>
  <p:tag name="ORIGINALWIDTH" val=" 2.470697"/>
  <p:tag name="EMFCHILD" val="True"/>
</p:tagLst>
</file>

<file path=ppt/tags/tag7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6.698875"/>
  <p:tag name="ORIGINALWIDTH" val=" 1.806187"/>
  <p:tag name="EMFCHILD" val="True"/>
</p:tagLst>
</file>

<file path=ppt/tags/tag7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6.379865"/>
  <p:tag name="ORIGINALWIDTH" val=" 3.287627"/>
  <p:tag name="EMFCHILD" val="True"/>
</p:tagLst>
</file>

<file path=ppt/tags/tag7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.3831271"/>
  <p:tag name="ORIGINALWIDTH" val=" 12.74044"/>
  <p:tag name="EMFCHILD" val="True"/>
</p:tagLst>
</file>

<file path=ppt/tags/tag7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9.579415"/>
  <p:tag name="ORIGINALWIDTH" val=" .3984815"/>
  <p:tag name="EMFCHILD" val="True"/>
</p:tagLst>
</file>

<file path=ppt/tags/tag7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6.485265"/>
  <p:tag name="ORIGINALWIDTH" val=" 6.774578"/>
  <p:tag name="EMFCHILD" val="True"/>
</p:tagLst>
</file>

<file path=ppt/tags/tag7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9.579415"/>
  <p:tag name="ORIGINALWIDTH" val=" .3984815"/>
  <p:tag name="EMFCHILD" val="True"/>
</p:tagLst>
</file>

<file path=ppt/tags/tag7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13.41119"/>
  <p:tag name="ORIGINALWIDTH" val=" 13.26024"/>
  <p:tag name="EMFCHILD" val="True"/>
</p:tagLst>
</file>

<file path=ppt/tags/tag7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2.970585"/>
  <p:tag name="ORIGINALWIDTH" val=" 3.744938"/>
  <p:tag name="EMFCHILD" val="True"/>
</p:tagLst>
</file>

<file path=ppt/tags/tag8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4.37874"/>
  <p:tag name="ORIGINALWIDTH" val=" 3.856524"/>
  <p:tag name="EMFCHILD" val="True"/>
</p:tagLst>
</file>

<file path=ppt/tags/tag8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4.532959"/>
  <p:tag name="ORIGINALWIDTH" val=" 5.209449"/>
  <p:tag name="EMFCHILD" val="True"/>
</p:tagLst>
</file>

<file path=ppt/tags/tag8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6.858886"/>
  <p:tag name="ORIGINALWIDTH" val=" 7.352418"/>
  <p:tag name="EMFCHILD" val="True"/>
</p:tagLst>
</file>

<file path=ppt/tags/tag8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9.579415"/>
  <p:tag name="ORIGINALWIDTH" val=" 2.311305"/>
  <p:tag name="EMFCHILD" val="True"/>
</p:tagLst>
</file>

<file path=ppt/tags/tag8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6.542745"/>
  <p:tag name="ORIGINALWIDTH" val=" 9.982565"/>
  <p:tag name="EMFCHILD" val="True"/>
</p:tagLst>
</file>

<file path=ppt/tags/tag8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4.787795"/>
  <p:tag name="ORIGINALWIDTH" val=" 3.124241"/>
  <p:tag name="EMFCHILD" val="True"/>
</p:tagLst>
</file>

<file path=ppt/tags/tag8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2.864229"/>
  <p:tag name="ORIGINALWIDTH" val=" 1.165579"/>
  <p:tag name="EMFCHILD" val="True"/>
</p:tagLst>
</file>

<file path=ppt/tags/tag8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4.243701"/>
  <p:tag name="ORIGINALWIDTH" val=" 4.821878"/>
  <p:tag name="EMFCHILD" val="True"/>
</p:tagLst>
</file>

<file path=ppt/tags/tag8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9.579415"/>
  <p:tag name="ORIGINALWIDTH" val=" 2.311305"/>
  <p:tag name="EMFCHILD" val="True"/>
</p:tagLst>
</file>

<file path=ppt/tags/tag8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4.339482"/>
  <p:tag name="ORIGINALWIDTH" val=" 5.589033"/>
  <p:tag name="LATEXADDIN" val="\documentclass{article}&#10;\usepackage{amsmath}&#10;\pagestyle{empty}&#10;\begin{document}&#10;&#10;&#10;\[&#10;\alpha_\varepsilon(M_\theta^*) = \frac{1}{|T|} \sum_{\tau \in T} \max_{M_\theta \in S_\varepsilon(M_\theta^*)} \Delta(M_\theta,\tau)&#10;\]&#10;&#10;\end{document}"/>
  <p:tag name="IGUANATEXSIZE" val="14"/>
  <p:tag name="IGUANATEXCURSOR" val="217"/>
  <p:tag name="TRANSPARENCY" val="True"/>
  <p:tag name="CHOOSECOLOR" val="False"/>
  <p:tag name="COLORHEX" val="000000"/>
  <p:tag name="LATEXENGINEID" val="0"/>
  <p:tag name="TEMPFOLDER" val="/Users/eamon/Library/Containers/com.microsoft.Powerpoint/Data/tmp/TemporaryItems/"/>
  <p:tag name="LATEXFORMHEIGHT" val=" 426.65"/>
  <p:tag name="LATEXFORMWIDTH" val=" 513.35"/>
  <p:tag name="LATEXFORMWRAP" val="True"/>
  <p:tag name="BITMAPVECTOR" val="1"/>
  <p:tag name="EMFCHILD" val="True"/>
</p:tagLst>
</file>

<file path=ppt/tags/tag8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3.158324"/>
  <p:tag name="ORIGINALWIDTH" val=" 3.040551"/>
  <p:tag name="EMFCHILD" val="True"/>
</p:tagLst>
</file>

<file path=ppt/tags/tag8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9.579415"/>
  <p:tag name="ORIGINALWIDTH" val=" 2.311305"/>
  <p:tag name="EMFCHILD" val="True"/>
</p:tagLst>
</file>

<file path=ppt/tags/tag8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6.542745"/>
  <p:tag name="ORIGINALWIDTH" val=" 9.982565"/>
  <p:tag name="EMFCHILD" val="True"/>
</p:tagLst>
</file>

<file path=ppt/tags/tag8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2.890101"/>
  <p:tag name="ORIGINALWIDTH" val=" 2.831327"/>
  <p:tag name="EMFCHILD" val="True"/>
</p:tagLst>
</file>

<file path=ppt/tags/tag8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4.787795"/>
  <p:tag name="ORIGINALWIDTH" val=" 3.124241"/>
  <p:tag name="EMFCHILD" val="True"/>
</p:tagLst>
</file>

<file path=ppt/tags/tag8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9.579415"/>
  <p:tag name="ORIGINALWIDTH" val=" 2.311305"/>
  <p:tag name="EMFCHILD" val="True"/>
</p:tagLst>
</file>

<file path=ppt/tags/tag8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2.241564"/>
  <p:tag name="ORIGINALWIDTH" val=" 6.625141"/>
  <p:tag name="EMFCHILD" val="True"/>
</p:tagLst>
</file>

<file path=ppt/tags/tag8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6.379865"/>
  <p:tag name="ORIGINALWIDTH" val=" 3.287627"/>
  <p:tag name="EMFCHILD" val="True"/>
</p:tagLst>
</file>

<file path=ppt/tags/tag8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.3831271"/>
  <p:tag name="ORIGINALWIDTH" val=" 12.74044"/>
  <p:tag name="EMFCHILD" val="True"/>
</p:tagLst>
</file>

<file path=ppt/tags/tag8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9.579415"/>
  <p:tag name="ORIGINALWIDTH" val=" .3984815"/>
  <p:tag name="EMFCHILD" val="True"/>
</p:tagLst>
</file>

<file path=ppt/tags/tag8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6.485265"/>
  <p:tag name="ORIGINALWIDTH" val=" 6.774578"/>
  <p:tag name="EMFCHILD" val="True"/>
</p:tagLst>
</file>

<file path=ppt/tags/tag8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9.579415"/>
  <p:tag name="ORIGINALWIDTH" val=" .3984815"/>
  <p:tag name="EMFCHILD" val="True"/>
</p:tagLst>
</file>

<file path=ppt/tags/tag8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13.41119"/>
  <p:tag name="ORIGINALWIDTH" val=" 13.26024"/>
  <p:tag name="EMFCHILD" val="True"/>
</p:tagLst>
</file>

<file path=ppt/tags/tag8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2.970585"/>
  <p:tag name="ORIGINALWIDTH" val=" 3.744938"/>
  <p:tag name="EMFCHILD" val="True"/>
</p:tagLst>
</file>

<file path=ppt/tags/tag8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4.37874"/>
  <p:tag name="ORIGINALWIDTH" val=" 3.856524"/>
  <p:tag name="EMFCHILD" val="True"/>
</p:tagLst>
</file>

<file path=ppt/tags/tag8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4.532959"/>
  <p:tag name="ORIGINALWIDTH" val=" 5.209449"/>
  <p:tag name="EMFCHILD" val="True"/>
</p:tagLst>
</file>

<file path=ppt/tags/tag8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4.234084"/>
  <p:tag name="ORIGINALWIDTH" val=" 7.780821"/>
  <p:tag name="EMFCHILD" val="True"/>
</p:tagLst>
</file>

<file path=ppt/tags/tag8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4.396963"/>
  <p:tag name="ORIGINALWIDTH" val=" 4.493138"/>
  <p:tag name="EMFCHILD" val="True"/>
</p:tagLst>
</file>

<file path=ppt/tags/tag8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4.12874"/>
  <p:tag name="ORIGINALWIDTH" val=" 5.021147"/>
  <p:tag name="EMFCHILD" val="True"/>
</p:tagLst>
</file>

<file path=ppt/tags/tag8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4.579921"/>
  <p:tag name="ORIGINALWIDTH" val=" 7.434083"/>
  <p:tag name="EMFCHILD" val="True"/>
</p:tagLst>
</file>

<file path=ppt/tags/tag8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3.429415"/>
  <p:tag name="ORIGINALWIDTH" val=" 2.470697"/>
  <p:tag name="EMFCHILD" val="True"/>
</p:tagLst>
</file>

<file path=ppt/tags/tag8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4.37874"/>
  <p:tag name="ORIGINALWIDTH" val=" 3.856524"/>
  <p:tag name="EMFCHILD" val="True"/>
</p:tagLst>
</file>

<file path=ppt/tags/tag8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4.848144"/>
  <p:tag name="ORIGINALWIDTH" val=" 4.428347"/>
  <p:tag name="EMFCHILD" val="True"/>
</p:tagLst>
</file>

<file path=ppt/tags/tag8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2.275084"/>
  <p:tag name="ORIGINALWIDTH" val=" 2.405962"/>
  <p:tag name="EMFCHILD" val="True"/>
</p:tagLst>
</file>

<file path=ppt/tags/tag8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6.698875"/>
  <p:tag name="ORIGINALWIDTH" val=" 1.813161"/>
  <p:tag name="EMFCHILD" val="True"/>
</p:tagLst>
</file>

<file path=ppt/tags/tag8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4.579921"/>
  <p:tag name="ORIGINALWIDTH" val=" 7.434083"/>
  <p:tag name="EMFCHILD" val="True"/>
</p:tagLst>
</file>

<file path=ppt/tags/tag8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2.064342"/>
  <p:tag name="ORIGINALWIDTH" val=" 2.28144"/>
  <p:tag name="EMFCHILD" val="True"/>
</p:tagLst>
</file>

<file path=ppt/tags/tag8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3.429415"/>
  <p:tag name="ORIGINALWIDTH" val=" 2.470697"/>
  <p:tag name="EMFCHILD" val="True"/>
</p:tagLst>
</file>

<file path=ppt/tags/tag8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6.698875"/>
  <p:tag name="ORIGINALWIDTH" val=" 1.806187"/>
  <p:tag name="EMFCHILD" val="True"/>
</p:tagLst>
</file>

<file path=ppt/tags/tag8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6.858886"/>
  <p:tag name="ORIGINALWIDTH" val=" 7.352418"/>
  <p:tag name="EMFCHILD" val="True"/>
</p:tagLst>
</file>

<file path=ppt/tags/tag8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9.579415"/>
  <p:tag name="ORIGINALWIDTH" val=" 2.311305"/>
  <p:tag name="EMFCHILD" val="True"/>
</p:tagLst>
</file>

<file path=ppt/tags/tag8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6.542745"/>
  <p:tag name="ORIGINALWIDTH" val=" 9.982565"/>
  <p:tag name="EMFCHILD" val="True"/>
</p:tagLst>
</file>

<file path=ppt/tags/tag8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4.787795"/>
  <p:tag name="ORIGINALWIDTH" val=" 3.124241"/>
  <p:tag name="EMFCHILD" val="True"/>
</p:tagLst>
</file>

<file path=ppt/tags/tag8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2.864229"/>
  <p:tag name="ORIGINALWIDTH" val=" 1.165579"/>
  <p:tag name="EMFCHILD" val="True"/>
</p:tagLst>
</file>

<file path=ppt/tags/tag8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4.243701"/>
  <p:tag name="ORIGINALWIDTH" val=" 4.821878"/>
  <p:tag name="EMFCHILD" val="True"/>
</p:tagLst>
</file>

<file path=ppt/tags/tag8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9.579415"/>
  <p:tag name="ORIGINALWIDTH" val=" 2.311305"/>
  <p:tag name="EMFCHILD" val="True"/>
</p:tagLst>
</file>

<file path=ppt/tags/tag8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6.41991"/>
  <p:tag name="ORIGINALWIDTH" val=" 7.352418"/>
  <p:tag name="LATEXADDIN" val="\documentclass{article}&#10;\usepackage{amsmath}&#10;\pagestyle{empty}&#10;\begin{document}&#10;&#10;\[&#10;\Delta(M_\theta,\tau) = \mathbf{1}\!\left[ T_K(M_\theta,\operatorname{tr}(\tau)) \neq T_K(M_\theta^*,\operatorname{tr}(\tau)) \right]&#10;\]&#10;&#10;\end{document}"/>
  <p:tag name="IGUANATEXSIZE" val="14"/>
  <p:tag name="IGUANATEXCURSOR" val="220"/>
  <p:tag name="TRANSPARENCY" val="True"/>
  <p:tag name="CHOOSECOLOR" val="False"/>
  <p:tag name="COLORHEX" val="000000"/>
  <p:tag name="LATEXENGINEID" val="0"/>
  <p:tag name="TEMPFOLDER" val="/Users/eamon/Library/Containers/com.microsoft.Powerpoint/Data/tmp/TemporaryItems/"/>
  <p:tag name="LATEXFORMHEIGHT" val=" 426.65"/>
  <p:tag name="LATEXFORMWIDTH" val=" 513.35"/>
  <p:tag name="LATEXFORMWRAP" val="True"/>
  <p:tag name="BITMAPVECTOR" val="1"/>
  <p:tag name="EMFCHILD" val="True"/>
</p:tagLst>
</file>

<file path=ppt/tags/tag8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8.966367"/>
  <p:tag name="ORIGINALWIDTH" val=" 2.311305"/>
  <p:tag name="EMFCHILD" val="True"/>
</p:tagLst>
</file>

<file path=ppt/tags/tag8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6.124016"/>
  <p:tag name="ORIGINALWIDTH" val=" 9.982565"/>
  <p:tag name="EMFCHILD" val="True"/>
</p:tagLst>
</file>

<file path=ppt/tags/tag8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4.481384"/>
  <p:tag name="ORIGINALWIDTH" val=" 3.124241"/>
  <p:tag name="EMFCHILD" val="True"/>
</p:tagLst>
</file>

<file path=ppt/tags/tag8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2.680934"/>
  <p:tag name="ORIGINALWIDTH" val=" 1.165579"/>
  <p:tag name="EMFCHILD" val="True"/>
</p:tagLst>
</file>

<file path=ppt/tags/tag8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3.972104"/>
  <p:tag name="ORIGINALWIDTH" val=" 4.821878"/>
  <p:tag name="EMFCHILD" val="True"/>
</p:tagLst>
</file>

<file path=ppt/tags/tag8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8.966367"/>
  <p:tag name="ORIGINALWIDTH" val=" 2.311305"/>
  <p:tag name="EMFCHILD" val="True"/>
</p:tagLst>
</file>

<file path=ppt/tags/tag8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2.098088"/>
  <p:tag name="ORIGINALWIDTH" val=" 6.625141"/>
  <p:tag name="EMFCHILD" val="True"/>
</p:tagLst>
</file>

<file path=ppt/tags/tag8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5.872947"/>
  <p:tag name="ORIGINALWIDTH" val=" 4.074691"/>
  <p:tag name="EMFCHILD" val="True"/>
</p:tagLst>
</file>

<file path=ppt/tags/tag8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8.966367"/>
  <p:tag name="ORIGINALWIDTH" val=" 1.364848"/>
  <p:tag name="EMFCHILD" val="True"/>
</p:tagLst>
</file>

<file path=ppt/tags/tag8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6.070192"/>
  <p:tag name="ORIGINALWIDTH" val=" 6.774578"/>
  <p:tag name="EMFCHILD" val="True"/>
</p:tagLst>
</file>

<file path=ppt/tags/tag8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4.286783"/>
  <p:tag name="ORIGINALWIDTH" val=" 6.346176"/>
  <p:tag name="EMFCHILD" val="True"/>
</p:tagLst>
</file>

<file path=ppt/tags/tag8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8.966367"/>
  <p:tag name="ORIGINALWIDTH" val=" 2.311305"/>
  <p:tag name="EMFCHILD" val="True"/>
</p:tagLst>
</file>

<file path=ppt/tags/tag8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6.124016"/>
  <p:tag name="ORIGINALWIDTH" val=" 9.982565"/>
  <p:tag name="EMFCHILD" val="True"/>
</p:tagLst>
</file>

<file path=ppt/tags/tag8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4.481384"/>
  <p:tag name="ORIGINALWIDTH" val=" 3.124241"/>
  <p:tag name="EMFCHILD" val="True"/>
</p:tagLst>
</file>

<file path=ppt/tags/tag8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2.680934"/>
  <p:tag name="ORIGINALWIDTH" val=" 1.165579"/>
  <p:tag name="EMFCHILD" val="True"/>
</p:tagLst>
</file>

<file path=ppt/tags/tag8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5.612936"/>
  <p:tag name="ORIGINALWIDTH" val=" 3.118279"/>
  <p:tag name="EMFCHILD" val="True"/>
</p:tagLst>
</file>

<file path=ppt/tags/tag8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3.963105"/>
  <p:tag name="ORIGINALWIDTH" val=" 3.347413"/>
  <p:tag name="EMFCHILD" val="True"/>
</p:tagLst>
</file>

<file path=ppt/tags/tag8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8.966367"/>
  <p:tag name="ORIGINALWIDTH" val=" 2.311305"/>
  <p:tag name="EMFCHILD" val="True"/>
</p:tagLst>
</file>

<file path=ppt/tags/tag8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3.972104"/>
  <p:tag name="ORIGINALWIDTH" val=" 4.821878"/>
  <p:tag name="EMFCHILD" val="True"/>
</p:tagLst>
</file>

<file path=ppt/tags/tag8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8.966367"/>
  <p:tag name="ORIGINALWIDTH" val=" 2.311305"/>
  <p:tag name="EMFCHILD" val="True"/>
</p:tagLst>
</file>

<file path=ppt/tags/tag8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8.966367"/>
  <p:tag name="ORIGINALWIDTH" val=" 2.311305"/>
  <p:tag name="EMFCHILD" val="True"/>
</p:tagLst>
</file>

<file path=ppt/tags/tag8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8.356637"/>
  <p:tag name="ORIGINALWIDTH" val=" 4.971316"/>
  <p:tag name="EMFCHILD" val="True"/>
</p:tagLst>
</file>

<file path=ppt/tags/tag8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2.098088"/>
  <p:tag name="ORIGINALWIDTH" val=" 6.625141"/>
  <p:tag name="EMFCHILD" val="True"/>
</p:tagLst>
</file>

<file path=ppt/tags/tag8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6.070192"/>
  <p:tag name="ORIGINALWIDTH" val=" 6.774578"/>
  <p:tag name="EMFCHILD" val="True"/>
</p:tagLst>
</file>

<file path=ppt/tags/tag8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4.286783"/>
  <p:tag name="ORIGINALWIDTH" val=" 6.346176"/>
  <p:tag name="EMFCHILD" val="True"/>
</p:tagLst>
</file>

<file path=ppt/tags/tag8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8.966367"/>
  <p:tag name="ORIGINALWIDTH" val=" 2.311305"/>
  <p:tag name="EMFCHILD" val="True"/>
</p:tagLst>
</file>

<file path=ppt/tags/tag8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6.124016"/>
  <p:tag name="ORIGINALWIDTH" val=" 9.982565"/>
  <p:tag name="EMFCHILD" val="True"/>
</p:tagLst>
</file>

<file path=ppt/tags/tag8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2.705118"/>
  <p:tag name="ORIGINALWIDTH" val=" 2.831327"/>
  <p:tag name="EMFCHILD" val="True"/>
</p:tagLst>
</file>

<file path=ppt/tags/tag8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4.481384"/>
  <p:tag name="ORIGINALWIDTH" val=" 3.124241"/>
  <p:tag name="EMFCHILD" val="True"/>
</p:tagLst>
</file>

<file path=ppt/tags/tag8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2.680934"/>
  <p:tag name="ORIGINALWIDTH" val=" 1.165579"/>
  <p:tag name="EMFCHILD" val="True"/>
</p:tagLst>
</file>

<file path=ppt/tags/tag8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5.612936"/>
  <p:tag name="ORIGINALWIDTH" val=" 3.118279"/>
  <p:tag name="EMFCHILD" val="True"/>
</p:tagLst>
</file>

<file path=ppt/tags/tag8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3.963105"/>
  <p:tag name="ORIGINALWIDTH" val=" 3.347413"/>
  <p:tag name="EMFCHILD" val="True"/>
</p:tagLst>
</file>

<file path=ppt/tags/tag8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8.966367"/>
  <p:tag name="ORIGINALWIDTH" val=" 2.311305"/>
  <p:tag name="EMFCHILD" val="True"/>
</p:tagLst>
</file>

<file path=ppt/tags/tag8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3.972104"/>
  <p:tag name="ORIGINALWIDTH" val=" 4.821878"/>
  <p:tag name="EMFCHILD" val="True"/>
</p:tagLst>
</file>

<file path=ppt/tags/tag8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8.966367"/>
  <p:tag name="ORIGINALWIDTH" val=" 2.311305"/>
  <p:tag name="EMFCHILD" val="True"/>
</p:tagLst>
</file>

<file path=ppt/tags/tag8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8.966367"/>
  <p:tag name="ORIGINALWIDTH" val=" 2.311305"/>
  <p:tag name="EMFCHILD" val="True"/>
</p:tagLst>
</file>

<file path=ppt/tags/tag8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8.966367"/>
  <p:tag name="ORIGINALWIDTH" val=" 1.364848"/>
  <p:tag name="EMFCHILD" val="True"/>
</p:tagLst>
</file>

<file path=ppt/tags/tag8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6.744658"/>
  <p:tag name="ORIGINALWIDTH" val=" 6.774578"/>
  <p:tag name="LATEXADDIN" val="\documentclass{article}&#10;\usepackage{amsmath}&#10;\pagestyle{empty}&#10;\begin{document}&#10;&#10;\[&#10;T_K(M_\theta,\operatorname{tr}(q,e)) = \mathbf{1}\!\left[ R_{\succeq_{M_\theta,q}}(e) \le K \right]&#10;\]&#10;&#10;&#10;\end{document}"/>
  <p:tag name="IGUANATEXSIZE" val="14"/>
  <p:tag name="IGUANATEXCURSOR" val="183"/>
  <p:tag name="TRANSPARENCY" val="True"/>
  <p:tag name="CHOOSECOLOR" val="False"/>
  <p:tag name="COLORHEX" val="000000"/>
  <p:tag name="LATEXENGINEID" val="0"/>
  <p:tag name="TEMPFOLDER" val="/Users/eamon/Library/Containers/com.microsoft.Powerpoint/Data/tmp/TemporaryItems/"/>
  <p:tag name="LATEXFORMHEIGHT" val=" 426.65"/>
  <p:tag name="LATEXFORMWIDTH" val=" 513.35"/>
  <p:tag name="LATEXFORMWRAP" val="True"/>
  <p:tag name="BITMAPVECTOR" val="1"/>
  <p:tag name="EMFCHILD" val="True"/>
</p:tagLst>
</file>

<file path=ppt/tags/tag8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4.763104"/>
  <p:tag name="ORIGINALWIDTH" val=" 6.346176"/>
  <p:tag name="EMFCHILD" val="True"/>
</p:tagLst>
</file>

<file path=ppt/tags/tag8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9.962599"/>
  <p:tag name="ORIGINALWIDTH" val=" 2.311305"/>
  <p:tag name="EMFCHILD" val="True"/>
</p:tagLst>
</file>

<file path=ppt/tags/tag8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6.804443"/>
  <p:tag name="ORIGINALWIDTH" val=" 9.982565"/>
  <p:tag name="EMFCHILD" val="True"/>
</p:tagLst>
</file>

<file path=ppt/tags/tag8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4.979302"/>
  <p:tag name="ORIGINALWIDTH" val=" 3.124241"/>
  <p:tag name="EMFCHILD" val="True"/>
</p:tagLst>
</file>

<file path=ppt/tags/tag8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2.978796"/>
  <p:tag name="ORIGINALWIDTH" val=" 1.165579"/>
  <p:tag name="EMFCHILD" val="True"/>
</p:tagLst>
</file>

<file path=ppt/tags/tag8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6.236558"/>
  <p:tag name="ORIGINALWIDTH" val=" 3.118279"/>
  <p:tag name="EMFCHILD" val="True"/>
</p:tagLst>
</file>

<file path=ppt/tags/tag8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4.403487"/>
  <p:tag name="ORIGINALWIDTH" val=" 3.347413"/>
  <p:tag name="EMFCHILD" val="True"/>
</p:tagLst>
</file>

<file path=ppt/tags/tag8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9.962599"/>
  <p:tag name="ORIGINALWIDTH" val=" 2.311305"/>
  <p:tag name="EMFCHILD" val="True"/>
</p:tagLst>
</file>

<file path=ppt/tags/tag8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6.33622"/>
  <p:tag name="ORIGINALWIDTH" val=" 4.104556"/>
  <p:tag name="EMFCHILD" val="True"/>
</p:tagLst>
</file>

<file path=ppt/tags/tag8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2.978796"/>
  <p:tag name="ORIGINALWIDTH" val=" 1.165579"/>
  <p:tag name="EMFCHILD" val="True"/>
</p:tagLst>
</file>

<file path=ppt/tags/tag8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4.513049"/>
  <p:tag name="ORIGINALWIDTH" val=" 3.825647"/>
  <p:tag name="EMFCHILD" val="True"/>
</p:tagLst>
</file>

<file path=ppt/tags/tag8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9.962599"/>
  <p:tag name="ORIGINALWIDTH" val=" 2.311305"/>
  <p:tag name="EMFCHILD" val="True"/>
</p:tagLst>
</file>

<file path=ppt/tags/tag8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9.962599"/>
  <p:tag name="ORIGINALWIDTH" val=" 2.311305"/>
  <p:tag name="EMFCHILD" val="True"/>
</p:tagLst>
</file>

<file path=ppt/tags/tag8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2.331215"/>
  <p:tag name="ORIGINALWIDTH" val=" 6.625141"/>
  <p:tag name="EMFCHILD" val="True"/>
</p:tagLst>
</file>

<file path=ppt/tags/tag8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6.525478"/>
  <p:tag name="ORIGINALWIDTH" val=" 4.074691"/>
  <p:tag name="EMFCHILD" val="True"/>
</p:tagLst>
</file>

<file path=ppt/tags/tag9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17.92278"/>
  <p:tag name="ORIGINALWIDTH" val=" 2.261474"/>
  <p:tag name="EMFCHILD" val="True"/>
</p:tagLst>
</file>

<file path=ppt/tags/tag9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7.023622"/>
  <p:tag name="ORIGINALWIDTH" val=" 7.113274"/>
  <p:tag name="EMFCHILD" val="True"/>
</p:tagLst>
</file>

<file path=ppt/tags/tag9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6.081159"/>
  <p:tag name="ORIGINALWIDTH" val=" 4.714286"/>
  <p:tag name="EMFCHILD" val="True"/>
</p:tagLst>
</file>

<file path=ppt/tags/tag9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3.402194"/>
  <p:tag name="ORIGINALWIDTH" val=" 5.818167"/>
  <p:tag name="EMFCHILD" val="True"/>
</p:tagLst>
</file>

<file path=ppt/tags/tag9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3.566592"/>
  <p:tag name="ORIGINALWIDTH" val=" 2.470697"/>
  <p:tag name="EMFCHILD" val="True"/>
</p:tagLst>
</file>

<file path=ppt/tags/tag9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1.574072"/>
  <p:tag name="ORIGINALWIDTH" val=" .6774465"/>
  <p:tag name="EMFCHILD" val="True"/>
</p:tagLst>
</file>

<file path=ppt/tags/tag9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3.16811"/>
  <p:tag name="ORIGINALWIDTH" val=" 2.475703"/>
  <p:tag name="EMFCHILD" val="True"/>
</p:tagLst>
</file>

<file path=ppt/tags/tag9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9.962599"/>
  <p:tag name="ORIGINALWIDTH" val=" 2.311305"/>
  <p:tag name="EMFCHILD" val="True"/>
</p:tagLst>
</file>

<file path=ppt/tags/tag9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4.513049"/>
  <p:tag name="ORIGINALWIDTH" val=" 3.825647"/>
  <p:tag name="EMFCHILD" val="True"/>
</p:tagLst>
</file>

<file path=ppt/tags/tag9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9.962599"/>
  <p:tag name="ORIGINALWIDTH" val=" 2.311305"/>
  <p:tag name="EMFCHILD" val="True"/>
</p:tagLst>
</file>

<file path=ppt/tags/tag9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7.701069"/>
  <p:tag name="ORIGINALWIDTH" val=" 6.087121"/>
  <p:tag name="EMFCHILD" val="True"/>
</p:tagLst>
</file>

<file path=ppt/tags/tag9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6.804443"/>
  <p:tag name="ORIGINALWIDTH" val=" 8.478178"/>
  <p:tag name="EMFCHILD" val="True"/>
</p:tagLst>
</file>

<file path=ppt/tags/tag9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17.92278"/>
  <p:tag name="ORIGINALWIDTH" val=" 2.261474"/>
  <p:tag name="EMFCHILD" val="True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14097</TotalTime>
  <Words>12759</Words>
  <Application>Microsoft Macintosh PowerPoint</Application>
  <PresentationFormat>宽屏</PresentationFormat>
  <Paragraphs>888</Paragraphs>
  <Slides>20</Slides>
  <Notes>20</Notes>
  <HiddenSlides>6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20</vt:i4>
      </vt:variant>
    </vt:vector>
  </HeadingPairs>
  <TitlesOfParts>
    <vt:vector size="28" baseType="lpstr">
      <vt:lpstr>等线</vt:lpstr>
      <vt:lpstr>等线 Light</vt:lpstr>
      <vt:lpstr>Arial Unicode MS</vt:lpstr>
      <vt:lpstr>IBM Plex Sans JP</vt:lpstr>
      <vt:lpstr>Arial</vt:lpstr>
      <vt:lpstr>Cambria Math</vt:lpstr>
      <vt:lpstr>Consolas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Microsoft Office User</dc:creator>
  <cp:lastModifiedBy>Microsoft Office User</cp:lastModifiedBy>
  <cp:revision>43</cp:revision>
  <cp:lastPrinted>2026-05-07T12:35:10Z</cp:lastPrinted>
  <dcterms:created xsi:type="dcterms:W3CDTF">2026-04-20T00:59:38Z</dcterms:created>
  <dcterms:modified xsi:type="dcterms:W3CDTF">2026-05-08T04:48:27Z</dcterms:modified>
</cp:coreProperties>
</file>